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3.xml" ContentType="application/vnd.openxmlformats-officedocument.them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9.xml" ContentType="application/vnd.openxmlformats-officedocument.drawingml.chart+xml"/>
  <Override PartName="/ppt/charts/style1.xml" ContentType="application/vnd.ms-office.chartstyle+xml"/>
  <Override PartName="/ppt/charts/colors1.xml" ContentType="application/vnd.ms-office.chartcolorstyl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theme/themeOverride1.xml" ContentType="application/vnd.openxmlformats-officedocument.themeOverride+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5"/>
    <p:sldMasterId id="2147483711" r:id="rId6"/>
    <p:sldMasterId id="2147483733" r:id="rId7"/>
    <p:sldMasterId id="2147483775" r:id="rId8"/>
  </p:sldMasterIdLst>
  <p:notesMasterIdLst>
    <p:notesMasterId r:id="rId28"/>
  </p:notesMasterIdLst>
  <p:sldIdLst>
    <p:sldId id="262" r:id="rId9"/>
    <p:sldId id="617" r:id="rId10"/>
    <p:sldId id="631" r:id="rId11"/>
    <p:sldId id="257" r:id="rId12"/>
    <p:sldId id="620" r:id="rId13"/>
    <p:sldId id="621" r:id="rId14"/>
    <p:sldId id="618" r:id="rId15"/>
    <p:sldId id="622" r:id="rId16"/>
    <p:sldId id="623" r:id="rId17"/>
    <p:sldId id="624" r:id="rId18"/>
    <p:sldId id="628" r:id="rId19"/>
    <p:sldId id="619" r:id="rId20"/>
    <p:sldId id="625" r:id="rId21"/>
    <p:sldId id="627" r:id="rId22"/>
    <p:sldId id="256" r:id="rId23"/>
    <p:sldId id="629" r:id="rId24"/>
    <p:sldId id="630" r:id="rId25"/>
    <p:sldId id="626" r:id="rId26"/>
    <p:sldId id="359" r:id="rId27"/>
  </p:sldIdLst>
  <p:sldSz cx="6858000" cy="9906000" type="A4"/>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52B8D366-D974-49B9-9048-79C7BC97B1C0}">
          <p14:sldIdLst>
            <p14:sldId id="262"/>
            <p14:sldId id="617"/>
            <p14:sldId id="631"/>
            <p14:sldId id="257"/>
            <p14:sldId id="620"/>
            <p14:sldId id="621"/>
            <p14:sldId id="618"/>
            <p14:sldId id="622"/>
            <p14:sldId id="623"/>
            <p14:sldId id="624"/>
            <p14:sldId id="628"/>
            <p14:sldId id="619"/>
            <p14:sldId id="625"/>
            <p14:sldId id="627"/>
            <p14:sldId id="256"/>
            <p14:sldId id="629"/>
            <p14:sldId id="630"/>
            <p14:sldId id="626"/>
          </p14:sldIdLst>
        </p14:section>
        <p14:section name="Market Commentary" id="{1DDDF273-5083-43AE-9EAF-20022A669B2B}">
          <p14:sldIdLst/>
        </p14:section>
        <p14:section name="1st theme" id="{0D83D7D9-D959-424B-AE8F-ED0568E46D59}">
          <p14:sldIdLst>
            <p14:sldId id="359"/>
          </p14:sldIdLst>
        </p14:section>
        <p14:section name="Valuation" id="{CB71DB92-9365-4341-A55F-040AA74305FC}">
          <p14:sldIdLst/>
        </p14:section>
        <p14:section name="XP Portfolios" id="{2377CAFA-D6E1-4894-9DC4-ABCD93C777F0}">
          <p14:sldIdLst/>
        </p14:section>
        <p14:section name="Chartbook" id="{E5DEA1DD-2F81-443B-8C12-5E93EC33A658}">
          <p14:sldIdLst/>
        </p14:section>
        <p14:section name="Ending" id="{6816E140-E35F-4B96-A615-EA8F68519C7F}">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42ED4F-8EBE-474C-3F8A-8E5FC5FA0DDD}" name="Caio Souza" initials="CL" userId="S::caio.lsouza@xpi.com.br::3c9a17a9-6dee-4d8b-b93c-2a0cbe4083ed" providerId="AD"/>
  <p188:author id="{26C36357-AA82-766B-7F10-0B8B0172D89D}" name="Lucas Rosa" initials="LV" userId="S::lucas.vrosa@xpi.com.br::49f0bb8d-b3ef-4afe-baf3-ede37f21a37e" providerId="AD"/>
  <p188:author id="{96E38678-DC99-8AA7-CD9B-A7924E3A8969}" name="Júlia Aquino" initials="JA" userId="S::julia.aquino@xpi.com.br::df34683f-61bd-4800-a050-1fef18d72e46" providerId="AD"/>
  <p188:author id="{6C4C2D8B-95CF-3366-BCBB-00835F353133}" name="Jennie Li" initials="JL" userId="S::jennie.li@xpi.com.br::4287a3cb-d5b5-40b5-a43d-7effe9254b38" providerId="AD"/>
  <p188:author id="{EC8CAF98-3BD7-D185-1C28-5390FA4B602C}" name="Fernando Figueiredo Ferreira" initials="FFF" userId="S::fernando.f.ferreira@xpi.com.br::841c94e0-5eda-4da2-ae8d-84f2d71f1a7e" providerId="AD"/>
  <p188:author id="{E1E189EC-10D0-F876-0321-6E26D67990E2}" name="Felipe Veiga" initials="FV" userId="S::felipe.bveiga@xpi.com.br::29d82955-035a-46d2-8c02-fc4125ffa591" providerId="AD"/>
  <p188:author id="{3FF395FB-F7D1-5942-EBEC-B73C159F0C4F}" name="Guilherme Ramos" initials="GS" userId="S::guilherme.sramos@xpi.com.br::200c1542-152a-4227-82d8-f81507867da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BBD1EC"/>
    <a:srgbClr val="DBDDDE"/>
    <a:srgbClr val="1F2F44"/>
    <a:srgbClr val="D9D9D9"/>
    <a:srgbClr val="F2F2F2"/>
    <a:srgbClr val="FF0000"/>
    <a:srgbClr val="E8E8E8"/>
    <a:srgbClr val="FFE699"/>
    <a:srgbClr val="8EB3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87FE76-D942-40ED-A72E-43DE65A7D935}" v="997" dt="2026-10-29T16:22:35.8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96247" autoAdjust="0"/>
  </p:normalViewPr>
  <p:slideViewPr>
    <p:cSldViewPr snapToGrid="0">
      <p:cViewPr>
        <p:scale>
          <a:sx n="83" d="100"/>
          <a:sy n="83" d="100"/>
        </p:scale>
        <p:origin x="2040" y="-170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microsoft.com/office/2015/10/relationships/revisionInfo" Target="revisionInfo.xml"/><Relationship Id="rId7"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Master" Target="slideMasters/slideMaster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io Lopes de Souza" userId="789867f68e027fd0" providerId="LiveId" clId="{E033AB76-9CCE-499E-8A0F-8D4A6BE31F94}"/>
    <pc:docChg chg="undo custSel addSld delSld modSld sldOrd modSection">
      <pc:chgData name="Caio Lopes de Souza" userId="789867f68e027fd0" providerId="LiveId" clId="{E033AB76-9CCE-499E-8A0F-8D4A6BE31F94}" dt="2026-10-29T16:22:35.892" v="5681"/>
      <pc:docMkLst>
        <pc:docMk/>
      </pc:docMkLst>
      <pc:sldChg chg="del">
        <pc:chgData name="Caio Lopes de Souza" userId="789867f68e027fd0" providerId="LiveId" clId="{E033AB76-9CCE-499E-8A0F-8D4A6BE31F94}" dt="2026-10-28T18:06:09.787" v="525" actId="47"/>
        <pc:sldMkLst>
          <pc:docMk/>
          <pc:sldMk cId="198914499" sldId="256"/>
        </pc:sldMkLst>
      </pc:sldChg>
      <pc:sldChg chg="addSp delSp modSp add mod ord">
        <pc:chgData name="Caio Lopes de Souza" userId="789867f68e027fd0" providerId="LiveId" clId="{E033AB76-9CCE-499E-8A0F-8D4A6BE31F94}" dt="2026-10-29T13:01:51.863" v="3937" actId="1076"/>
        <pc:sldMkLst>
          <pc:docMk/>
          <pc:sldMk cId="1607973331" sldId="256"/>
        </pc:sldMkLst>
        <pc:spChg chg="mod">
          <ac:chgData name="Caio Lopes de Souza" userId="789867f68e027fd0" providerId="LiveId" clId="{E033AB76-9CCE-499E-8A0F-8D4A6BE31F94}" dt="2026-10-29T13:01:21.310" v="3931" actId="14100"/>
          <ac:spMkLst>
            <pc:docMk/>
            <pc:sldMk cId="1607973331" sldId="256"/>
            <ac:spMk id="2" creationId="{00000000-0000-0000-0000-000000000000}"/>
          </ac:spMkLst>
        </pc:spChg>
        <pc:spChg chg="mod">
          <ac:chgData name="Caio Lopes de Souza" userId="789867f68e027fd0" providerId="LiveId" clId="{E033AB76-9CCE-499E-8A0F-8D4A6BE31F94}" dt="2026-10-29T13:01:51.863" v="3937" actId="1076"/>
          <ac:spMkLst>
            <pc:docMk/>
            <pc:sldMk cId="1607973331" sldId="256"/>
            <ac:spMk id="3" creationId="{F03016C5-25C3-487A-A063-9D5AE9126411}"/>
          </ac:spMkLst>
        </pc:spChg>
        <pc:spChg chg="del">
          <ac:chgData name="Caio Lopes de Souza" userId="789867f68e027fd0" providerId="LiveId" clId="{E033AB76-9CCE-499E-8A0F-8D4A6BE31F94}" dt="2026-10-28T19:01:42.975" v="529"/>
          <ac:spMkLst>
            <pc:docMk/>
            <pc:sldMk cId="1607973331" sldId="256"/>
            <ac:spMk id="4" creationId="{F03016C5-25C3-487A-A063-9D5AE9126411}"/>
          </ac:spMkLst>
        </pc:spChg>
        <pc:spChg chg="add del mod ord">
          <ac:chgData name="Caio Lopes de Souza" userId="789867f68e027fd0" providerId="LiveId" clId="{E033AB76-9CCE-499E-8A0F-8D4A6BE31F94}" dt="2026-10-28T19:03:48.308" v="598"/>
          <ac:spMkLst>
            <pc:docMk/>
            <pc:sldMk cId="1607973331" sldId="256"/>
            <ac:spMk id="9" creationId="{BF0A1729-8A78-C641-37CE-FB8BE0B50CF0}"/>
          </ac:spMkLst>
        </pc:spChg>
        <pc:spChg chg="add del mod ord">
          <ac:chgData name="Caio Lopes de Souza" userId="789867f68e027fd0" providerId="LiveId" clId="{E033AB76-9CCE-499E-8A0F-8D4A6BE31F94}" dt="2026-10-28T19:03:48.194" v="596"/>
          <ac:spMkLst>
            <pc:docMk/>
            <pc:sldMk cId="1607973331" sldId="256"/>
            <ac:spMk id="10" creationId="{73AA13A6-6FE6-D152-92C2-F3E9F77DCC7A}"/>
          </ac:spMkLst>
        </pc:spChg>
        <pc:spChg chg="add del mod ord">
          <ac:chgData name="Caio Lopes de Souza" userId="789867f68e027fd0" providerId="LiveId" clId="{E033AB76-9CCE-499E-8A0F-8D4A6BE31F94}" dt="2026-10-28T19:03:48.030" v="594"/>
          <ac:spMkLst>
            <pc:docMk/>
            <pc:sldMk cId="1607973331" sldId="256"/>
            <ac:spMk id="11" creationId="{A74683B5-07B6-5666-3D7D-242F4364971A}"/>
          </ac:spMkLst>
        </pc:spChg>
        <pc:spChg chg="add del mod ord">
          <ac:chgData name="Caio Lopes de Souza" userId="789867f68e027fd0" providerId="LiveId" clId="{E033AB76-9CCE-499E-8A0F-8D4A6BE31F94}" dt="2026-10-28T19:03:47.334" v="592"/>
          <ac:spMkLst>
            <pc:docMk/>
            <pc:sldMk cId="1607973331" sldId="256"/>
            <ac:spMk id="12" creationId="{983BE8CD-5FC0-E83E-3500-D895641979A9}"/>
          </ac:spMkLst>
        </pc:spChg>
        <pc:spChg chg="mod">
          <ac:chgData name="Caio Lopes de Souza" userId="789867f68e027fd0" providerId="LiveId" clId="{E033AB76-9CCE-499E-8A0F-8D4A6BE31F94}" dt="2026-10-29T12:44:03.514" v="3616"/>
          <ac:spMkLst>
            <pc:docMk/>
            <pc:sldMk cId="1607973331" sldId="256"/>
            <ac:spMk id="13" creationId="{00000000-0000-0000-0000-000000000000}"/>
          </ac:spMkLst>
        </pc:spChg>
        <pc:spChg chg="mod">
          <ac:chgData name="Caio Lopes de Souza" userId="789867f68e027fd0" providerId="LiveId" clId="{E033AB76-9CCE-499E-8A0F-8D4A6BE31F94}" dt="2026-10-29T13:01:29.948" v="3933" actId="20577"/>
          <ac:spMkLst>
            <pc:docMk/>
            <pc:sldMk cId="1607973331" sldId="256"/>
            <ac:spMk id="15" creationId="{00000000-0000-0000-0000-000000000000}"/>
          </ac:spMkLst>
        </pc:spChg>
        <pc:spChg chg="add del mod ord">
          <ac:chgData name="Caio Lopes de Souza" userId="789867f68e027fd0" providerId="LiveId" clId="{E033AB76-9CCE-499E-8A0F-8D4A6BE31F94}" dt="2026-10-28T19:05:02.062" v="725"/>
          <ac:spMkLst>
            <pc:docMk/>
            <pc:sldMk cId="1607973331" sldId="256"/>
            <ac:spMk id="17" creationId="{4EEC4B59-2263-135A-E745-5A07510F8B04}"/>
          </ac:spMkLst>
        </pc:spChg>
        <pc:spChg chg="add del mod">
          <ac:chgData name="Caio Lopes de Souza" userId="789867f68e027fd0" providerId="LiveId" clId="{E033AB76-9CCE-499E-8A0F-8D4A6BE31F94}" dt="2026-10-28T19:05:02.840" v="729"/>
          <ac:spMkLst>
            <pc:docMk/>
            <pc:sldMk cId="1607973331" sldId="256"/>
            <ac:spMk id="18" creationId="{C5A0A156-5EC0-E462-4866-E7BBF00C23D7}"/>
          </ac:spMkLst>
        </pc:spChg>
        <pc:spChg chg="add del mod ord">
          <ac:chgData name="Caio Lopes de Souza" userId="789867f68e027fd0" providerId="LiveId" clId="{E033AB76-9CCE-499E-8A0F-8D4A6BE31F94}" dt="2026-10-28T19:05:01.914" v="723"/>
          <ac:spMkLst>
            <pc:docMk/>
            <pc:sldMk cId="1607973331" sldId="256"/>
            <ac:spMk id="19" creationId="{71F68539-F5BD-1C38-6D05-90601C82D7FE}"/>
          </ac:spMkLst>
        </pc:spChg>
        <pc:spChg chg="add del mod">
          <ac:chgData name="Caio Lopes de Souza" userId="789867f68e027fd0" providerId="LiveId" clId="{E033AB76-9CCE-499E-8A0F-8D4A6BE31F94}" dt="2026-10-28T19:05:02.924" v="731"/>
          <ac:spMkLst>
            <pc:docMk/>
            <pc:sldMk cId="1607973331" sldId="256"/>
            <ac:spMk id="20" creationId="{E5899FBE-7B98-D946-AB0C-54A5B87F451E}"/>
          </ac:spMkLst>
        </pc:spChg>
        <pc:spChg chg="add del mod ord">
          <ac:chgData name="Caio Lopes de Souza" userId="789867f68e027fd0" providerId="LiveId" clId="{E033AB76-9CCE-499E-8A0F-8D4A6BE31F94}" dt="2026-10-28T19:05:01.819" v="721"/>
          <ac:spMkLst>
            <pc:docMk/>
            <pc:sldMk cId="1607973331" sldId="256"/>
            <ac:spMk id="21" creationId="{14246867-B05D-F11B-A051-0DBBB9EFDC47}"/>
          </ac:spMkLst>
        </pc:spChg>
        <pc:spChg chg="add del mod">
          <ac:chgData name="Caio Lopes de Souza" userId="789867f68e027fd0" providerId="LiveId" clId="{E033AB76-9CCE-499E-8A0F-8D4A6BE31F94}" dt="2026-10-28T19:05:03.002" v="733"/>
          <ac:spMkLst>
            <pc:docMk/>
            <pc:sldMk cId="1607973331" sldId="256"/>
            <ac:spMk id="22" creationId="{0DA2CA3D-7F15-FFBF-41BA-0AAB8293C6E3}"/>
          </ac:spMkLst>
        </pc:spChg>
        <pc:spChg chg="add del mod ord">
          <ac:chgData name="Caio Lopes de Souza" userId="789867f68e027fd0" providerId="LiveId" clId="{E033AB76-9CCE-499E-8A0F-8D4A6BE31F94}" dt="2026-10-28T19:05:01.497" v="719"/>
          <ac:spMkLst>
            <pc:docMk/>
            <pc:sldMk cId="1607973331" sldId="256"/>
            <ac:spMk id="23" creationId="{ADAD041A-6C55-6259-B394-B48080582A6A}"/>
          </ac:spMkLst>
        </pc:spChg>
        <pc:spChg chg="add del mod">
          <ac:chgData name="Caio Lopes de Souza" userId="789867f68e027fd0" providerId="LiveId" clId="{E033AB76-9CCE-499E-8A0F-8D4A6BE31F94}" dt="2026-10-28T19:05:03.105" v="735"/>
          <ac:spMkLst>
            <pc:docMk/>
            <pc:sldMk cId="1607973331" sldId="256"/>
            <ac:spMk id="25" creationId="{92855F8F-BBE4-7A34-0FB7-4F2F27E591D6}"/>
          </ac:spMkLst>
        </pc:spChg>
        <pc:spChg chg="add del mod ord">
          <ac:chgData name="Caio Lopes de Souza" userId="789867f68e027fd0" providerId="LiveId" clId="{E033AB76-9CCE-499E-8A0F-8D4A6BE31F94}" dt="2026-10-28T19:06:47.152" v="860"/>
          <ac:spMkLst>
            <pc:docMk/>
            <pc:sldMk cId="1607973331" sldId="256"/>
            <ac:spMk id="27" creationId="{D9D19F27-E266-C596-1169-E39B313A16FD}"/>
          </ac:spMkLst>
        </pc:spChg>
        <pc:spChg chg="add del mod">
          <ac:chgData name="Caio Lopes de Souza" userId="789867f68e027fd0" providerId="LiveId" clId="{E033AB76-9CCE-499E-8A0F-8D4A6BE31F94}" dt="2026-10-28T19:06:47.502" v="864"/>
          <ac:spMkLst>
            <pc:docMk/>
            <pc:sldMk cId="1607973331" sldId="256"/>
            <ac:spMk id="28" creationId="{CD186B0A-6150-7305-7E42-911C06EB853F}"/>
          </ac:spMkLst>
        </pc:spChg>
        <pc:spChg chg="add del mod ord">
          <ac:chgData name="Caio Lopes de Souza" userId="789867f68e027fd0" providerId="LiveId" clId="{E033AB76-9CCE-499E-8A0F-8D4A6BE31F94}" dt="2026-10-28T19:06:47.079" v="858"/>
          <ac:spMkLst>
            <pc:docMk/>
            <pc:sldMk cId="1607973331" sldId="256"/>
            <ac:spMk id="29" creationId="{1327C4B9-E5EC-C2A4-B233-5F6CEF02C45B}"/>
          </ac:spMkLst>
        </pc:spChg>
        <pc:spChg chg="add del mod">
          <ac:chgData name="Caio Lopes de Souza" userId="789867f68e027fd0" providerId="LiveId" clId="{E033AB76-9CCE-499E-8A0F-8D4A6BE31F94}" dt="2026-10-28T19:06:47.552" v="866"/>
          <ac:spMkLst>
            <pc:docMk/>
            <pc:sldMk cId="1607973331" sldId="256"/>
            <ac:spMk id="30" creationId="{E5E58F04-191E-7785-8C0C-1636A9BCD03E}"/>
          </ac:spMkLst>
        </pc:spChg>
        <pc:spChg chg="add del mod ord">
          <ac:chgData name="Caio Lopes de Souza" userId="789867f68e027fd0" providerId="LiveId" clId="{E033AB76-9CCE-499E-8A0F-8D4A6BE31F94}" dt="2026-10-28T19:06:46.991" v="856"/>
          <ac:spMkLst>
            <pc:docMk/>
            <pc:sldMk cId="1607973331" sldId="256"/>
            <ac:spMk id="31" creationId="{E72C8538-CAD5-AC8E-E214-41B7C493CE32}"/>
          </ac:spMkLst>
        </pc:spChg>
        <pc:spChg chg="add del mod">
          <ac:chgData name="Caio Lopes de Souza" userId="789867f68e027fd0" providerId="LiveId" clId="{E033AB76-9CCE-499E-8A0F-8D4A6BE31F94}" dt="2026-10-28T19:06:47.608" v="868"/>
          <ac:spMkLst>
            <pc:docMk/>
            <pc:sldMk cId="1607973331" sldId="256"/>
            <ac:spMk id="32" creationId="{766880EC-D515-A754-7F71-65239AB5D33F}"/>
          </ac:spMkLst>
        </pc:spChg>
        <pc:spChg chg="add del mod ord">
          <ac:chgData name="Caio Lopes de Souza" userId="789867f68e027fd0" providerId="LiveId" clId="{E033AB76-9CCE-499E-8A0F-8D4A6BE31F94}" dt="2026-10-28T19:06:46.828" v="854"/>
          <ac:spMkLst>
            <pc:docMk/>
            <pc:sldMk cId="1607973331" sldId="256"/>
            <ac:spMk id="33" creationId="{40709028-AAA4-1699-9C6C-372818A71CC7}"/>
          </ac:spMkLst>
        </pc:spChg>
        <pc:spChg chg="add del mod">
          <ac:chgData name="Caio Lopes de Souza" userId="789867f68e027fd0" providerId="LiveId" clId="{E033AB76-9CCE-499E-8A0F-8D4A6BE31F94}" dt="2026-10-28T19:06:47.671" v="870"/>
          <ac:spMkLst>
            <pc:docMk/>
            <pc:sldMk cId="1607973331" sldId="256"/>
            <ac:spMk id="34" creationId="{210D66BD-E11E-BA53-F443-49DAF287918D}"/>
          </ac:spMkLst>
        </pc:spChg>
        <pc:spChg chg="del mod">
          <ac:chgData name="Caio Lopes de Souza" userId="789867f68e027fd0" providerId="LiveId" clId="{E033AB76-9CCE-499E-8A0F-8D4A6BE31F94}" dt="2026-10-29T12:53:58.634" v="3630"/>
          <ac:spMkLst>
            <pc:docMk/>
            <pc:sldMk cId="1607973331" sldId="256"/>
            <ac:spMk id="36" creationId="{F03016C5-25C3-487A-A063-9D5AE9126411}"/>
          </ac:spMkLst>
        </pc:spChg>
        <pc:spChg chg="del mod">
          <ac:chgData name="Caio Lopes de Souza" userId="789867f68e027fd0" providerId="LiveId" clId="{E033AB76-9CCE-499E-8A0F-8D4A6BE31F94}" dt="2026-10-29T12:53:58.729" v="3632"/>
          <ac:spMkLst>
            <pc:docMk/>
            <pc:sldMk cId="1607973331" sldId="256"/>
            <ac:spMk id="37" creationId="{00000000-0000-0000-0000-000000000000}"/>
          </ac:spMkLst>
        </pc:spChg>
        <pc:spChg chg="del mod">
          <ac:chgData name="Caio Lopes de Souza" userId="789867f68e027fd0" providerId="LiveId" clId="{E033AB76-9CCE-499E-8A0F-8D4A6BE31F94}" dt="2026-10-28T19:38:23.982" v="1691" actId="478"/>
          <ac:spMkLst>
            <pc:docMk/>
            <pc:sldMk cId="1607973331" sldId="256"/>
            <ac:spMk id="38" creationId="{00000000-0000-0000-0000-000000000000}"/>
          </ac:spMkLst>
        </pc:spChg>
        <pc:spChg chg="del">
          <ac:chgData name="Caio Lopes de Souza" userId="789867f68e027fd0" providerId="LiveId" clId="{E033AB76-9CCE-499E-8A0F-8D4A6BE31F94}" dt="2026-10-28T19:01:43.498" v="531"/>
          <ac:spMkLst>
            <pc:docMk/>
            <pc:sldMk cId="1607973331" sldId="256"/>
            <ac:spMk id="39" creationId="{00000000-0000-0000-0000-000000000000}"/>
          </ac:spMkLst>
        </pc:spChg>
        <pc:spChg chg="add del mod ord">
          <ac:chgData name="Caio Lopes de Souza" userId="789867f68e027fd0" providerId="LiveId" clId="{E033AB76-9CCE-499E-8A0F-8D4A6BE31F94}" dt="2026-10-28T19:07:34.169" v="995"/>
          <ac:spMkLst>
            <pc:docMk/>
            <pc:sldMk cId="1607973331" sldId="256"/>
            <ac:spMk id="40" creationId="{0111FCE2-8C3D-3D54-161D-CE91D5AC4FD7}"/>
          </ac:spMkLst>
        </pc:spChg>
        <pc:spChg chg="add del mod">
          <ac:chgData name="Caio Lopes de Souza" userId="789867f68e027fd0" providerId="LiveId" clId="{E033AB76-9CCE-499E-8A0F-8D4A6BE31F94}" dt="2026-10-28T19:07:34.448" v="999"/>
          <ac:spMkLst>
            <pc:docMk/>
            <pc:sldMk cId="1607973331" sldId="256"/>
            <ac:spMk id="41" creationId="{C2F142FA-1EC1-A7AF-C809-7281D033F974}"/>
          </ac:spMkLst>
        </pc:spChg>
        <pc:spChg chg="add del mod ord">
          <ac:chgData name="Caio Lopes de Souza" userId="789867f68e027fd0" providerId="LiveId" clId="{E033AB76-9CCE-499E-8A0F-8D4A6BE31F94}" dt="2026-10-28T19:07:34.099" v="993"/>
          <ac:spMkLst>
            <pc:docMk/>
            <pc:sldMk cId="1607973331" sldId="256"/>
            <ac:spMk id="42" creationId="{C8EA2319-4923-A0DF-6120-541BA6153636}"/>
          </ac:spMkLst>
        </pc:spChg>
        <pc:spChg chg="add del mod">
          <ac:chgData name="Caio Lopes de Souza" userId="789867f68e027fd0" providerId="LiveId" clId="{E033AB76-9CCE-499E-8A0F-8D4A6BE31F94}" dt="2026-10-28T19:07:34.500" v="1001"/>
          <ac:spMkLst>
            <pc:docMk/>
            <pc:sldMk cId="1607973331" sldId="256"/>
            <ac:spMk id="43" creationId="{2A4F4B08-F386-14E4-6ADD-8BEB21FEABFF}"/>
          </ac:spMkLst>
        </pc:spChg>
        <pc:spChg chg="add del mod ord">
          <ac:chgData name="Caio Lopes de Souza" userId="789867f68e027fd0" providerId="LiveId" clId="{E033AB76-9CCE-499E-8A0F-8D4A6BE31F94}" dt="2026-10-28T19:07:34.043" v="991"/>
          <ac:spMkLst>
            <pc:docMk/>
            <pc:sldMk cId="1607973331" sldId="256"/>
            <ac:spMk id="44" creationId="{2D61351E-37A4-A8B1-6CAD-6D0F6720871F}"/>
          </ac:spMkLst>
        </pc:spChg>
        <pc:spChg chg="add del mod">
          <ac:chgData name="Caio Lopes de Souza" userId="789867f68e027fd0" providerId="LiveId" clId="{E033AB76-9CCE-499E-8A0F-8D4A6BE31F94}" dt="2026-10-28T19:07:34.545" v="1003"/>
          <ac:spMkLst>
            <pc:docMk/>
            <pc:sldMk cId="1607973331" sldId="256"/>
            <ac:spMk id="45" creationId="{A60D486A-885E-58E5-3315-BFA2E7BD024B}"/>
          </ac:spMkLst>
        </pc:spChg>
        <pc:spChg chg="add del mod ord">
          <ac:chgData name="Caio Lopes de Souza" userId="789867f68e027fd0" providerId="LiveId" clId="{E033AB76-9CCE-499E-8A0F-8D4A6BE31F94}" dt="2026-10-28T19:07:33.882" v="989"/>
          <ac:spMkLst>
            <pc:docMk/>
            <pc:sldMk cId="1607973331" sldId="256"/>
            <ac:spMk id="46" creationId="{702F16CF-C1AA-6CDE-ED09-8EEE02B75E67}"/>
          </ac:spMkLst>
        </pc:spChg>
        <pc:spChg chg="add del mod">
          <ac:chgData name="Caio Lopes de Souza" userId="789867f68e027fd0" providerId="LiveId" clId="{E033AB76-9CCE-499E-8A0F-8D4A6BE31F94}" dt="2026-10-28T19:07:34.600" v="1005"/>
          <ac:spMkLst>
            <pc:docMk/>
            <pc:sldMk cId="1607973331" sldId="256"/>
            <ac:spMk id="47" creationId="{43701A7D-06FE-2928-C5AF-3EBAF5745046}"/>
          </ac:spMkLst>
        </pc:spChg>
        <pc:spChg chg="add del mod ord">
          <ac:chgData name="Caio Lopes de Souza" userId="789867f68e027fd0" providerId="LiveId" clId="{E033AB76-9CCE-499E-8A0F-8D4A6BE31F94}" dt="2026-10-28T19:10:31.044" v="1130"/>
          <ac:spMkLst>
            <pc:docMk/>
            <pc:sldMk cId="1607973331" sldId="256"/>
            <ac:spMk id="49" creationId="{05A98122-B81D-9018-566A-4FE4AD247E58}"/>
          </ac:spMkLst>
        </pc:spChg>
        <pc:spChg chg="add del mod">
          <ac:chgData name="Caio Lopes de Souza" userId="789867f68e027fd0" providerId="LiveId" clId="{E033AB76-9CCE-499E-8A0F-8D4A6BE31F94}" dt="2026-10-28T19:10:32.630" v="1134"/>
          <ac:spMkLst>
            <pc:docMk/>
            <pc:sldMk cId="1607973331" sldId="256"/>
            <ac:spMk id="50" creationId="{837C6444-9970-4890-400E-36C4591530EE}"/>
          </ac:spMkLst>
        </pc:spChg>
        <pc:spChg chg="add del mod ord">
          <ac:chgData name="Caio Lopes de Souza" userId="789867f68e027fd0" providerId="LiveId" clId="{E033AB76-9CCE-499E-8A0F-8D4A6BE31F94}" dt="2026-10-28T19:10:30.559" v="1128"/>
          <ac:spMkLst>
            <pc:docMk/>
            <pc:sldMk cId="1607973331" sldId="256"/>
            <ac:spMk id="51" creationId="{F1918B31-6F90-72E8-BB53-28C5AD3B67BF}"/>
          </ac:spMkLst>
        </pc:spChg>
        <pc:spChg chg="add del mod">
          <ac:chgData name="Caio Lopes de Souza" userId="789867f68e027fd0" providerId="LiveId" clId="{E033AB76-9CCE-499E-8A0F-8D4A6BE31F94}" dt="2026-10-28T19:10:33.071" v="1136"/>
          <ac:spMkLst>
            <pc:docMk/>
            <pc:sldMk cId="1607973331" sldId="256"/>
            <ac:spMk id="52" creationId="{3870B040-9ABF-2B5D-58CD-00C72E6FBA91}"/>
          </ac:spMkLst>
        </pc:spChg>
        <pc:spChg chg="add del mod ord">
          <ac:chgData name="Caio Lopes de Souza" userId="789867f68e027fd0" providerId="LiveId" clId="{E033AB76-9CCE-499E-8A0F-8D4A6BE31F94}" dt="2026-10-28T19:10:30.043" v="1126"/>
          <ac:spMkLst>
            <pc:docMk/>
            <pc:sldMk cId="1607973331" sldId="256"/>
            <ac:spMk id="53" creationId="{B975B7C0-AC89-4BDD-AFB9-16C626C9C43B}"/>
          </ac:spMkLst>
        </pc:spChg>
        <pc:spChg chg="add del mod">
          <ac:chgData name="Caio Lopes de Souza" userId="789867f68e027fd0" providerId="LiveId" clId="{E033AB76-9CCE-499E-8A0F-8D4A6BE31F94}" dt="2026-10-28T19:10:33.203" v="1138"/>
          <ac:spMkLst>
            <pc:docMk/>
            <pc:sldMk cId="1607973331" sldId="256"/>
            <ac:spMk id="54" creationId="{AC6D732A-52D9-BEF4-E94F-539CCB1E0763}"/>
          </ac:spMkLst>
        </pc:spChg>
        <pc:spChg chg="add del mod ord">
          <ac:chgData name="Caio Lopes de Souza" userId="789867f68e027fd0" providerId="LiveId" clId="{E033AB76-9CCE-499E-8A0F-8D4A6BE31F94}" dt="2026-10-28T19:10:28.443" v="1124"/>
          <ac:spMkLst>
            <pc:docMk/>
            <pc:sldMk cId="1607973331" sldId="256"/>
            <ac:spMk id="55" creationId="{7B968D34-E1BD-9D09-FF2B-5047D3ED33AC}"/>
          </ac:spMkLst>
        </pc:spChg>
        <pc:spChg chg="add del mod">
          <ac:chgData name="Caio Lopes de Souza" userId="789867f68e027fd0" providerId="LiveId" clId="{E033AB76-9CCE-499E-8A0F-8D4A6BE31F94}" dt="2026-10-28T19:10:33.438" v="1140"/>
          <ac:spMkLst>
            <pc:docMk/>
            <pc:sldMk cId="1607973331" sldId="256"/>
            <ac:spMk id="56" creationId="{238A5A74-F1ED-C0EB-AE6F-7B7C9123E044}"/>
          </ac:spMkLst>
        </pc:spChg>
        <pc:spChg chg="add del mod ord">
          <ac:chgData name="Caio Lopes de Souza" userId="789867f68e027fd0" providerId="LiveId" clId="{E033AB76-9CCE-499E-8A0F-8D4A6BE31F94}" dt="2026-10-28T19:27:41.815" v="1278"/>
          <ac:spMkLst>
            <pc:docMk/>
            <pc:sldMk cId="1607973331" sldId="256"/>
            <ac:spMk id="58" creationId="{E3BE01ED-7DAB-2A99-7ABF-AB52E0E4F78E}"/>
          </ac:spMkLst>
        </pc:spChg>
        <pc:spChg chg="add del mod">
          <ac:chgData name="Caio Lopes de Souza" userId="789867f68e027fd0" providerId="LiveId" clId="{E033AB76-9CCE-499E-8A0F-8D4A6BE31F94}" dt="2026-10-28T19:27:42.332" v="1282"/>
          <ac:spMkLst>
            <pc:docMk/>
            <pc:sldMk cId="1607973331" sldId="256"/>
            <ac:spMk id="59" creationId="{259AB86F-25B8-99ED-855A-BA52B104473D}"/>
          </ac:spMkLst>
        </pc:spChg>
        <pc:spChg chg="add del mod ord">
          <ac:chgData name="Caio Lopes de Souza" userId="789867f68e027fd0" providerId="LiveId" clId="{E033AB76-9CCE-499E-8A0F-8D4A6BE31F94}" dt="2026-10-28T19:27:41.708" v="1276"/>
          <ac:spMkLst>
            <pc:docMk/>
            <pc:sldMk cId="1607973331" sldId="256"/>
            <ac:spMk id="60" creationId="{FA27201B-9E5F-68EE-F583-8BCD41EE02DF}"/>
          </ac:spMkLst>
        </pc:spChg>
        <pc:spChg chg="add del mod">
          <ac:chgData name="Caio Lopes de Souza" userId="789867f68e027fd0" providerId="LiveId" clId="{E033AB76-9CCE-499E-8A0F-8D4A6BE31F94}" dt="2026-10-28T19:27:42.384" v="1284"/>
          <ac:spMkLst>
            <pc:docMk/>
            <pc:sldMk cId="1607973331" sldId="256"/>
            <ac:spMk id="61" creationId="{EF400B91-F83D-868A-1FD0-C6DE7A911E59}"/>
          </ac:spMkLst>
        </pc:spChg>
        <pc:spChg chg="add del mod ord">
          <ac:chgData name="Caio Lopes de Souza" userId="789867f68e027fd0" providerId="LiveId" clId="{E033AB76-9CCE-499E-8A0F-8D4A6BE31F94}" dt="2026-10-28T19:27:41.623" v="1274"/>
          <ac:spMkLst>
            <pc:docMk/>
            <pc:sldMk cId="1607973331" sldId="256"/>
            <ac:spMk id="62" creationId="{181CF95F-043E-13C8-ADBC-146F41F44B53}"/>
          </ac:spMkLst>
        </pc:spChg>
        <pc:spChg chg="add del mod">
          <ac:chgData name="Caio Lopes de Souza" userId="789867f68e027fd0" providerId="LiveId" clId="{E033AB76-9CCE-499E-8A0F-8D4A6BE31F94}" dt="2026-10-28T19:27:42.439" v="1286"/>
          <ac:spMkLst>
            <pc:docMk/>
            <pc:sldMk cId="1607973331" sldId="256"/>
            <ac:spMk id="63" creationId="{4F7856B9-0018-7A03-DC3C-7368593A2FF7}"/>
          </ac:spMkLst>
        </pc:spChg>
        <pc:spChg chg="add del mod ord">
          <ac:chgData name="Caio Lopes de Souza" userId="789867f68e027fd0" providerId="LiveId" clId="{E033AB76-9CCE-499E-8A0F-8D4A6BE31F94}" dt="2026-10-28T19:27:41.359" v="1272"/>
          <ac:spMkLst>
            <pc:docMk/>
            <pc:sldMk cId="1607973331" sldId="256"/>
            <ac:spMk id="64" creationId="{48B3CA2E-83D3-FFEE-5124-988086690369}"/>
          </ac:spMkLst>
        </pc:spChg>
        <pc:spChg chg="add del mod">
          <ac:chgData name="Caio Lopes de Souza" userId="789867f68e027fd0" providerId="LiveId" clId="{E033AB76-9CCE-499E-8A0F-8D4A6BE31F94}" dt="2026-10-28T19:27:42.484" v="1288"/>
          <ac:spMkLst>
            <pc:docMk/>
            <pc:sldMk cId="1607973331" sldId="256"/>
            <ac:spMk id="65" creationId="{283545C7-722A-4FDC-C439-1F7DCE871CC4}"/>
          </ac:spMkLst>
        </pc:spChg>
        <pc:spChg chg="add del mod ord">
          <ac:chgData name="Caio Lopes de Souza" userId="789867f68e027fd0" providerId="LiveId" clId="{E033AB76-9CCE-499E-8A0F-8D4A6BE31F94}" dt="2026-10-28T19:29:32.093" v="1426"/>
          <ac:spMkLst>
            <pc:docMk/>
            <pc:sldMk cId="1607973331" sldId="256"/>
            <ac:spMk id="68" creationId="{29E13BEC-69CE-9405-3DA9-E00383813F4D}"/>
          </ac:spMkLst>
        </pc:spChg>
        <pc:spChg chg="add del mod">
          <ac:chgData name="Caio Lopes de Souza" userId="789867f68e027fd0" providerId="LiveId" clId="{E033AB76-9CCE-499E-8A0F-8D4A6BE31F94}" dt="2026-10-28T19:29:32.749" v="1430"/>
          <ac:spMkLst>
            <pc:docMk/>
            <pc:sldMk cId="1607973331" sldId="256"/>
            <ac:spMk id="69" creationId="{9D4ED0D9-5004-F985-F784-0F22DC8A5ABE}"/>
          </ac:spMkLst>
        </pc:spChg>
        <pc:spChg chg="add del mod ord">
          <ac:chgData name="Caio Lopes de Souza" userId="789867f68e027fd0" providerId="LiveId" clId="{E033AB76-9CCE-499E-8A0F-8D4A6BE31F94}" dt="2026-10-28T19:29:32.007" v="1424"/>
          <ac:spMkLst>
            <pc:docMk/>
            <pc:sldMk cId="1607973331" sldId="256"/>
            <ac:spMk id="70" creationId="{A747F2D6-9D1A-D82C-0361-995C29604673}"/>
          </ac:spMkLst>
        </pc:spChg>
        <pc:spChg chg="add del mod">
          <ac:chgData name="Caio Lopes de Souza" userId="789867f68e027fd0" providerId="LiveId" clId="{E033AB76-9CCE-499E-8A0F-8D4A6BE31F94}" dt="2026-10-28T19:29:32.839" v="1432"/>
          <ac:spMkLst>
            <pc:docMk/>
            <pc:sldMk cId="1607973331" sldId="256"/>
            <ac:spMk id="71" creationId="{ABED5180-7204-78B1-59F8-D357B486EB1B}"/>
          </ac:spMkLst>
        </pc:spChg>
        <pc:spChg chg="add del mod ord">
          <ac:chgData name="Caio Lopes de Souza" userId="789867f68e027fd0" providerId="LiveId" clId="{E033AB76-9CCE-499E-8A0F-8D4A6BE31F94}" dt="2026-10-28T19:29:31.913" v="1422"/>
          <ac:spMkLst>
            <pc:docMk/>
            <pc:sldMk cId="1607973331" sldId="256"/>
            <ac:spMk id="72" creationId="{C3B4E040-92E6-FEDE-8691-0F8B4213443E}"/>
          </ac:spMkLst>
        </pc:spChg>
        <pc:spChg chg="add del mod">
          <ac:chgData name="Caio Lopes de Souza" userId="789867f68e027fd0" providerId="LiveId" clId="{E033AB76-9CCE-499E-8A0F-8D4A6BE31F94}" dt="2026-10-28T19:29:32.923" v="1434"/>
          <ac:spMkLst>
            <pc:docMk/>
            <pc:sldMk cId="1607973331" sldId="256"/>
            <ac:spMk id="73" creationId="{61B346A8-0440-D383-F4DD-F717C671ABB7}"/>
          </ac:spMkLst>
        </pc:spChg>
        <pc:spChg chg="add del mod ord">
          <ac:chgData name="Caio Lopes de Souza" userId="789867f68e027fd0" providerId="LiveId" clId="{E033AB76-9CCE-499E-8A0F-8D4A6BE31F94}" dt="2026-10-28T19:29:31.757" v="1420"/>
          <ac:spMkLst>
            <pc:docMk/>
            <pc:sldMk cId="1607973331" sldId="256"/>
            <ac:spMk id="74" creationId="{F7A11D8B-98B6-2342-BDAE-3E798366B934}"/>
          </ac:spMkLst>
        </pc:spChg>
        <pc:spChg chg="add del mod">
          <ac:chgData name="Caio Lopes de Souza" userId="789867f68e027fd0" providerId="LiveId" clId="{E033AB76-9CCE-499E-8A0F-8D4A6BE31F94}" dt="2026-10-28T19:29:33.024" v="1436"/>
          <ac:spMkLst>
            <pc:docMk/>
            <pc:sldMk cId="1607973331" sldId="256"/>
            <ac:spMk id="75" creationId="{CE779A78-67AF-A003-DFD9-5DC8AB432853}"/>
          </ac:spMkLst>
        </pc:spChg>
        <pc:spChg chg="add del mod ord">
          <ac:chgData name="Caio Lopes de Souza" userId="789867f68e027fd0" providerId="LiveId" clId="{E033AB76-9CCE-499E-8A0F-8D4A6BE31F94}" dt="2026-10-28T19:30:40.504" v="1561"/>
          <ac:spMkLst>
            <pc:docMk/>
            <pc:sldMk cId="1607973331" sldId="256"/>
            <ac:spMk id="78" creationId="{0B830390-66FD-DF79-AE21-31FBD1762A8B}"/>
          </ac:spMkLst>
        </pc:spChg>
        <pc:spChg chg="add del mod">
          <ac:chgData name="Caio Lopes de Souza" userId="789867f68e027fd0" providerId="LiveId" clId="{E033AB76-9CCE-499E-8A0F-8D4A6BE31F94}" dt="2026-10-28T19:30:41.106" v="1565"/>
          <ac:spMkLst>
            <pc:docMk/>
            <pc:sldMk cId="1607973331" sldId="256"/>
            <ac:spMk id="79" creationId="{2CC41BC5-50A7-3858-8CC5-49767A1E45BC}"/>
          </ac:spMkLst>
        </pc:spChg>
        <pc:spChg chg="add del mod ord">
          <ac:chgData name="Caio Lopes de Souza" userId="789867f68e027fd0" providerId="LiveId" clId="{E033AB76-9CCE-499E-8A0F-8D4A6BE31F94}" dt="2026-10-28T19:30:40.444" v="1559"/>
          <ac:spMkLst>
            <pc:docMk/>
            <pc:sldMk cId="1607973331" sldId="256"/>
            <ac:spMk id="80" creationId="{9875598E-9F60-96AD-312B-CECF64C23E9D}"/>
          </ac:spMkLst>
        </pc:spChg>
        <pc:spChg chg="add del mod">
          <ac:chgData name="Caio Lopes de Souza" userId="789867f68e027fd0" providerId="LiveId" clId="{E033AB76-9CCE-499E-8A0F-8D4A6BE31F94}" dt="2026-10-28T19:30:41.151" v="1567"/>
          <ac:spMkLst>
            <pc:docMk/>
            <pc:sldMk cId="1607973331" sldId="256"/>
            <ac:spMk id="81" creationId="{C9391A43-5873-C33E-A7E0-37565EFB2B5B}"/>
          </ac:spMkLst>
        </pc:spChg>
        <pc:spChg chg="add del mod ord">
          <ac:chgData name="Caio Lopes de Souza" userId="789867f68e027fd0" providerId="LiveId" clId="{E033AB76-9CCE-499E-8A0F-8D4A6BE31F94}" dt="2026-10-28T19:30:40.374" v="1557"/>
          <ac:spMkLst>
            <pc:docMk/>
            <pc:sldMk cId="1607973331" sldId="256"/>
            <ac:spMk id="82" creationId="{3564DCEB-EE4A-629E-84EF-284B5CCF5172}"/>
          </ac:spMkLst>
        </pc:spChg>
        <pc:spChg chg="add del mod">
          <ac:chgData name="Caio Lopes de Souza" userId="789867f68e027fd0" providerId="LiveId" clId="{E033AB76-9CCE-499E-8A0F-8D4A6BE31F94}" dt="2026-10-28T19:30:41.185" v="1569"/>
          <ac:spMkLst>
            <pc:docMk/>
            <pc:sldMk cId="1607973331" sldId="256"/>
            <ac:spMk id="83" creationId="{5D5C19B2-8510-A8A4-3B77-92048AE805BD}"/>
          </ac:spMkLst>
        </pc:spChg>
        <pc:spChg chg="add del mod ord">
          <ac:chgData name="Caio Lopes de Souza" userId="789867f68e027fd0" providerId="LiveId" clId="{E033AB76-9CCE-499E-8A0F-8D4A6BE31F94}" dt="2026-10-28T19:30:40.185" v="1555"/>
          <ac:spMkLst>
            <pc:docMk/>
            <pc:sldMk cId="1607973331" sldId="256"/>
            <ac:spMk id="84" creationId="{AED2CCA6-43F5-0FD8-03ED-4DC5FDF98990}"/>
          </ac:spMkLst>
        </pc:spChg>
        <pc:spChg chg="add del mod">
          <ac:chgData name="Caio Lopes de Souza" userId="789867f68e027fd0" providerId="LiveId" clId="{E033AB76-9CCE-499E-8A0F-8D4A6BE31F94}" dt="2026-10-28T19:30:41.217" v="1571"/>
          <ac:spMkLst>
            <pc:docMk/>
            <pc:sldMk cId="1607973331" sldId="256"/>
            <ac:spMk id="85" creationId="{D6ABB97F-D77E-FA74-EBF4-E7DA40015E41}"/>
          </ac:spMkLst>
        </pc:spChg>
        <pc:spChg chg="add del mod ord">
          <ac:chgData name="Caio Lopes de Souza" userId="789867f68e027fd0" providerId="LiveId" clId="{E033AB76-9CCE-499E-8A0F-8D4A6BE31F94}" dt="2026-10-29T12:53:58.532" v="3628"/>
          <ac:spMkLst>
            <pc:docMk/>
            <pc:sldMk cId="1607973331" sldId="256"/>
            <ac:spMk id="87" creationId="{39F9587F-5AD1-E0CE-FD39-DDDEFE1E1C32}"/>
          </ac:spMkLst>
        </pc:spChg>
        <pc:spChg chg="add del mod">
          <ac:chgData name="Caio Lopes de Souza" userId="789867f68e027fd0" providerId="LiveId" clId="{E033AB76-9CCE-499E-8A0F-8D4A6BE31F94}" dt="2026-10-29T12:53:58.977" v="3636"/>
          <ac:spMkLst>
            <pc:docMk/>
            <pc:sldMk cId="1607973331" sldId="256"/>
            <ac:spMk id="88" creationId="{0251C255-CA32-6E7A-EF58-8328472739E7}"/>
          </ac:spMkLst>
        </pc:spChg>
        <pc:spChg chg="add del mod ord">
          <ac:chgData name="Caio Lopes de Souza" userId="789867f68e027fd0" providerId="LiveId" clId="{E033AB76-9CCE-499E-8A0F-8D4A6BE31F94}" dt="2026-10-29T12:53:58.385" v="3626"/>
          <ac:spMkLst>
            <pc:docMk/>
            <pc:sldMk cId="1607973331" sldId="256"/>
            <ac:spMk id="89" creationId="{E9F93A9B-13BF-28A4-829A-9CA7F86733C7}"/>
          </ac:spMkLst>
        </pc:spChg>
        <pc:spChg chg="add del mod">
          <ac:chgData name="Caio Lopes de Souza" userId="789867f68e027fd0" providerId="LiveId" clId="{E033AB76-9CCE-499E-8A0F-8D4A6BE31F94}" dt="2026-10-29T12:53:59.061" v="3638"/>
          <ac:spMkLst>
            <pc:docMk/>
            <pc:sldMk cId="1607973331" sldId="256"/>
            <ac:spMk id="90" creationId="{B68FA1FC-D252-5EFB-0A21-85E796D5D64F}"/>
          </ac:spMkLst>
        </pc:spChg>
        <pc:spChg chg="add del mod ord">
          <ac:chgData name="Caio Lopes de Souza" userId="789867f68e027fd0" providerId="LiveId" clId="{E033AB76-9CCE-499E-8A0F-8D4A6BE31F94}" dt="2026-10-29T12:53:58.256" v="3624"/>
          <ac:spMkLst>
            <pc:docMk/>
            <pc:sldMk cId="1607973331" sldId="256"/>
            <ac:spMk id="91" creationId="{F6D6ADA7-646F-06C3-CDC3-45BEFB8EE61C}"/>
          </ac:spMkLst>
        </pc:spChg>
        <pc:spChg chg="add del mod">
          <ac:chgData name="Caio Lopes de Souza" userId="789867f68e027fd0" providerId="LiveId" clId="{E033AB76-9CCE-499E-8A0F-8D4A6BE31F94}" dt="2026-10-29T12:53:59.188" v="3640"/>
          <ac:spMkLst>
            <pc:docMk/>
            <pc:sldMk cId="1607973331" sldId="256"/>
            <ac:spMk id="92" creationId="{EF7D2DE5-3A20-5183-6C12-56B54C5EB07D}"/>
          </ac:spMkLst>
        </pc:spChg>
        <pc:spChg chg="add del mod ord">
          <ac:chgData name="Caio Lopes de Souza" userId="789867f68e027fd0" providerId="LiveId" clId="{E033AB76-9CCE-499E-8A0F-8D4A6BE31F94}" dt="2026-10-29T12:53:58.060" v="3622"/>
          <ac:spMkLst>
            <pc:docMk/>
            <pc:sldMk cId="1607973331" sldId="256"/>
            <ac:spMk id="93" creationId="{631B5001-8DEC-544B-07F5-397497F5FB2A}"/>
          </ac:spMkLst>
        </pc:spChg>
        <pc:spChg chg="add del mod">
          <ac:chgData name="Caio Lopes de Souza" userId="789867f68e027fd0" providerId="LiveId" clId="{E033AB76-9CCE-499E-8A0F-8D4A6BE31F94}" dt="2026-10-29T12:53:59.268" v="3642"/>
          <ac:spMkLst>
            <pc:docMk/>
            <pc:sldMk cId="1607973331" sldId="256"/>
            <ac:spMk id="94" creationId="{915F9579-6405-F35D-CCF7-3E1B208242ED}"/>
          </ac:spMkLst>
        </pc:spChg>
        <pc:graphicFrameChg chg="del mod">
          <ac:chgData name="Caio Lopes de Souza" userId="789867f68e027fd0" providerId="LiveId" clId="{E033AB76-9CCE-499E-8A0F-8D4A6BE31F94}" dt="2026-10-28T19:27:08.672" v="1261"/>
          <ac:graphicFrameMkLst>
            <pc:docMk/>
            <pc:sldMk cId="1607973331" sldId="256"/>
            <ac:graphicFrameMk id="5" creationId="{00000000-0008-0000-0100-000002000000}"/>
          </ac:graphicFrameMkLst>
        </pc:graphicFrameChg>
        <pc:graphicFrameChg chg="del">
          <ac:chgData name="Caio Lopes de Souza" userId="789867f68e027fd0" providerId="LiveId" clId="{E033AB76-9CCE-499E-8A0F-8D4A6BE31F94}" dt="2026-10-28T19:01:43.882" v="533"/>
          <ac:graphicFrameMkLst>
            <pc:docMk/>
            <pc:sldMk cId="1607973331" sldId="256"/>
            <ac:graphicFrameMk id="6" creationId="{00000000-0008-0000-0200-000002000000}"/>
          </ac:graphicFrameMkLst>
        </pc:graphicFrameChg>
        <pc:graphicFrameChg chg="del">
          <ac:chgData name="Caio Lopes de Souza" userId="789867f68e027fd0" providerId="LiveId" clId="{E033AB76-9CCE-499E-8A0F-8D4A6BE31F94}" dt="2026-10-28T19:01:43.962" v="535"/>
          <ac:graphicFrameMkLst>
            <pc:docMk/>
            <pc:sldMk cId="1607973331" sldId="256"/>
            <ac:graphicFrameMk id="7" creationId="{00000000-0008-0000-0300-000002000000}"/>
          </ac:graphicFrameMkLst>
        </pc:graphicFrameChg>
        <pc:graphicFrameChg chg="add del mod">
          <ac:chgData name="Caio Lopes de Souza" userId="789867f68e027fd0" providerId="LiveId" clId="{E033AB76-9CCE-499E-8A0F-8D4A6BE31F94}" dt="2026-10-28T19:03:48.953" v="600"/>
          <ac:graphicFrameMkLst>
            <pc:docMk/>
            <pc:sldMk cId="1607973331" sldId="256"/>
            <ac:graphicFrameMk id="8" creationId="{3CE3CC31-D879-606D-F2A9-0A6A7F48AC43}"/>
          </ac:graphicFrameMkLst>
        </pc:graphicFrameChg>
        <pc:graphicFrameChg chg="add del mod">
          <ac:chgData name="Caio Lopes de Souza" userId="789867f68e027fd0" providerId="LiveId" clId="{E033AB76-9CCE-499E-8A0F-8D4A6BE31F94}" dt="2026-10-28T19:05:02.657" v="727"/>
          <ac:graphicFrameMkLst>
            <pc:docMk/>
            <pc:sldMk cId="1607973331" sldId="256"/>
            <ac:graphicFrameMk id="16" creationId="{863649A4-EE86-78BB-B1EA-3B63813FB4FB}"/>
          </ac:graphicFrameMkLst>
        </pc:graphicFrameChg>
        <pc:graphicFrameChg chg="add del mod">
          <ac:chgData name="Caio Lopes de Souza" userId="789867f68e027fd0" providerId="LiveId" clId="{E033AB76-9CCE-499E-8A0F-8D4A6BE31F94}" dt="2026-10-28T19:06:47.402" v="862"/>
          <ac:graphicFrameMkLst>
            <pc:docMk/>
            <pc:sldMk cId="1607973331" sldId="256"/>
            <ac:graphicFrameMk id="26" creationId="{CE01CD4A-99E7-5C5E-E2D6-157D56C7731D}"/>
          </ac:graphicFrameMkLst>
        </pc:graphicFrameChg>
        <pc:graphicFrameChg chg="add del mod">
          <ac:chgData name="Caio Lopes de Souza" userId="789867f68e027fd0" providerId="LiveId" clId="{E033AB76-9CCE-499E-8A0F-8D4A6BE31F94}" dt="2026-10-28T19:07:34.366" v="997"/>
          <ac:graphicFrameMkLst>
            <pc:docMk/>
            <pc:sldMk cId="1607973331" sldId="256"/>
            <ac:graphicFrameMk id="35" creationId="{16287983-82E2-F558-237C-104E939BCAB4}"/>
          </ac:graphicFrameMkLst>
        </pc:graphicFrameChg>
        <pc:graphicFrameChg chg="add del mod">
          <ac:chgData name="Caio Lopes de Souza" userId="789867f68e027fd0" providerId="LiveId" clId="{E033AB76-9CCE-499E-8A0F-8D4A6BE31F94}" dt="2026-10-28T19:10:32.261" v="1132"/>
          <ac:graphicFrameMkLst>
            <pc:docMk/>
            <pc:sldMk cId="1607973331" sldId="256"/>
            <ac:graphicFrameMk id="48" creationId="{2673FF5D-2DAF-08A5-4E9E-9BFB287638FA}"/>
          </ac:graphicFrameMkLst>
        </pc:graphicFrameChg>
        <pc:graphicFrameChg chg="add del mod">
          <ac:chgData name="Caio Lopes de Souza" userId="789867f68e027fd0" providerId="LiveId" clId="{E033AB76-9CCE-499E-8A0F-8D4A6BE31F94}" dt="2026-10-28T19:27:42.216" v="1280"/>
          <ac:graphicFrameMkLst>
            <pc:docMk/>
            <pc:sldMk cId="1607973331" sldId="256"/>
            <ac:graphicFrameMk id="57" creationId="{E6C67E2F-0C0E-2AFF-A0C7-7E22140EE652}"/>
          </ac:graphicFrameMkLst>
        </pc:graphicFrameChg>
        <pc:graphicFrameChg chg="add del mod">
          <ac:chgData name="Caio Lopes de Souza" userId="789867f68e027fd0" providerId="LiveId" clId="{E033AB76-9CCE-499E-8A0F-8D4A6BE31F94}" dt="2026-10-28T19:29:10.960" v="1409"/>
          <ac:graphicFrameMkLst>
            <pc:docMk/>
            <pc:sldMk cId="1607973331" sldId="256"/>
            <ac:graphicFrameMk id="66" creationId="{00000000-0008-0000-0100-000002000000}"/>
          </ac:graphicFrameMkLst>
        </pc:graphicFrameChg>
        <pc:graphicFrameChg chg="add del mod">
          <ac:chgData name="Caio Lopes de Souza" userId="789867f68e027fd0" providerId="LiveId" clId="{E033AB76-9CCE-499E-8A0F-8D4A6BE31F94}" dt="2026-10-28T19:29:32.589" v="1428"/>
          <ac:graphicFrameMkLst>
            <pc:docMk/>
            <pc:sldMk cId="1607973331" sldId="256"/>
            <ac:graphicFrameMk id="67" creationId="{401C1866-61D5-B5F1-3877-963027EE81F5}"/>
          </ac:graphicFrameMkLst>
        </pc:graphicFrameChg>
        <pc:graphicFrameChg chg="add del mod">
          <ac:chgData name="Caio Lopes de Souza" userId="789867f68e027fd0" providerId="LiveId" clId="{E033AB76-9CCE-499E-8A0F-8D4A6BE31F94}" dt="2026-10-29T12:53:58.903" v="3634"/>
          <ac:graphicFrameMkLst>
            <pc:docMk/>
            <pc:sldMk cId="1607973331" sldId="256"/>
            <ac:graphicFrameMk id="76" creationId="{00000000-0008-0000-0100-000002000000}"/>
          </ac:graphicFrameMkLst>
        </pc:graphicFrameChg>
        <pc:graphicFrameChg chg="add del mod">
          <ac:chgData name="Caio Lopes de Souza" userId="789867f68e027fd0" providerId="LiveId" clId="{E033AB76-9CCE-499E-8A0F-8D4A6BE31F94}" dt="2026-10-28T19:30:41.045" v="1563"/>
          <ac:graphicFrameMkLst>
            <pc:docMk/>
            <pc:sldMk cId="1607973331" sldId="256"/>
            <ac:graphicFrameMk id="77" creationId="{B90D3256-CBF1-77E2-C5E7-59C86EEB2997}"/>
          </ac:graphicFrameMkLst>
        </pc:graphicFrameChg>
        <pc:graphicFrameChg chg="add mod modGraphic">
          <ac:chgData name="Caio Lopes de Souza" userId="789867f68e027fd0" providerId="LiveId" clId="{E033AB76-9CCE-499E-8A0F-8D4A6BE31F94}" dt="2026-10-29T13:01:51.863" v="3937" actId="1076"/>
          <ac:graphicFrameMkLst>
            <pc:docMk/>
            <pc:sldMk cId="1607973331" sldId="256"/>
            <ac:graphicFrameMk id="86" creationId="{8E00FAC2-9AFE-03AE-B8CD-ACB47619C452}"/>
          </ac:graphicFrameMkLst>
        </pc:graphicFrameChg>
      </pc:sldChg>
      <pc:sldChg chg="del ord">
        <pc:chgData name="Caio Lopes de Souza" userId="789867f68e027fd0" providerId="LiveId" clId="{E033AB76-9CCE-499E-8A0F-8D4A6BE31F94}" dt="2026-10-28T14:11:28.126" v="100" actId="47"/>
        <pc:sldMkLst>
          <pc:docMk/>
          <pc:sldMk cId="402776269" sldId="257"/>
        </pc:sldMkLst>
      </pc:sldChg>
      <pc:sldChg chg="modSp add">
        <pc:chgData name="Caio Lopes de Souza" userId="789867f68e027fd0" providerId="LiveId" clId="{E033AB76-9CCE-499E-8A0F-8D4A6BE31F94}" dt="2026-10-29T16:12:37.210" v="5671"/>
        <pc:sldMkLst>
          <pc:docMk/>
          <pc:sldMk cId="2469976513" sldId="257"/>
        </pc:sldMkLst>
        <pc:graphicFrameChg chg="mod">
          <ac:chgData name="Caio Lopes de Souza" userId="789867f68e027fd0" providerId="LiveId" clId="{E033AB76-9CCE-499E-8A0F-8D4A6BE31F94}" dt="2026-10-29T16:12:26.136" v="5669"/>
          <ac:graphicFrameMkLst>
            <pc:docMk/>
            <pc:sldMk cId="2469976513" sldId="257"/>
            <ac:graphicFrameMk id="11" creationId="{00000000-0008-0000-0600-000002000000}"/>
          </ac:graphicFrameMkLst>
        </pc:graphicFrameChg>
        <pc:graphicFrameChg chg="mod">
          <ac:chgData name="Caio Lopes de Souza" userId="789867f68e027fd0" providerId="LiveId" clId="{E033AB76-9CCE-499E-8A0F-8D4A6BE31F94}" dt="2026-10-29T16:12:37.210" v="5671"/>
          <ac:graphicFrameMkLst>
            <pc:docMk/>
            <pc:sldMk cId="2469976513" sldId="257"/>
            <ac:graphicFrameMk id="12" creationId="{00000000-0008-0000-0700-000002000000}"/>
          </ac:graphicFrameMkLst>
        </pc:graphicFrameChg>
      </pc:sldChg>
      <pc:sldChg chg="del">
        <pc:chgData name="Caio Lopes de Souza" userId="789867f68e027fd0" providerId="LiveId" clId="{E033AB76-9CCE-499E-8A0F-8D4A6BE31F94}" dt="2026-10-28T16:57:06.286" v="106" actId="47"/>
        <pc:sldMkLst>
          <pc:docMk/>
          <pc:sldMk cId="1339931766" sldId="258"/>
        </pc:sldMkLst>
      </pc:sldChg>
      <pc:sldChg chg="del">
        <pc:chgData name="Caio Lopes de Souza" userId="789867f68e027fd0" providerId="LiveId" clId="{E033AB76-9CCE-499E-8A0F-8D4A6BE31F94}" dt="2026-10-28T16:57:08.028" v="107" actId="47"/>
        <pc:sldMkLst>
          <pc:docMk/>
          <pc:sldMk cId="4192336247" sldId="259"/>
        </pc:sldMkLst>
      </pc:sldChg>
      <pc:sldChg chg="del">
        <pc:chgData name="Caio Lopes de Souza" userId="789867f68e027fd0" providerId="LiveId" clId="{E033AB76-9CCE-499E-8A0F-8D4A6BE31F94}" dt="2026-10-28T16:57:16.936" v="109" actId="47"/>
        <pc:sldMkLst>
          <pc:docMk/>
          <pc:sldMk cId="1374492328" sldId="260"/>
        </pc:sldMkLst>
      </pc:sldChg>
      <pc:sldChg chg="modSp mod">
        <pc:chgData name="Caio Lopes de Souza" userId="789867f68e027fd0" providerId="LiveId" clId="{E033AB76-9CCE-499E-8A0F-8D4A6BE31F94}" dt="2026-10-28T17:24:45.963" v="329" actId="20577"/>
        <pc:sldMkLst>
          <pc:docMk/>
          <pc:sldMk cId="1666828860" sldId="262"/>
        </pc:sldMkLst>
        <pc:spChg chg="mod">
          <ac:chgData name="Caio Lopes de Souza" userId="789867f68e027fd0" providerId="LiveId" clId="{E033AB76-9CCE-499E-8A0F-8D4A6BE31F94}" dt="2026-10-28T17:24:45.963" v="329" actId="20577"/>
          <ac:spMkLst>
            <pc:docMk/>
            <pc:sldMk cId="1666828860" sldId="262"/>
            <ac:spMk id="6" creationId="{1FE137EA-BB84-06CC-0E23-2382CBA2D691}"/>
          </ac:spMkLst>
        </pc:spChg>
      </pc:sldChg>
      <pc:sldChg chg="addSp delSp modSp add mod ord">
        <pc:chgData name="Caio Lopes de Souza" userId="789867f68e027fd0" providerId="LiveId" clId="{E033AB76-9CCE-499E-8A0F-8D4A6BE31F94}" dt="2026-10-29T11:54:24.557" v="3175"/>
        <pc:sldMkLst>
          <pc:docMk/>
          <pc:sldMk cId="2433581015" sldId="359"/>
        </pc:sldMkLst>
        <pc:spChg chg="mod">
          <ac:chgData name="Caio Lopes de Souza" userId="789867f68e027fd0" providerId="LiveId" clId="{E033AB76-9CCE-499E-8A0F-8D4A6BE31F94}" dt="2026-10-29T00:31:29.918" v="3082" actId="20577"/>
          <ac:spMkLst>
            <pc:docMk/>
            <pc:sldMk cId="2433581015" sldId="359"/>
            <ac:spMk id="2" creationId="{8738AEC0-D90D-8C98-68CC-ABE455AD7CCC}"/>
          </ac:spMkLst>
        </pc:spChg>
        <pc:spChg chg="mod">
          <ac:chgData name="Caio Lopes de Souza" userId="789867f68e027fd0" providerId="LiveId" clId="{E033AB76-9CCE-499E-8A0F-8D4A6BE31F94}" dt="2026-10-29T11:53:44.785" v="3166" actId="20577"/>
          <ac:spMkLst>
            <pc:docMk/>
            <pc:sldMk cId="2433581015" sldId="359"/>
            <ac:spMk id="3" creationId="{D7FF019F-CF36-0895-6166-0DB1423473A3}"/>
          </ac:spMkLst>
        </pc:spChg>
        <pc:spChg chg="add del mod">
          <ac:chgData name="Caio Lopes de Souza" userId="789867f68e027fd0" providerId="LiveId" clId="{E033AB76-9CCE-499E-8A0F-8D4A6BE31F94}" dt="2026-10-29T11:54:24.557" v="3175"/>
          <ac:spMkLst>
            <pc:docMk/>
            <pc:sldMk cId="2433581015" sldId="359"/>
            <ac:spMk id="4" creationId="{CFF86BD0-4C0A-0B7A-922F-E67F4B4B1C91}"/>
          </ac:spMkLst>
        </pc:spChg>
        <pc:spChg chg="mod">
          <ac:chgData name="Caio Lopes de Souza" userId="789867f68e027fd0" providerId="LiveId" clId="{E033AB76-9CCE-499E-8A0F-8D4A6BE31F94}" dt="2026-10-29T11:54:17.205" v="3171" actId="14100"/>
          <ac:spMkLst>
            <pc:docMk/>
            <pc:sldMk cId="2433581015" sldId="359"/>
            <ac:spMk id="9" creationId="{F37F223C-FA98-AF51-4F49-5EE1BEED39C2}"/>
          </ac:spMkLst>
        </pc:spChg>
        <pc:spChg chg="mod">
          <ac:chgData name="Caio Lopes de Souza" userId="789867f68e027fd0" providerId="LiveId" clId="{E033AB76-9CCE-499E-8A0F-8D4A6BE31F94}" dt="2026-10-29T11:54:21.996" v="3172" actId="1076"/>
          <ac:spMkLst>
            <pc:docMk/>
            <pc:sldMk cId="2433581015" sldId="359"/>
            <ac:spMk id="10" creationId="{66BA2541-1B2E-5EC8-56B0-BE6117CB1125}"/>
          </ac:spMkLst>
        </pc:spChg>
        <pc:spChg chg="mod">
          <ac:chgData name="Caio Lopes de Souza" userId="789867f68e027fd0" providerId="LiveId" clId="{E033AB76-9CCE-499E-8A0F-8D4A6BE31F94}" dt="2026-10-29T00:31:29.751" v="3080" actId="20577"/>
          <ac:spMkLst>
            <pc:docMk/>
            <pc:sldMk cId="2433581015" sldId="359"/>
            <ac:spMk id="14" creationId="{FC7FE387-343E-CEC7-6ECC-567E17A242FA}"/>
          </ac:spMkLst>
        </pc:spChg>
        <pc:spChg chg="mod">
          <ac:chgData name="Caio Lopes de Souza" userId="789867f68e027fd0" providerId="LiveId" clId="{E033AB76-9CCE-499E-8A0F-8D4A6BE31F94}" dt="2026-10-29T00:31:29.694" v="3079" actId="20577"/>
          <ac:spMkLst>
            <pc:docMk/>
            <pc:sldMk cId="2433581015" sldId="359"/>
            <ac:spMk id="16" creationId="{5264115A-D9D1-0883-23C1-2ADD05EA4DD5}"/>
          </ac:spMkLst>
        </pc:spChg>
        <pc:graphicFrameChg chg="mod modGraphic">
          <ac:chgData name="Caio Lopes de Souza" userId="789867f68e027fd0" providerId="LiveId" clId="{E033AB76-9CCE-499E-8A0F-8D4A6BE31F94}" dt="2026-10-29T11:54:21.996" v="3172" actId="1076"/>
          <ac:graphicFrameMkLst>
            <pc:docMk/>
            <pc:sldMk cId="2433581015" sldId="359"/>
            <ac:graphicFrameMk id="15" creationId="{80B7D2D6-16AA-629C-3296-9BDAF6CCFC2B}"/>
          </ac:graphicFrameMkLst>
        </pc:graphicFrameChg>
      </pc:sldChg>
      <pc:sldChg chg="del">
        <pc:chgData name="Caio Lopes de Souza" userId="789867f68e027fd0" providerId="LiveId" clId="{E033AB76-9CCE-499E-8A0F-8D4A6BE31F94}" dt="2026-10-29T13:27:03.875" v="4215" actId="47"/>
        <pc:sldMkLst>
          <pc:docMk/>
          <pc:sldMk cId="2034593375" sldId="445"/>
        </pc:sldMkLst>
      </pc:sldChg>
      <pc:sldChg chg="modSp mod">
        <pc:chgData name="Caio Lopes de Souza" userId="789867f68e027fd0" providerId="LiveId" clId="{E033AB76-9CCE-499E-8A0F-8D4A6BE31F94}" dt="2026-10-28T20:36:50.784" v="1874" actId="20577"/>
        <pc:sldMkLst>
          <pc:docMk/>
          <pc:sldMk cId="1439089763" sldId="618"/>
        </pc:sldMkLst>
        <pc:spChg chg="mod">
          <ac:chgData name="Caio Lopes de Souza" userId="789867f68e027fd0" providerId="LiveId" clId="{E033AB76-9CCE-499E-8A0F-8D4A6BE31F94}" dt="2026-10-28T20:36:50.784" v="1874" actId="20577"/>
          <ac:spMkLst>
            <pc:docMk/>
            <pc:sldMk cId="1439089763" sldId="618"/>
            <ac:spMk id="2" creationId="{12F0A37C-B539-582F-3DFC-ADE5EA09AB03}"/>
          </ac:spMkLst>
        </pc:spChg>
      </pc:sldChg>
      <pc:sldChg chg="modSp mod">
        <pc:chgData name="Caio Lopes de Souza" userId="789867f68e027fd0" providerId="LiveId" clId="{E033AB76-9CCE-499E-8A0F-8D4A6BE31F94}" dt="2026-10-29T00:11:20.430" v="2918" actId="20577"/>
        <pc:sldMkLst>
          <pc:docMk/>
          <pc:sldMk cId="2587158442" sldId="619"/>
        </pc:sldMkLst>
        <pc:spChg chg="mod">
          <ac:chgData name="Caio Lopes de Souza" userId="789867f68e027fd0" providerId="LiveId" clId="{E033AB76-9CCE-499E-8A0F-8D4A6BE31F94}" dt="2026-10-29T00:11:20.430" v="2918" actId="20577"/>
          <ac:spMkLst>
            <pc:docMk/>
            <pc:sldMk cId="2587158442" sldId="619"/>
            <ac:spMk id="2" creationId="{12F0A37C-B539-582F-3DFC-ADE5EA09AB03}"/>
          </ac:spMkLst>
        </pc:spChg>
      </pc:sldChg>
      <pc:sldChg chg="modSp mod">
        <pc:chgData name="Caio Lopes de Souza" userId="789867f68e027fd0" providerId="LiveId" clId="{E033AB76-9CCE-499E-8A0F-8D4A6BE31F94}" dt="2026-10-29T13:41:54.288" v="4480" actId="947"/>
        <pc:sldMkLst>
          <pc:docMk/>
          <pc:sldMk cId="2822656042" sldId="620"/>
        </pc:sldMkLst>
        <pc:spChg chg="mod">
          <ac:chgData name="Caio Lopes de Souza" userId="789867f68e027fd0" providerId="LiveId" clId="{E033AB76-9CCE-499E-8A0F-8D4A6BE31F94}" dt="2026-10-29T13:41:54.288" v="4480" actId="947"/>
          <ac:spMkLst>
            <pc:docMk/>
            <pc:sldMk cId="2822656042" sldId="620"/>
            <ac:spMk id="2" creationId="{5593AA0E-F57B-05C8-7428-66E3B2E5E100}"/>
          </ac:spMkLst>
        </pc:spChg>
        <pc:spChg chg="mod">
          <ac:chgData name="Caio Lopes de Souza" userId="789867f68e027fd0" providerId="LiveId" clId="{E033AB76-9CCE-499E-8A0F-8D4A6BE31F94}" dt="2026-10-29T13:10:20.571" v="3962" actId="20577"/>
          <ac:spMkLst>
            <pc:docMk/>
            <pc:sldMk cId="2822656042" sldId="620"/>
            <ac:spMk id="13" creationId="{01907D8C-4E2D-B4FA-D610-0D6B8E5FF9AC}"/>
          </ac:spMkLst>
        </pc:spChg>
        <pc:graphicFrameChg chg="modGraphic">
          <ac:chgData name="Caio Lopes de Souza" userId="789867f68e027fd0" providerId="LiveId" clId="{E033AB76-9CCE-499E-8A0F-8D4A6BE31F94}" dt="2026-10-29T13:10:42.750" v="4214" actId="207"/>
          <ac:graphicFrameMkLst>
            <pc:docMk/>
            <pc:sldMk cId="2822656042" sldId="620"/>
            <ac:graphicFrameMk id="3" creationId="{2A4A6289-67EB-34F0-9B5D-618989399BC6}"/>
          </ac:graphicFrameMkLst>
        </pc:graphicFrameChg>
      </pc:sldChg>
      <pc:sldChg chg="modSp">
        <pc:chgData name="Caio Lopes de Souza" userId="789867f68e027fd0" providerId="LiveId" clId="{E033AB76-9CCE-499E-8A0F-8D4A6BE31F94}" dt="2026-10-28T18:06:14.030" v="526"/>
        <pc:sldMkLst>
          <pc:docMk/>
          <pc:sldMk cId="3334696801" sldId="621"/>
        </pc:sldMkLst>
        <pc:graphicFrameChg chg="mod">
          <ac:chgData name="Caio Lopes de Souza" userId="789867f68e027fd0" providerId="LiveId" clId="{E033AB76-9CCE-499E-8A0F-8D4A6BE31F94}" dt="2026-10-28T18:06:14.030" v="526"/>
          <ac:graphicFrameMkLst>
            <pc:docMk/>
            <pc:sldMk cId="3334696801" sldId="621"/>
            <ac:graphicFrameMk id="2" creationId="{0A541BF4-E6F5-0943-9D15-BB5ECDBF70B4}"/>
          </ac:graphicFrameMkLst>
        </pc:graphicFrameChg>
      </pc:sldChg>
      <pc:sldChg chg="addSp delSp modSp mod">
        <pc:chgData name="Caio Lopes de Souza" userId="789867f68e027fd0" providerId="LiveId" clId="{E033AB76-9CCE-499E-8A0F-8D4A6BE31F94}" dt="2026-10-28T22:46:25.320" v="2493" actId="207"/>
        <pc:sldMkLst>
          <pc:docMk/>
          <pc:sldMk cId="2290314804" sldId="622"/>
        </pc:sldMkLst>
        <pc:spChg chg="mod">
          <ac:chgData name="Caio Lopes de Souza" userId="789867f68e027fd0" providerId="LiveId" clId="{E033AB76-9CCE-499E-8A0F-8D4A6BE31F94}" dt="2026-10-28T22:46:25.320" v="2493" actId="207"/>
          <ac:spMkLst>
            <pc:docMk/>
            <pc:sldMk cId="2290314804" sldId="622"/>
            <ac:spMk id="2" creationId="{00000000-0000-0000-0000-000000000000}"/>
          </ac:spMkLst>
        </pc:spChg>
        <pc:spChg chg="mod">
          <ac:chgData name="Caio Lopes de Souza" userId="789867f68e027fd0" providerId="LiveId" clId="{E033AB76-9CCE-499E-8A0F-8D4A6BE31F94}" dt="2026-10-28T22:38:26.676" v="2423" actId="20577"/>
          <ac:spMkLst>
            <pc:docMk/>
            <pc:sldMk cId="2290314804" sldId="622"/>
            <ac:spMk id="3" creationId="{F03016C5-25C3-487A-A063-9D5AE9126411}"/>
          </ac:spMkLst>
        </pc:spChg>
        <pc:spChg chg="del mod">
          <ac:chgData name="Caio Lopes de Souza" userId="789867f68e027fd0" providerId="LiveId" clId="{E033AB76-9CCE-499E-8A0F-8D4A6BE31F94}" dt="2026-10-28T21:42:15.924" v="2371" actId="478"/>
          <ac:spMkLst>
            <pc:docMk/>
            <pc:sldMk cId="2290314804" sldId="622"/>
            <ac:spMk id="4" creationId="{F03016C5-25C3-487A-A063-9D5AE9126411}"/>
          </ac:spMkLst>
        </pc:spChg>
        <pc:spChg chg="mod">
          <ac:chgData name="Caio Lopes de Souza" userId="789867f68e027fd0" providerId="LiveId" clId="{E033AB76-9CCE-499E-8A0F-8D4A6BE31F94}" dt="2026-10-28T22:35:39.310" v="2406" actId="20577"/>
          <ac:spMkLst>
            <pc:docMk/>
            <pc:sldMk cId="2290314804" sldId="622"/>
            <ac:spMk id="5" creationId="{F03016C5-25C3-487A-A063-9D5AE9126411}"/>
          </ac:spMkLst>
        </pc:spChg>
        <pc:spChg chg="mod">
          <ac:chgData name="Caio Lopes de Souza" userId="789867f68e027fd0" providerId="LiveId" clId="{E033AB76-9CCE-499E-8A0F-8D4A6BE31F94}" dt="2026-10-28T20:36:53.543" v="1875" actId="20577"/>
          <ac:spMkLst>
            <pc:docMk/>
            <pc:sldMk cId="2290314804" sldId="622"/>
            <ac:spMk id="13" creationId="{00000000-0000-0000-0000-000000000000}"/>
          </ac:spMkLst>
        </pc:spChg>
        <pc:spChg chg="mod">
          <ac:chgData name="Caio Lopes de Souza" userId="789867f68e027fd0" providerId="LiveId" clId="{E033AB76-9CCE-499E-8A0F-8D4A6BE31F94}" dt="2026-10-28T21:05:10.927" v="2363"/>
          <ac:spMkLst>
            <pc:docMk/>
            <pc:sldMk cId="2290314804" sldId="622"/>
            <ac:spMk id="14" creationId="{00000000-0000-0000-0000-000000000000}"/>
          </ac:spMkLst>
        </pc:spChg>
        <pc:spChg chg="mod">
          <ac:chgData name="Caio Lopes de Souza" userId="789867f68e027fd0" providerId="LiveId" clId="{E033AB76-9CCE-499E-8A0F-8D4A6BE31F94}" dt="2026-10-28T21:42:50.983" v="2379" actId="1076"/>
          <ac:spMkLst>
            <pc:docMk/>
            <pc:sldMk cId="2290314804" sldId="622"/>
            <ac:spMk id="36" creationId="{F03016C5-25C3-487A-A063-9D5AE9126411}"/>
          </ac:spMkLst>
        </pc:spChg>
        <pc:spChg chg="mod">
          <ac:chgData name="Caio Lopes de Souza" userId="789867f68e027fd0" providerId="LiveId" clId="{E033AB76-9CCE-499E-8A0F-8D4A6BE31F94}" dt="2026-10-28T21:42:50.983" v="2379" actId="1076"/>
          <ac:spMkLst>
            <pc:docMk/>
            <pc:sldMk cId="2290314804" sldId="622"/>
            <ac:spMk id="37" creationId="{00000000-0000-0000-0000-000000000000}"/>
          </ac:spMkLst>
        </pc:spChg>
        <pc:spChg chg="del mod">
          <ac:chgData name="Caio Lopes de Souza" userId="789867f68e027fd0" providerId="LiveId" clId="{E033AB76-9CCE-499E-8A0F-8D4A6BE31F94}" dt="2026-10-28T20:39:41.311" v="1982"/>
          <ac:spMkLst>
            <pc:docMk/>
            <pc:sldMk cId="2290314804" sldId="622"/>
            <ac:spMk id="38" creationId="{00000000-0000-0000-0000-000000000000}"/>
          </ac:spMkLst>
        </pc:spChg>
        <pc:spChg chg="del mod">
          <ac:chgData name="Caio Lopes de Souza" userId="789867f68e027fd0" providerId="LiveId" clId="{E033AB76-9CCE-499E-8A0F-8D4A6BE31F94}" dt="2026-10-28T21:42:15.317" v="2370" actId="478"/>
          <ac:spMkLst>
            <pc:docMk/>
            <pc:sldMk cId="2290314804" sldId="622"/>
            <ac:spMk id="39" creationId="{00000000-0000-0000-0000-000000000000}"/>
          </ac:spMkLst>
        </pc:spChg>
        <pc:spChg chg="del mod">
          <ac:chgData name="Caio Lopes de Souza" userId="789867f68e027fd0" providerId="LiveId" clId="{E033AB76-9CCE-499E-8A0F-8D4A6BE31F94}" dt="2026-10-28T20:41:07.171" v="2054" actId="478"/>
          <ac:spMkLst>
            <pc:docMk/>
            <pc:sldMk cId="2290314804" sldId="622"/>
            <ac:spMk id="40" creationId="{00000000-0000-0000-0000-000000000000}"/>
          </ac:spMkLst>
        </pc:spChg>
        <pc:graphicFrameChg chg="mod">
          <ac:chgData name="Caio Lopes de Souza" userId="789867f68e027fd0" providerId="LiveId" clId="{E033AB76-9CCE-499E-8A0F-8D4A6BE31F94}" dt="2026-10-28T21:42:52.830" v="2380" actId="14100"/>
          <ac:graphicFrameMkLst>
            <pc:docMk/>
            <pc:sldMk cId="2290314804" sldId="622"/>
            <ac:graphicFrameMk id="6" creationId="{00000000-0008-0000-0000-000002000000}"/>
          </ac:graphicFrameMkLst>
        </pc:graphicFrameChg>
        <pc:graphicFrameChg chg="del mod">
          <ac:chgData name="Caio Lopes de Souza" userId="789867f68e027fd0" providerId="LiveId" clId="{E033AB76-9CCE-499E-8A0F-8D4A6BE31F94}" dt="2026-10-28T22:38:23.194" v="2419"/>
          <ac:graphicFrameMkLst>
            <pc:docMk/>
            <pc:sldMk cId="2290314804" sldId="622"/>
            <ac:graphicFrameMk id="7" creationId="{00000000-0008-0000-0000-000002000000}"/>
          </ac:graphicFrameMkLst>
        </pc:graphicFrameChg>
        <pc:graphicFrameChg chg="add del mod">
          <ac:chgData name="Caio Lopes de Souza" userId="789867f68e027fd0" providerId="LiveId" clId="{E033AB76-9CCE-499E-8A0F-8D4A6BE31F94}" dt="2026-10-28T20:54:04.496" v="2358"/>
          <ac:graphicFrameMkLst>
            <pc:docMk/>
            <pc:sldMk cId="2290314804" sldId="622"/>
            <ac:graphicFrameMk id="8" creationId="{00000000-0008-0000-0100-000002000000}"/>
          </ac:graphicFrameMkLst>
        </pc:graphicFrameChg>
        <pc:graphicFrameChg chg="add del mod">
          <ac:chgData name="Caio Lopes de Souza" userId="789867f68e027fd0" providerId="LiveId" clId="{E033AB76-9CCE-499E-8A0F-8D4A6BE31F94}" dt="2026-10-28T21:42:14.258" v="2369" actId="478"/>
          <ac:graphicFrameMkLst>
            <pc:docMk/>
            <pc:sldMk cId="2290314804" sldId="622"/>
            <ac:graphicFrameMk id="9" creationId="{00000000-0008-0000-0100-000002000000}"/>
          </ac:graphicFrameMkLst>
        </pc:graphicFrameChg>
        <pc:graphicFrameChg chg="add mod">
          <ac:chgData name="Caio Lopes de Souza" userId="789867f68e027fd0" providerId="LiveId" clId="{E033AB76-9CCE-499E-8A0F-8D4A6BE31F94}" dt="2026-10-28T22:34:58.828" v="2404"/>
          <ac:graphicFrameMkLst>
            <pc:docMk/>
            <pc:sldMk cId="2290314804" sldId="622"/>
            <ac:graphicFrameMk id="10" creationId="{00000000-0008-0000-0000-000002000000}"/>
          </ac:graphicFrameMkLst>
        </pc:graphicFrameChg>
        <pc:graphicFrameChg chg="del mod">
          <ac:chgData name="Caio Lopes de Souza" userId="789867f68e027fd0" providerId="LiveId" clId="{E033AB76-9CCE-499E-8A0F-8D4A6BE31F94}" dt="2026-10-28T22:34:58.634" v="2403"/>
          <ac:graphicFrameMkLst>
            <pc:docMk/>
            <pc:sldMk cId="2290314804" sldId="622"/>
            <ac:graphicFrameMk id="11" creationId="{00000000-0008-0000-0200-000002000000}"/>
          </ac:graphicFrameMkLst>
        </pc:graphicFrameChg>
        <pc:graphicFrameChg chg="del mod">
          <ac:chgData name="Caio Lopes de Souza" userId="789867f68e027fd0" providerId="LiveId" clId="{E033AB76-9CCE-499E-8A0F-8D4A6BE31F94}" dt="2026-10-28T20:47:36.905" v="2250"/>
          <ac:graphicFrameMkLst>
            <pc:docMk/>
            <pc:sldMk cId="2290314804" sldId="622"/>
            <ac:graphicFrameMk id="12" creationId="{00000000-0008-0000-0100-000002000000}"/>
          </ac:graphicFrameMkLst>
        </pc:graphicFrameChg>
        <pc:graphicFrameChg chg="add mod ord">
          <ac:chgData name="Caio Lopes de Souza" userId="789867f68e027fd0" providerId="LiveId" clId="{E033AB76-9CCE-499E-8A0F-8D4A6BE31F94}" dt="2026-10-28T22:38:23.763" v="2422"/>
          <ac:graphicFrameMkLst>
            <pc:docMk/>
            <pc:sldMk cId="2290314804" sldId="622"/>
            <ac:graphicFrameMk id="16" creationId="{00000000-0008-0000-0000-000002000000}"/>
          </ac:graphicFrameMkLst>
        </pc:graphicFrameChg>
      </pc:sldChg>
      <pc:sldChg chg="delSp modSp mod">
        <pc:chgData name="Caio Lopes de Souza" userId="789867f68e027fd0" providerId="LiveId" clId="{E033AB76-9CCE-499E-8A0F-8D4A6BE31F94}" dt="2026-10-28T23:23:13.430" v="2708" actId="20577"/>
        <pc:sldMkLst>
          <pc:docMk/>
          <pc:sldMk cId="2328658653" sldId="623"/>
        </pc:sldMkLst>
        <pc:spChg chg="mod">
          <ac:chgData name="Caio Lopes de Souza" userId="789867f68e027fd0" providerId="LiveId" clId="{E033AB76-9CCE-499E-8A0F-8D4A6BE31F94}" dt="2026-10-28T23:21:26.480" v="2685" actId="113"/>
          <ac:spMkLst>
            <pc:docMk/>
            <pc:sldMk cId="2328658653" sldId="623"/>
            <ac:spMk id="2" creationId="{00000000-0000-0000-0000-000000000000}"/>
          </ac:spMkLst>
        </pc:spChg>
        <pc:spChg chg="mod">
          <ac:chgData name="Caio Lopes de Souza" userId="789867f68e027fd0" providerId="LiveId" clId="{E033AB76-9CCE-499E-8A0F-8D4A6BE31F94}" dt="2026-10-28T20:36:59.489" v="1877" actId="20577"/>
          <ac:spMkLst>
            <pc:docMk/>
            <pc:sldMk cId="2328658653" sldId="623"/>
            <ac:spMk id="13" creationId="{00000000-0000-0000-0000-000000000000}"/>
          </ac:spMkLst>
        </pc:spChg>
        <pc:spChg chg="mod">
          <ac:chgData name="Caio Lopes de Souza" userId="789867f68e027fd0" providerId="LiveId" clId="{E033AB76-9CCE-499E-8A0F-8D4A6BE31F94}" dt="2026-10-28T23:23:13.430" v="2708" actId="20577"/>
          <ac:spMkLst>
            <pc:docMk/>
            <pc:sldMk cId="2328658653" sldId="623"/>
            <ac:spMk id="14" creationId="{00000000-0000-0000-0000-000000000000}"/>
          </ac:spMkLst>
        </pc:spChg>
        <pc:spChg chg="mod">
          <ac:chgData name="Caio Lopes de Souza" userId="789867f68e027fd0" providerId="LiveId" clId="{E033AB76-9CCE-499E-8A0F-8D4A6BE31F94}" dt="2026-10-28T17:05:15.115" v="225" actId="20577"/>
          <ac:spMkLst>
            <pc:docMk/>
            <pc:sldMk cId="2328658653" sldId="623"/>
            <ac:spMk id="15" creationId="{00000000-0000-0000-0000-000000000000}"/>
          </ac:spMkLst>
        </pc:spChg>
        <pc:spChg chg="mod">
          <ac:chgData name="Caio Lopes de Souza" userId="789867f68e027fd0" providerId="LiveId" clId="{E033AB76-9CCE-499E-8A0F-8D4A6BE31F94}" dt="2026-10-28T22:41:55.759" v="2478" actId="20577"/>
          <ac:spMkLst>
            <pc:docMk/>
            <pc:sldMk cId="2328658653" sldId="623"/>
            <ac:spMk id="16" creationId="{F03016C5-25C3-487A-A063-9D5AE9126411}"/>
          </ac:spMkLst>
        </pc:spChg>
        <pc:spChg chg="del">
          <ac:chgData name="Caio Lopes de Souza" userId="789867f68e027fd0" providerId="LiveId" clId="{E033AB76-9CCE-499E-8A0F-8D4A6BE31F94}" dt="2026-10-28T22:41:29.444" v="2464" actId="478"/>
          <ac:spMkLst>
            <pc:docMk/>
            <pc:sldMk cId="2328658653" sldId="623"/>
            <ac:spMk id="51" creationId="{00000000-0000-0000-0000-000000000000}"/>
          </ac:spMkLst>
        </pc:spChg>
        <pc:spChg chg="del">
          <ac:chgData name="Caio Lopes de Souza" userId="789867f68e027fd0" providerId="LiveId" clId="{E033AB76-9CCE-499E-8A0F-8D4A6BE31F94}" dt="2026-10-28T22:41:34.834" v="2466" actId="478"/>
          <ac:spMkLst>
            <pc:docMk/>
            <pc:sldMk cId="2328658653" sldId="623"/>
            <ac:spMk id="52" creationId="{00000000-0000-0000-0000-000000000000}"/>
          </ac:spMkLst>
        </pc:spChg>
        <pc:spChg chg="del mod">
          <ac:chgData name="Caio Lopes de Souza" userId="789867f68e027fd0" providerId="LiveId" clId="{E033AB76-9CCE-499E-8A0F-8D4A6BE31F94}" dt="2026-10-28T22:41:53.435" v="2473" actId="478"/>
          <ac:spMkLst>
            <pc:docMk/>
            <pc:sldMk cId="2328658653" sldId="623"/>
            <ac:spMk id="53" creationId="{00000000-0000-0000-0000-000000000000}"/>
          </ac:spMkLst>
        </pc:spChg>
        <pc:graphicFrameChg chg="mod">
          <ac:chgData name="Caio Lopes de Souza" userId="789867f68e027fd0" providerId="LiveId" clId="{E033AB76-9CCE-499E-8A0F-8D4A6BE31F94}" dt="2026-10-28T22:41:33.014" v="2465" actId="14100"/>
          <ac:graphicFrameMkLst>
            <pc:docMk/>
            <pc:sldMk cId="2328658653" sldId="623"/>
            <ac:graphicFrameMk id="18" creationId="{00000000-0008-0000-0100-000002000000}"/>
          </ac:graphicFrameMkLst>
        </pc:graphicFrameChg>
        <pc:graphicFrameChg chg="mod">
          <ac:chgData name="Caio Lopes de Souza" userId="789867f68e027fd0" providerId="LiveId" clId="{E033AB76-9CCE-499E-8A0F-8D4A6BE31F94}" dt="2026-10-28T22:41:37.695" v="2467" actId="14100"/>
          <ac:graphicFrameMkLst>
            <pc:docMk/>
            <pc:sldMk cId="2328658653" sldId="623"/>
            <ac:graphicFrameMk id="19" creationId="{00000000-0008-0000-0200-000002000000}"/>
          </ac:graphicFrameMkLst>
        </pc:graphicFrameChg>
        <pc:graphicFrameChg chg="mod">
          <ac:chgData name="Caio Lopes de Souza" userId="789867f68e027fd0" providerId="LiveId" clId="{E033AB76-9CCE-499E-8A0F-8D4A6BE31F94}" dt="2026-10-28T22:42:43.252" v="2492"/>
          <ac:graphicFrameMkLst>
            <pc:docMk/>
            <pc:sldMk cId="2328658653" sldId="623"/>
            <ac:graphicFrameMk id="20" creationId="{00000000-0008-0000-0000-000002000000}"/>
          </ac:graphicFrameMkLst>
        </pc:graphicFrameChg>
        <pc:graphicFrameChg chg="mod">
          <ac:chgData name="Caio Lopes de Souza" userId="789867f68e027fd0" providerId="LiveId" clId="{E033AB76-9CCE-499E-8A0F-8D4A6BE31F94}" dt="2026-10-28T22:42:26.402" v="2490"/>
          <ac:graphicFrameMkLst>
            <pc:docMk/>
            <pc:sldMk cId="2328658653" sldId="623"/>
            <ac:graphicFrameMk id="21" creationId="{00000000-0008-0000-0300-000002000000}"/>
          </ac:graphicFrameMkLst>
        </pc:graphicFrameChg>
      </pc:sldChg>
      <pc:sldChg chg="addSp delSp modSp mod">
        <pc:chgData name="Caio Lopes de Souza" userId="789867f68e027fd0" providerId="LiveId" clId="{E033AB76-9CCE-499E-8A0F-8D4A6BE31F94}" dt="2026-10-28T23:41:49.160" v="2861" actId="20577"/>
        <pc:sldMkLst>
          <pc:docMk/>
          <pc:sldMk cId="372537520" sldId="624"/>
        </pc:sldMkLst>
        <pc:spChg chg="mod">
          <ac:chgData name="Caio Lopes de Souza" userId="789867f68e027fd0" providerId="LiveId" clId="{E033AB76-9CCE-499E-8A0F-8D4A6BE31F94}" dt="2026-10-28T23:26:50.897" v="2721" actId="947"/>
          <ac:spMkLst>
            <pc:docMk/>
            <pc:sldMk cId="372537520" sldId="624"/>
            <ac:spMk id="2" creationId="{00000000-0000-0000-0000-000000000000}"/>
          </ac:spMkLst>
        </pc:spChg>
        <pc:spChg chg="mod">
          <ac:chgData name="Caio Lopes de Souza" userId="789867f68e027fd0" providerId="LiveId" clId="{E033AB76-9CCE-499E-8A0F-8D4A6BE31F94}" dt="2026-10-28T13:04:39.043" v="30" actId="20577"/>
          <ac:spMkLst>
            <pc:docMk/>
            <pc:sldMk cId="372537520" sldId="624"/>
            <ac:spMk id="3" creationId="{F03016C5-25C3-487A-A063-9D5AE9126411}"/>
          </ac:spMkLst>
        </pc:spChg>
        <pc:spChg chg="add del mod">
          <ac:chgData name="Caio Lopes de Souza" userId="789867f68e027fd0" providerId="LiveId" clId="{E033AB76-9CCE-499E-8A0F-8D4A6BE31F94}" dt="2026-10-28T23:13:56.311" v="2597"/>
          <ac:spMkLst>
            <pc:docMk/>
            <pc:sldMk cId="372537520" sldId="624"/>
            <ac:spMk id="6" creationId="{0D13A6D1-0CAE-3EE9-1606-1DC4354C0ACA}"/>
          </ac:spMkLst>
        </pc:spChg>
        <pc:spChg chg="add del mod">
          <ac:chgData name="Caio Lopes de Souza" userId="789867f68e027fd0" providerId="LiveId" clId="{E033AB76-9CCE-499E-8A0F-8D4A6BE31F94}" dt="2026-10-28T17:05:41.883" v="229"/>
          <ac:spMkLst>
            <pc:docMk/>
            <pc:sldMk cId="372537520" sldId="624"/>
            <ac:spMk id="6" creationId="{20522606-CB57-1C5E-5BF5-F55EFFBB1E89}"/>
          </ac:spMkLst>
        </pc:spChg>
        <pc:spChg chg="add mod">
          <ac:chgData name="Caio Lopes de Souza" userId="789867f68e027fd0" providerId="LiveId" clId="{E033AB76-9CCE-499E-8A0F-8D4A6BE31F94}" dt="2026-10-28T23:40:47.498" v="2858"/>
          <ac:spMkLst>
            <pc:docMk/>
            <pc:sldMk cId="372537520" sldId="624"/>
            <ac:spMk id="8" creationId="{50BDE315-ECCC-96B8-88A2-E218FB90D4A0}"/>
          </ac:spMkLst>
        </pc:spChg>
        <pc:spChg chg="mod">
          <ac:chgData name="Caio Lopes de Souza" userId="789867f68e027fd0" providerId="LiveId" clId="{E033AB76-9CCE-499E-8A0F-8D4A6BE31F94}" dt="2026-10-28T20:37:02.951" v="1878"/>
          <ac:spMkLst>
            <pc:docMk/>
            <pc:sldMk cId="372537520" sldId="624"/>
            <ac:spMk id="13" creationId="{00000000-0000-0000-0000-000000000000}"/>
          </ac:spMkLst>
        </pc:spChg>
        <pc:spChg chg="mod">
          <ac:chgData name="Caio Lopes de Souza" userId="789867f68e027fd0" providerId="LiveId" clId="{E033AB76-9CCE-499E-8A0F-8D4A6BE31F94}" dt="2026-10-28T23:41:49.160" v="2861" actId="20577"/>
          <ac:spMkLst>
            <pc:docMk/>
            <pc:sldMk cId="372537520" sldId="624"/>
            <ac:spMk id="14" creationId="{00000000-0000-0000-0000-000000000000}"/>
          </ac:spMkLst>
        </pc:spChg>
        <pc:spChg chg="mod">
          <ac:chgData name="Caio Lopes de Souza" userId="789867f68e027fd0" providerId="LiveId" clId="{E033AB76-9CCE-499E-8A0F-8D4A6BE31F94}" dt="2026-10-28T17:05:23.607" v="226" actId="20577"/>
          <ac:spMkLst>
            <pc:docMk/>
            <pc:sldMk cId="372537520" sldId="624"/>
            <ac:spMk id="15" creationId="{00000000-0000-0000-0000-000000000000}"/>
          </ac:spMkLst>
        </pc:spChg>
        <pc:spChg chg="mod">
          <ac:chgData name="Caio Lopes de Souza" userId="789867f68e027fd0" providerId="LiveId" clId="{E033AB76-9CCE-499E-8A0F-8D4A6BE31F94}" dt="2026-10-28T12:09:51.798" v="15" actId="20577"/>
          <ac:spMkLst>
            <pc:docMk/>
            <pc:sldMk cId="372537520" sldId="624"/>
            <ac:spMk id="37" creationId="{00000000-0000-0000-0000-000000000000}"/>
          </ac:spMkLst>
        </pc:spChg>
        <pc:spChg chg="mod">
          <ac:chgData name="Caio Lopes de Souza" userId="789867f68e027fd0" providerId="LiveId" clId="{E033AB76-9CCE-499E-8A0F-8D4A6BE31F94}" dt="2026-10-28T13:04:40.674" v="31" actId="20577"/>
          <ac:spMkLst>
            <pc:docMk/>
            <pc:sldMk cId="372537520" sldId="624"/>
            <ac:spMk id="38" creationId="{00000000-0000-0000-0000-000000000000}"/>
          </ac:spMkLst>
        </pc:spChg>
        <pc:spChg chg="del mod">
          <ac:chgData name="Caio Lopes de Souza" userId="789867f68e027fd0" providerId="LiveId" clId="{E033AB76-9CCE-499E-8A0F-8D4A6BE31F94}" dt="2026-10-28T22:48:08.136" v="2504" actId="478"/>
          <ac:spMkLst>
            <pc:docMk/>
            <pc:sldMk cId="372537520" sldId="624"/>
            <ac:spMk id="40" creationId="{00000000-0000-0000-0000-000000000000}"/>
          </ac:spMkLst>
        </pc:spChg>
        <pc:graphicFrameChg chg="del mod">
          <ac:chgData name="Caio Lopes de Souza" userId="789867f68e027fd0" providerId="LiveId" clId="{E033AB76-9CCE-499E-8A0F-8D4A6BE31F94}" dt="2026-10-28T12:09:51.682" v="14"/>
          <ac:graphicFrameMkLst>
            <pc:docMk/>
            <pc:sldMk cId="372537520" sldId="624"/>
            <ac:graphicFrameMk id="6" creationId="{00000000-0008-0000-0000-000002000000}"/>
          </ac:graphicFrameMkLst>
        </pc:graphicFrameChg>
        <pc:graphicFrameChg chg="del">
          <ac:chgData name="Caio Lopes de Souza" userId="789867f68e027fd0" providerId="LiveId" clId="{E033AB76-9CCE-499E-8A0F-8D4A6BE31F94}" dt="2026-10-28T13:04:35.289" v="29"/>
          <ac:graphicFrameMkLst>
            <pc:docMk/>
            <pc:sldMk cId="372537520" sldId="624"/>
            <ac:graphicFrameMk id="7" creationId="{00000000-0008-0000-0100-000002000000}"/>
          </ac:graphicFrameMkLst>
        </pc:graphicFrameChg>
        <pc:graphicFrameChg chg="add mod">
          <ac:chgData name="Caio Lopes de Souza" userId="789867f68e027fd0" providerId="LiveId" clId="{E033AB76-9CCE-499E-8A0F-8D4A6BE31F94}" dt="2026-10-28T23:40:47.080" v="2849"/>
          <ac:graphicFrameMkLst>
            <pc:docMk/>
            <pc:sldMk cId="372537520" sldId="624"/>
            <ac:graphicFrameMk id="7" creationId="{B7EF3017-5264-32E5-FD2F-02130E004B46}"/>
          </ac:graphicFrameMkLst>
        </pc:graphicFrameChg>
        <pc:graphicFrameChg chg="del mod">
          <ac:chgData name="Caio Lopes de Souza" userId="789867f68e027fd0" providerId="LiveId" clId="{E033AB76-9CCE-499E-8A0F-8D4A6BE31F94}" dt="2026-10-28T13:48:36.374" v="72"/>
          <ac:graphicFrameMkLst>
            <pc:docMk/>
            <pc:sldMk cId="372537520" sldId="624"/>
            <ac:graphicFrameMk id="8" creationId="{00000000-0008-0000-0200-000002000000}"/>
          </ac:graphicFrameMkLst>
        </pc:graphicFrameChg>
        <pc:graphicFrameChg chg="add mod">
          <ac:chgData name="Caio Lopes de Souza" userId="789867f68e027fd0" providerId="LiveId" clId="{E033AB76-9CCE-499E-8A0F-8D4A6BE31F94}" dt="2026-10-28T22:48:19.732" v="2507" actId="14100"/>
          <ac:graphicFrameMkLst>
            <pc:docMk/>
            <pc:sldMk cId="372537520" sldId="624"/>
            <ac:graphicFrameMk id="9" creationId="{00000000-0008-0000-0000-000002000000}"/>
          </ac:graphicFrameMkLst>
        </pc:graphicFrameChg>
        <pc:graphicFrameChg chg="add del mod">
          <ac:chgData name="Caio Lopes de Souza" userId="789867f68e027fd0" providerId="LiveId" clId="{E033AB76-9CCE-499E-8A0F-8D4A6BE31F94}" dt="2026-10-28T13:06:23.970" v="49"/>
          <ac:graphicFrameMkLst>
            <pc:docMk/>
            <pc:sldMk cId="372537520" sldId="624"/>
            <ac:graphicFrameMk id="10" creationId="{00000000-0008-0000-0300-000002000000}"/>
          </ac:graphicFrameMkLst>
        </pc:graphicFrameChg>
        <pc:graphicFrameChg chg="add mod">
          <ac:chgData name="Caio Lopes de Souza" userId="789867f68e027fd0" providerId="LiveId" clId="{E033AB76-9CCE-499E-8A0F-8D4A6BE31F94}" dt="2026-10-28T22:47:52.292" v="2503" actId="113"/>
          <ac:graphicFrameMkLst>
            <pc:docMk/>
            <pc:sldMk cId="372537520" sldId="624"/>
            <ac:graphicFrameMk id="11" creationId="{00000000-0008-0000-0300-000002000000}"/>
          </ac:graphicFrameMkLst>
        </pc:graphicFrameChg>
        <pc:graphicFrameChg chg="add del mod">
          <ac:chgData name="Caio Lopes de Souza" userId="789867f68e027fd0" providerId="LiveId" clId="{E033AB76-9CCE-499E-8A0F-8D4A6BE31F94}" dt="2026-10-28T14:00:14.222" v="83"/>
          <ac:graphicFrameMkLst>
            <pc:docMk/>
            <pc:sldMk cId="372537520" sldId="624"/>
            <ac:graphicFrameMk id="12" creationId="{9A85EDB9-8E71-F6B3-5E0D-4D89EDB346FB}"/>
          </ac:graphicFrameMkLst>
        </pc:graphicFrameChg>
        <pc:graphicFrameChg chg="add mod">
          <ac:chgData name="Caio Lopes de Souza" userId="789867f68e027fd0" providerId="LiveId" clId="{E033AB76-9CCE-499E-8A0F-8D4A6BE31F94}" dt="2026-10-28T13:48:36.325" v="70"/>
          <ac:graphicFrameMkLst>
            <pc:docMk/>
            <pc:sldMk cId="372537520" sldId="624"/>
            <ac:graphicFrameMk id="16" creationId="{00000000-0008-0000-0200-000002000000}"/>
          </ac:graphicFrameMkLst>
        </pc:graphicFrameChg>
        <pc:graphicFrameChg chg="add del mod modGraphic">
          <ac:chgData name="Caio Lopes de Souza" userId="789867f68e027fd0" providerId="LiveId" clId="{E033AB76-9CCE-499E-8A0F-8D4A6BE31F94}" dt="2026-10-28T23:40:47.045" v="2848"/>
          <ac:graphicFrameMkLst>
            <pc:docMk/>
            <pc:sldMk cId="372537520" sldId="624"/>
            <ac:graphicFrameMk id="17" creationId="{ED8F803F-1C95-01D1-012C-B0CA03C3B756}"/>
          </ac:graphicFrameMkLst>
        </pc:graphicFrameChg>
        <pc:graphicFrameChg chg="del">
          <ac:chgData name="Caio Lopes de Souza" userId="789867f68e027fd0" providerId="LiveId" clId="{E033AB76-9CCE-499E-8A0F-8D4A6BE31F94}" dt="2026-10-28T13:48:30.932" v="56"/>
          <ac:graphicFrameMkLst>
            <pc:docMk/>
            <pc:sldMk cId="372537520" sldId="624"/>
            <ac:graphicFrameMk id="41" creationId="{00000000-0000-0000-0000-000000000000}"/>
          </ac:graphicFrameMkLst>
        </pc:graphicFrameChg>
      </pc:sldChg>
      <pc:sldChg chg="modSp mod ord">
        <pc:chgData name="Caio Lopes de Souza" userId="789867f68e027fd0" providerId="LiveId" clId="{E033AB76-9CCE-499E-8A0F-8D4A6BE31F94}" dt="2026-10-29T12:30:18.451" v="3303" actId="20577"/>
        <pc:sldMkLst>
          <pc:docMk/>
          <pc:sldMk cId="3342819356" sldId="625"/>
        </pc:sldMkLst>
        <pc:spChg chg="mod">
          <ac:chgData name="Caio Lopes de Souza" userId="789867f68e027fd0" providerId="LiveId" clId="{E033AB76-9CCE-499E-8A0F-8D4A6BE31F94}" dt="2026-10-29T12:30:18.451" v="3303" actId="20577"/>
          <ac:spMkLst>
            <pc:docMk/>
            <pc:sldMk cId="3342819356" sldId="625"/>
            <ac:spMk id="2" creationId="{00000000-0000-0000-0000-000000000000}"/>
          </ac:spMkLst>
        </pc:spChg>
        <pc:spChg chg="mod">
          <ac:chgData name="Caio Lopes de Souza" userId="789867f68e027fd0" providerId="LiveId" clId="{E033AB76-9CCE-499E-8A0F-8D4A6BE31F94}" dt="2026-10-29T12:27:49.782" v="3270" actId="1076"/>
          <ac:spMkLst>
            <pc:docMk/>
            <pc:sldMk cId="3342819356" sldId="625"/>
            <ac:spMk id="9" creationId="{00000000-0000-0000-0000-000000000000}"/>
          </ac:spMkLst>
        </pc:spChg>
        <pc:spChg chg="mod">
          <ac:chgData name="Caio Lopes de Souza" userId="789867f68e027fd0" providerId="LiveId" clId="{E033AB76-9CCE-499E-8A0F-8D4A6BE31F94}" dt="2026-10-29T12:27:49.782" v="3270" actId="1076"/>
          <ac:spMkLst>
            <pc:docMk/>
            <pc:sldMk cId="3342819356" sldId="625"/>
            <ac:spMk id="10" creationId="{00000000-0000-0000-0000-000000000000}"/>
          </ac:spMkLst>
        </pc:spChg>
        <pc:spChg chg="mod">
          <ac:chgData name="Caio Lopes de Souza" userId="789867f68e027fd0" providerId="LiveId" clId="{E033AB76-9CCE-499E-8A0F-8D4A6BE31F94}" dt="2026-10-29T12:27:54.590" v="3272" actId="1076"/>
          <ac:spMkLst>
            <pc:docMk/>
            <pc:sldMk cId="3342819356" sldId="625"/>
            <ac:spMk id="12" creationId="{00000000-0000-0000-0000-000000000000}"/>
          </ac:spMkLst>
        </pc:spChg>
        <pc:spChg chg="mod">
          <ac:chgData name="Caio Lopes de Souza" userId="789867f68e027fd0" providerId="LiveId" clId="{E033AB76-9CCE-499E-8A0F-8D4A6BE31F94}" dt="2026-10-29T00:22:59.995" v="2961"/>
          <ac:spMkLst>
            <pc:docMk/>
            <pc:sldMk cId="3342819356" sldId="625"/>
            <ac:spMk id="13" creationId="{00000000-0000-0000-0000-000000000000}"/>
          </ac:spMkLst>
        </pc:spChg>
        <pc:spChg chg="mod">
          <ac:chgData name="Caio Lopes de Souza" userId="789867f68e027fd0" providerId="LiveId" clId="{E033AB76-9CCE-499E-8A0F-8D4A6BE31F94}" dt="2026-10-29T12:27:44" v="3268" actId="20577"/>
          <ac:spMkLst>
            <pc:docMk/>
            <pc:sldMk cId="3342819356" sldId="625"/>
            <ac:spMk id="15" creationId="{00000000-0000-0000-0000-000000000000}"/>
          </ac:spMkLst>
        </pc:spChg>
        <pc:graphicFrameChg chg="mod">
          <ac:chgData name="Caio Lopes de Souza" userId="789867f68e027fd0" providerId="LiveId" clId="{E033AB76-9CCE-499E-8A0F-8D4A6BE31F94}" dt="2026-10-29T12:27:56.143" v="3273" actId="14100"/>
          <ac:graphicFrameMkLst>
            <pc:docMk/>
            <pc:sldMk cId="3342819356" sldId="625"/>
            <ac:graphicFrameMk id="3" creationId="{00000000-0008-0000-0000-000002000000}"/>
          </ac:graphicFrameMkLst>
        </pc:graphicFrameChg>
        <pc:graphicFrameChg chg="mod">
          <ac:chgData name="Caio Lopes de Souza" userId="789867f68e027fd0" providerId="LiveId" clId="{E033AB76-9CCE-499E-8A0F-8D4A6BE31F94}" dt="2026-10-29T12:27:49.782" v="3270" actId="1076"/>
          <ac:graphicFrameMkLst>
            <pc:docMk/>
            <pc:sldMk cId="3342819356" sldId="625"/>
            <ac:graphicFrameMk id="4" creationId="{00000000-0008-0000-0100-000002000000}"/>
          </ac:graphicFrameMkLst>
        </pc:graphicFrameChg>
        <pc:graphicFrameChg chg="mod">
          <ac:chgData name="Caio Lopes de Souza" userId="789867f68e027fd0" providerId="LiveId" clId="{E033AB76-9CCE-499E-8A0F-8D4A6BE31F94}" dt="2026-10-29T12:27:49.782" v="3270" actId="1076"/>
          <ac:graphicFrameMkLst>
            <pc:docMk/>
            <pc:sldMk cId="3342819356" sldId="625"/>
            <ac:graphicFrameMk id="7" creationId="{00000000-0008-0000-0200-000002000000}"/>
          </ac:graphicFrameMkLst>
        </pc:graphicFrameChg>
      </pc:sldChg>
      <pc:sldChg chg="modSp mod ord modShow">
        <pc:chgData name="Caio Lopes de Souza" userId="789867f68e027fd0" providerId="LiveId" clId="{E033AB76-9CCE-499E-8A0F-8D4A6BE31F94}" dt="2026-10-29T12:37:59.149" v="3600" actId="729"/>
        <pc:sldMkLst>
          <pc:docMk/>
          <pc:sldMk cId="1804818487" sldId="626"/>
        </pc:sldMkLst>
        <pc:spChg chg="mod">
          <ac:chgData name="Caio Lopes de Souza" userId="789867f68e027fd0" providerId="LiveId" clId="{E033AB76-9CCE-499E-8A0F-8D4A6BE31F94}" dt="2026-10-28T22:51:23.165" v="2592" actId="207"/>
          <ac:spMkLst>
            <pc:docMk/>
            <pc:sldMk cId="1804818487" sldId="626"/>
            <ac:spMk id="2" creationId="{00000000-0000-0000-0000-000000000000}"/>
          </ac:spMkLst>
        </pc:spChg>
        <pc:spChg chg="mod">
          <ac:chgData name="Caio Lopes de Souza" userId="789867f68e027fd0" providerId="LiveId" clId="{E033AB76-9CCE-499E-8A0F-8D4A6BE31F94}" dt="2026-10-28T17:04:33.444" v="222" actId="20577"/>
          <ac:spMkLst>
            <pc:docMk/>
            <pc:sldMk cId="1804818487" sldId="626"/>
            <ac:spMk id="12" creationId="{00000000-0000-0000-0000-000000000000}"/>
          </ac:spMkLst>
        </pc:spChg>
        <pc:spChg chg="mod">
          <ac:chgData name="Caio Lopes de Souza" userId="789867f68e027fd0" providerId="LiveId" clId="{E033AB76-9CCE-499E-8A0F-8D4A6BE31F94}" dt="2026-10-28T20:28:34.949" v="1845" actId="20577"/>
          <ac:spMkLst>
            <pc:docMk/>
            <pc:sldMk cId="1804818487" sldId="626"/>
            <ac:spMk id="15" creationId="{00000000-0000-0000-0000-000000000000}"/>
          </ac:spMkLst>
        </pc:spChg>
        <pc:graphicFrameChg chg="modGraphic">
          <ac:chgData name="Caio Lopes de Souza" userId="789867f68e027fd0" providerId="LiveId" clId="{E033AB76-9CCE-499E-8A0F-8D4A6BE31F94}" dt="2026-10-28T20:16:53.141" v="1840" actId="20577"/>
          <ac:graphicFrameMkLst>
            <pc:docMk/>
            <pc:sldMk cId="1804818487" sldId="626"/>
            <ac:graphicFrameMk id="25" creationId="{00000000-0000-0000-0000-000000000000}"/>
          </ac:graphicFrameMkLst>
        </pc:graphicFrameChg>
      </pc:sldChg>
      <pc:sldChg chg="addSp delSp modSp add mod">
        <pc:chgData name="Caio Lopes de Souza" userId="789867f68e027fd0" providerId="LiveId" clId="{E033AB76-9CCE-499E-8A0F-8D4A6BE31F94}" dt="2026-10-29T13:01:35.102" v="3934" actId="20577"/>
        <pc:sldMkLst>
          <pc:docMk/>
          <pc:sldMk cId="2999673765" sldId="627"/>
        </pc:sldMkLst>
        <pc:spChg chg="mod">
          <ac:chgData name="Caio Lopes de Souza" userId="789867f68e027fd0" providerId="LiveId" clId="{E033AB76-9CCE-499E-8A0F-8D4A6BE31F94}" dt="2026-10-29T12:43:24.103" v="3615" actId="947"/>
          <ac:spMkLst>
            <pc:docMk/>
            <pc:sldMk cId="2999673765" sldId="627"/>
            <ac:spMk id="2" creationId="{00000000-0000-0000-0000-000000000000}"/>
          </ac:spMkLst>
        </pc:spChg>
        <pc:spChg chg="add del mod">
          <ac:chgData name="Caio Lopes de Souza" userId="789867f68e027fd0" providerId="LiveId" clId="{E033AB76-9CCE-499E-8A0F-8D4A6BE31F94}" dt="2026-10-29T12:35:32.131" v="3598"/>
          <ac:spMkLst>
            <pc:docMk/>
            <pc:sldMk cId="2999673765" sldId="627"/>
            <ac:spMk id="3" creationId="{B8EE83B3-BDE6-E439-79AB-C34851B54CE4}"/>
          </ac:spMkLst>
        </pc:spChg>
        <pc:spChg chg="mod">
          <ac:chgData name="Caio Lopes de Souza" userId="789867f68e027fd0" providerId="LiveId" clId="{E033AB76-9CCE-499E-8A0F-8D4A6BE31F94}" dt="2026-10-28T17:13:50.642" v="237" actId="20577"/>
          <ac:spMkLst>
            <pc:docMk/>
            <pc:sldMk cId="2999673765" sldId="627"/>
            <ac:spMk id="5" creationId="{00000000-0000-0000-0000-000000000000}"/>
          </ac:spMkLst>
        </pc:spChg>
        <pc:spChg chg="mod">
          <ac:chgData name="Caio Lopes de Souza" userId="789867f68e027fd0" providerId="LiveId" clId="{E033AB76-9CCE-499E-8A0F-8D4A6BE31F94}" dt="2026-10-28T17:13:50.731" v="238" actId="20577"/>
          <ac:spMkLst>
            <pc:docMk/>
            <pc:sldMk cId="2999673765" sldId="627"/>
            <ac:spMk id="6" creationId="{00000000-0000-0000-0000-000000000000}"/>
          </ac:spMkLst>
        </pc:spChg>
        <pc:spChg chg="mod">
          <ac:chgData name="Caio Lopes de Souza" userId="789867f68e027fd0" providerId="LiveId" clId="{E033AB76-9CCE-499E-8A0F-8D4A6BE31F94}" dt="2026-10-28T17:13:50.438" v="235" actId="20577"/>
          <ac:spMkLst>
            <pc:docMk/>
            <pc:sldMk cId="2999673765" sldId="627"/>
            <ac:spMk id="9" creationId="{00000000-0000-0000-0000-000000000000}"/>
          </ac:spMkLst>
        </pc:spChg>
        <pc:spChg chg="mod">
          <ac:chgData name="Caio Lopes de Souza" userId="789867f68e027fd0" providerId="LiveId" clId="{E033AB76-9CCE-499E-8A0F-8D4A6BE31F94}" dt="2026-10-28T17:13:50.510" v="236" actId="20577"/>
          <ac:spMkLst>
            <pc:docMk/>
            <pc:sldMk cId="2999673765" sldId="627"/>
            <ac:spMk id="10" creationId="{00000000-0000-0000-0000-000000000000}"/>
          </ac:spMkLst>
        </pc:spChg>
        <pc:spChg chg="mod">
          <ac:chgData name="Caio Lopes de Souza" userId="789867f68e027fd0" providerId="LiveId" clId="{E033AB76-9CCE-499E-8A0F-8D4A6BE31F94}" dt="2026-10-29T12:35:29.852" v="3595" actId="1076"/>
          <ac:spMkLst>
            <pc:docMk/>
            <pc:sldMk cId="2999673765" sldId="627"/>
            <ac:spMk id="12" creationId="{00000000-0000-0000-0000-000000000000}"/>
          </ac:spMkLst>
        </pc:spChg>
        <pc:spChg chg="mod">
          <ac:chgData name="Caio Lopes de Souza" userId="789867f68e027fd0" providerId="LiveId" clId="{E033AB76-9CCE-499E-8A0F-8D4A6BE31F94}" dt="2026-10-29T00:23:05.253" v="2962"/>
          <ac:spMkLst>
            <pc:docMk/>
            <pc:sldMk cId="2999673765" sldId="627"/>
            <ac:spMk id="13" creationId="{00000000-0000-0000-0000-000000000000}"/>
          </ac:spMkLst>
        </pc:spChg>
        <pc:spChg chg="mod">
          <ac:chgData name="Caio Lopes de Souza" userId="789867f68e027fd0" providerId="LiveId" clId="{E033AB76-9CCE-499E-8A0F-8D4A6BE31F94}" dt="2026-10-29T12:43:04.112" v="3609" actId="20577"/>
          <ac:spMkLst>
            <pc:docMk/>
            <pc:sldMk cId="2999673765" sldId="627"/>
            <ac:spMk id="14" creationId="{00000000-0000-0000-0000-000000000000}"/>
          </ac:spMkLst>
        </pc:spChg>
        <pc:spChg chg="mod">
          <ac:chgData name="Caio Lopes de Souza" userId="789867f68e027fd0" providerId="LiveId" clId="{E033AB76-9CCE-499E-8A0F-8D4A6BE31F94}" dt="2026-10-29T13:01:35.102" v="3934" actId="20577"/>
          <ac:spMkLst>
            <pc:docMk/>
            <pc:sldMk cId="2999673765" sldId="627"/>
            <ac:spMk id="15" creationId="{00000000-0000-0000-0000-000000000000}"/>
          </ac:spMkLst>
        </pc:spChg>
        <pc:graphicFrameChg chg="del">
          <ac:chgData name="Caio Lopes de Souza" userId="789867f68e027fd0" providerId="LiveId" clId="{E033AB76-9CCE-499E-8A0F-8D4A6BE31F94}" dt="2026-10-28T17:13:59.807" v="261"/>
          <ac:graphicFrameMkLst>
            <pc:docMk/>
            <pc:sldMk cId="2999673765" sldId="627"/>
            <ac:graphicFrameMk id="3" creationId="{00000000-0008-0000-0000-000002000000}"/>
          </ac:graphicFrameMkLst>
        </pc:graphicFrameChg>
        <pc:graphicFrameChg chg="del">
          <ac:chgData name="Caio Lopes de Souza" userId="789867f68e027fd0" providerId="LiveId" clId="{E033AB76-9CCE-499E-8A0F-8D4A6BE31F94}" dt="2026-10-28T17:14:01.835" v="275"/>
          <ac:graphicFrameMkLst>
            <pc:docMk/>
            <pc:sldMk cId="2999673765" sldId="627"/>
            <ac:graphicFrameMk id="4" creationId="{00000000-0008-0000-0100-000002000000}"/>
          </ac:graphicFrameMkLst>
        </pc:graphicFrameChg>
        <pc:graphicFrameChg chg="del">
          <ac:chgData name="Caio Lopes de Souza" userId="789867f68e027fd0" providerId="LiveId" clId="{E033AB76-9CCE-499E-8A0F-8D4A6BE31F94}" dt="2026-10-28T17:14:03.810" v="289"/>
          <ac:graphicFrameMkLst>
            <pc:docMk/>
            <pc:sldMk cId="2999673765" sldId="627"/>
            <ac:graphicFrameMk id="7" creationId="{00000000-0008-0000-0200-000002000000}"/>
          </ac:graphicFrameMkLst>
        </pc:graphicFrameChg>
        <pc:graphicFrameChg chg="del">
          <ac:chgData name="Caio Lopes de Souza" userId="789867f68e027fd0" providerId="LiveId" clId="{E033AB76-9CCE-499E-8A0F-8D4A6BE31F94}" dt="2026-10-28T17:14:05.736" v="303"/>
          <ac:graphicFrameMkLst>
            <pc:docMk/>
            <pc:sldMk cId="2999673765" sldId="627"/>
            <ac:graphicFrameMk id="8" creationId="{00000000-0008-0000-0300-000002000000}"/>
          </ac:graphicFrameMkLst>
        </pc:graphicFrameChg>
        <pc:graphicFrameChg chg="del">
          <ac:chgData name="Caio Lopes de Souza" userId="789867f68e027fd0" providerId="LiveId" clId="{E033AB76-9CCE-499E-8A0F-8D4A6BE31F94}" dt="2026-10-28T17:14:07.602" v="317"/>
          <ac:graphicFrameMkLst>
            <pc:docMk/>
            <pc:sldMk cId="2999673765" sldId="627"/>
            <ac:graphicFrameMk id="11" creationId="{00000000-0008-0000-0400-000002000000}"/>
          </ac:graphicFrameMkLst>
        </pc:graphicFrameChg>
        <pc:graphicFrameChg chg="add mod">
          <ac:chgData name="Caio Lopes de Souza" userId="789867f68e027fd0" providerId="LiveId" clId="{E033AB76-9CCE-499E-8A0F-8D4A6BE31F94}" dt="2026-10-29T12:35:29.852" v="3595" actId="1076"/>
          <ac:graphicFrameMkLst>
            <pc:docMk/>
            <pc:sldMk cId="2999673765" sldId="627"/>
            <ac:graphicFrameMk id="16" creationId="{00000000-0008-0000-0000-000002000000}"/>
          </ac:graphicFrameMkLst>
        </pc:graphicFrameChg>
        <pc:graphicFrameChg chg="add mod">
          <ac:chgData name="Caio Lopes de Souza" userId="789867f68e027fd0" providerId="LiveId" clId="{E033AB76-9CCE-499E-8A0F-8D4A6BE31F94}" dt="2026-10-28T17:30:56.805" v="330"/>
          <ac:graphicFrameMkLst>
            <pc:docMk/>
            <pc:sldMk cId="2999673765" sldId="627"/>
            <ac:graphicFrameMk id="17" creationId="{00000000-0008-0000-0100-000002000000}"/>
          </ac:graphicFrameMkLst>
        </pc:graphicFrameChg>
        <pc:graphicFrameChg chg="add mod">
          <ac:chgData name="Caio Lopes de Souza" userId="789867f68e027fd0" providerId="LiveId" clId="{E033AB76-9CCE-499E-8A0F-8D4A6BE31F94}" dt="2026-10-28T17:14:03.765" v="287"/>
          <ac:graphicFrameMkLst>
            <pc:docMk/>
            <pc:sldMk cId="2999673765" sldId="627"/>
            <ac:graphicFrameMk id="18" creationId="{00000000-0008-0000-0200-000002000000}"/>
          </ac:graphicFrameMkLst>
        </pc:graphicFrameChg>
        <pc:graphicFrameChg chg="add mod">
          <ac:chgData name="Caio Lopes de Souza" userId="789867f68e027fd0" providerId="LiveId" clId="{E033AB76-9CCE-499E-8A0F-8D4A6BE31F94}" dt="2026-10-28T17:14:05.699" v="301"/>
          <ac:graphicFrameMkLst>
            <pc:docMk/>
            <pc:sldMk cId="2999673765" sldId="627"/>
            <ac:graphicFrameMk id="19" creationId="{00000000-0008-0000-0300-000002000000}"/>
          </ac:graphicFrameMkLst>
        </pc:graphicFrameChg>
        <pc:graphicFrameChg chg="add mod">
          <ac:chgData name="Caio Lopes de Souza" userId="789867f68e027fd0" providerId="LiveId" clId="{E033AB76-9CCE-499E-8A0F-8D4A6BE31F94}" dt="2026-10-28T17:14:07.546" v="315"/>
          <ac:graphicFrameMkLst>
            <pc:docMk/>
            <pc:sldMk cId="2999673765" sldId="627"/>
            <ac:graphicFrameMk id="20" creationId="{00000000-0008-0000-0400-000002000000}"/>
          </ac:graphicFrameMkLst>
        </pc:graphicFrameChg>
      </pc:sldChg>
      <pc:sldChg chg="del">
        <pc:chgData name="Caio Lopes de Souza" userId="789867f68e027fd0" providerId="LiveId" clId="{E033AB76-9CCE-499E-8A0F-8D4A6BE31F94}" dt="2026-10-28T16:57:16.194" v="108" actId="47"/>
        <pc:sldMkLst>
          <pc:docMk/>
          <pc:sldMk cId="4062146639" sldId="627"/>
        </pc:sldMkLst>
      </pc:sldChg>
      <pc:sldChg chg="addSp delSp modSp add mod">
        <pc:chgData name="Caio Lopes de Souza" userId="789867f68e027fd0" providerId="LiveId" clId="{E033AB76-9CCE-499E-8A0F-8D4A6BE31F94}" dt="2026-10-29T12:45:39.253" v="3618" actId="14100"/>
        <pc:sldMkLst>
          <pc:docMk/>
          <pc:sldMk cId="511021981" sldId="628"/>
        </pc:sldMkLst>
        <pc:spChg chg="mod">
          <ac:chgData name="Caio Lopes de Souza" userId="789867f68e027fd0" providerId="LiveId" clId="{E033AB76-9CCE-499E-8A0F-8D4A6BE31F94}" dt="2026-10-29T00:09:24.602" v="2896" actId="20577"/>
          <ac:spMkLst>
            <pc:docMk/>
            <pc:sldMk cId="511021981" sldId="628"/>
            <ac:spMk id="2" creationId="{00000000-0000-0000-0000-000000000000}"/>
          </ac:spMkLst>
        </pc:spChg>
        <pc:spChg chg="del">
          <ac:chgData name="Caio Lopes de Souza" userId="789867f68e027fd0" providerId="LiveId" clId="{E033AB76-9CCE-499E-8A0F-8D4A6BE31F94}" dt="2026-10-28T17:35:42.286" v="349"/>
          <ac:spMkLst>
            <pc:docMk/>
            <pc:sldMk cId="511021981" sldId="628"/>
            <ac:spMk id="3" creationId="{F03016C5-25C3-487A-A063-9D5AE9126411}"/>
          </ac:spMkLst>
        </pc:spChg>
        <pc:spChg chg="del">
          <ac:chgData name="Caio Lopes de Souza" userId="789867f68e027fd0" providerId="LiveId" clId="{E033AB76-9CCE-499E-8A0F-8D4A6BE31F94}" dt="2026-10-28T17:35:42.461" v="351"/>
          <ac:spMkLst>
            <pc:docMk/>
            <pc:sldMk cId="511021981" sldId="628"/>
            <ac:spMk id="4" creationId="{F03016C5-25C3-487A-A063-9D5AE9126411}"/>
          </ac:spMkLst>
        </pc:spChg>
        <pc:spChg chg="del">
          <ac:chgData name="Caio Lopes de Souza" userId="789867f68e027fd0" providerId="LiveId" clId="{E033AB76-9CCE-499E-8A0F-8D4A6BE31F94}" dt="2026-10-28T17:35:42.566" v="353"/>
          <ac:spMkLst>
            <pc:docMk/>
            <pc:sldMk cId="511021981" sldId="628"/>
            <ac:spMk id="5" creationId="{F03016C5-25C3-487A-A063-9D5AE9126411}"/>
          </ac:spMkLst>
        </pc:spChg>
        <pc:spChg chg="add mod">
          <ac:chgData name="Caio Lopes de Souza" userId="789867f68e027fd0" providerId="LiveId" clId="{E033AB76-9CCE-499E-8A0F-8D4A6BE31F94}" dt="2026-10-28T17:45:20.642" v="459" actId="20577"/>
          <ac:spMkLst>
            <pc:docMk/>
            <pc:sldMk cId="511021981" sldId="628"/>
            <ac:spMk id="8" creationId="{DC396782-564D-A8E8-283E-E38E82D86EDB}"/>
          </ac:spMkLst>
        </pc:spChg>
        <pc:spChg chg="add del mod">
          <ac:chgData name="Caio Lopes de Souza" userId="789867f68e027fd0" providerId="LiveId" clId="{E033AB76-9CCE-499E-8A0F-8D4A6BE31F94}" dt="2026-10-28T17:50:59.105" v="514" actId="478"/>
          <ac:spMkLst>
            <pc:docMk/>
            <pc:sldMk cId="511021981" sldId="628"/>
            <ac:spMk id="10" creationId="{CE9539E1-565B-C078-C40D-78D592CC2010}"/>
          </ac:spMkLst>
        </pc:spChg>
        <pc:spChg chg="mod">
          <ac:chgData name="Caio Lopes de Souza" userId="789867f68e027fd0" providerId="LiveId" clId="{E033AB76-9CCE-499E-8A0F-8D4A6BE31F94}" dt="2026-10-28T20:37:05.755" v="1879"/>
          <ac:spMkLst>
            <pc:docMk/>
            <pc:sldMk cId="511021981" sldId="628"/>
            <ac:spMk id="13" creationId="{00000000-0000-0000-0000-000000000000}"/>
          </ac:spMkLst>
        </pc:spChg>
        <pc:spChg chg="mod">
          <ac:chgData name="Caio Lopes de Souza" userId="789867f68e027fd0" providerId="LiveId" clId="{E033AB76-9CCE-499E-8A0F-8D4A6BE31F94}" dt="2026-10-28T17:36:09.058" v="424" actId="20577"/>
          <ac:spMkLst>
            <pc:docMk/>
            <pc:sldMk cId="511021981" sldId="628"/>
            <ac:spMk id="14" creationId="{00000000-0000-0000-0000-000000000000}"/>
          </ac:spMkLst>
        </pc:spChg>
        <pc:spChg chg="mod">
          <ac:chgData name="Caio Lopes de Souza" userId="789867f68e027fd0" providerId="LiveId" clId="{E033AB76-9CCE-499E-8A0F-8D4A6BE31F94}" dt="2026-10-29T00:08:09.857" v="2895" actId="20577"/>
          <ac:spMkLst>
            <pc:docMk/>
            <pc:sldMk cId="511021981" sldId="628"/>
            <ac:spMk id="15" creationId="{00000000-0000-0000-0000-000000000000}"/>
          </ac:spMkLst>
        </pc:spChg>
        <pc:spChg chg="add mod">
          <ac:chgData name="Caio Lopes de Souza" userId="789867f68e027fd0" providerId="LiveId" clId="{E033AB76-9CCE-499E-8A0F-8D4A6BE31F94}" dt="2026-10-28T17:45:21.053" v="465" actId="20577"/>
          <ac:spMkLst>
            <pc:docMk/>
            <pc:sldMk cId="511021981" sldId="628"/>
            <ac:spMk id="18" creationId="{4D8057CB-B892-1B4F-FA40-A58AFC2CAE81}"/>
          </ac:spMkLst>
        </pc:spChg>
        <pc:spChg chg="add del mod">
          <ac:chgData name="Caio Lopes de Souza" userId="789867f68e027fd0" providerId="LiveId" clId="{E033AB76-9CCE-499E-8A0F-8D4A6BE31F94}" dt="2026-10-29T12:45:36.766" v="3617" actId="478"/>
          <ac:spMkLst>
            <pc:docMk/>
            <pc:sldMk cId="511021981" sldId="628"/>
            <ac:spMk id="19" creationId="{6BCA966C-114A-8521-E31A-DCDD7C12E18A}"/>
          </ac:spMkLst>
        </pc:spChg>
        <pc:spChg chg="add mod">
          <ac:chgData name="Caio Lopes de Souza" userId="789867f68e027fd0" providerId="LiveId" clId="{E033AB76-9CCE-499E-8A0F-8D4A6BE31F94}" dt="2026-10-28T17:45:21.214" v="472" actId="20577"/>
          <ac:spMkLst>
            <pc:docMk/>
            <pc:sldMk cId="511021981" sldId="628"/>
            <ac:spMk id="21" creationId="{2F5D9A39-6430-AE36-CFD9-2444393C81DB}"/>
          </ac:spMkLst>
        </pc:spChg>
        <pc:spChg chg="add del mod">
          <ac:chgData name="Caio Lopes de Souza" userId="789867f68e027fd0" providerId="LiveId" clId="{E033AB76-9CCE-499E-8A0F-8D4A6BE31F94}" dt="2026-10-28T17:51:24.647" v="520" actId="478"/>
          <ac:spMkLst>
            <pc:docMk/>
            <pc:sldMk cId="511021981" sldId="628"/>
            <ac:spMk id="22" creationId="{FE5B68BC-37DE-F66F-FEA8-7C19EE30681C}"/>
          </ac:spMkLst>
        </pc:spChg>
        <pc:spChg chg="mod">
          <ac:chgData name="Caio Lopes de Souza" userId="789867f68e027fd0" providerId="LiveId" clId="{E033AB76-9CCE-499E-8A0F-8D4A6BE31F94}" dt="2026-10-28T17:35:44.321" v="361" actId="20577"/>
          <ac:spMkLst>
            <pc:docMk/>
            <pc:sldMk cId="511021981" sldId="628"/>
            <ac:spMk id="36" creationId="{F03016C5-25C3-487A-A063-9D5AE9126411}"/>
          </ac:spMkLst>
        </pc:spChg>
        <pc:spChg chg="mod">
          <ac:chgData name="Caio Lopes de Souza" userId="789867f68e027fd0" providerId="LiveId" clId="{E033AB76-9CCE-499E-8A0F-8D4A6BE31F94}" dt="2026-10-28T17:35:44.419" v="362" actId="20577"/>
          <ac:spMkLst>
            <pc:docMk/>
            <pc:sldMk cId="511021981" sldId="628"/>
            <ac:spMk id="37" creationId="{00000000-0000-0000-0000-000000000000}"/>
          </ac:spMkLst>
        </pc:spChg>
        <pc:spChg chg="del">
          <ac:chgData name="Caio Lopes de Souza" userId="789867f68e027fd0" providerId="LiveId" clId="{E033AB76-9CCE-499E-8A0F-8D4A6BE31F94}" dt="2026-10-28T17:35:40.624" v="335"/>
          <ac:spMkLst>
            <pc:docMk/>
            <pc:sldMk cId="511021981" sldId="628"/>
            <ac:spMk id="38" creationId="{00000000-0000-0000-0000-000000000000}"/>
          </ac:spMkLst>
        </pc:spChg>
        <pc:spChg chg="del">
          <ac:chgData name="Caio Lopes de Souza" userId="789867f68e027fd0" providerId="LiveId" clId="{E033AB76-9CCE-499E-8A0F-8D4A6BE31F94}" dt="2026-10-28T17:35:40.971" v="337"/>
          <ac:spMkLst>
            <pc:docMk/>
            <pc:sldMk cId="511021981" sldId="628"/>
            <ac:spMk id="39" creationId="{00000000-0000-0000-0000-000000000000}"/>
          </ac:spMkLst>
        </pc:spChg>
        <pc:spChg chg="del">
          <ac:chgData name="Caio Lopes de Souza" userId="789867f68e027fd0" providerId="LiveId" clId="{E033AB76-9CCE-499E-8A0F-8D4A6BE31F94}" dt="2026-10-28T17:35:41.160" v="339"/>
          <ac:spMkLst>
            <pc:docMk/>
            <pc:sldMk cId="511021981" sldId="628"/>
            <ac:spMk id="40" creationId="{00000000-0000-0000-0000-000000000000}"/>
          </ac:spMkLst>
        </pc:spChg>
        <pc:graphicFrameChg chg="del">
          <ac:chgData name="Caio Lopes de Souza" userId="789867f68e027fd0" providerId="LiveId" clId="{E033AB76-9CCE-499E-8A0F-8D4A6BE31F94}" dt="2026-10-28T17:35:41.288" v="341"/>
          <ac:graphicFrameMkLst>
            <pc:docMk/>
            <pc:sldMk cId="511021981" sldId="628"/>
            <ac:graphicFrameMk id="9" creationId="{00000000-0008-0000-0000-000002000000}"/>
          </ac:graphicFrameMkLst>
        </pc:graphicFrameChg>
        <pc:graphicFrameChg chg="del">
          <ac:chgData name="Caio Lopes de Souza" userId="789867f68e027fd0" providerId="LiveId" clId="{E033AB76-9CCE-499E-8A0F-8D4A6BE31F94}" dt="2026-10-28T17:35:41.462" v="343"/>
          <ac:graphicFrameMkLst>
            <pc:docMk/>
            <pc:sldMk cId="511021981" sldId="628"/>
            <ac:graphicFrameMk id="11" creationId="{00000000-0008-0000-0300-000002000000}"/>
          </ac:graphicFrameMkLst>
        </pc:graphicFrameChg>
        <pc:graphicFrameChg chg="add del mod">
          <ac:chgData name="Caio Lopes de Souza" userId="789867f68e027fd0" providerId="LiveId" clId="{E033AB76-9CCE-499E-8A0F-8D4A6BE31F94}" dt="2026-10-28T17:45:20.075" v="449"/>
          <ac:graphicFrameMkLst>
            <pc:docMk/>
            <pc:sldMk cId="511021981" sldId="628"/>
            <ac:graphicFrameMk id="12" creationId="{4CD4AF4B-9CCD-BB9B-BF2A-92C661069A81}"/>
          </ac:graphicFrameMkLst>
        </pc:graphicFrameChg>
        <pc:graphicFrameChg chg="del">
          <ac:chgData name="Caio Lopes de Souza" userId="789867f68e027fd0" providerId="LiveId" clId="{E033AB76-9CCE-499E-8A0F-8D4A6BE31F94}" dt="2026-10-28T17:35:41.564" v="345"/>
          <ac:graphicFrameMkLst>
            <pc:docMk/>
            <pc:sldMk cId="511021981" sldId="628"/>
            <ac:graphicFrameMk id="16" creationId="{00000000-0008-0000-0200-000002000000}"/>
          </ac:graphicFrameMkLst>
        </pc:graphicFrameChg>
        <pc:graphicFrameChg chg="del">
          <ac:chgData name="Caio Lopes de Souza" userId="789867f68e027fd0" providerId="LiveId" clId="{E033AB76-9CCE-499E-8A0F-8D4A6BE31F94}" dt="2026-10-28T17:35:41.762" v="347"/>
          <ac:graphicFrameMkLst>
            <pc:docMk/>
            <pc:sldMk cId="511021981" sldId="628"/>
            <ac:graphicFrameMk id="17" creationId="{ED8F803F-1C95-01D1-012C-B0CA03C3B756}"/>
          </ac:graphicFrameMkLst>
        </pc:graphicFrameChg>
        <pc:graphicFrameChg chg="add mod">
          <ac:chgData name="Caio Lopes de Souza" userId="789867f68e027fd0" providerId="LiveId" clId="{E033AB76-9CCE-499E-8A0F-8D4A6BE31F94}" dt="2026-10-29T00:07:48.703" v="2890" actId="207"/>
          <ac:graphicFrameMkLst>
            <pc:docMk/>
            <pc:sldMk cId="511021981" sldId="628"/>
            <ac:graphicFrameMk id="20" creationId="{93586D6B-02F6-BF16-5846-D64C6FB1D91D}"/>
          </ac:graphicFrameMkLst>
        </pc:graphicFrameChg>
        <pc:graphicFrameChg chg="add mod">
          <ac:chgData name="Caio Lopes de Souza" userId="789867f68e027fd0" providerId="LiveId" clId="{E033AB76-9CCE-499E-8A0F-8D4A6BE31F94}" dt="2026-10-29T12:45:39.253" v="3618" actId="14100"/>
          <ac:graphicFrameMkLst>
            <pc:docMk/>
            <pc:sldMk cId="511021981" sldId="628"/>
            <ac:graphicFrameMk id="23" creationId="{0AB0394F-806B-AD4D-C4FA-496D4023F72E}"/>
          </ac:graphicFrameMkLst>
        </pc:graphicFrameChg>
        <pc:graphicFrameChg chg="add mod modGraphic">
          <ac:chgData name="Caio Lopes de Souza" userId="789867f68e027fd0" providerId="LiveId" clId="{E033AB76-9CCE-499E-8A0F-8D4A6BE31F94}" dt="2026-10-28T17:51:26.130" v="521" actId="14100"/>
          <ac:graphicFrameMkLst>
            <pc:docMk/>
            <pc:sldMk cId="511021981" sldId="628"/>
            <ac:graphicFrameMk id="25" creationId="{F20893A5-E4E6-6146-EFFA-418D752EC8F5}"/>
          </ac:graphicFrameMkLst>
        </pc:graphicFrameChg>
        <pc:picChg chg="add mod modCrop">
          <ac:chgData name="Caio Lopes de Souza" userId="789867f68e027fd0" providerId="LiveId" clId="{E033AB76-9CCE-499E-8A0F-8D4A6BE31F94}" dt="2026-10-29T00:11:02.750" v="2900" actId="14100"/>
          <ac:picMkLst>
            <pc:docMk/>
            <pc:sldMk cId="511021981" sldId="628"/>
            <ac:picMk id="7" creationId="{8818E510-C1C8-14FC-2DED-E98F9E5DD89C}"/>
          </ac:picMkLst>
        </pc:picChg>
      </pc:sldChg>
      <pc:sldChg chg="addSp delSp modSp add mod">
        <pc:chgData name="Caio Lopes de Souza" userId="789867f68e027fd0" providerId="LiveId" clId="{E033AB76-9CCE-499E-8A0F-8D4A6BE31F94}" dt="2026-10-29T13:01:42.843" v="3936" actId="20577"/>
        <pc:sldMkLst>
          <pc:docMk/>
          <pc:sldMk cId="1510581457" sldId="629"/>
        </pc:sldMkLst>
        <pc:spChg chg="del">
          <ac:chgData name="Caio Lopes de Souza" userId="789867f68e027fd0" providerId="LiveId" clId="{E033AB76-9CCE-499E-8A0F-8D4A6BE31F94}" dt="2026-10-29T12:54:03.208" v="3653"/>
          <ac:spMkLst>
            <pc:docMk/>
            <pc:sldMk cId="1510581457" sldId="629"/>
            <ac:spMk id="2" creationId="{00000000-0000-0000-0000-000000000000}"/>
          </ac:spMkLst>
        </pc:spChg>
        <pc:spChg chg="del">
          <ac:chgData name="Caio Lopes de Souza" userId="789867f68e027fd0" providerId="LiveId" clId="{E033AB76-9CCE-499E-8A0F-8D4A6BE31F94}" dt="2026-10-29T12:54:03.303" v="3655"/>
          <ac:spMkLst>
            <pc:docMk/>
            <pc:sldMk cId="1510581457" sldId="629"/>
            <ac:spMk id="3" creationId="{F03016C5-25C3-487A-A063-9D5AE9126411}"/>
          </ac:spMkLst>
        </pc:spChg>
        <pc:spChg chg="add mod">
          <ac:chgData name="Caio Lopes de Souza" userId="789867f68e027fd0" providerId="LiveId" clId="{E033AB76-9CCE-499E-8A0F-8D4A6BE31F94}" dt="2026-10-29T12:54:17.483" v="3685"/>
          <ac:spMkLst>
            <pc:docMk/>
            <pc:sldMk cId="1510581457" sldId="629"/>
            <ac:spMk id="4" creationId="{55B1AEBF-1FAB-D725-DA88-DA49B6E19A75}"/>
          </ac:spMkLst>
        </pc:spChg>
        <pc:spChg chg="add del mod">
          <ac:chgData name="Caio Lopes de Souza" userId="789867f68e027fd0" providerId="LiveId" clId="{E033AB76-9CCE-499E-8A0F-8D4A6BE31F94}" dt="2026-10-29T12:55:13.800" v="3715" actId="478"/>
          <ac:spMkLst>
            <pc:docMk/>
            <pc:sldMk cId="1510581457" sldId="629"/>
            <ac:spMk id="5" creationId="{D61DA3BA-568D-E50A-4E76-5A9856F34D10}"/>
          </ac:spMkLst>
        </pc:spChg>
        <pc:spChg chg="add mod">
          <ac:chgData name="Caio Lopes de Souza" userId="789867f68e027fd0" providerId="LiveId" clId="{E033AB76-9CCE-499E-8A0F-8D4A6BE31F94}" dt="2026-10-29T12:54:19.479" v="3695"/>
          <ac:spMkLst>
            <pc:docMk/>
            <pc:sldMk cId="1510581457" sldId="629"/>
            <ac:spMk id="6" creationId="{FBC955A7-DAC6-40F2-8DC6-B479DC04C9DF}"/>
          </ac:spMkLst>
        </pc:spChg>
        <pc:spChg chg="add del mod">
          <ac:chgData name="Caio Lopes de Souza" userId="789867f68e027fd0" providerId="LiveId" clId="{E033AB76-9CCE-499E-8A0F-8D4A6BE31F94}" dt="2026-10-29T12:55:14.682" v="3716" actId="478"/>
          <ac:spMkLst>
            <pc:docMk/>
            <pc:sldMk cId="1510581457" sldId="629"/>
            <ac:spMk id="7" creationId="{7E3713EF-5E39-CB81-1F86-7F02D0249BB9}"/>
          </ac:spMkLst>
        </pc:spChg>
        <pc:spChg chg="mod">
          <ac:chgData name="Caio Lopes de Souza" userId="789867f68e027fd0" providerId="LiveId" clId="{E033AB76-9CCE-499E-8A0F-8D4A6BE31F94}" dt="2026-10-29T13:01:42.843" v="3936" actId="20577"/>
          <ac:spMkLst>
            <pc:docMk/>
            <pc:sldMk cId="1510581457" sldId="629"/>
            <ac:spMk id="15" creationId="{00000000-0000-0000-0000-000000000000}"/>
          </ac:spMkLst>
        </pc:spChg>
        <pc:spChg chg="mod">
          <ac:chgData name="Caio Lopes de Souza" userId="789867f68e027fd0" providerId="LiveId" clId="{E033AB76-9CCE-499E-8A0F-8D4A6BE31F94}" dt="2026-10-29T12:54:07.615" v="3667"/>
          <ac:spMkLst>
            <pc:docMk/>
            <pc:sldMk cId="1510581457" sldId="629"/>
            <ac:spMk id="36" creationId="{F03016C5-25C3-487A-A063-9D5AE9126411}"/>
          </ac:spMkLst>
        </pc:spChg>
        <pc:spChg chg="mod">
          <ac:chgData name="Caio Lopes de Souza" userId="789867f68e027fd0" providerId="LiveId" clId="{E033AB76-9CCE-499E-8A0F-8D4A6BE31F94}" dt="2026-10-29T12:55:28.748" v="3718" actId="20577"/>
          <ac:spMkLst>
            <pc:docMk/>
            <pc:sldMk cId="1510581457" sldId="629"/>
            <ac:spMk id="37" creationId="{00000000-0000-0000-0000-000000000000}"/>
          </ac:spMkLst>
        </pc:spChg>
        <pc:spChg chg="mod">
          <ac:chgData name="Caio Lopes de Souza" userId="789867f68e027fd0" providerId="LiveId" clId="{E033AB76-9CCE-499E-8A0F-8D4A6BE31F94}" dt="2026-10-29T12:54:07.486" v="3665"/>
          <ac:spMkLst>
            <pc:docMk/>
            <pc:sldMk cId="1510581457" sldId="629"/>
            <ac:spMk id="87" creationId="{39F9587F-5AD1-E0CE-FD39-DDDEFE1E1C32}"/>
          </ac:spMkLst>
        </pc:spChg>
        <pc:spChg chg="mod">
          <ac:chgData name="Caio Lopes de Souza" userId="789867f68e027fd0" providerId="LiveId" clId="{E033AB76-9CCE-499E-8A0F-8D4A6BE31F94}" dt="2026-10-29T12:54:07.851" v="3673"/>
          <ac:spMkLst>
            <pc:docMk/>
            <pc:sldMk cId="1510581457" sldId="629"/>
            <ac:spMk id="88" creationId="{0251C255-CA32-6E7A-EF58-8328472739E7}"/>
          </ac:spMkLst>
        </pc:spChg>
        <pc:spChg chg="mod">
          <ac:chgData name="Caio Lopes de Souza" userId="789867f68e027fd0" providerId="LiveId" clId="{E033AB76-9CCE-499E-8A0F-8D4A6BE31F94}" dt="2026-10-29T12:54:07.427" v="3663"/>
          <ac:spMkLst>
            <pc:docMk/>
            <pc:sldMk cId="1510581457" sldId="629"/>
            <ac:spMk id="89" creationId="{E9F93A9B-13BF-28A4-829A-9CA7F86733C7}"/>
          </ac:spMkLst>
        </pc:spChg>
        <pc:spChg chg="mod">
          <ac:chgData name="Caio Lopes de Souza" userId="789867f68e027fd0" providerId="LiveId" clId="{E033AB76-9CCE-499E-8A0F-8D4A6BE31F94}" dt="2026-10-29T12:54:07.978" v="3675"/>
          <ac:spMkLst>
            <pc:docMk/>
            <pc:sldMk cId="1510581457" sldId="629"/>
            <ac:spMk id="90" creationId="{B68FA1FC-D252-5EFB-0A21-85E796D5D64F}"/>
          </ac:spMkLst>
        </pc:spChg>
        <pc:spChg chg="mod">
          <ac:chgData name="Caio Lopes de Souza" userId="789867f68e027fd0" providerId="LiveId" clId="{E033AB76-9CCE-499E-8A0F-8D4A6BE31F94}" dt="2026-10-29T12:54:07.347" v="3661"/>
          <ac:spMkLst>
            <pc:docMk/>
            <pc:sldMk cId="1510581457" sldId="629"/>
            <ac:spMk id="91" creationId="{F6D6ADA7-646F-06C3-CDC3-45BEFB8EE61C}"/>
          </ac:spMkLst>
        </pc:spChg>
        <pc:spChg chg="mod">
          <ac:chgData name="Caio Lopes de Souza" userId="789867f68e027fd0" providerId="LiveId" clId="{E033AB76-9CCE-499E-8A0F-8D4A6BE31F94}" dt="2026-10-29T12:54:08.058" v="3677"/>
          <ac:spMkLst>
            <pc:docMk/>
            <pc:sldMk cId="1510581457" sldId="629"/>
            <ac:spMk id="92" creationId="{EF7D2DE5-3A20-5183-6C12-56B54C5EB07D}"/>
          </ac:spMkLst>
        </pc:spChg>
        <pc:spChg chg="mod">
          <ac:chgData name="Caio Lopes de Souza" userId="789867f68e027fd0" providerId="LiveId" clId="{E033AB76-9CCE-499E-8A0F-8D4A6BE31F94}" dt="2026-10-29T12:54:07.167" v="3659"/>
          <ac:spMkLst>
            <pc:docMk/>
            <pc:sldMk cId="1510581457" sldId="629"/>
            <ac:spMk id="93" creationId="{631B5001-8DEC-544B-07F5-397497F5FB2A}"/>
          </ac:spMkLst>
        </pc:spChg>
        <pc:spChg chg="mod">
          <ac:chgData name="Caio Lopes de Souza" userId="789867f68e027fd0" providerId="LiveId" clId="{E033AB76-9CCE-499E-8A0F-8D4A6BE31F94}" dt="2026-10-29T12:54:08.149" v="3679"/>
          <ac:spMkLst>
            <pc:docMk/>
            <pc:sldMk cId="1510581457" sldId="629"/>
            <ac:spMk id="94" creationId="{915F9579-6405-F35D-CCF7-3E1B208242ED}"/>
          </ac:spMkLst>
        </pc:spChg>
        <pc:graphicFrameChg chg="add mod">
          <ac:chgData name="Caio Lopes de Souza" userId="789867f68e027fd0" providerId="LiveId" clId="{E033AB76-9CCE-499E-8A0F-8D4A6BE31F94}" dt="2026-10-29T12:54:53.886" v="3707"/>
          <ac:graphicFrameMkLst>
            <pc:docMk/>
            <pc:sldMk cId="1510581457" sldId="629"/>
            <ac:graphicFrameMk id="8" creationId="{9D40D6BB-1806-5688-4F20-034B308258AD}"/>
          </ac:graphicFrameMkLst>
        </pc:graphicFrameChg>
        <pc:graphicFrameChg chg="add mod">
          <ac:chgData name="Caio Lopes de Souza" userId="789867f68e027fd0" providerId="LiveId" clId="{E033AB76-9CCE-499E-8A0F-8D4A6BE31F94}" dt="2026-10-29T12:54:54.904" v="3714"/>
          <ac:graphicFrameMkLst>
            <pc:docMk/>
            <pc:sldMk cId="1510581457" sldId="629"/>
            <ac:graphicFrameMk id="9" creationId="{5B1E7D50-4A90-DA43-7CE6-F75BA440045E}"/>
          </ac:graphicFrameMkLst>
        </pc:graphicFrameChg>
        <pc:graphicFrameChg chg="mod">
          <ac:chgData name="Caio Lopes de Souza" userId="789867f68e027fd0" providerId="LiveId" clId="{E033AB76-9CCE-499E-8A0F-8D4A6BE31F94}" dt="2026-10-29T12:54:07.774" v="3671"/>
          <ac:graphicFrameMkLst>
            <pc:docMk/>
            <pc:sldMk cId="1510581457" sldId="629"/>
            <ac:graphicFrameMk id="76" creationId="{00000000-0008-0000-0100-000002000000}"/>
          </ac:graphicFrameMkLst>
        </pc:graphicFrameChg>
        <pc:graphicFrameChg chg="del">
          <ac:chgData name="Caio Lopes de Souza" userId="789867f68e027fd0" providerId="LiveId" clId="{E033AB76-9CCE-499E-8A0F-8D4A6BE31F94}" dt="2026-10-29T12:54:03.364" v="3657"/>
          <ac:graphicFrameMkLst>
            <pc:docMk/>
            <pc:sldMk cId="1510581457" sldId="629"/>
            <ac:graphicFrameMk id="86" creationId="{8E00FAC2-9AFE-03AE-B8CD-ACB47619C452}"/>
          </ac:graphicFrameMkLst>
        </pc:graphicFrameChg>
      </pc:sldChg>
      <pc:sldChg chg="addSp delSp modSp add mod ord">
        <pc:chgData name="Caio Lopes de Souza" userId="789867f68e027fd0" providerId="LiveId" clId="{E033AB76-9CCE-499E-8A0F-8D4A6BE31F94}" dt="2026-10-29T16:22:35.892" v="5681"/>
        <pc:sldMkLst>
          <pc:docMk/>
          <pc:sldMk cId="1175071753" sldId="630"/>
        </pc:sldMkLst>
        <pc:spChg chg="mod">
          <ac:chgData name="Caio Lopes de Souza" userId="789867f68e027fd0" providerId="LiveId" clId="{E033AB76-9CCE-499E-8A0F-8D4A6BE31F94}" dt="2026-10-29T16:08:10.032" v="5667" actId="14100"/>
          <ac:spMkLst>
            <pc:docMk/>
            <pc:sldMk cId="1175071753" sldId="630"/>
            <ac:spMk id="2" creationId="{00000000-0000-0000-0000-000000000000}"/>
          </ac:spMkLst>
        </pc:spChg>
        <pc:spChg chg="del mod">
          <ac:chgData name="Caio Lopes de Souza" userId="789867f68e027fd0" providerId="LiveId" clId="{E033AB76-9CCE-499E-8A0F-8D4A6BE31F94}" dt="2026-10-29T15:55:36.839" v="5606" actId="478"/>
          <ac:spMkLst>
            <pc:docMk/>
            <pc:sldMk cId="1175071753" sldId="630"/>
            <ac:spMk id="3" creationId="{F03016C5-25C3-487A-A063-9D5AE9126411}"/>
          </ac:spMkLst>
        </pc:spChg>
        <pc:spChg chg="add del mod">
          <ac:chgData name="Caio Lopes de Souza" userId="789867f68e027fd0" providerId="LiveId" clId="{E033AB76-9CCE-499E-8A0F-8D4A6BE31F94}" dt="2026-10-29T13:56:48.871" v="4487"/>
          <ac:spMkLst>
            <pc:docMk/>
            <pc:sldMk cId="1175071753" sldId="630"/>
            <ac:spMk id="4" creationId="{86BC9EA8-5566-91FF-1C84-06E9254D6EE8}"/>
          </ac:spMkLst>
        </pc:spChg>
        <pc:spChg chg="add mod">
          <ac:chgData name="Caio Lopes de Souza" userId="789867f68e027fd0" providerId="LiveId" clId="{E033AB76-9CCE-499E-8A0F-8D4A6BE31F94}" dt="2026-10-29T15:55:41.472" v="5608" actId="1076"/>
          <ac:spMkLst>
            <pc:docMk/>
            <pc:sldMk cId="1175071753" sldId="630"/>
            <ac:spMk id="5" creationId="{F07071E5-D8C7-4EF1-ECF6-11F2DF52B51F}"/>
          </ac:spMkLst>
        </pc:spChg>
        <pc:spChg chg="add mod">
          <ac:chgData name="Caio Lopes de Souza" userId="789867f68e027fd0" providerId="LiveId" clId="{E033AB76-9CCE-499E-8A0F-8D4A6BE31F94}" dt="2026-10-29T16:01:24.492" v="5638" actId="20577"/>
          <ac:spMkLst>
            <pc:docMk/>
            <pc:sldMk cId="1175071753" sldId="630"/>
            <ac:spMk id="6" creationId="{BC77A021-12EA-2BD9-94E7-EF826B6FA7DB}"/>
          </ac:spMkLst>
        </pc:spChg>
        <pc:spChg chg="add del mod">
          <ac:chgData name="Caio Lopes de Souza" userId="789867f68e027fd0" providerId="LiveId" clId="{E033AB76-9CCE-499E-8A0F-8D4A6BE31F94}" dt="2026-10-29T13:56:49.314" v="4489"/>
          <ac:spMkLst>
            <pc:docMk/>
            <pc:sldMk cId="1175071753" sldId="630"/>
            <ac:spMk id="7" creationId="{134B3053-4A92-F160-84C4-B90EC73F7153}"/>
          </ac:spMkLst>
        </pc:spChg>
        <pc:spChg chg="add del mod">
          <ac:chgData name="Caio Lopes de Souza" userId="789867f68e027fd0" providerId="LiveId" clId="{E033AB76-9CCE-499E-8A0F-8D4A6BE31F94}" dt="2026-10-29T13:56:49.486" v="4491"/>
          <ac:spMkLst>
            <pc:docMk/>
            <pc:sldMk cId="1175071753" sldId="630"/>
            <ac:spMk id="8" creationId="{95A2C8DB-AFFC-3727-52DC-6646EB5A56E3}"/>
          </ac:spMkLst>
        </pc:spChg>
        <pc:spChg chg="mod">
          <ac:chgData name="Caio Lopes de Souza" userId="789867f68e027fd0" providerId="LiveId" clId="{E033AB76-9CCE-499E-8A0F-8D4A6BE31F94}" dt="2026-10-29T13:34:19.275" v="4221" actId="20577"/>
          <ac:spMkLst>
            <pc:docMk/>
            <pc:sldMk cId="1175071753" sldId="630"/>
            <ac:spMk id="14" creationId="{00000000-0000-0000-0000-000000000000}"/>
          </ac:spMkLst>
        </pc:spChg>
        <pc:spChg chg="mod">
          <ac:chgData name="Caio Lopes de Souza" userId="789867f68e027fd0" providerId="LiveId" clId="{E033AB76-9CCE-499E-8A0F-8D4A6BE31F94}" dt="2026-10-29T15:54:04.624" v="5581" actId="20577"/>
          <ac:spMkLst>
            <pc:docMk/>
            <pc:sldMk cId="1175071753" sldId="630"/>
            <ac:spMk id="15" creationId="{00000000-0000-0000-0000-000000000000}"/>
          </ac:spMkLst>
        </pc:spChg>
        <pc:spChg chg="add del mod ord">
          <ac:chgData name="Caio Lopes de Souza" userId="789867f68e027fd0" providerId="LiveId" clId="{E033AB76-9CCE-499E-8A0F-8D4A6BE31F94}" dt="2026-10-29T13:58:01.938" v="4558"/>
          <ac:spMkLst>
            <pc:docMk/>
            <pc:sldMk cId="1175071753" sldId="630"/>
            <ac:spMk id="19" creationId="{E17AE74B-129F-670D-E116-AAF8CA4AD014}"/>
          </ac:spMkLst>
        </pc:spChg>
        <pc:spChg chg="add del mod ord">
          <ac:chgData name="Caio Lopes de Souza" userId="789867f68e027fd0" providerId="LiveId" clId="{E033AB76-9CCE-499E-8A0F-8D4A6BE31F94}" dt="2026-10-29T14:04:23.319" v="4625"/>
          <ac:spMkLst>
            <pc:docMk/>
            <pc:sldMk cId="1175071753" sldId="630"/>
            <ac:spMk id="22" creationId="{12C50F8E-895F-C8A7-26F8-4DB97AAE3704}"/>
          </ac:spMkLst>
        </pc:spChg>
        <pc:spChg chg="add del mod ord">
          <ac:chgData name="Caio Lopes de Souza" userId="789867f68e027fd0" providerId="LiveId" clId="{E033AB76-9CCE-499E-8A0F-8D4A6BE31F94}" dt="2026-10-29T14:05:51.673" v="4692"/>
          <ac:spMkLst>
            <pc:docMk/>
            <pc:sldMk cId="1175071753" sldId="630"/>
            <ac:spMk id="26" creationId="{1403A3AE-E1A9-222E-5A9C-6C5C09792182}"/>
          </ac:spMkLst>
        </pc:spChg>
        <pc:spChg chg="add del mod ord">
          <ac:chgData name="Caio Lopes de Souza" userId="789867f68e027fd0" providerId="LiveId" clId="{E033AB76-9CCE-499E-8A0F-8D4A6BE31F94}" dt="2026-10-29T14:11:31.081" v="4760"/>
          <ac:spMkLst>
            <pc:docMk/>
            <pc:sldMk cId="1175071753" sldId="630"/>
            <ac:spMk id="29" creationId="{6B2CF9BD-6F53-5BD9-67AA-6AF6E2D3FBC9}"/>
          </ac:spMkLst>
        </pc:spChg>
        <pc:spChg chg="add del mod ord">
          <ac:chgData name="Caio Lopes de Souza" userId="789867f68e027fd0" providerId="LiveId" clId="{E033AB76-9CCE-499E-8A0F-8D4A6BE31F94}" dt="2026-10-29T14:32:24.135" v="5087"/>
          <ac:spMkLst>
            <pc:docMk/>
            <pc:sldMk cId="1175071753" sldId="630"/>
            <ac:spMk id="38" creationId="{D37D2BF3-C2D4-69F6-BA40-CFCF39309EEB}"/>
          </ac:spMkLst>
        </pc:spChg>
        <pc:spChg chg="add del mod">
          <ac:chgData name="Caio Lopes de Souza" userId="789867f68e027fd0" providerId="LiveId" clId="{E033AB76-9CCE-499E-8A0F-8D4A6BE31F94}" dt="2026-10-29T14:32:24.314" v="5089"/>
          <ac:spMkLst>
            <pc:docMk/>
            <pc:sldMk cId="1175071753" sldId="630"/>
            <ac:spMk id="39" creationId="{174F3A41-2848-20F3-3F6B-263A34831671}"/>
          </ac:spMkLst>
        </pc:spChg>
        <pc:spChg chg="add del mod ord">
          <ac:chgData name="Caio Lopes de Souza" userId="789867f68e027fd0" providerId="LiveId" clId="{E033AB76-9CCE-499E-8A0F-8D4A6BE31F94}" dt="2026-10-29T14:32:24.053" v="5085"/>
          <ac:spMkLst>
            <pc:docMk/>
            <pc:sldMk cId="1175071753" sldId="630"/>
            <ac:spMk id="40" creationId="{4B9B5149-9FFD-6B4F-178C-75A545707ABE}"/>
          </ac:spMkLst>
        </pc:spChg>
        <pc:spChg chg="add del mod">
          <ac:chgData name="Caio Lopes de Souza" userId="789867f68e027fd0" providerId="LiveId" clId="{E033AB76-9CCE-499E-8A0F-8D4A6BE31F94}" dt="2026-10-29T14:32:24.405" v="5091"/>
          <ac:spMkLst>
            <pc:docMk/>
            <pc:sldMk cId="1175071753" sldId="630"/>
            <ac:spMk id="41" creationId="{7F6465A9-B56B-6793-D60A-3AE0F61FA151}"/>
          </ac:spMkLst>
        </pc:spChg>
        <pc:spChg chg="add del mod ord">
          <ac:chgData name="Caio Lopes de Souza" userId="789867f68e027fd0" providerId="LiveId" clId="{E033AB76-9CCE-499E-8A0F-8D4A6BE31F94}" dt="2026-10-29T14:32:23.974" v="5083"/>
          <ac:spMkLst>
            <pc:docMk/>
            <pc:sldMk cId="1175071753" sldId="630"/>
            <ac:spMk id="42" creationId="{B8A29270-7703-A041-E169-3E7E9740C446}"/>
          </ac:spMkLst>
        </pc:spChg>
        <pc:spChg chg="add del mod">
          <ac:chgData name="Caio Lopes de Souza" userId="789867f68e027fd0" providerId="LiveId" clId="{E033AB76-9CCE-499E-8A0F-8D4A6BE31F94}" dt="2026-10-29T14:32:24.466" v="5093"/>
          <ac:spMkLst>
            <pc:docMk/>
            <pc:sldMk cId="1175071753" sldId="630"/>
            <ac:spMk id="43" creationId="{3F138195-2113-FDC6-6A55-977C7133926E}"/>
          </ac:spMkLst>
        </pc:spChg>
        <pc:spChg chg="add del mod ord">
          <ac:chgData name="Caio Lopes de Souza" userId="789867f68e027fd0" providerId="LiveId" clId="{E033AB76-9CCE-499E-8A0F-8D4A6BE31F94}" dt="2026-10-29T14:32:23.890" v="5081"/>
          <ac:spMkLst>
            <pc:docMk/>
            <pc:sldMk cId="1175071753" sldId="630"/>
            <ac:spMk id="44" creationId="{BC84325E-265A-856A-E842-879A1DFD9F2F}"/>
          </ac:spMkLst>
        </pc:spChg>
        <pc:spChg chg="add del mod">
          <ac:chgData name="Caio Lopes de Souza" userId="789867f68e027fd0" providerId="LiveId" clId="{E033AB76-9CCE-499E-8A0F-8D4A6BE31F94}" dt="2026-10-29T14:32:24.574" v="5095"/>
          <ac:spMkLst>
            <pc:docMk/>
            <pc:sldMk cId="1175071753" sldId="630"/>
            <ac:spMk id="45" creationId="{3154E67D-4B62-3B5A-4DB6-BCD6206F1B52}"/>
          </ac:spMkLst>
        </pc:spChg>
        <pc:spChg chg="add del mod ord">
          <ac:chgData name="Caio Lopes de Souza" userId="789867f68e027fd0" providerId="LiveId" clId="{E033AB76-9CCE-499E-8A0F-8D4A6BE31F94}" dt="2026-10-29T14:32:23.772" v="5079"/>
          <ac:spMkLst>
            <pc:docMk/>
            <pc:sldMk cId="1175071753" sldId="630"/>
            <ac:spMk id="46" creationId="{E41DEB47-476D-F1CE-D491-89BA4CC599F2}"/>
          </ac:spMkLst>
        </pc:spChg>
        <pc:spChg chg="add del mod ord">
          <ac:chgData name="Caio Lopes de Souza" userId="789867f68e027fd0" providerId="LiveId" clId="{E033AB76-9CCE-499E-8A0F-8D4A6BE31F94}" dt="2026-10-29T14:33:41.083" v="5250"/>
          <ac:spMkLst>
            <pc:docMk/>
            <pc:sldMk cId="1175071753" sldId="630"/>
            <ac:spMk id="49" creationId="{588C0BF0-3718-214B-C777-C0B0220E8CE6}"/>
          </ac:spMkLst>
        </pc:spChg>
        <pc:spChg chg="add del mod">
          <ac:chgData name="Caio Lopes de Souza" userId="789867f68e027fd0" providerId="LiveId" clId="{E033AB76-9CCE-499E-8A0F-8D4A6BE31F94}" dt="2026-10-29T14:33:41.172" v="5252"/>
          <ac:spMkLst>
            <pc:docMk/>
            <pc:sldMk cId="1175071753" sldId="630"/>
            <ac:spMk id="50" creationId="{26A50F75-E3B8-ACD1-27FF-7D0BD9C96D50}"/>
          </ac:spMkLst>
        </pc:spChg>
        <pc:spChg chg="add del mod ord">
          <ac:chgData name="Caio Lopes de Souza" userId="789867f68e027fd0" providerId="LiveId" clId="{E033AB76-9CCE-499E-8A0F-8D4A6BE31F94}" dt="2026-10-29T14:33:41.041" v="5248"/>
          <ac:spMkLst>
            <pc:docMk/>
            <pc:sldMk cId="1175071753" sldId="630"/>
            <ac:spMk id="51" creationId="{B97F8034-D405-E1EA-6FF6-E691A1227D4F}"/>
          </ac:spMkLst>
        </pc:spChg>
        <pc:spChg chg="add del mod">
          <ac:chgData name="Caio Lopes de Souza" userId="789867f68e027fd0" providerId="LiveId" clId="{E033AB76-9CCE-499E-8A0F-8D4A6BE31F94}" dt="2026-10-29T14:33:41.207" v="5254"/>
          <ac:spMkLst>
            <pc:docMk/>
            <pc:sldMk cId="1175071753" sldId="630"/>
            <ac:spMk id="52" creationId="{70471F3D-8D0F-E596-5E47-0F2BE7FC7B7C}"/>
          </ac:spMkLst>
        </pc:spChg>
        <pc:spChg chg="add del mod ord">
          <ac:chgData name="Caio Lopes de Souza" userId="789867f68e027fd0" providerId="LiveId" clId="{E033AB76-9CCE-499E-8A0F-8D4A6BE31F94}" dt="2026-10-29T14:33:40.996" v="5246"/>
          <ac:spMkLst>
            <pc:docMk/>
            <pc:sldMk cId="1175071753" sldId="630"/>
            <ac:spMk id="53" creationId="{84DDB80E-1409-8EE9-79C6-7F17554ECF00}"/>
          </ac:spMkLst>
        </pc:spChg>
        <pc:spChg chg="add del mod">
          <ac:chgData name="Caio Lopes de Souza" userId="789867f68e027fd0" providerId="LiveId" clId="{E033AB76-9CCE-499E-8A0F-8D4A6BE31F94}" dt="2026-10-29T14:33:41.248" v="5256"/>
          <ac:spMkLst>
            <pc:docMk/>
            <pc:sldMk cId="1175071753" sldId="630"/>
            <ac:spMk id="54" creationId="{60067CD2-D61D-CE07-59EE-8521FCD4FA1E}"/>
          </ac:spMkLst>
        </pc:spChg>
        <pc:spChg chg="add del mod ord">
          <ac:chgData name="Caio Lopes de Souza" userId="789867f68e027fd0" providerId="LiveId" clId="{E033AB76-9CCE-499E-8A0F-8D4A6BE31F94}" dt="2026-10-29T14:33:40.948" v="5244"/>
          <ac:spMkLst>
            <pc:docMk/>
            <pc:sldMk cId="1175071753" sldId="630"/>
            <ac:spMk id="55" creationId="{1C9BBFA6-1DEF-A082-9655-77839FC5B2A3}"/>
          </ac:spMkLst>
        </pc:spChg>
        <pc:spChg chg="add del mod">
          <ac:chgData name="Caio Lopes de Souza" userId="789867f68e027fd0" providerId="LiveId" clId="{E033AB76-9CCE-499E-8A0F-8D4A6BE31F94}" dt="2026-10-29T14:33:41.292" v="5258"/>
          <ac:spMkLst>
            <pc:docMk/>
            <pc:sldMk cId="1175071753" sldId="630"/>
            <ac:spMk id="56" creationId="{0CB901F0-AF88-CFC1-8ACA-902A9BA3D4FF}"/>
          </ac:spMkLst>
        </pc:spChg>
        <pc:spChg chg="add del mod ord">
          <ac:chgData name="Caio Lopes de Souza" userId="789867f68e027fd0" providerId="LiveId" clId="{E033AB76-9CCE-499E-8A0F-8D4A6BE31F94}" dt="2026-10-29T14:33:40.900" v="5242"/>
          <ac:spMkLst>
            <pc:docMk/>
            <pc:sldMk cId="1175071753" sldId="630"/>
            <ac:spMk id="57" creationId="{9A2E0B84-D714-77CF-BEE7-F4662E0E8942}"/>
          </ac:spMkLst>
        </pc:spChg>
        <pc:spChg chg="add del mod ord">
          <ac:chgData name="Caio Lopes de Souza" userId="789867f68e027fd0" providerId="LiveId" clId="{E033AB76-9CCE-499E-8A0F-8D4A6BE31F94}" dt="2026-10-29T14:34:48.178" v="5415"/>
          <ac:spMkLst>
            <pc:docMk/>
            <pc:sldMk cId="1175071753" sldId="630"/>
            <ac:spMk id="60" creationId="{E0CB4952-275A-5EDB-C5C5-41211DE2E4C0}"/>
          </ac:spMkLst>
        </pc:spChg>
        <pc:spChg chg="add del mod">
          <ac:chgData name="Caio Lopes de Souza" userId="789867f68e027fd0" providerId="LiveId" clId="{E033AB76-9CCE-499E-8A0F-8D4A6BE31F94}" dt="2026-10-29T14:34:48.353" v="5417"/>
          <ac:spMkLst>
            <pc:docMk/>
            <pc:sldMk cId="1175071753" sldId="630"/>
            <ac:spMk id="61" creationId="{643CFA07-B98A-7356-A57F-2E5A1790444E}"/>
          </ac:spMkLst>
        </pc:spChg>
        <pc:spChg chg="add del mod ord">
          <ac:chgData name="Caio Lopes de Souza" userId="789867f68e027fd0" providerId="LiveId" clId="{E033AB76-9CCE-499E-8A0F-8D4A6BE31F94}" dt="2026-10-29T14:34:48.089" v="5413"/>
          <ac:spMkLst>
            <pc:docMk/>
            <pc:sldMk cId="1175071753" sldId="630"/>
            <ac:spMk id="62" creationId="{DFE03EBF-24CB-E0E0-DED1-D4CD5EF921FF}"/>
          </ac:spMkLst>
        </pc:spChg>
        <pc:spChg chg="add del mod">
          <ac:chgData name="Caio Lopes de Souza" userId="789867f68e027fd0" providerId="LiveId" clId="{E033AB76-9CCE-499E-8A0F-8D4A6BE31F94}" dt="2026-10-29T14:34:48.428" v="5419"/>
          <ac:spMkLst>
            <pc:docMk/>
            <pc:sldMk cId="1175071753" sldId="630"/>
            <ac:spMk id="63" creationId="{41C366B6-F3E5-0A0E-65B0-D27D88679FA0}"/>
          </ac:spMkLst>
        </pc:spChg>
        <pc:spChg chg="add del mod ord">
          <ac:chgData name="Caio Lopes de Souza" userId="789867f68e027fd0" providerId="LiveId" clId="{E033AB76-9CCE-499E-8A0F-8D4A6BE31F94}" dt="2026-10-29T14:34:48" v="5411"/>
          <ac:spMkLst>
            <pc:docMk/>
            <pc:sldMk cId="1175071753" sldId="630"/>
            <ac:spMk id="64" creationId="{66B0A69F-14DC-CA4E-E239-3E4619E957C0}"/>
          </ac:spMkLst>
        </pc:spChg>
        <pc:spChg chg="add del mod">
          <ac:chgData name="Caio Lopes de Souza" userId="789867f68e027fd0" providerId="LiveId" clId="{E033AB76-9CCE-499E-8A0F-8D4A6BE31F94}" dt="2026-10-29T14:34:48.514" v="5421"/>
          <ac:spMkLst>
            <pc:docMk/>
            <pc:sldMk cId="1175071753" sldId="630"/>
            <ac:spMk id="65" creationId="{557569E5-D0CA-A3FC-B5B3-AEEFC218C2F5}"/>
          </ac:spMkLst>
        </pc:spChg>
        <pc:spChg chg="add del mod ord">
          <ac:chgData name="Caio Lopes de Souza" userId="789867f68e027fd0" providerId="LiveId" clId="{E033AB76-9CCE-499E-8A0F-8D4A6BE31F94}" dt="2026-10-29T14:34:47.868" v="5409"/>
          <ac:spMkLst>
            <pc:docMk/>
            <pc:sldMk cId="1175071753" sldId="630"/>
            <ac:spMk id="66" creationId="{16558F39-00C4-CF6D-4479-C0579EF3BA30}"/>
          </ac:spMkLst>
        </pc:spChg>
        <pc:spChg chg="add del mod">
          <ac:chgData name="Caio Lopes de Souza" userId="789867f68e027fd0" providerId="LiveId" clId="{E033AB76-9CCE-499E-8A0F-8D4A6BE31F94}" dt="2026-10-29T14:34:48.638" v="5423"/>
          <ac:spMkLst>
            <pc:docMk/>
            <pc:sldMk cId="1175071753" sldId="630"/>
            <ac:spMk id="67" creationId="{968C0885-8352-63AC-F474-2245E8D6ACE8}"/>
          </ac:spMkLst>
        </pc:spChg>
        <pc:spChg chg="add del mod ord">
          <ac:chgData name="Caio Lopes de Souza" userId="789867f68e027fd0" providerId="LiveId" clId="{E033AB76-9CCE-499E-8A0F-8D4A6BE31F94}" dt="2026-10-29T14:34:47.790" v="5407"/>
          <ac:spMkLst>
            <pc:docMk/>
            <pc:sldMk cId="1175071753" sldId="630"/>
            <ac:spMk id="68" creationId="{3932CA4E-1899-13FD-8B36-49F24C810BB0}"/>
          </ac:spMkLst>
        </pc:spChg>
        <pc:spChg chg="add del mod ord">
          <ac:chgData name="Caio Lopes de Souza" userId="789867f68e027fd0" providerId="LiveId" clId="{E033AB76-9CCE-499E-8A0F-8D4A6BE31F94}" dt="2026-10-29T15:55:37.881" v="5607" actId="478"/>
          <ac:spMkLst>
            <pc:docMk/>
            <pc:sldMk cId="1175071753" sldId="630"/>
            <ac:spMk id="71" creationId="{39BF0056-B986-9F35-E231-E0E9C1EB0864}"/>
          </ac:spMkLst>
        </pc:spChg>
        <pc:spChg chg="add del mod">
          <ac:chgData name="Caio Lopes de Souza" userId="789867f68e027fd0" providerId="LiveId" clId="{E033AB76-9CCE-499E-8A0F-8D4A6BE31F94}" dt="2026-10-29T15:55:37.881" v="5607" actId="478"/>
          <ac:spMkLst>
            <pc:docMk/>
            <pc:sldMk cId="1175071753" sldId="630"/>
            <ac:spMk id="72" creationId="{8727D927-0FCF-57A4-F39F-9BB8634F1251}"/>
          </ac:spMkLst>
        </pc:spChg>
        <pc:spChg chg="add del mod ord">
          <ac:chgData name="Caio Lopes de Souza" userId="789867f68e027fd0" providerId="LiveId" clId="{E033AB76-9CCE-499E-8A0F-8D4A6BE31F94}" dt="2026-10-29T15:55:37.881" v="5607" actId="478"/>
          <ac:spMkLst>
            <pc:docMk/>
            <pc:sldMk cId="1175071753" sldId="630"/>
            <ac:spMk id="73" creationId="{214D7411-6225-B701-32E0-F8AB94C3EBB0}"/>
          </ac:spMkLst>
        </pc:spChg>
        <pc:spChg chg="add del mod">
          <ac:chgData name="Caio Lopes de Souza" userId="789867f68e027fd0" providerId="LiveId" clId="{E033AB76-9CCE-499E-8A0F-8D4A6BE31F94}" dt="2026-10-29T15:55:37.881" v="5607" actId="478"/>
          <ac:spMkLst>
            <pc:docMk/>
            <pc:sldMk cId="1175071753" sldId="630"/>
            <ac:spMk id="74" creationId="{00D3EE78-74D9-AB11-44A4-7038AB3936C1}"/>
          </ac:spMkLst>
        </pc:spChg>
        <pc:spChg chg="add del mod ord">
          <ac:chgData name="Caio Lopes de Souza" userId="789867f68e027fd0" providerId="LiveId" clId="{E033AB76-9CCE-499E-8A0F-8D4A6BE31F94}" dt="2026-10-29T15:55:37.881" v="5607" actId="478"/>
          <ac:spMkLst>
            <pc:docMk/>
            <pc:sldMk cId="1175071753" sldId="630"/>
            <ac:spMk id="75" creationId="{FAD270AA-2C6B-33BA-C897-376F01A52521}"/>
          </ac:spMkLst>
        </pc:spChg>
        <pc:spChg chg="add del mod">
          <ac:chgData name="Caio Lopes de Souza" userId="789867f68e027fd0" providerId="LiveId" clId="{E033AB76-9CCE-499E-8A0F-8D4A6BE31F94}" dt="2026-10-29T15:55:37.881" v="5607" actId="478"/>
          <ac:spMkLst>
            <pc:docMk/>
            <pc:sldMk cId="1175071753" sldId="630"/>
            <ac:spMk id="76" creationId="{15C7163D-A7C1-0D4A-D697-8EA54AC346E7}"/>
          </ac:spMkLst>
        </pc:spChg>
        <pc:spChg chg="add del mod ord">
          <ac:chgData name="Caio Lopes de Souza" userId="789867f68e027fd0" providerId="LiveId" clId="{E033AB76-9CCE-499E-8A0F-8D4A6BE31F94}" dt="2026-10-29T15:55:37.881" v="5607" actId="478"/>
          <ac:spMkLst>
            <pc:docMk/>
            <pc:sldMk cId="1175071753" sldId="630"/>
            <ac:spMk id="77" creationId="{F97A4B75-6D0A-6A3E-D840-921482088642}"/>
          </ac:spMkLst>
        </pc:spChg>
        <pc:spChg chg="add del mod">
          <ac:chgData name="Caio Lopes de Souza" userId="789867f68e027fd0" providerId="LiveId" clId="{E033AB76-9CCE-499E-8A0F-8D4A6BE31F94}" dt="2026-10-29T15:55:37.881" v="5607" actId="478"/>
          <ac:spMkLst>
            <pc:docMk/>
            <pc:sldMk cId="1175071753" sldId="630"/>
            <ac:spMk id="78" creationId="{B2F24D95-77A1-104F-5967-CDAB56A8D93F}"/>
          </ac:spMkLst>
        </pc:spChg>
        <pc:spChg chg="add del mod ord">
          <ac:chgData name="Caio Lopes de Souza" userId="789867f68e027fd0" providerId="LiveId" clId="{E033AB76-9CCE-499E-8A0F-8D4A6BE31F94}" dt="2026-10-29T15:54:46.692" v="5602"/>
          <ac:spMkLst>
            <pc:docMk/>
            <pc:sldMk cId="1175071753" sldId="630"/>
            <ac:spMk id="79" creationId="{AB099841-436B-EC69-7F6D-547381CC5D69}"/>
          </ac:spMkLst>
        </pc:spChg>
        <pc:graphicFrameChg chg="add del mod">
          <ac:chgData name="Caio Lopes de Souza" userId="789867f68e027fd0" providerId="LiveId" clId="{E033AB76-9CCE-499E-8A0F-8D4A6BE31F94}" dt="2026-10-29T13:36:53.836" v="4322"/>
          <ac:graphicFrameMkLst>
            <pc:docMk/>
            <pc:sldMk cId="1175071753" sldId="630"/>
            <ac:graphicFrameMk id="9" creationId="{00000000-0008-0000-0000-000002000000}"/>
          </ac:graphicFrameMkLst>
        </pc:graphicFrameChg>
        <pc:graphicFrameChg chg="add del mod">
          <ac:chgData name="Caio Lopes de Souza" userId="789867f68e027fd0" providerId="LiveId" clId="{E033AB76-9CCE-499E-8A0F-8D4A6BE31F94}" dt="2026-10-29T13:56:49.606" v="4493"/>
          <ac:graphicFrameMkLst>
            <pc:docMk/>
            <pc:sldMk cId="1175071753" sldId="630"/>
            <ac:graphicFrameMk id="10" creationId="{00000000-0008-0000-0200-000002000000}"/>
          </ac:graphicFrameMkLst>
        </pc:graphicFrameChg>
        <pc:graphicFrameChg chg="add del mod">
          <ac:chgData name="Caio Lopes de Souza" userId="789867f68e027fd0" providerId="LiveId" clId="{E033AB76-9CCE-499E-8A0F-8D4A6BE31F94}" dt="2026-10-29T13:38:08.470" v="4361"/>
          <ac:graphicFrameMkLst>
            <pc:docMk/>
            <pc:sldMk cId="1175071753" sldId="630"/>
            <ac:graphicFrameMk id="11" creationId="{00000000-0008-0000-0000-000002000000}"/>
          </ac:graphicFrameMkLst>
        </pc:graphicFrameChg>
        <pc:graphicFrameChg chg="add del mod">
          <ac:chgData name="Caio Lopes de Souza" userId="789867f68e027fd0" providerId="LiveId" clId="{E033AB76-9CCE-499E-8A0F-8D4A6BE31F94}" dt="2026-10-29T13:39:08.947" v="4400"/>
          <ac:graphicFrameMkLst>
            <pc:docMk/>
            <pc:sldMk cId="1175071753" sldId="630"/>
            <ac:graphicFrameMk id="12" creationId="{00000000-0008-0000-0000-000002000000}"/>
          </ac:graphicFrameMkLst>
        </pc:graphicFrameChg>
        <pc:graphicFrameChg chg="add del mod">
          <ac:chgData name="Caio Lopes de Souza" userId="789867f68e027fd0" providerId="LiveId" clId="{E033AB76-9CCE-499E-8A0F-8D4A6BE31F94}" dt="2026-10-29T13:56:49.673" v="4495"/>
          <ac:graphicFrameMkLst>
            <pc:docMk/>
            <pc:sldMk cId="1175071753" sldId="630"/>
            <ac:graphicFrameMk id="16" creationId="{00000000-0008-0000-0000-000002000000}"/>
          </ac:graphicFrameMkLst>
        </pc:graphicFrameChg>
        <pc:graphicFrameChg chg="add del mod">
          <ac:chgData name="Caio Lopes de Souza" userId="789867f68e027fd0" providerId="LiveId" clId="{E033AB76-9CCE-499E-8A0F-8D4A6BE31F94}" dt="2026-10-29T13:58:02.394" v="4560"/>
          <ac:graphicFrameMkLst>
            <pc:docMk/>
            <pc:sldMk cId="1175071753" sldId="630"/>
            <ac:graphicFrameMk id="17" creationId="{00000000-0008-0000-0000-000002000000}"/>
          </ac:graphicFrameMkLst>
        </pc:graphicFrameChg>
        <pc:graphicFrameChg chg="add del mod ord">
          <ac:chgData name="Caio Lopes de Souza" userId="789867f68e027fd0" providerId="LiveId" clId="{E033AB76-9CCE-499E-8A0F-8D4A6BE31F94}" dt="2026-10-29T13:58:02.462" v="4562"/>
          <ac:graphicFrameMkLst>
            <pc:docMk/>
            <pc:sldMk cId="1175071753" sldId="630"/>
            <ac:graphicFrameMk id="18" creationId="{00000000-0008-0000-0200-000002000000}"/>
          </ac:graphicFrameMkLst>
        </pc:graphicFrameChg>
        <pc:graphicFrameChg chg="add del mod">
          <ac:chgData name="Caio Lopes de Souza" userId="789867f68e027fd0" providerId="LiveId" clId="{E033AB76-9CCE-499E-8A0F-8D4A6BE31F94}" dt="2026-10-29T14:04:23.418" v="4627"/>
          <ac:graphicFrameMkLst>
            <pc:docMk/>
            <pc:sldMk cId="1175071753" sldId="630"/>
            <ac:graphicFrameMk id="20" creationId="{00000000-0008-0000-0000-000002000000}"/>
          </ac:graphicFrameMkLst>
        </pc:graphicFrameChg>
        <pc:graphicFrameChg chg="add del mod ord">
          <ac:chgData name="Caio Lopes de Souza" userId="789867f68e027fd0" providerId="LiveId" clId="{E033AB76-9CCE-499E-8A0F-8D4A6BE31F94}" dt="2026-10-29T14:04:23.448" v="4629"/>
          <ac:graphicFrameMkLst>
            <pc:docMk/>
            <pc:sldMk cId="1175071753" sldId="630"/>
            <ac:graphicFrameMk id="21" creationId="{00000000-0008-0000-0200-000002000000}"/>
          </ac:graphicFrameMkLst>
        </pc:graphicFrameChg>
        <pc:graphicFrameChg chg="add del mod">
          <ac:chgData name="Caio Lopes de Souza" userId="789867f68e027fd0" providerId="LiveId" clId="{E033AB76-9CCE-499E-8A0F-8D4A6BE31F94}" dt="2026-10-29T14:05:51.799" v="4694"/>
          <ac:graphicFrameMkLst>
            <pc:docMk/>
            <pc:sldMk cId="1175071753" sldId="630"/>
            <ac:graphicFrameMk id="23" creationId="{00000000-0008-0000-0000-000002000000}"/>
          </ac:graphicFrameMkLst>
        </pc:graphicFrameChg>
        <pc:graphicFrameChg chg="add del mod ord">
          <ac:chgData name="Caio Lopes de Souza" userId="789867f68e027fd0" providerId="LiveId" clId="{E033AB76-9CCE-499E-8A0F-8D4A6BE31F94}" dt="2026-10-29T14:05:51.844" v="4696"/>
          <ac:graphicFrameMkLst>
            <pc:docMk/>
            <pc:sldMk cId="1175071753" sldId="630"/>
            <ac:graphicFrameMk id="25" creationId="{00000000-0008-0000-0300-000002000000}"/>
          </ac:graphicFrameMkLst>
        </pc:graphicFrameChg>
        <pc:graphicFrameChg chg="add del mod">
          <ac:chgData name="Caio Lopes de Souza" userId="789867f68e027fd0" providerId="LiveId" clId="{E033AB76-9CCE-499E-8A0F-8D4A6BE31F94}" dt="2026-10-29T14:11:31.335" v="4762"/>
          <ac:graphicFrameMkLst>
            <pc:docMk/>
            <pc:sldMk cId="1175071753" sldId="630"/>
            <ac:graphicFrameMk id="27" creationId="{00000000-0008-0000-0000-000002000000}"/>
          </ac:graphicFrameMkLst>
        </pc:graphicFrameChg>
        <pc:graphicFrameChg chg="add del mod ord">
          <ac:chgData name="Caio Lopes de Souza" userId="789867f68e027fd0" providerId="LiveId" clId="{E033AB76-9CCE-499E-8A0F-8D4A6BE31F94}" dt="2026-10-29T14:11:31.406" v="4764"/>
          <ac:graphicFrameMkLst>
            <pc:docMk/>
            <pc:sldMk cId="1175071753" sldId="630"/>
            <ac:graphicFrameMk id="28" creationId="{00000000-0008-0000-0300-000002000000}"/>
          </ac:graphicFrameMkLst>
        </pc:graphicFrameChg>
        <pc:graphicFrameChg chg="add del mod">
          <ac:chgData name="Caio Lopes de Souza" userId="789867f68e027fd0" providerId="LiveId" clId="{E033AB76-9CCE-499E-8A0F-8D4A6BE31F94}" dt="2026-10-29T14:20:26.612" v="4819"/>
          <ac:graphicFrameMkLst>
            <pc:docMk/>
            <pc:sldMk cId="1175071753" sldId="630"/>
            <ac:graphicFrameMk id="30" creationId="{00000000-0008-0000-0400-000002000000}"/>
          </ac:graphicFrameMkLst>
        </pc:graphicFrameChg>
        <pc:graphicFrameChg chg="add del mod">
          <ac:chgData name="Caio Lopes de Souza" userId="789867f68e027fd0" providerId="LiveId" clId="{E033AB76-9CCE-499E-8A0F-8D4A6BE31F94}" dt="2026-10-29T14:20:26.713" v="4821"/>
          <ac:graphicFrameMkLst>
            <pc:docMk/>
            <pc:sldMk cId="1175071753" sldId="630"/>
            <ac:graphicFrameMk id="31" creationId="{00000000-0008-0000-0500-000002000000}"/>
          </ac:graphicFrameMkLst>
        </pc:graphicFrameChg>
        <pc:graphicFrameChg chg="add del mod">
          <ac:chgData name="Caio Lopes de Souza" userId="789867f68e027fd0" providerId="LiveId" clId="{E033AB76-9CCE-499E-8A0F-8D4A6BE31F94}" dt="2026-10-29T14:22:07.304" v="4876"/>
          <ac:graphicFrameMkLst>
            <pc:docMk/>
            <pc:sldMk cId="1175071753" sldId="630"/>
            <ac:graphicFrameMk id="32" creationId="{00000000-0008-0000-0600-000002000000}"/>
          </ac:graphicFrameMkLst>
        </pc:graphicFrameChg>
        <pc:graphicFrameChg chg="add del mod">
          <ac:chgData name="Caio Lopes de Souza" userId="789867f68e027fd0" providerId="LiveId" clId="{E033AB76-9CCE-499E-8A0F-8D4A6BE31F94}" dt="2026-10-29T14:22:07.367" v="4878"/>
          <ac:graphicFrameMkLst>
            <pc:docMk/>
            <pc:sldMk cId="1175071753" sldId="630"/>
            <ac:graphicFrameMk id="33" creationId="{00000000-0008-0000-0700-000002000000}"/>
          </ac:graphicFrameMkLst>
        </pc:graphicFrameChg>
        <pc:graphicFrameChg chg="add del mod">
          <ac:chgData name="Caio Lopes de Souza" userId="789867f68e027fd0" providerId="LiveId" clId="{E033AB76-9CCE-499E-8A0F-8D4A6BE31F94}" dt="2026-10-29T14:31:04.737" v="4934"/>
          <ac:graphicFrameMkLst>
            <pc:docMk/>
            <pc:sldMk cId="1175071753" sldId="630"/>
            <ac:graphicFrameMk id="34" creationId="{00000000-0008-0000-0600-000002000000}"/>
          </ac:graphicFrameMkLst>
        </pc:graphicFrameChg>
        <pc:graphicFrameChg chg="add del mod">
          <ac:chgData name="Caio Lopes de Souza" userId="789867f68e027fd0" providerId="LiveId" clId="{E033AB76-9CCE-499E-8A0F-8D4A6BE31F94}" dt="2026-10-29T14:31:04.787" v="4936"/>
          <ac:graphicFrameMkLst>
            <pc:docMk/>
            <pc:sldMk cId="1175071753" sldId="630"/>
            <ac:graphicFrameMk id="35" creationId="{00000000-0008-0000-0700-000002000000}"/>
          </ac:graphicFrameMkLst>
        </pc:graphicFrameChg>
        <pc:graphicFrameChg chg="add del mod ord">
          <ac:chgData name="Caio Lopes de Souza" userId="789867f68e027fd0" providerId="LiveId" clId="{E033AB76-9CCE-499E-8A0F-8D4A6BE31F94}" dt="2026-10-29T14:32:24.650" v="5097"/>
          <ac:graphicFrameMkLst>
            <pc:docMk/>
            <pc:sldMk cId="1175071753" sldId="630"/>
            <ac:graphicFrameMk id="36" creationId="{00000000-0008-0000-0800-000002000000}"/>
          </ac:graphicFrameMkLst>
        </pc:graphicFrameChg>
        <pc:graphicFrameChg chg="add del mod ord">
          <ac:chgData name="Caio Lopes de Souza" userId="789867f68e027fd0" providerId="LiveId" clId="{E033AB76-9CCE-499E-8A0F-8D4A6BE31F94}" dt="2026-10-29T14:32:24.714" v="5099"/>
          <ac:graphicFrameMkLst>
            <pc:docMk/>
            <pc:sldMk cId="1175071753" sldId="630"/>
            <ac:graphicFrameMk id="37" creationId="{00000000-0008-0000-0900-000002000000}"/>
          </ac:graphicFrameMkLst>
        </pc:graphicFrameChg>
        <pc:graphicFrameChg chg="add del mod ord">
          <ac:chgData name="Caio Lopes de Souza" userId="789867f68e027fd0" providerId="LiveId" clId="{E033AB76-9CCE-499E-8A0F-8D4A6BE31F94}" dt="2026-10-29T14:33:41.329" v="5260"/>
          <ac:graphicFrameMkLst>
            <pc:docMk/>
            <pc:sldMk cId="1175071753" sldId="630"/>
            <ac:graphicFrameMk id="47" creationId="{00000000-0008-0000-0800-000002000000}"/>
          </ac:graphicFrameMkLst>
        </pc:graphicFrameChg>
        <pc:graphicFrameChg chg="add del mod ord">
          <ac:chgData name="Caio Lopes de Souza" userId="789867f68e027fd0" providerId="LiveId" clId="{E033AB76-9CCE-499E-8A0F-8D4A6BE31F94}" dt="2026-10-29T14:33:41.360" v="5262"/>
          <ac:graphicFrameMkLst>
            <pc:docMk/>
            <pc:sldMk cId="1175071753" sldId="630"/>
            <ac:graphicFrameMk id="48" creationId="{00000000-0008-0000-0900-000002000000}"/>
          </ac:graphicFrameMkLst>
        </pc:graphicFrameChg>
        <pc:graphicFrameChg chg="add del mod ord">
          <ac:chgData name="Caio Lopes de Souza" userId="789867f68e027fd0" providerId="LiveId" clId="{E033AB76-9CCE-499E-8A0F-8D4A6BE31F94}" dt="2026-10-29T14:34:48.709" v="5425"/>
          <ac:graphicFrameMkLst>
            <pc:docMk/>
            <pc:sldMk cId="1175071753" sldId="630"/>
            <ac:graphicFrameMk id="58" creationId="{00000000-0008-0000-0800-000002000000}"/>
          </ac:graphicFrameMkLst>
        </pc:graphicFrameChg>
        <pc:graphicFrameChg chg="add del mod ord">
          <ac:chgData name="Caio Lopes de Souza" userId="789867f68e027fd0" providerId="LiveId" clId="{E033AB76-9CCE-499E-8A0F-8D4A6BE31F94}" dt="2026-10-29T14:34:48.763" v="5427"/>
          <ac:graphicFrameMkLst>
            <pc:docMk/>
            <pc:sldMk cId="1175071753" sldId="630"/>
            <ac:graphicFrameMk id="59" creationId="{00000000-0008-0000-0900-000002000000}"/>
          </ac:graphicFrameMkLst>
        </pc:graphicFrameChg>
        <pc:graphicFrameChg chg="add del mod ord">
          <ac:chgData name="Caio Lopes de Souza" userId="789867f68e027fd0" providerId="LiveId" clId="{E033AB76-9CCE-499E-8A0F-8D4A6BE31F94}" dt="2026-10-29T15:55:36.117" v="5605" actId="478"/>
          <ac:graphicFrameMkLst>
            <pc:docMk/>
            <pc:sldMk cId="1175071753" sldId="630"/>
            <ac:graphicFrameMk id="69" creationId="{00000000-0008-0000-0800-000002000000}"/>
          </ac:graphicFrameMkLst>
        </pc:graphicFrameChg>
        <pc:graphicFrameChg chg="add mod ord">
          <ac:chgData name="Caio Lopes de Souza" userId="789867f68e027fd0" providerId="LiveId" clId="{E033AB76-9CCE-499E-8A0F-8D4A6BE31F94}" dt="2026-10-29T15:55:41.472" v="5608" actId="1076"/>
          <ac:graphicFrameMkLst>
            <pc:docMk/>
            <pc:sldMk cId="1175071753" sldId="630"/>
            <ac:graphicFrameMk id="70" creationId="{00000000-0008-0000-0900-000002000000}"/>
          </ac:graphicFrameMkLst>
        </pc:graphicFrameChg>
        <pc:graphicFrameChg chg="add del mod modGraphic">
          <ac:chgData name="Caio Lopes de Souza" userId="789867f68e027fd0" providerId="LiveId" clId="{E033AB76-9CCE-499E-8A0F-8D4A6BE31F94}" dt="2026-10-29T16:01:48.657" v="5644"/>
          <ac:graphicFrameMkLst>
            <pc:docMk/>
            <pc:sldMk cId="1175071753" sldId="630"/>
            <ac:graphicFrameMk id="80" creationId="{63B1C723-FF99-A8B2-EF3E-A0A4C3F16963}"/>
          </ac:graphicFrameMkLst>
        </pc:graphicFrameChg>
        <pc:graphicFrameChg chg="add del mod">
          <ac:chgData name="Caio Lopes de Souza" userId="789867f68e027fd0" providerId="LiveId" clId="{E033AB76-9CCE-499E-8A0F-8D4A6BE31F94}" dt="2026-10-29T16:02:40.165" v="5652"/>
          <ac:graphicFrameMkLst>
            <pc:docMk/>
            <pc:sldMk cId="1175071753" sldId="630"/>
            <ac:graphicFrameMk id="81" creationId="{D59F4FD2-6384-7E87-18EF-394058495ADF}"/>
          </ac:graphicFrameMkLst>
        </pc:graphicFrameChg>
        <pc:graphicFrameChg chg="add del mod">
          <ac:chgData name="Caio Lopes de Souza" userId="789867f68e027fd0" providerId="LiveId" clId="{E033AB76-9CCE-499E-8A0F-8D4A6BE31F94}" dt="2026-10-29T16:03:09.328" v="5660"/>
          <ac:graphicFrameMkLst>
            <pc:docMk/>
            <pc:sldMk cId="1175071753" sldId="630"/>
            <ac:graphicFrameMk id="82" creationId="{8C56F395-4D6D-2DAD-6D23-075CE11CE478}"/>
          </ac:graphicFrameMkLst>
        </pc:graphicFrameChg>
        <pc:graphicFrameChg chg="add mod modGraphic">
          <ac:chgData name="Caio Lopes de Souza" userId="789867f68e027fd0" providerId="LiveId" clId="{E033AB76-9CCE-499E-8A0F-8D4A6BE31F94}" dt="2026-10-29T16:22:35.892" v="5681"/>
          <ac:graphicFrameMkLst>
            <pc:docMk/>
            <pc:sldMk cId="1175071753" sldId="630"/>
            <ac:graphicFrameMk id="83" creationId="{95BA109A-CF3E-F801-EE19-DE5B00995487}"/>
          </ac:graphicFrameMkLst>
        </pc:graphicFrameChg>
        <pc:graphicFrameChg chg="del">
          <ac:chgData name="Caio Lopes de Souza" userId="789867f68e027fd0" providerId="LiveId" clId="{E033AB76-9CCE-499E-8A0F-8D4A6BE31F94}" dt="2026-10-29T13:34:18.793" v="4220"/>
          <ac:graphicFrameMkLst>
            <pc:docMk/>
            <pc:sldMk cId="1175071753" sldId="630"/>
            <ac:graphicFrameMk id="86" creationId="{8E00FAC2-9AFE-03AE-B8CD-ACB47619C452}"/>
          </ac:graphicFrameMkLst>
        </pc:graphicFrameChg>
      </pc:sldChg>
      <pc:sldChg chg="add">
        <pc:chgData name="Caio Lopes de Souza" userId="789867f68e027fd0" providerId="LiveId" clId="{E033AB76-9CCE-499E-8A0F-8D4A6BE31F94}" dt="2026-10-29T14:28:10.765" v="4931"/>
        <pc:sldMkLst>
          <pc:docMk/>
          <pc:sldMk cId="1374051454" sldId="631"/>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C:\Users\Caio\Documents\Documentos\XP\Raio-XP\desempenho_nov26\charts\Comment%20-%20Ray%20charts%20XP.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Caio\Documents\Documentos\XP\Raio-XP\desempenho_nov26\charts\Comment%20-%20Ray%20charts%20XP.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Caio\Documents\Documentos\XP\Raio-XP\desempenho_nov26\charts\Comment%20-%20Ray%20charts%20XP.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Caio\Documents\Documentos\XP\Raio-XP\desempenho_nov26\charts\Comment%20-%20Ray%20charts%20XP.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Caio\Documents\Documentos\XP\Raio-XP\desempenho_nov26\charts\Comment%20-%20Ray%20charts%20XP.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Caio\Documents\Documentos\XP\Raio-XP\desempenho_nov26\charts\Comment%20-%20Ray%20charts%20XP.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Caio\Documents\Documentos\XP\Raio-XP\desempenho_nov26\charts\Comment%20-%20Ray%20charts%20XP.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Caio\Documents\Documentos\XP\Raio-XP\desempenho_nov26\charts\Comment%20-%20Ray%20charts%20XP.xlsx" TargetMode="External"/></Relationships>
</file>

<file path=ppt/charts/_rels/chart9.xml.rels><?xml version="1.0" encoding="UTF-8" standalone="yes"?>
<Relationships xmlns="http://schemas.openxmlformats.org/package/2006/relationships"><Relationship Id="rId3" Type="http://schemas.openxmlformats.org/officeDocument/2006/relationships/oleObject" Target="file:///\\xpdocs\Research\Equities\Estrategia\Banco%20de%20dados\Trackers\Baskets%20Consolidated.xlsx" TargetMode="External"/><Relationship Id="rId2" Type="http://schemas.microsoft.com/office/2011/relationships/chartColorStyle" Target="colors1.xml"/><Relationship Id="rId1" Type="http://schemas.microsoft.com/office/2011/relationships/chartStyle" Target="style1.xml"/></Relationships>
</file>

<file path=ppt/charts/_rels/chart10.xml.rels><?xml version="1.0" encoding="UTF-8" standalone="yes"?>
<Relationships xmlns="http://schemas.openxmlformats.org/package/2006/relationships"><Relationship Id="rId1" Type="http://schemas.openxmlformats.org/officeDocument/2006/relationships/oleObject" Target="file:///C:\Users\Caio\Documents\Documentos\XP\Estresse%20Fiscal\charts\Estresse%20fiscal%20-%20local%20stress%20-%20Ray%20charts%20XP.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Users\Caio\Documents\Documentos\XP\Estresse%20Fiscal\charts\Estresse%20fiscal%20-%20sinal%20ate%20zero%20-%20Ray%20charts%20XP.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C:\Users\Caio\Documents\Documentos\XP\Estresse%20Fiscal\charts\Estresse%20fiscal%20-%20sinal%20ate%20zero%20-%20Ray%20charts%20XP.xlsx"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file:///C:\Users\Caio\Documents\Documentos\XP\regime-monitor\ray_nov26\charts\Regimes%20-%20Ray%20charts%20XP.xlsx"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file:///C:\Users\Caio\Documents\Documentos\XP\regime-monitor\ray_nov26\charts\Regimes%20-%20Ray%20charts%20XP.xlsx" TargetMode="External"/></Relationships>
</file>

<file path=ppt/charts/_rels/chart15.xml.rels><?xml version="1.0" encoding="UTF-8" standalone="yes"?>
<Relationships xmlns="http://schemas.openxmlformats.org/package/2006/relationships"><Relationship Id="rId1" Type="http://schemas.openxmlformats.org/officeDocument/2006/relationships/oleObject" Target="file:///C:\Users\Caio\Documents\Documentos\XP\regime-monitor\ray_nov26\charts\Regimes%20-%20Ray%20charts%20XP.xlsx" TargetMode="External"/></Relationships>
</file>

<file path=ppt/charts/_rels/chart16.xml.rels><?xml version="1.0" encoding="UTF-8" standalone="yes"?>
<Relationships xmlns="http://schemas.openxmlformats.org/package/2006/relationships"><Relationship Id="rId1" Type="http://schemas.openxmlformats.org/officeDocument/2006/relationships/oleObject" Target="file:///C:\Users\Caio\Documents\Documentos\XP\regime-monitor\ray_nov26\charts\Regimes%20-%20Ray%20charts%20XP.xlsx" TargetMode="External"/></Relationships>
</file>

<file path=ppt/charts/_rels/chart17.xml.rels><?xml version="1.0" encoding="UTF-8" standalone="yes"?>
<Relationships xmlns="http://schemas.openxmlformats.org/package/2006/relationships"><Relationship Id="rId1" Type="http://schemas.openxmlformats.org/officeDocument/2006/relationships/oleObject" Target="file:///C:\Users\Caio\Documents\Documentos\XP\Raio-XP\earnings_nov26\charts\Earnings%20-%20Ray%20charts%20XP.xlsx" TargetMode="External"/></Relationships>
</file>

<file path=ppt/charts/_rels/chart18.xml.rels><?xml version="1.0" encoding="UTF-8" standalone="yes"?>
<Relationships xmlns="http://schemas.openxmlformats.org/package/2006/relationships"><Relationship Id="rId1" Type="http://schemas.openxmlformats.org/officeDocument/2006/relationships/oleObject" Target="file:///C:\Users\Caio\Documents\Documentos\XP\Raio-XP\earnings_nov26\charts\Earnings%20-%20Ray%20charts%20XP.xlsx" TargetMode="External"/></Relationships>
</file>

<file path=ppt/charts/_rels/chart19.xml.rels><?xml version="1.0" encoding="UTF-8" standalone="yes"?>
<Relationships xmlns="http://schemas.openxmlformats.org/package/2006/relationships"><Relationship Id="rId1" Type="http://schemas.openxmlformats.org/officeDocument/2006/relationships/oleObject" Target="file:///C:\Users\Caio\Documents\Documentos\XP\Raio-XP\earnings_nov26\charts\Earnings%20-%20Ray%20charts%20XP.xlsx" TargetMode="External"/></Relationships>
</file>

<file path=ppt/charts/_rels/chart20.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2.xml.rels><?xml version="1.0" encoding="UTF-8" standalone="yes"?>
<Relationships xmlns="http://schemas.openxmlformats.org/package/2006/relationships"><Relationship Id="rId1" Type="http://schemas.openxmlformats.org/officeDocument/2006/relationships/oleObject" Target="file:///C:\Users\Caio\Documents\Documentos\XP\Raio-XP\valuation_nov26\charts\PE%20by%20segment%20-%20Ray%20charts%20XP.xlsx" TargetMode="External"/></Relationships>
</file>

<file path=ppt/charts/_rels/chart23.xml.rels><?xml version="1.0" encoding="UTF-8" standalone="yes"?>
<Relationships xmlns="http://schemas.openxmlformats.org/package/2006/relationships"><Relationship Id="rId1" Type="http://schemas.openxmlformats.org/officeDocument/2006/relationships/oleObject" Target="file:///C:\Users\Caio\Documents\Documentos\XP\Raio-XP\valuation_nov26\charts\PE%20by%20segment%20-%20Ray%20charts%20XP.xlsx" TargetMode="External"/></Relationships>
</file>

<file path=ppt/charts/_rels/chart24.xml.rels><?xml version="1.0" encoding="UTF-8" standalone="yes"?>
<Relationships xmlns="http://schemas.openxmlformats.org/package/2006/relationships"><Relationship Id="rId1" Type="http://schemas.openxmlformats.org/officeDocument/2006/relationships/oleObject" Target="file:///C:\Users\Caio\Documents\Documentos\XP\Raio-XP\valuation_nov26\charts\PE%20by%20segment%20-%20Ray%20charts%20XP.xlsx" TargetMode="External"/></Relationships>
</file>

<file path=ppt/charts/_rels/chart25.xml.rels><?xml version="1.0" encoding="UTF-8" standalone="yes"?>
<Relationships xmlns="http://schemas.openxmlformats.org/package/2006/relationships"><Relationship Id="rId1" Type="http://schemas.openxmlformats.org/officeDocument/2006/relationships/oleObject" Target="file:///C:\Users\Caio\Documents\Documentos\XP\Raio-XP\valuation_nov26\charts\PE%20by%20segment%20-%20Ray%20charts%20XP.xlsx" TargetMode="External"/></Relationships>
</file>

<file path=ppt/charts/_rels/chart26.xml.rels><?xml version="1.0" encoding="UTF-8" standalone="yes"?>
<Relationships xmlns="http://schemas.openxmlformats.org/package/2006/relationships"><Relationship Id="rId1" Type="http://schemas.openxmlformats.org/officeDocument/2006/relationships/oleObject" Target="file:///C:\Users\Caio\Documents\Documentos\XP\Raio-XP\valuation_nov26\charts\PE%20by%20segment%20-%20Ray%20charts%20XP.xlsx" TargetMode="External"/></Relationships>
</file>

<file path=ppt/charts/_rels/chart27.xml.rels><?xml version="1.0" encoding="UTF-8" standalone="yes"?>
<Relationships xmlns="http://schemas.openxmlformats.org/package/2006/relationships"><Relationship Id="rId1" Type="http://schemas.openxmlformats.org/officeDocument/2006/relationships/oleObject" Target="file:///C:\Users\Caio\Documents\Documentos\XP\Raio-XP\valuation_nov26\charts\ERP%20by%20segment%20-%20Ray%20charts%20XP.xlsx" TargetMode="External"/></Relationships>
</file>

<file path=ppt/charts/_rels/chart28.xml.rels><?xml version="1.0" encoding="UTF-8" standalone="yes"?>
<Relationships xmlns="http://schemas.openxmlformats.org/package/2006/relationships"><Relationship Id="rId1" Type="http://schemas.openxmlformats.org/officeDocument/2006/relationships/oleObject" Target="file:///C:\Users\Caio\Documents\Documentos\XP\Raio-XP\valuation_nov26\charts\ERP%20by%20segment%20-%20Ray%20charts%20XP.xlsx" TargetMode="External"/></Relationships>
</file>

<file path=ppt/charts/_rels/chart29.xml.rels><?xml version="1.0" encoding="UTF-8" standalone="yes"?>
<Relationships xmlns="http://schemas.openxmlformats.org/package/2006/relationships"><Relationship Id="rId1" Type="http://schemas.openxmlformats.org/officeDocument/2006/relationships/oleObject" Target="file:///C:\Users\Caio\Documents\Documentos\XP\Raio-XP\valuation_nov26\charts\ERP%20by%20segment%20-%20Ray%20charts%20XP.xlsx" TargetMode="External"/></Relationships>
</file>

<file path=ppt/charts/_rels/chart30.xml.rels><?xml version="1.0" encoding="UTF-8" standalone="yes"?>
<Relationships xmlns="http://schemas.openxmlformats.org/package/2006/relationships"><Relationship Id="rId1" Type="http://schemas.openxmlformats.org/officeDocument/2006/relationships/oleObject" Target="file:///C:\Users\Caio\Documents\Documentos\XP\Raio-XP\valuation_nov26\charts\ERP%20by%20segment%20-%20Ray%20charts%20XP.xlsx" TargetMode="External"/></Relationships>
</file>

<file path=ppt/charts/_rels/chart31.xml.rels><?xml version="1.0" encoding="UTF-8" standalone="yes"?>
<Relationships xmlns="http://schemas.openxmlformats.org/package/2006/relationships"><Relationship Id="rId1" Type="http://schemas.openxmlformats.org/officeDocument/2006/relationships/oleObject" Target="file:///C:\Users\Caio\Documents\Documentos\XP\Raio-XP\valuation_nov26\charts\ERP%20by%20segment%20-%20Ray%20charts%20XP.xlsx" TargetMode="External"/></Relationships>
</file>

<file path=ppt/charts/_rels/chart32.xml.rels><?xml version="1.0" encoding="UTF-8" standalone="yes"?>
<Relationships xmlns="http://schemas.openxmlformats.org/package/2006/relationships"><Relationship Id="rId1" Type="http://schemas.openxmlformats.org/officeDocument/2006/relationships/oleObject" Target="file:///C:\Users\Caio\Documents\Documentos\XP\Raio-XP\positioning_nov26\sensibilidade_jun26\charts\Positioning%20sensitivity%20map%20-%20Ray%20charts%20XP.xlsx" TargetMode="External"/></Relationships>
</file>

<file path=ppt/charts/_rels/chart33.xml.rels><?xml version="1.0" encoding="UTF-8" standalone="yes"?>
<Relationships xmlns="http://schemas.openxmlformats.org/package/2006/relationships"><Relationship Id="rId1" Type="http://schemas.openxmlformats.org/officeDocument/2006/relationships/oleObject" Target="file:///C:\Users\Caio\Documents\Documentos\XP\Raio-XP\positioning_nov26\sensibilidade_jun26\charts\Positioning%20sensitivity%20map%20-%20Ray%20charts%20XP.xlsx" TargetMode="External"/></Relationships>
</file>

<file path=ppt/charts/_rels/chart34.xml.rels><?xml version="1.0" encoding="UTF-8" standalone="yes"?>
<Relationships xmlns="http://schemas.openxmlformats.org/package/2006/relationships"><Relationship Id="rId1" Type="http://schemas.openxmlformats.org/officeDocument/2006/relationships/oleObject" Target="file:///C:\Users\Caio\Documents\Documentos\XP\Raio-XP\positioning_nov26\sensibilidade_jun26\charts\Positioning%20sensitivity%20map%20-%20Ray%20charts%20XP.xlsx" TargetMode="External"/></Relationships>
</file>

<file path=ppt/charts/_rels/chart35.xml.rels><?xml version="1.0" encoding="UTF-8" standalone="yes"?>
<Relationships xmlns="http://schemas.openxmlformats.org/package/2006/relationships"><Relationship Id="rId1" Type="http://schemas.openxmlformats.org/officeDocument/2006/relationships/oleObject" Target="file:///C:\Users\Caio\Documents\Documentos\XP\Raio-XP\positioning_nov26\lista_papeis\charts\Positioning%20quality%20-%20Ray%20charts%20XP.xlsx" TargetMode="External"/></Relationships>
</file>

<file path=ppt/charts/_rels/chart36.xml.rels><?xml version="1.0" encoding="UTF-8" standalone="yes"?>
<Relationships xmlns="http://schemas.openxmlformats.org/package/2006/relationships"><Relationship Id="rId1" Type="http://schemas.openxmlformats.org/officeDocument/2006/relationships/oleObject" Target="file:///C:\Users\Caio\Documents\Documentos\XP\Raio-XP\valuation_nov26\charts\Scenarios%20-%20Ray%20charts%20XP.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Ibovespa</c:v>
          </c:tx>
          <c:spPr>
            <a:ln w="28575">
              <a:solidFill>
                <a:srgbClr val="1F2F44"/>
              </a:solidFill>
            </a:ln>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0-B541-4E51-9757-563DF2B43542}"/>
                </c:ext>
              </c:extLst>
            </c:dLbl>
            <c:dLbl>
              <c:idx val="1"/>
              <c:delete val="1"/>
              <c:extLst>
                <c:ext xmlns:c15="http://schemas.microsoft.com/office/drawing/2012/chart" uri="{CE6537A1-D6FC-4f65-9D91-7224C49458BB}"/>
                <c:ext xmlns:c16="http://schemas.microsoft.com/office/drawing/2014/chart" uri="{C3380CC4-5D6E-409C-BE32-E72D297353CC}">
                  <c16:uniqueId val="{00000001-B541-4E51-9757-563DF2B43542}"/>
                </c:ext>
              </c:extLst>
            </c:dLbl>
            <c:dLbl>
              <c:idx val="2"/>
              <c:delete val="1"/>
              <c:extLst>
                <c:ext xmlns:c15="http://schemas.microsoft.com/office/drawing/2012/chart" uri="{CE6537A1-D6FC-4f65-9D91-7224C49458BB}"/>
                <c:ext xmlns:c16="http://schemas.microsoft.com/office/drawing/2014/chart" uri="{C3380CC4-5D6E-409C-BE32-E72D297353CC}">
                  <c16:uniqueId val="{00000002-B541-4E51-9757-563DF2B43542}"/>
                </c:ext>
              </c:extLst>
            </c:dLbl>
            <c:dLbl>
              <c:idx val="3"/>
              <c:tx>
                <c:rich>
                  <a:bodyPr/>
                  <a:lstStyle/>
                  <a:p>
                    <a:r>
                      <a:rPr lang="en-US" sz="700" b="0" baseline="0">
                        <a:solidFill>
                          <a:srgbClr val="000000"/>
                        </a:solidFill>
                        <a:latin typeface="Roboto Light"/>
                      </a:rPr>
                      <a:t>1st round</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541-4E51-9757-563DF2B43542}"/>
                </c:ext>
              </c:extLst>
            </c:dLbl>
            <c:dLbl>
              <c:idx val="4"/>
              <c:delete val="1"/>
              <c:extLst>
                <c:ext xmlns:c15="http://schemas.microsoft.com/office/drawing/2012/chart" uri="{CE6537A1-D6FC-4f65-9D91-7224C49458BB}"/>
                <c:ext xmlns:c16="http://schemas.microsoft.com/office/drawing/2014/chart" uri="{C3380CC4-5D6E-409C-BE32-E72D297353CC}">
                  <c16:uniqueId val="{00000004-B541-4E51-9757-563DF2B43542}"/>
                </c:ext>
              </c:extLst>
            </c:dLbl>
            <c:dLbl>
              <c:idx val="5"/>
              <c:delete val="1"/>
              <c:extLst>
                <c:ext xmlns:c15="http://schemas.microsoft.com/office/drawing/2012/chart" uri="{CE6537A1-D6FC-4f65-9D91-7224C49458BB}"/>
                <c:ext xmlns:c16="http://schemas.microsoft.com/office/drawing/2014/chart" uri="{C3380CC4-5D6E-409C-BE32-E72D297353CC}">
                  <c16:uniqueId val="{00000005-B541-4E51-9757-563DF2B43542}"/>
                </c:ext>
              </c:extLst>
            </c:dLbl>
            <c:dLbl>
              <c:idx val="6"/>
              <c:delete val="1"/>
              <c:extLst>
                <c:ext xmlns:c15="http://schemas.microsoft.com/office/drawing/2012/chart" uri="{CE6537A1-D6FC-4f65-9D91-7224C49458BB}"/>
                <c:ext xmlns:c16="http://schemas.microsoft.com/office/drawing/2014/chart" uri="{C3380CC4-5D6E-409C-BE32-E72D297353CC}">
                  <c16:uniqueId val="{00000006-B541-4E51-9757-563DF2B43542}"/>
                </c:ext>
              </c:extLst>
            </c:dLbl>
            <c:dLbl>
              <c:idx val="7"/>
              <c:delete val="1"/>
              <c:extLst>
                <c:ext xmlns:c15="http://schemas.microsoft.com/office/drawing/2012/chart" uri="{CE6537A1-D6FC-4f65-9D91-7224C49458BB}"/>
                <c:ext xmlns:c16="http://schemas.microsoft.com/office/drawing/2014/chart" uri="{C3380CC4-5D6E-409C-BE32-E72D297353CC}">
                  <c16:uniqueId val="{00000007-B541-4E51-9757-563DF2B43542}"/>
                </c:ext>
              </c:extLst>
            </c:dLbl>
            <c:dLbl>
              <c:idx val="8"/>
              <c:delete val="1"/>
              <c:extLst>
                <c:ext xmlns:c15="http://schemas.microsoft.com/office/drawing/2012/chart" uri="{CE6537A1-D6FC-4f65-9D91-7224C49458BB}"/>
                <c:ext xmlns:c16="http://schemas.microsoft.com/office/drawing/2014/chart" uri="{C3380CC4-5D6E-409C-BE32-E72D297353CC}">
                  <c16:uniqueId val="{00000008-B541-4E51-9757-563DF2B43542}"/>
                </c:ext>
              </c:extLst>
            </c:dLbl>
            <c:dLbl>
              <c:idx val="9"/>
              <c:delete val="1"/>
              <c:extLst>
                <c:ext xmlns:c15="http://schemas.microsoft.com/office/drawing/2012/chart" uri="{CE6537A1-D6FC-4f65-9D91-7224C49458BB}"/>
                <c:ext xmlns:c16="http://schemas.microsoft.com/office/drawing/2014/chart" uri="{C3380CC4-5D6E-409C-BE32-E72D297353CC}">
                  <c16:uniqueId val="{00000009-B541-4E51-9757-563DF2B43542}"/>
                </c:ext>
              </c:extLst>
            </c:dLbl>
            <c:dLbl>
              <c:idx val="10"/>
              <c:delete val="1"/>
              <c:extLst>
                <c:ext xmlns:c15="http://schemas.microsoft.com/office/drawing/2012/chart" uri="{CE6537A1-D6FC-4f65-9D91-7224C49458BB}"/>
                <c:ext xmlns:c16="http://schemas.microsoft.com/office/drawing/2014/chart" uri="{C3380CC4-5D6E-409C-BE32-E72D297353CC}">
                  <c16:uniqueId val="{0000000A-B541-4E51-9757-563DF2B43542}"/>
                </c:ext>
              </c:extLst>
            </c:dLbl>
            <c:dLbl>
              <c:idx val="11"/>
              <c:delete val="1"/>
              <c:extLst>
                <c:ext xmlns:c15="http://schemas.microsoft.com/office/drawing/2012/chart" uri="{CE6537A1-D6FC-4f65-9D91-7224C49458BB}"/>
                <c:ext xmlns:c16="http://schemas.microsoft.com/office/drawing/2014/chart" uri="{C3380CC4-5D6E-409C-BE32-E72D297353CC}">
                  <c16:uniqueId val="{0000000B-B541-4E51-9757-563DF2B43542}"/>
                </c:ext>
              </c:extLst>
            </c:dLbl>
            <c:dLbl>
              <c:idx val="12"/>
              <c:delete val="1"/>
              <c:extLst>
                <c:ext xmlns:c15="http://schemas.microsoft.com/office/drawing/2012/chart" uri="{CE6537A1-D6FC-4f65-9D91-7224C49458BB}"/>
                <c:ext xmlns:c16="http://schemas.microsoft.com/office/drawing/2014/chart" uri="{C3380CC4-5D6E-409C-BE32-E72D297353CC}">
                  <c16:uniqueId val="{0000000C-B541-4E51-9757-563DF2B43542}"/>
                </c:ext>
              </c:extLst>
            </c:dLbl>
            <c:dLbl>
              <c:idx val="13"/>
              <c:delete val="1"/>
              <c:extLst>
                <c:ext xmlns:c15="http://schemas.microsoft.com/office/drawing/2012/chart" uri="{CE6537A1-D6FC-4f65-9D91-7224C49458BB}"/>
                <c:ext xmlns:c16="http://schemas.microsoft.com/office/drawing/2014/chart" uri="{C3380CC4-5D6E-409C-BE32-E72D297353CC}">
                  <c16:uniqueId val="{0000000D-B541-4E51-9757-563DF2B43542}"/>
                </c:ext>
              </c:extLst>
            </c:dLbl>
            <c:dLbl>
              <c:idx val="14"/>
              <c:delete val="1"/>
              <c:extLst>
                <c:ext xmlns:c15="http://schemas.microsoft.com/office/drawing/2012/chart" uri="{CE6537A1-D6FC-4f65-9D91-7224C49458BB}"/>
                <c:ext xmlns:c16="http://schemas.microsoft.com/office/drawing/2014/chart" uri="{C3380CC4-5D6E-409C-BE32-E72D297353CC}">
                  <c16:uniqueId val="{0000000E-B541-4E51-9757-563DF2B43542}"/>
                </c:ext>
              </c:extLst>
            </c:dLbl>
            <c:dLbl>
              <c:idx val="15"/>
              <c:delete val="1"/>
              <c:extLst>
                <c:ext xmlns:c15="http://schemas.microsoft.com/office/drawing/2012/chart" uri="{CE6537A1-D6FC-4f65-9D91-7224C49458BB}"/>
                <c:ext xmlns:c16="http://schemas.microsoft.com/office/drawing/2014/chart" uri="{C3380CC4-5D6E-409C-BE32-E72D297353CC}">
                  <c16:uniqueId val="{0000000F-B541-4E51-9757-563DF2B43542}"/>
                </c:ext>
              </c:extLst>
            </c:dLbl>
            <c:dLbl>
              <c:idx val="16"/>
              <c:delete val="1"/>
              <c:extLst>
                <c:ext xmlns:c15="http://schemas.microsoft.com/office/drawing/2012/chart" uri="{CE6537A1-D6FC-4f65-9D91-7224C49458BB}"/>
                <c:ext xmlns:c16="http://schemas.microsoft.com/office/drawing/2014/chart" uri="{C3380CC4-5D6E-409C-BE32-E72D297353CC}">
                  <c16:uniqueId val="{00000010-B541-4E51-9757-563DF2B43542}"/>
                </c:ext>
              </c:extLst>
            </c:dLbl>
            <c:dLbl>
              <c:idx val="17"/>
              <c:tx>
                <c:rich>
                  <a:bodyPr/>
                  <a:lstStyle/>
                  <a:p>
                    <a:r>
                      <a:rPr lang="en-US" sz="700" b="0" baseline="0">
                        <a:solidFill>
                          <a:srgbClr val="000000"/>
                        </a:solidFill>
                        <a:latin typeface="Roboto Light"/>
                      </a:rPr>
                      <a:t>Runoff</a:t>
                    </a:r>
                  </a:p>
                </c:rich>
              </c:tx>
              <c:dLblPos val="l"/>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B541-4E51-9757-563DF2B43542}"/>
                </c:ext>
              </c:extLst>
            </c:dLbl>
            <c:dLbl>
              <c:idx val="18"/>
              <c:delete val="1"/>
              <c:extLst>
                <c:ext xmlns:c15="http://schemas.microsoft.com/office/drawing/2012/chart" uri="{CE6537A1-D6FC-4f65-9D91-7224C49458BB}"/>
                <c:ext xmlns:c16="http://schemas.microsoft.com/office/drawing/2014/chart" uri="{C3380CC4-5D6E-409C-BE32-E72D297353CC}">
                  <c16:uniqueId val="{00000012-B541-4E51-9757-563DF2B43542}"/>
                </c:ext>
              </c:extLst>
            </c:dLbl>
            <c:dLbl>
              <c:idx val="19"/>
              <c:delete val="1"/>
              <c:extLst>
                <c:ext xmlns:c15="http://schemas.microsoft.com/office/drawing/2012/chart" uri="{CE6537A1-D6FC-4f65-9D91-7224C49458BB}"/>
                <c:ext xmlns:c16="http://schemas.microsoft.com/office/drawing/2014/chart" uri="{C3380CC4-5D6E-409C-BE32-E72D297353CC}">
                  <c16:uniqueId val="{00000013-B541-4E51-9757-563DF2B43542}"/>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'T1'!$A$2:$A$21</c:f>
              <c:numCache>
                <c:formatCode>yyyy\-mm\-dd</c:formatCode>
                <c:ptCount val="20"/>
                <c:pt idx="0">
                  <c:v>46295</c:v>
                </c:pt>
                <c:pt idx="1">
                  <c:v>46296</c:v>
                </c:pt>
                <c:pt idx="2">
                  <c:v>46297</c:v>
                </c:pt>
                <c:pt idx="3">
                  <c:v>46300</c:v>
                </c:pt>
                <c:pt idx="4">
                  <c:v>46301</c:v>
                </c:pt>
                <c:pt idx="5">
                  <c:v>46302</c:v>
                </c:pt>
                <c:pt idx="6">
                  <c:v>46303</c:v>
                </c:pt>
                <c:pt idx="7">
                  <c:v>46304</c:v>
                </c:pt>
                <c:pt idx="8">
                  <c:v>46308</c:v>
                </c:pt>
                <c:pt idx="9">
                  <c:v>46309</c:v>
                </c:pt>
                <c:pt idx="10">
                  <c:v>46310</c:v>
                </c:pt>
                <c:pt idx="11">
                  <c:v>46311</c:v>
                </c:pt>
                <c:pt idx="12">
                  <c:v>46314</c:v>
                </c:pt>
                <c:pt idx="13">
                  <c:v>46315</c:v>
                </c:pt>
                <c:pt idx="14">
                  <c:v>46316</c:v>
                </c:pt>
                <c:pt idx="15">
                  <c:v>46317</c:v>
                </c:pt>
                <c:pt idx="16">
                  <c:v>46318</c:v>
                </c:pt>
                <c:pt idx="17">
                  <c:v>46321</c:v>
                </c:pt>
                <c:pt idx="18">
                  <c:v>46322</c:v>
                </c:pt>
                <c:pt idx="19">
                  <c:v>46323</c:v>
                </c:pt>
              </c:numCache>
            </c:numRef>
          </c:cat>
          <c:val>
            <c:numRef>
              <c:f>'T1'!$B$2:$B$21</c:f>
              <c:numCache>
                <c:formatCode>General</c:formatCode>
                <c:ptCount val="20"/>
                <c:pt idx="0">
                  <c:v>100</c:v>
                </c:pt>
                <c:pt idx="1">
                  <c:v>100.459910853499</c:v>
                </c:pt>
                <c:pt idx="2">
                  <c:v>103.09867754968511</c:v>
                </c:pt>
                <c:pt idx="3">
                  <c:v>111.03970120069469</c:v>
                </c:pt>
                <c:pt idx="4">
                  <c:v>110.4619415450622</c:v>
                </c:pt>
                <c:pt idx="5">
                  <c:v>109.6392753350507</c:v>
                </c:pt>
                <c:pt idx="6">
                  <c:v>110.6685257726636</c:v>
                </c:pt>
                <c:pt idx="7">
                  <c:v>112.1961918522687</c:v>
                </c:pt>
                <c:pt idx="8">
                  <c:v>111.02662298890969</c:v>
                </c:pt>
                <c:pt idx="9">
                  <c:v>110.8218687449843</c:v>
                </c:pt>
                <c:pt idx="10">
                  <c:v>109.6510441157009</c:v>
                </c:pt>
                <c:pt idx="11">
                  <c:v>110.244618908851</c:v>
                </c:pt>
                <c:pt idx="12">
                  <c:v>110.0562110880267</c:v>
                </c:pt>
                <c:pt idx="13">
                  <c:v>111.7824760119193</c:v>
                </c:pt>
                <c:pt idx="14">
                  <c:v>110.81609973486169</c:v>
                </c:pt>
                <c:pt idx="15">
                  <c:v>109.541491955102</c:v>
                </c:pt>
                <c:pt idx="16">
                  <c:v>110.0579874064924</c:v>
                </c:pt>
                <c:pt idx="17">
                  <c:v>94.777178289674723</c:v>
                </c:pt>
                <c:pt idx="18">
                  <c:v>94.295168102515149</c:v>
                </c:pt>
                <c:pt idx="19">
                  <c:v>91.77078343586787</c:v>
                </c:pt>
              </c:numCache>
            </c:numRef>
          </c:val>
          <c:smooth val="0"/>
          <c:extLst>
            <c:ext xmlns:c16="http://schemas.microsoft.com/office/drawing/2014/chart" uri="{C3380CC4-5D6E-409C-BE32-E72D297353CC}">
              <c16:uniqueId val="{00000014-B541-4E51-9757-563DF2B43542}"/>
            </c:ext>
          </c:extLst>
        </c:ser>
        <c:ser>
          <c:idx val="1"/>
          <c:order val="1"/>
          <c:tx>
            <c:v>SMLL</c:v>
          </c:tx>
          <c:spPr>
            <a:ln w="28575">
              <a:solidFill>
                <a:srgbClr val="8EB3DF"/>
              </a:solidFill>
            </a:ln>
          </c:spPr>
          <c:marker>
            <c:symbol val="none"/>
          </c:marker>
          <c:cat>
            <c:numRef>
              <c:f>'T1'!$A$2:$A$21</c:f>
              <c:numCache>
                <c:formatCode>yyyy\-mm\-dd</c:formatCode>
                <c:ptCount val="20"/>
                <c:pt idx="0">
                  <c:v>46295</c:v>
                </c:pt>
                <c:pt idx="1">
                  <c:v>46296</c:v>
                </c:pt>
                <c:pt idx="2">
                  <c:v>46297</c:v>
                </c:pt>
                <c:pt idx="3">
                  <c:v>46300</c:v>
                </c:pt>
                <c:pt idx="4">
                  <c:v>46301</c:v>
                </c:pt>
                <c:pt idx="5">
                  <c:v>46302</c:v>
                </c:pt>
                <c:pt idx="6">
                  <c:v>46303</c:v>
                </c:pt>
                <c:pt idx="7">
                  <c:v>46304</c:v>
                </c:pt>
                <c:pt idx="8">
                  <c:v>46308</c:v>
                </c:pt>
                <c:pt idx="9">
                  <c:v>46309</c:v>
                </c:pt>
                <c:pt idx="10">
                  <c:v>46310</c:v>
                </c:pt>
                <c:pt idx="11">
                  <c:v>46311</c:v>
                </c:pt>
                <c:pt idx="12">
                  <c:v>46314</c:v>
                </c:pt>
                <c:pt idx="13">
                  <c:v>46315</c:v>
                </c:pt>
                <c:pt idx="14">
                  <c:v>46316</c:v>
                </c:pt>
                <c:pt idx="15">
                  <c:v>46317</c:v>
                </c:pt>
                <c:pt idx="16">
                  <c:v>46318</c:v>
                </c:pt>
                <c:pt idx="17">
                  <c:v>46321</c:v>
                </c:pt>
                <c:pt idx="18">
                  <c:v>46322</c:v>
                </c:pt>
                <c:pt idx="19">
                  <c:v>46323</c:v>
                </c:pt>
              </c:numCache>
            </c:numRef>
          </c:cat>
          <c:val>
            <c:numRef>
              <c:f>'T1'!$C$2:$C$21</c:f>
              <c:numCache>
                <c:formatCode>General</c:formatCode>
                <c:ptCount val="20"/>
                <c:pt idx="0">
                  <c:v>100</c:v>
                </c:pt>
                <c:pt idx="1">
                  <c:v>100.9182805274272</c:v>
                </c:pt>
                <c:pt idx="2">
                  <c:v>103.6237474486085</c:v>
                </c:pt>
                <c:pt idx="3">
                  <c:v>113.12440210371319</c:v>
                </c:pt>
                <c:pt idx="4">
                  <c:v>115.1932885728519</c:v>
                </c:pt>
                <c:pt idx="5">
                  <c:v>116.2649832258406</c:v>
                </c:pt>
                <c:pt idx="6">
                  <c:v>119.41129533541709</c:v>
                </c:pt>
                <c:pt idx="7">
                  <c:v>124.4986488094976</c:v>
                </c:pt>
                <c:pt idx="8">
                  <c:v>120.4208308168421</c:v>
                </c:pt>
                <c:pt idx="9">
                  <c:v>119.0793389085555</c:v>
                </c:pt>
                <c:pt idx="10">
                  <c:v>116.7887073096541</c:v>
                </c:pt>
                <c:pt idx="11">
                  <c:v>116.92757354399861</c:v>
                </c:pt>
                <c:pt idx="12">
                  <c:v>119.71768274135169</c:v>
                </c:pt>
                <c:pt idx="13">
                  <c:v>123.7276105749944</c:v>
                </c:pt>
                <c:pt idx="14">
                  <c:v>122.09339746161341</c:v>
                </c:pt>
                <c:pt idx="15">
                  <c:v>120.38953080846601</c:v>
                </c:pt>
                <c:pt idx="16">
                  <c:v>122.8194694869003</c:v>
                </c:pt>
                <c:pt idx="17">
                  <c:v>89.761811344710082</c:v>
                </c:pt>
                <c:pt idx="18">
                  <c:v>89.290547838315632</c:v>
                </c:pt>
                <c:pt idx="19">
                  <c:v>85.520439787159958</c:v>
                </c:pt>
              </c:numCache>
            </c:numRef>
          </c:val>
          <c:smooth val="0"/>
          <c:extLst>
            <c:ext xmlns:c16="http://schemas.microsoft.com/office/drawing/2014/chart" uri="{C3380CC4-5D6E-409C-BE32-E72D297353CC}">
              <c16:uniqueId val="{00000015-B541-4E51-9757-563DF2B43542}"/>
            </c:ext>
          </c:extLst>
        </c:ser>
        <c:dLbls>
          <c:showLegendKey val="0"/>
          <c:showVal val="0"/>
          <c:showCatName val="0"/>
          <c:showSerName val="0"/>
          <c:showPercent val="0"/>
          <c:showBubbleSize val="0"/>
        </c:dLbls>
        <c:smooth val="0"/>
        <c:axId val="50010001"/>
        <c:axId val="50010002"/>
      </c:lineChart>
      <c:dateAx>
        <c:axId val="50010001"/>
        <c:scaling>
          <c:orientation val="minMax"/>
        </c:scaling>
        <c:delete val="0"/>
        <c:axPos val="b"/>
        <c:numFmt formatCode="[$-409]d\-mmm" sourceLinked="0"/>
        <c:majorTickMark val="none"/>
        <c:minorTickMark val="none"/>
        <c:tickLblPos val="low"/>
        <c:spPr>
          <a:ln w="9525">
            <a:solidFill>
              <a:srgbClr val="D9D9D9"/>
            </a:solidFill>
          </a:ln>
        </c:spPr>
        <c:txPr>
          <a:bodyPr rot="0" vert="horz"/>
          <a:lstStyle/>
          <a:p>
            <a:pPr>
              <a:defRPr sz="800" b="0" baseline="0">
                <a:solidFill>
                  <a:srgbClr val="000000"/>
                </a:solidFill>
                <a:latin typeface="Roboto Light"/>
              </a:defRPr>
            </a:pPr>
            <a:endParaRPr lang="en-US"/>
          </a:p>
        </c:txPr>
        <c:crossAx val="50010002"/>
        <c:crosses val="min"/>
        <c:auto val="1"/>
        <c:lblOffset val="100"/>
        <c:baseTimeUnit val="days"/>
        <c:majorUnit val="7"/>
        <c:majorTimeUnit val="days"/>
      </c:dateAx>
      <c:valAx>
        <c:axId val="50010002"/>
        <c:scaling>
          <c:orientation val="minMax"/>
          <c:max val="130"/>
          <c:min val="80"/>
        </c:scaling>
        <c:delete val="0"/>
        <c:axPos val="l"/>
        <c:majorGridlines>
          <c:spPr>
            <a:ln w="6350">
              <a:solidFill>
                <a:srgbClr val="D9D9D9"/>
              </a:solidFill>
              <a:prstDash val="dash"/>
            </a:ln>
          </c:spPr>
        </c:majorGridlines>
        <c:numFmt formatCode="0" sourceLinked="0"/>
        <c:majorTickMark val="none"/>
        <c:minorTickMark val="none"/>
        <c:tickLblPos val="nextTo"/>
        <c:spPr>
          <a:ln>
            <a:noFill/>
          </a:ln>
        </c:spPr>
        <c:txPr>
          <a:bodyPr/>
          <a:lstStyle/>
          <a:p>
            <a:pPr>
              <a:defRPr sz="800" b="0" baseline="0">
                <a:solidFill>
                  <a:srgbClr val="000000"/>
                </a:solidFill>
                <a:latin typeface="Roboto Light"/>
              </a:defRPr>
            </a:pPr>
            <a:endParaRPr lang="en-US"/>
          </a:p>
        </c:txPr>
        <c:crossAx val="50010001"/>
        <c:crosses val="autoZero"/>
        <c:crossBetween val="between"/>
        <c:majorUnit val="10"/>
      </c:valAx>
      <c:spPr>
        <a:noFill/>
        <a:ln>
          <a:noFill/>
        </a:ln>
      </c:spPr>
    </c:plotArea>
    <c:legend>
      <c:legendPos val="t"/>
      <c:overlay val="0"/>
      <c:txPr>
        <a:bodyPr/>
        <a:lstStyle/>
        <a:p>
          <a:pPr>
            <a:defRPr sz="8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Daily return (%)</c:v>
          </c:tx>
          <c:spPr>
            <a:solidFill>
              <a:srgbClr val="8EB3DF"/>
            </a:solidFill>
            <a:ln>
              <a:noFill/>
            </a:ln>
          </c:spPr>
          <c:invertIfNegative val="0"/>
          <c:dPt>
            <c:idx val="0"/>
            <c:invertIfNegative val="0"/>
            <c:bubble3D val="0"/>
            <c:extLst>
              <c:ext xmlns:c16="http://schemas.microsoft.com/office/drawing/2014/chart" uri="{C3380CC4-5D6E-409C-BE32-E72D297353CC}">
                <c16:uniqueId val="{00000000-E71B-4F12-8679-98FDC9455608}"/>
              </c:ext>
            </c:extLst>
          </c:dPt>
          <c:dPt>
            <c:idx val="1"/>
            <c:invertIfNegative val="0"/>
            <c:bubble3D val="0"/>
            <c:extLst>
              <c:ext xmlns:c16="http://schemas.microsoft.com/office/drawing/2014/chart" uri="{C3380CC4-5D6E-409C-BE32-E72D297353CC}">
                <c16:uniqueId val="{00000001-E71B-4F12-8679-98FDC9455608}"/>
              </c:ext>
            </c:extLst>
          </c:dPt>
          <c:dPt>
            <c:idx val="2"/>
            <c:invertIfNegative val="0"/>
            <c:bubble3D val="0"/>
            <c:extLst>
              <c:ext xmlns:c16="http://schemas.microsoft.com/office/drawing/2014/chart" uri="{C3380CC4-5D6E-409C-BE32-E72D297353CC}">
                <c16:uniqueId val="{00000002-E71B-4F12-8679-98FDC9455608}"/>
              </c:ext>
            </c:extLst>
          </c:dPt>
          <c:dPt>
            <c:idx val="3"/>
            <c:invertIfNegative val="0"/>
            <c:bubble3D val="0"/>
            <c:extLst>
              <c:ext xmlns:c16="http://schemas.microsoft.com/office/drawing/2014/chart" uri="{C3380CC4-5D6E-409C-BE32-E72D297353CC}">
                <c16:uniqueId val="{00000003-E71B-4F12-8679-98FDC9455608}"/>
              </c:ext>
            </c:extLst>
          </c:dPt>
          <c:dPt>
            <c:idx val="4"/>
            <c:invertIfNegative val="0"/>
            <c:bubble3D val="0"/>
            <c:extLst>
              <c:ext xmlns:c16="http://schemas.microsoft.com/office/drawing/2014/chart" uri="{C3380CC4-5D6E-409C-BE32-E72D297353CC}">
                <c16:uniqueId val="{00000004-E71B-4F12-8679-98FDC9455608}"/>
              </c:ext>
            </c:extLst>
          </c:dPt>
          <c:dPt>
            <c:idx val="5"/>
            <c:invertIfNegative val="0"/>
            <c:bubble3D val="0"/>
            <c:extLst>
              <c:ext xmlns:c16="http://schemas.microsoft.com/office/drawing/2014/chart" uri="{C3380CC4-5D6E-409C-BE32-E72D297353CC}">
                <c16:uniqueId val="{00000005-E71B-4F12-8679-98FDC9455608}"/>
              </c:ext>
            </c:extLst>
          </c:dPt>
          <c:dPt>
            <c:idx val="6"/>
            <c:invertIfNegative val="0"/>
            <c:bubble3D val="0"/>
            <c:extLst>
              <c:ext xmlns:c16="http://schemas.microsoft.com/office/drawing/2014/chart" uri="{C3380CC4-5D6E-409C-BE32-E72D297353CC}">
                <c16:uniqueId val="{00000006-E71B-4F12-8679-98FDC9455608}"/>
              </c:ext>
            </c:extLst>
          </c:dPt>
          <c:dPt>
            <c:idx val="7"/>
            <c:invertIfNegative val="0"/>
            <c:bubble3D val="0"/>
            <c:spPr>
              <a:solidFill>
                <a:srgbClr val="1F2F44"/>
              </a:solidFill>
              <a:ln>
                <a:noFill/>
              </a:ln>
            </c:spPr>
            <c:extLst>
              <c:ext xmlns:c16="http://schemas.microsoft.com/office/drawing/2014/chart" uri="{C3380CC4-5D6E-409C-BE32-E72D297353CC}">
                <c16:uniqueId val="{00000008-E71B-4F12-8679-98FDC9455608}"/>
              </c:ext>
            </c:extLst>
          </c:dPt>
          <c:dPt>
            <c:idx val="8"/>
            <c:invertIfNegative val="0"/>
            <c:bubble3D val="0"/>
            <c:extLst>
              <c:ext xmlns:c16="http://schemas.microsoft.com/office/drawing/2014/chart" uri="{C3380CC4-5D6E-409C-BE32-E72D297353CC}">
                <c16:uniqueId val="{00000009-E71B-4F12-8679-98FDC9455608}"/>
              </c:ext>
            </c:extLst>
          </c:dPt>
          <c:dPt>
            <c:idx val="9"/>
            <c:invertIfNegative val="0"/>
            <c:bubble3D val="0"/>
            <c:extLst>
              <c:ext xmlns:c16="http://schemas.microsoft.com/office/drawing/2014/chart" uri="{C3380CC4-5D6E-409C-BE32-E72D297353CC}">
                <c16:uniqueId val="{0000000A-E71B-4F12-8679-98FDC9455608}"/>
              </c:ext>
            </c:extLst>
          </c:dPt>
          <c:dLbls>
            <c:dLbl>
              <c:idx val="0"/>
              <c:tx>
                <c:rich>
                  <a:bodyPr/>
                  <a:lstStyle/>
                  <a:p>
                    <a:r>
                      <a:rPr lang="en-US" sz="700" b="0" baseline="0">
                        <a:solidFill>
                          <a:srgbClr val="000000"/>
                        </a:solidFill>
                        <a:latin typeface="Roboto Light"/>
                      </a:rPr>
                      <a:t>-8.1%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71B-4F12-8679-98FDC9455608}"/>
                </c:ext>
              </c:extLst>
            </c:dLbl>
            <c:dLbl>
              <c:idx val="1"/>
              <c:tx>
                <c:rich>
                  <a:bodyPr/>
                  <a:lstStyle/>
                  <a:p>
                    <a:r>
                      <a:rPr lang="en-US" sz="700" b="0" baseline="0">
                        <a:solidFill>
                          <a:srgbClr val="000000"/>
                        </a:solidFill>
                        <a:latin typeface="Roboto Light"/>
                      </a:rPr>
                      <a:t>-8.8%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71B-4F12-8679-98FDC9455608}"/>
                </c:ext>
              </c:extLst>
            </c:dLbl>
            <c:dLbl>
              <c:idx val="2"/>
              <c:tx>
                <c:rich>
                  <a:bodyPr/>
                  <a:lstStyle/>
                  <a:p>
                    <a:r>
                      <a:rPr lang="en-US" sz="700" b="0" baseline="0">
                        <a:solidFill>
                          <a:srgbClr val="000000"/>
                        </a:solidFill>
                        <a:latin typeface="Roboto Light"/>
                      </a:rPr>
                      <a:t>-9.4%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E71B-4F12-8679-98FDC9455608}"/>
                </c:ext>
              </c:extLst>
            </c:dLbl>
            <c:dLbl>
              <c:idx val="3"/>
              <c:tx>
                <c:rich>
                  <a:bodyPr/>
                  <a:lstStyle/>
                  <a:p>
                    <a:r>
                      <a:rPr lang="en-US" sz="700" b="0" baseline="0">
                        <a:solidFill>
                          <a:srgbClr val="000000"/>
                        </a:solidFill>
                        <a:latin typeface="Roboto Light"/>
                      </a:rPr>
                      <a:t>-10.2%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71B-4F12-8679-98FDC9455608}"/>
                </c:ext>
              </c:extLst>
            </c:dLbl>
            <c:dLbl>
              <c:idx val="4"/>
              <c:tx>
                <c:rich>
                  <a:bodyPr/>
                  <a:lstStyle/>
                  <a:p>
                    <a:r>
                      <a:rPr lang="en-US" sz="700" b="0" baseline="0">
                        <a:solidFill>
                          <a:srgbClr val="000000"/>
                        </a:solidFill>
                        <a:latin typeface="Roboto Light"/>
                      </a:rPr>
                      <a:t>-10.3%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E71B-4F12-8679-98FDC9455608}"/>
                </c:ext>
              </c:extLst>
            </c:dLbl>
            <c:dLbl>
              <c:idx val="5"/>
              <c:tx>
                <c:rich>
                  <a:bodyPr/>
                  <a:lstStyle/>
                  <a:p>
                    <a:r>
                      <a:rPr lang="en-US" sz="700" b="0" baseline="0">
                        <a:solidFill>
                          <a:srgbClr val="000000"/>
                        </a:solidFill>
                        <a:latin typeface="Roboto Light"/>
                      </a:rPr>
                      <a:t>-11.4%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E71B-4F12-8679-98FDC9455608}"/>
                </c:ext>
              </c:extLst>
            </c:dLbl>
            <c:dLbl>
              <c:idx val="6"/>
              <c:tx>
                <c:rich>
                  <a:bodyPr/>
                  <a:lstStyle/>
                  <a:p>
                    <a:r>
                      <a:rPr lang="en-US" sz="700" b="0" baseline="0">
                        <a:solidFill>
                          <a:srgbClr val="000000"/>
                        </a:solidFill>
                        <a:latin typeface="Roboto Light"/>
                      </a:rPr>
                      <a:t>-12.2%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E71B-4F12-8679-98FDC9455608}"/>
                </c:ext>
              </c:extLst>
            </c:dLbl>
            <c:dLbl>
              <c:idx val="7"/>
              <c:tx>
                <c:rich>
                  <a:bodyPr/>
                  <a:lstStyle/>
                  <a:p>
                    <a:r>
                      <a:rPr lang="en-US" sz="700" b="0" baseline="0">
                        <a:solidFill>
                          <a:srgbClr val="000000"/>
                        </a:solidFill>
                        <a:latin typeface="Roboto Light"/>
                      </a:rPr>
                      <a:t>-13.9%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E71B-4F12-8679-98FDC9455608}"/>
                </c:ext>
              </c:extLst>
            </c:dLbl>
            <c:dLbl>
              <c:idx val="8"/>
              <c:tx>
                <c:rich>
                  <a:bodyPr/>
                  <a:lstStyle/>
                  <a:p>
                    <a:r>
                      <a:rPr lang="en-US" sz="700" b="0" baseline="0">
                        <a:solidFill>
                          <a:srgbClr val="000000"/>
                        </a:solidFill>
                        <a:latin typeface="Roboto Light"/>
                      </a:rPr>
                      <a:t>-13.9%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E71B-4F12-8679-98FDC9455608}"/>
                </c:ext>
              </c:extLst>
            </c:dLbl>
            <c:dLbl>
              <c:idx val="9"/>
              <c:tx>
                <c:rich>
                  <a:bodyPr/>
                  <a:lstStyle/>
                  <a:p>
                    <a:r>
                      <a:rPr lang="en-US" sz="700" b="0" baseline="0">
                        <a:solidFill>
                          <a:srgbClr val="000000"/>
                        </a:solidFill>
                        <a:latin typeface="Roboto Light"/>
                      </a:rPr>
                      <a:t>-14.8%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E71B-4F12-8679-98FDC9455608}"/>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'T2'!$A$2:$A$11</c:f>
              <c:strCache>
                <c:ptCount val="10"/>
                <c:pt idx="0">
                  <c:v>Aug 8, 2011</c:v>
                </c:pt>
                <c:pt idx="1">
                  <c:v>May 18, 2017</c:v>
                </c:pt>
                <c:pt idx="2">
                  <c:v>Sep 29, 2008</c:v>
                </c:pt>
                <c:pt idx="3">
                  <c:v>Oct 22, 2008</c:v>
                </c:pt>
                <c:pt idx="4">
                  <c:v>Mar 18, 2020</c:v>
                </c:pt>
                <c:pt idx="5">
                  <c:v>Oct 15, 2008</c:v>
                </c:pt>
                <c:pt idx="6">
                  <c:v>Mar 9, 2020</c:v>
                </c:pt>
                <c:pt idx="7">
                  <c:v>Oct 26, 2026</c:v>
                </c:pt>
                <c:pt idx="8">
                  <c:v>Mar 16, 2020</c:v>
                </c:pt>
                <c:pt idx="9">
                  <c:v>Mar 12, 2020</c:v>
                </c:pt>
              </c:strCache>
            </c:strRef>
          </c:cat>
          <c:val>
            <c:numRef>
              <c:f>'T2'!$B$2:$B$11</c:f>
              <c:numCache>
                <c:formatCode>General</c:formatCode>
                <c:ptCount val="10"/>
                <c:pt idx="0">
                  <c:v>-8.084972734253693</c:v>
                </c:pt>
                <c:pt idx="1">
                  <c:v>-8.7994936352767343</c:v>
                </c:pt>
                <c:pt idx="2">
                  <c:v>-9.3632336339392381</c:v>
                </c:pt>
                <c:pt idx="3">
                  <c:v>-10.17754861962549</c:v>
                </c:pt>
                <c:pt idx="4">
                  <c:v>-10.349203481661879</c:v>
                </c:pt>
                <c:pt idx="5">
                  <c:v>-11.39312127321711</c:v>
                </c:pt>
                <c:pt idx="6">
                  <c:v>-12.173431838620809</c:v>
                </c:pt>
                <c:pt idx="7">
                  <c:v>-13.884325415091361</c:v>
                </c:pt>
                <c:pt idx="8">
                  <c:v>-13.921324329557921</c:v>
                </c:pt>
                <c:pt idx="9">
                  <c:v>-14.78036043433967</c:v>
                </c:pt>
              </c:numCache>
            </c:numRef>
          </c:val>
          <c:extLst>
            <c:ext xmlns:c16="http://schemas.microsoft.com/office/drawing/2014/chart" uri="{C3380CC4-5D6E-409C-BE32-E72D297353CC}">
              <c16:uniqueId val="{0000000B-E71B-4F12-8679-98FDC9455608}"/>
            </c:ext>
          </c:extLst>
        </c:ser>
        <c:dLbls>
          <c:showLegendKey val="0"/>
          <c:showVal val="0"/>
          <c:showCatName val="0"/>
          <c:showSerName val="0"/>
          <c:showPercent val="0"/>
          <c:showBubbleSize val="0"/>
        </c:dLbls>
        <c:gapWidth val="40"/>
        <c:axId val="50020001"/>
        <c:axId val="50020002"/>
      </c:barChart>
      <c:catAx>
        <c:axId val="50020001"/>
        <c:scaling>
          <c:orientation val="minMax"/>
        </c:scaling>
        <c:delete val="0"/>
        <c:axPos val="l"/>
        <c:numFmt formatCode="General" sourceLinked="0"/>
        <c:majorTickMark val="none"/>
        <c:minorTickMark val="none"/>
        <c:tickLblPos val="low"/>
        <c:spPr>
          <a:ln w="9525">
            <a:solidFill>
              <a:srgbClr val="7E7E7E"/>
            </a:solidFill>
          </a:ln>
        </c:spPr>
        <c:txPr>
          <a:bodyPr/>
          <a:lstStyle/>
          <a:p>
            <a:pPr>
              <a:defRPr sz="800" b="0" baseline="0">
                <a:solidFill>
                  <a:srgbClr val="000000"/>
                </a:solidFill>
                <a:latin typeface="Roboto Light"/>
              </a:defRPr>
            </a:pPr>
            <a:endParaRPr lang="en-US"/>
          </a:p>
        </c:txPr>
        <c:crossAx val="50020002"/>
        <c:crosses val="autoZero"/>
        <c:auto val="1"/>
        <c:lblAlgn val="ctr"/>
        <c:lblOffset val="100"/>
        <c:tickLblSkip val="1"/>
        <c:noMultiLvlLbl val="0"/>
      </c:catAx>
      <c:valAx>
        <c:axId val="50020002"/>
        <c:scaling>
          <c:orientation val="minMax"/>
          <c:max val="0"/>
          <c:min val="-24"/>
        </c:scaling>
        <c:delete val="1"/>
        <c:axPos val="b"/>
        <c:numFmt formatCode="General" sourceLinked="1"/>
        <c:majorTickMark val="out"/>
        <c:minorTickMark val="none"/>
        <c:tickLblPos val="nextTo"/>
        <c:crossAx val="50020001"/>
        <c:crosses val="autoZero"/>
        <c:crossBetween val="between"/>
      </c:valAx>
      <c:spPr>
        <a:noFill/>
        <a:ln>
          <a:noFill/>
        </a:ln>
      </c:spPr>
    </c:plotArea>
    <c:plotVisOnly val="1"/>
    <c:dispBlanksAs val="gap"/>
    <c:showDLblsOverMax val="0"/>
  </c:chart>
  <c:spPr>
    <a:solidFill>
      <a:srgbClr val="FFFFFF"/>
    </a:solidFill>
    <a:ln>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Sep 30 - Oct 23</c:v>
          </c:tx>
          <c:spPr>
            <a:solidFill>
              <a:srgbClr val="8EB3DF"/>
            </a:solidFill>
            <a:ln>
              <a:noFill/>
            </a:ln>
          </c:spPr>
          <c:invertIfNegative val="0"/>
          <c:dPt>
            <c:idx val="0"/>
            <c:invertIfNegative val="0"/>
            <c:bubble3D val="0"/>
            <c:extLst>
              <c:ext xmlns:c16="http://schemas.microsoft.com/office/drawing/2014/chart" uri="{C3380CC4-5D6E-409C-BE32-E72D297353CC}">
                <c16:uniqueId val="{00000000-696C-4C39-AB92-2AC481A4D7AF}"/>
              </c:ext>
            </c:extLst>
          </c:dPt>
          <c:dPt>
            <c:idx val="1"/>
            <c:invertIfNegative val="0"/>
            <c:bubble3D val="0"/>
            <c:extLst>
              <c:ext xmlns:c16="http://schemas.microsoft.com/office/drawing/2014/chart" uri="{C3380CC4-5D6E-409C-BE32-E72D297353CC}">
                <c16:uniqueId val="{00000001-696C-4C39-AB92-2AC481A4D7AF}"/>
              </c:ext>
            </c:extLst>
          </c:dPt>
          <c:dPt>
            <c:idx val="2"/>
            <c:invertIfNegative val="0"/>
            <c:bubble3D val="0"/>
            <c:extLst>
              <c:ext xmlns:c16="http://schemas.microsoft.com/office/drawing/2014/chart" uri="{C3380CC4-5D6E-409C-BE32-E72D297353CC}">
                <c16:uniqueId val="{00000002-696C-4C39-AB92-2AC481A4D7AF}"/>
              </c:ext>
            </c:extLst>
          </c:dPt>
          <c:dPt>
            <c:idx val="3"/>
            <c:invertIfNegative val="0"/>
            <c:bubble3D val="0"/>
            <c:extLst>
              <c:ext xmlns:c16="http://schemas.microsoft.com/office/drawing/2014/chart" uri="{C3380CC4-5D6E-409C-BE32-E72D297353CC}">
                <c16:uniqueId val="{00000003-696C-4C39-AB92-2AC481A4D7AF}"/>
              </c:ext>
            </c:extLst>
          </c:dPt>
          <c:dPt>
            <c:idx val="4"/>
            <c:invertIfNegative val="0"/>
            <c:bubble3D val="0"/>
            <c:extLst>
              <c:ext xmlns:c16="http://schemas.microsoft.com/office/drawing/2014/chart" uri="{C3380CC4-5D6E-409C-BE32-E72D297353CC}">
                <c16:uniqueId val="{00000004-696C-4C39-AB92-2AC481A4D7AF}"/>
              </c:ext>
            </c:extLst>
          </c:dPt>
          <c:dPt>
            <c:idx val="5"/>
            <c:invertIfNegative val="0"/>
            <c:bubble3D val="0"/>
            <c:extLst>
              <c:ext xmlns:c16="http://schemas.microsoft.com/office/drawing/2014/chart" uri="{C3380CC4-5D6E-409C-BE32-E72D297353CC}">
                <c16:uniqueId val="{00000005-696C-4C39-AB92-2AC481A4D7AF}"/>
              </c:ext>
            </c:extLst>
          </c:dPt>
          <c:dPt>
            <c:idx val="6"/>
            <c:invertIfNegative val="0"/>
            <c:bubble3D val="0"/>
            <c:extLst>
              <c:ext xmlns:c16="http://schemas.microsoft.com/office/drawing/2014/chart" uri="{C3380CC4-5D6E-409C-BE32-E72D297353CC}">
                <c16:uniqueId val="{00000006-696C-4C39-AB92-2AC481A4D7AF}"/>
              </c:ext>
            </c:extLst>
          </c:dPt>
          <c:dPt>
            <c:idx val="7"/>
            <c:invertIfNegative val="0"/>
            <c:bubble3D val="0"/>
            <c:extLst>
              <c:ext xmlns:c16="http://schemas.microsoft.com/office/drawing/2014/chart" uri="{C3380CC4-5D6E-409C-BE32-E72D297353CC}">
                <c16:uniqueId val="{00000007-696C-4C39-AB92-2AC481A4D7AF}"/>
              </c:ext>
            </c:extLst>
          </c:dPt>
          <c:dPt>
            <c:idx val="8"/>
            <c:invertIfNegative val="0"/>
            <c:bubble3D val="0"/>
            <c:extLst>
              <c:ext xmlns:c16="http://schemas.microsoft.com/office/drawing/2014/chart" uri="{C3380CC4-5D6E-409C-BE32-E72D297353CC}">
                <c16:uniqueId val="{00000008-696C-4C39-AB92-2AC481A4D7AF}"/>
              </c:ext>
            </c:extLst>
          </c:dPt>
          <c:dPt>
            <c:idx val="9"/>
            <c:invertIfNegative val="0"/>
            <c:bubble3D val="0"/>
            <c:extLst>
              <c:ext xmlns:c16="http://schemas.microsoft.com/office/drawing/2014/chart" uri="{C3380CC4-5D6E-409C-BE32-E72D297353CC}">
                <c16:uniqueId val="{00000009-696C-4C39-AB92-2AC481A4D7AF}"/>
              </c:ext>
            </c:extLst>
          </c:dPt>
          <c:dPt>
            <c:idx val="10"/>
            <c:invertIfNegative val="0"/>
            <c:bubble3D val="0"/>
            <c:extLst>
              <c:ext xmlns:c16="http://schemas.microsoft.com/office/drawing/2014/chart" uri="{C3380CC4-5D6E-409C-BE32-E72D297353CC}">
                <c16:uniqueId val="{0000000A-696C-4C39-AB92-2AC481A4D7AF}"/>
              </c:ext>
            </c:extLst>
          </c:dPt>
          <c:dPt>
            <c:idx val="11"/>
            <c:invertIfNegative val="0"/>
            <c:bubble3D val="0"/>
            <c:spPr>
              <a:solidFill>
                <a:srgbClr val="1F2F44"/>
              </a:solidFill>
              <a:ln>
                <a:noFill/>
              </a:ln>
            </c:spPr>
            <c:extLst>
              <c:ext xmlns:c16="http://schemas.microsoft.com/office/drawing/2014/chart" uri="{C3380CC4-5D6E-409C-BE32-E72D297353CC}">
                <c16:uniqueId val="{0000000C-696C-4C39-AB92-2AC481A4D7AF}"/>
              </c:ext>
            </c:extLst>
          </c:dPt>
          <c:dLbls>
            <c:dLbl>
              <c:idx val="0"/>
              <c:tx>
                <c:rich>
                  <a:bodyPr/>
                  <a:lstStyle/>
                  <a:p>
                    <a:r>
                      <a:rPr lang="en-US" sz="700" b="0" baseline="0">
                        <a:solidFill>
                          <a:srgbClr val="000000"/>
                        </a:solidFill>
                        <a:latin typeface="Roboto Light"/>
                      </a:rPr>
                      <a:t>-17.3%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96C-4C39-AB92-2AC481A4D7AF}"/>
                </c:ext>
              </c:extLst>
            </c:dLbl>
            <c:dLbl>
              <c:idx val="1"/>
              <c:tx>
                <c:rich>
                  <a:bodyPr/>
                  <a:lstStyle/>
                  <a:p>
                    <a:r>
                      <a:rPr lang="en-US" sz="700" b="0" baseline="0">
                        <a:solidFill>
                          <a:srgbClr val="000000"/>
                        </a:solidFill>
                        <a:latin typeface="Roboto Light"/>
                      </a:rPr>
                      <a:t>-7.2%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96C-4C39-AB92-2AC481A4D7AF}"/>
                </c:ext>
              </c:extLst>
            </c:dLbl>
            <c:dLbl>
              <c:idx val="2"/>
              <c:tx>
                <c:rich>
                  <a:bodyPr/>
                  <a:lstStyle/>
                  <a:p>
                    <a:r>
                      <a:rPr lang="en-US" sz="700" b="0" baseline="0">
                        <a:solidFill>
                          <a:srgbClr val="000000"/>
                        </a:solidFill>
                        <a:latin typeface="Roboto Light"/>
                      </a:rPr>
                      <a:t>-6.1%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696C-4C39-AB92-2AC481A4D7AF}"/>
                </c:ext>
              </c:extLst>
            </c:dLbl>
            <c:dLbl>
              <c:idx val="3"/>
              <c:tx>
                <c:rich>
                  <a:bodyPr/>
                  <a:lstStyle/>
                  <a:p>
                    <a:r>
                      <a:rPr lang="en-US" sz="700" b="0" baseline="0">
                        <a:solidFill>
                          <a:srgbClr val="000000"/>
                        </a:solidFill>
                        <a:latin typeface="Roboto Light"/>
                      </a:rPr>
                      <a:t>-5.5%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96C-4C39-AB92-2AC481A4D7AF}"/>
                </c:ext>
              </c:extLst>
            </c:dLbl>
            <c:dLbl>
              <c:idx val="4"/>
              <c:tx>
                <c:rich>
                  <a:bodyPr/>
                  <a:lstStyle/>
                  <a:p>
                    <a:r>
                      <a:rPr lang="en-US" sz="700" b="0" baseline="0">
                        <a:solidFill>
                          <a:srgbClr val="000000"/>
                        </a:solidFill>
                        <a:latin typeface="Roboto Light"/>
                      </a:rPr>
                      <a:t>-5.5%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96C-4C39-AB92-2AC481A4D7AF}"/>
                </c:ext>
              </c:extLst>
            </c:dLbl>
            <c:dLbl>
              <c:idx val="5"/>
              <c:tx>
                <c:rich>
                  <a:bodyPr/>
                  <a:lstStyle/>
                  <a:p>
                    <a:r>
                      <a:rPr lang="en-US" sz="700" b="0" baseline="0">
                        <a:solidFill>
                          <a:srgbClr val="000000"/>
                        </a:solidFill>
                        <a:latin typeface="Roboto Light"/>
                      </a:rPr>
                      <a:t>-4.8%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696C-4C39-AB92-2AC481A4D7AF}"/>
                </c:ext>
              </c:extLst>
            </c:dLbl>
            <c:dLbl>
              <c:idx val="6"/>
              <c:tx>
                <c:rich>
                  <a:bodyPr/>
                  <a:lstStyle/>
                  <a:p>
                    <a:r>
                      <a:rPr lang="en-US" sz="700" b="0" baseline="0">
                        <a:solidFill>
                          <a:srgbClr val="000000"/>
                        </a:solidFill>
                        <a:latin typeface="Roboto Light"/>
                      </a:rPr>
                      <a:t>-4.2%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696C-4C39-AB92-2AC481A4D7AF}"/>
                </c:ext>
              </c:extLst>
            </c:dLbl>
            <c:dLbl>
              <c:idx val="7"/>
              <c:tx>
                <c:rich>
                  <a:bodyPr/>
                  <a:lstStyle/>
                  <a:p>
                    <a:r>
                      <a:rPr lang="en-US" sz="700" b="0" baseline="0">
                        <a:solidFill>
                          <a:srgbClr val="000000"/>
                        </a:solidFill>
                        <a:latin typeface="Roboto Light"/>
                      </a:rPr>
                      <a:t>-1.2%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696C-4C39-AB92-2AC481A4D7AF}"/>
                </c:ext>
              </c:extLst>
            </c:dLbl>
            <c:dLbl>
              <c:idx val="8"/>
              <c:tx>
                <c:rich>
                  <a:bodyPr/>
                  <a:lstStyle/>
                  <a:p>
                    <a:r>
                      <a:rPr lang="en-US" sz="700" b="0" baseline="0">
                        <a:solidFill>
                          <a:srgbClr val="000000"/>
                        </a:solidFill>
                        <a:latin typeface="Roboto Light"/>
                      </a:rPr>
                      <a:t>-0.4%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696C-4C39-AB92-2AC481A4D7AF}"/>
                </c:ext>
              </c:extLst>
            </c:dLbl>
            <c:dLbl>
              <c:idx val="9"/>
              <c:tx>
                <c:rich>
                  <a:bodyPr/>
                  <a:lstStyle/>
                  <a:p>
                    <a:r>
                      <a:rPr lang="en-US" sz="700" b="0" baseline="0">
                        <a:solidFill>
                          <a:srgbClr val="000000"/>
                        </a:solidFill>
                        <a:latin typeface="Roboto Light"/>
                      </a:rPr>
                      <a:t>+2.6%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696C-4C39-AB92-2AC481A4D7AF}"/>
                </c:ext>
              </c:extLst>
            </c:dLbl>
            <c:dLbl>
              <c:idx val="10"/>
              <c:tx>
                <c:rich>
                  <a:bodyPr/>
                  <a:lstStyle/>
                  <a:p>
                    <a:r>
                      <a:rPr lang="en-US" sz="700" b="0" baseline="0">
                        <a:solidFill>
                          <a:srgbClr val="000000"/>
                        </a:solidFill>
                        <a:latin typeface="Roboto Light"/>
                      </a:rPr>
                      <a:t>+4.9%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696C-4C39-AB92-2AC481A4D7AF}"/>
                </c:ext>
              </c:extLst>
            </c:dLbl>
            <c:dLbl>
              <c:idx val="11"/>
              <c:tx>
                <c:rich>
                  <a:bodyPr/>
                  <a:lstStyle/>
                  <a:p>
                    <a:r>
                      <a:rPr lang="en-US" sz="700" b="0" baseline="0">
                        <a:solidFill>
                          <a:srgbClr val="000000"/>
                        </a:solidFill>
                        <a:latin typeface="Roboto Light"/>
                      </a:rPr>
                      <a:t>+13.2%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696C-4C39-AB92-2AC481A4D7AF}"/>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'K1'!$A$2:$A$13</c:f>
              <c:strCache>
                <c:ptCount val="12"/>
                <c:pt idx="0">
                  <c:v>Korea</c:v>
                </c:pt>
                <c:pt idx="1">
                  <c:v>MSCI EM</c:v>
                </c:pt>
                <c:pt idx="2">
                  <c:v>HSI</c:v>
                </c:pt>
                <c:pt idx="3">
                  <c:v>Nikkei 225</c:v>
                </c:pt>
                <c:pt idx="4">
                  <c:v>Taiwan</c:v>
                </c:pt>
                <c:pt idx="5">
                  <c:v>Nasdaq 100</c:v>
                </c:pt>
                <c:pt idx="6">
                  <c:v>Euro Stoxx 50</c:v>
                </c:pt>
                <c:pt idx="7">
                  <c:v>ACWI</c:v>
                </c:pt>
                <c:pt idx="8">
                  <c:v>S&amp;P 500</c:v>
                </c:pt>
                <c:pt idx="9">
                  <c:v>Dow Jones</c:v>
                </c:pt>
                <c:pt idx="10">
                  <c:v>Mexico</c:v>
                </c:pt>
                <c:pt idx="11">
                  <c:v>Ibovespa</c:v>
                </c:pt>
              </c:strCache>
            </c:strRef>
          </c:cat>
          <c:val>
            <c:numRef>
              <c:f>'K1'!$B$2:$B$13</c:f>
              <c:numCache>
                <c:formatCode>General</c:formatCode>
                <c:ptCount val="12"/>
                <c:pt idx="0">
                  <c:v>-17.33167349935642</c:v>
                </c:pt>
                <c:pt idx="1">
                  <c:v>-7.156763779715547</c:v>
                </c:pt>
                <c:pt idx="2">
                  <c:v>-6.0565952430975178</c:v>
                </c:pt>
                <c:pt idx="3">
                  <c:v>-5.5367723760549321</c:v>
                </c:pt>
                <c:pt idx="4">
                  <c:v>-5.4913885425623139</c:v>
                </c:pt>
                <c:pt idx="5">
                  <c:v>-4.7715957811960479</c:v>
                </c:pt>
                <c:pt idx="6">
                  <c:v>-4.2219058154739253</c:v>
                </c:pt>
                <c:pt idx="7">
                  <c:v>-1.2407892975315751</c:v>
                </c:pt>
                <c:pt idx="8">
                  <c:v>-0.36410791996147612</c:v>
                </c:pt>
                <c:pt idx="9">
                  <c:v>2.5716184125643911</c:v>
                </c:pt>
                <c:pt idx="10">
                  <c:v>4.8861365802693726</c:v>
                </c:pt>
                <c:pt idx="11">
                  <c:v>13.18645948633235</c:v>
                </c:pt>
              </c:numCache>
            </c:numRef>
          </c:val>
          <c:extLst>
            <c:ext xmlns:c16="http://schemas.microsoft.com/office/drawing/2014/chart" uri="{C3380CC4-5D6E-409C-BE32-E72D297353CC}">
              <c16:uniqueId val="{0000000D-696C-4C39-AB92-2AC481A4D7AF}"/>
            </c:ext>
          </c:extLst>
        </c:ser>
        <c:dLbls>
          <c:showLegendKey val="0"/>
          <c:showVal val="0"/>
          <c:showCatName val="0"/>
          <c:showSerName val="0"/>
          <c:showPercent val="0"/>
          <c:showBubbleSize val="0"/>
        </c:dLbls>
        <c:gapWidth val="40"/>
        <c:axId val="50030001"/>
        <c:axId val="50030002"/>
      </c:barChart>
      <c:catAx>
        <c:axId val="50030001"/>
        <c:scaling>
          <c:orientation val="minMax"/>
        </c:scaling>
        <c:delete val="0"/>
        <c:axPos val="l"/>
        <c:numFmt formatCode="General" sourceLinked="0"/>
        <c:majorTickMark val="none"/>
        <c:minorTickMark val="none"/>
        <c:tickLblPos val="low"/>
        <c:spPr>
          <a:ln w="9525">
            <a:solidFill>
              <a:srgbClr val="7E7E7E"/>
            </a:solidFill>
          </a:ln>
        </c:spPr>
        <c:txPr>
          <a:bodyPr/>
          <a:lstStyle/>
          <a:p>
            <a:pPr>
              <a:defRPr sz="800" b="0" baseline="0">
                <a:solidFill>
                  <a:srgbClr val="000000"/>
                </a:solidFill>
                <a:latin typeface="Roboto Light"/>
              </a:defRPr>
            </a:pPr>
            <a:endParaRPr lang="en-US"/>
          </a:p>
        </c:txPr>
        <c:crossAx val="50030002"/>
        <c:crosses val="autoZero"/>
        <c:auto val="1"/>
        <c:lblAlgn val="ctr"/>
        <c:lblOffset val="100"/>
        <c:tickLblSkip val="1"/>
        <c:noMultiLvlLbl val="0"/>
      </c:catAx>
      <c:valAx>
        <c:axId val="50030002"/>
        <c:scaling>
          <c:orientation val="minMax"/>
          <c:max val="20"/>
          <c:min val="-32"/>
        </c:scaling>
        <c:delete val="1"/>
        <c:axPos val="b"/>
        <c:numFmt formatCode="General" sourceLinked="1"/>
        <c:majorTickMark val="out"/>
        <c:minorTickMark val="none"/>
        <c:tickLblPos val="nextTo"/>
        <c:crossAx val="50030001"/>
        <c:crosses val="autoZero"/>
        <c:crossBetween val="between"/>
      </c:valAx>
      <c:spPr>
        <a:noFill/>
        <a:ln>
          <a:noFill/>
        </a:ln>
      </c:spPr>
    </c:plotArea>
    <c:plotVisOnly val="1"/>
    <c:dispBlanksAs val="gap"/>
    <c:showDLblsOverMax val="0"/>
  </c:chart>
  <c:spPr>
    <a:solidFill>
      <a:srgbClr val="FFFFFF"/>
    </a:solidFill>
    <a:ln>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Daily net foreign flow (R$ bn)</c:v>
          </c:tx>
          <c:invertIfNegative val="0"/>
          <c:dPt>
            <c:idx val="0"/>
            <c:invertIfNegative val="0"/>
            <c:bubble3D val="0"/>
            <c:spPr>
              <a:solidFill>
                <a:srgbClr val="8EB3DF"/>
              </a:solidFill>
              <a:ln>
                <a:noFill/>
              </a:ln>
            </c:spPr>
            <c:extLst>
              <c:ext xmlns:c16="http://schemas.microsoft.com/office/drawing/2014/chart" uri="{C3380CC4-5D6E-409C-BE32-E72D297353CC}">
                <c16:uniqueId val="{00000001-BF17-47CE-BD84-D44F1D2EEC3F}"/>
              </c:ext>
            </c:extLst>
          </c:dPt>
          <c:dPt>
            <c:idx val="1"/>
            <c:invertIfNegative val="0"/>
            <c:bubble3D val="0"/>
            <c:spPr>
              <a:solidFill>
                <a:srgbClr val="8EB3DF"/>
              </a:solidFill>
              <a:ln>
                <a:noFill/>
              </a:ln>
            </c:spPr>
            <c:extLst>
              <c:ext xmlns:c16="http://schemas.microsoft.com/office/drawing/2014/chart" uri="{C3380CC4-5D6E-409C-BE32-E72D297353CC}">
                <c16:uniqueId val="{00000003-BF17-47CE-BD84-D44F1D2EEC3F}"/>
              </c:ext>
            </c:extLst>
          </c:dPt>
          <c:dPt>
            <c:idx val="2"/>
            <c:invertIfNegative val="0"/>
            <c:bubble3D val="0"/>
            <c:spPr>
              <a:solidFill>
                <a:srgbClr val="1F2F44"/>
              </a:solidFill>
              <a:ln>
                <a:noFill/>
              </a:ln>
            </c:spPr>
            <c:extLst>
              <c:ext xmlns:c16="http://schemas.microsoft.com/office/drawing/2014/chart" uri="{C3380CC4-5D6E-409C-BE32-E72D297353CC}">
                <c16:uniqueId val="{00000005-BF17-47CE-BD84-D44F1D2EEC3F}"/>
              </c:ext>
            </c:extLst>
          </c:dPt>
          <c:dPt>
            <c:idx val="3"/>
            <c:invertIfNegative val="0"/>
            <c:bubble3D val="0"/>
            <c:spPr>
              <a:solidFill>
                <a:srgbClr val="8EB3DF"/>
              </a:solidFill>
              <a:ln>
                <a:noFill/>
              </a:ln>
            </c:spPr>
            <c:extLst>
              <c:ext xmlns:c16="http://schemas.microsoft.com/office/drawing/2014/chart" uri="{C3380CC4-5D6E-409C-BE32-E72D297353CC}">
                <c16:uniqueId val="{00000007-BF17-47CE-BD84-D44F1D2EEC3F}"/>
              </c:ext>
            </c:extLst>
          </c:dPt>
          <c:dPt>
            <c:idx val="4"/>
            <c:invertIfNegative val="0"/>
            <c:bubble3D val="0"/>
            <c:spPr>
              <a:solidFill>
                <a:srgbClr val="8EB3DF"/>
              </a:solidFill>
              <a:ln>
                <a:noFill/>
              </a:ln>
            </c:spPr>
            <c:extLst>
              <c:ext xmlns:c16="http://schemas.microsoft.com/office/drawing/2014/chart" uri="{C3380CC4-5D6E-409C-BE32-E72D297353CC}">
                <c16:uniqueId val="{00000009-BF17-47CE-BD84-D44F1D2EEC3F}"/>
              </c:ext>
            </c:extLst>
          </c:dPt>
          <c:dPt>
            <c:idx val="5"/>
            <c:invertIfNegative val="0"/>
            <c:bubble3D val="0"/>
            <c:spPr>
              <a:solidFill>
                <a:srgbClr val="8EB3DF"/>
              </a:solidFill>
              <a:ln>
                <a:noFill/>
              </a:ln>
            </c:spPr>
            <c:extLst>
              <c:ext xmlns:c16="http://schemas.microsoft.com/office/drawing/2014/chart" uri="{C3380CC4-5D6E-409C-BE32-E72D297353CC}">
                <c16:uniqueId val="{0000000B-BF17-47CE-BD84-D44F1D2EEC3F}"/>
              </c:ext>
            </c:extLst>
          </c:dPt>
          <c:dPt>
            <c:idx val="6"/>
            <c:invertIfNegative val="0"/>
            <c:bubble3D val="0"/>
            <c:spPr>
              <a:solidFill>
                <a:srgbClr val="8EB3DF"/>
              </a:solidFill>
              <a:ln>
                <a:noFill/>
              </a:ln>
            </c:spPr>
            <c:extLst>
              <c:ext xmlns:c16="http://schemas.microsoft.com/office/drawing/2014/chart" uri="{C3380CC4-5D6E-409C-BE32-E72D297353CC}">
                <c16:uniqueId val="{0000000D-BF17-47CE-BD84-D44F1D2EEC3F}"/>
              </c:ext>
            </c:extLst>
          </c:dPt>
          <c:dPt>
            <c:idx val="7"/>
            <c:invertIfNegative val="0"/>
            <c:bubble3D val="0"/>
            <c:spPr>
              <a:solidFill>
                <a:srgbClr val="8EB3DF"/>
              </a:solidFill>
              <a:ln>
                <a:noFill/>
              </a:ln>
            </c:spPr>
            <c:extLst>
              <c:ext xmlns:c16="http://schemas.microsoft.com/office/drawing/2014/chart" uri="{C3380CC4-5D6E-409C-BE32-E72D297353CC}">
                <c16:uniqueId val="{0000000F-BF17-47CE-BD84-D44F1D2EEC3F}"/>
              </c:ext>
            </c:extLst>
          </c:dPt>
          <c:dPt>
            <c:idx val="8"/>
            <c:invertIfNegative val="0"/>
            <c:bubble3D val="0"/>
            <c:spPr>
              <a:solidFill>
                <a:srgbClr val="8EB3DF"/>
              </a:solidFill>
              <a:ln>
                <a:noFill/>
              </a:ln>
            </c:spPr>
            <c:extLst>
              <c:ext xmlns:c16="http://schemas.microsoft.com/office/drawing/2014/chart" uri="{C3380CC4-5D6E-409C-BE32-E72D297353CC}">
                <c16:uniqueId val="{00000011-BF17-47CE-BD84-D44F1D2EEC3F}"/>
              </c:ext>
            </c:extLst>
          </c:dPt>
          <c:dPt>
            <c:idx val="9"/>
            <c:invertIfNegative val="0"/>
            <c:bubble3D val="0"/>
            <c:spPr>
              <a:solidFill>
                <a:srgbClr val="8EB3DF"/>
              </a:solidFill>
              <a:ln>
                <a:noFill/>
              </a:ln>
            </c:spPr>
            <c:extLst>
              <c:ext xmlns:c16="http://schemas.microsoft.com/office/drawing/2014/chart" uri="{C3380CC4-5D6E-409C-BE32-E72D297353CC}">
                <c16:uniqueId val="{00000013-BF17-47CE-BD84-D44F1D2EEC3F}"/>
              </c:ext>
            </c:extLst>
          </c:dPt>
          <c:dPt>
            <c:idx val="10"/>
            <c:invertIfNegative val="0"/>
            <c:bubble3D val="0"/>
            <c:spPr>
              <a:solidFill>
                <a:srgbClr val="8EB3DF"/>
              </a:solidFill>
              <a:ln>
                <a:noFill/>
              </a:ln>
            </c:spPr>
            <c:extLst>
              <c:ext xmlns:c16="http://schemas.microsoft.com/office/drawing/2014/chart" uri="{C3380CC4-5D6E-409C-BE32-E72D297353CC}">
                <c16:uniqueId val="{00000015-BF17-47CE-BD84-D44F1D2EEC3F}"/>
              </c:ext>
            </c:extLst>
          </c:dPt>
          <c:dPt>
            <c:idx val="11"/>
            <c:invertIfNegative val="0"/>
            <c:bubble3D val="0"/>
            <c:spPr>
              <a:solidFill>
                <a:srgbClr val="8EB3DF"/>
              </a:solidFill>
              <a:ln>
                <a:noFill/>
              </a:ln>
            </c:spPr>
            <c:extLst>
              <c:ext xmlns:c16="http://schemas.microsoft.com/office/drawing/2014/chart" uri="{C3380CC4-5D6E-409C-BE32-E72D297353CC}">
                <c16:uniqueId val="{00000017-BF17-47CE-BD84-D44F1D2EEC3F}"/>
              </c:ext>
            </c:extLst>
          </c:dPt>
          <c:dPt>
            <c:idx val="12"/>
            <c:invertIfNegative val="0"/>
            <c:bubble3D val="0"/>
            <c:spPr>
              <a:solidFill>
                <a:srgbClr val="8EB3DF"/>
              </a:solidFill>
              <a:ln>
                <a:noFill/>
              </a:ln>
            </c:spPr>
            <c:extLst>
              <c:ext xmlns:c16="http://schemas.microsoft.com/office/drawing/2014/chart" uri="{C3380CC4-5D6E-409C-BE32-E72D297353CC}">
                <c16:uniqueId val="{00000019-BF17-47CE-BD84-D44F1D2EEC3F}"/>
              </c:ext>
            </c:extLst>
          </c:dPt>
          <c:dPt>
            <c:idx val="13"/>
            <c:invertIfNegative val="0"/>
            <c:bubble3D val="0"/>
            <c:spPr>
              <a:solidFill>
                <a:srgbClr val="8EB3DF"/>
              </a:solidFill>
              <a:ln>
                <a:noFill/>
              </a:ln>
            </c:spPr>
            <c:extLst>
              <c:ext xmlns:c16="http://schemas.microsoft.com/office/drawing/2014/chart" uri="{C3380CC4-5D6E-409C-BE32-E72D297353CC}">
                <c16:uniqueId val="{0000001B-BF17-47CE-BD84-D44F1D2EEC3F}"/>
              </c:ext>
            </c:extLst>
          </c:dPt>
          <c:dPt>
            <c:idx val="14"/>
            <c:invertIfNegative val="0"/>
            <c:bubble3D val="0"/>
            <c:spPr>
              <a:solidFill>
                <a:srgbClr val="8EB3DF"/>
              </a:solidFill>
              <a:ln>
                <a:noFill/>
              </a:ln>
            </c:spPr>
            <c:extLst>
              <c:ext xmlns:c16="http://schemas.microsoft.com/office/drawing/2014/chart" uri="{C3380CC4-5D6E-409C-BE32-E72D297353CC}">
                <c16:uniqueId val="{0000001D-BF17-47CE-BD84-D44F1D2EEC3F}"/>
              </c:ext>
            </c:extLst>
          </c:dPt>
          <c:dPt>
            <c:idx val="15"/>
            <c:invertIfNegative val="0"/>
            <c:bubble3D val="0"/>
            <c:spPr>
              <a:solidFill>
                <a:srgbClr val="8EB3DF"/>
              </a:solidFill>
              <a:ln>
                <a:noFill/>
              </a:ln>
            </c:spPr>
            <c:extLst>
              <c:ext xmlns:c16="http://schemas.microsoft.com/office/drawing/2014/chart" uri="{C3380CC4-5D6E-409C-BE32-E72D297353CC}">
                <c16:uniqueId val="{0000001F-BF17-47CE-BD84-D44F1D2EEC3F}"/>
              </c:ext>
            </c:extLst>
          </c:dPt>
          <c:dPt>
            <c:idx val="16"/>
            <c:invertIfNegative val="0"/>
            <c:bubble3D val="0"/>
            <c:spPr>
              <a:solidFill>
                <a:srgbClr val="8EB3DF"/>
              </a:solidFill>
              <a:ln>
                <a:noFill/>
              </a:ln>
            </c:spPr>
            <c:extLst>
              <c:ext xmlns:c16="http://schemas.microsoft.com/office/drawing/2014/chart" uri="{C3380CC4-5D6E-409C-BE32-E72D297353CC}">
                <c16:uniqueId val="{00000021-BF17-47CE-BD84-D44F1D2EEC3F}"/>
              </c:ext>
            </c:extLst>
          </c:dPt>
          <c:dPt>
            <c:idx val="17"/>
            <c:invertIfNegative val="0"/>
            <c:bubble3D val="0"/>
            <c:spPr>
              <a:solidFill>
                <a:srgbClr val="8EB3DF"/>
              </a:solidFill>
              <a:ln>
                <a:noFill/>
              </a:ln>
            </c:spPr>
            <c:extLst>
              <c:ext xmlns:c16="http://schemas.microsoft.com/office/drawing/2014/chart" uri="{C3380CC4-5D6E-409C-BE32-E72D297353CC}">
                <c16:uniqueId val="{00000023-BF17-47CE-BD84-D44F1D2EEC3F}"/>
              </c:ext>
            </c:extLst>
          </c:dPt>
          <c:dLbls>
            <c:dLbl>
              <c:idx val="0"/>
              <c:delete val="1"/>
              <c:extLst>
                <c:ext xmlns:c15="http://schemas.microsoft.com/office/drawing/2012/chart" uri="{CE6537A1-D6FC-4f65-9D91-7224C49458BB}"/>
                <c:ext xmlns:c16="http://schemas.microsoft.com/office/drawing/2014/chart" uri="{C3380CC4-5D6E-409C-BE32-E72D297353CC}">
                  <c16:uniqueId val="{00000001-BF17-47CE-BD84-D44F1D2EEC3F}"/>
                </c:ext>
              </c:extLst>
            </c:dLbl>
            <c:dLbl>
              <c:idx val="1"/>
              <c:delete val="1"/>
              <c:extLst>
                <c:ext xmlns:c15="http://schemas.microsoft.com/office/drawing/2012/chart" uri="{CE6537A1-D6FC-4f65-9D91-7224C49458BB}"/>
                <c:ext xmlns:c16="http://schemas.microsoft.com/office/drawing/2014/chart" uri="{C3380CC4-5D6E-409C-BE32-E72D297353CC}">
                  <c16:uniqueId val="{00000003-BF17-47CE-BD84-D44F1D2EEC3F}"/>
                </c:ext>
              </c:extLst>
            </c:dLbl>
            <c:dLbl>
              <c:idx val="2"/>
              <c:tx>
                <c:rich>
                  <a:bodyPr/>
                  <a:lstStyle/>
                  <a:p>
                    <a:r>
                      <a:rPr lang="en-US" sz="700" b="0" baseline="0">
                        <a:solidFill>
                          <a:srgbClr val="000000"/>
                        </a:solidFill>
                        <a:latin typeface="Roboto Light"/>
                      </a:rPr>
                      <a:t>R$ 10.1bn</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BF17-47CE-BD84-D44F1D2EEC3F}"/>
                </c:ext>
              </c:extLst>
            </c:dLbl>
            <c:dLbl>
              <c:idx val="3"/>
              <c:delete val="1"/>
              <c:extLst>
                <c:ext xmlns:c15="http://schemas.microsoft.com/office/drawing/2012/chart" uri="{CE6537A1-D6FC-4f65-9D91-7224C49458BB}"/>
                <c:ext xmlns:c16="http://schemas.microsoft.com/office/drawing/2014/chart" uri="{C3380CC4-5D6E-409C-BE32-E72D297353CC}">
                  <c16:uniqueId val="{00000007-BF17-47CE-BD84-D44F1D2EEC3F}"/>
                </c:ext>
              </c:extLst>
            </c:dLbl>
            <c:dLbl>
              <c:idx val="4"/>
              <c:delete val="1"/>
              <c:extLst>
                <c:ext xmlns:c15="http://schemas.microsoft.com/office/drawing/2012/chart" uri="{CE6537A1-D6FC-4f65-9D91-7224C49458BB}"/>
                <c:ext xmlns:c16="http://schemas.microsoft.com/office/drawing/2014/chart" uri="{C3380CC4-5D6E-409C-BE32-E72D297353CC}">
                  <c16:uniqueId val="{00000009-BF17-47CE-BD84-D44F1D2EEC3F}"/>
                </c:ext>
              </c:extLst>
            </c:dLbl>
            <c:dLbl>
              <c:idx val="5"/>
              <c:delete val="1"/>
              <c:extLst>
                <c:ext xmlns:c15="http://schemas.microsoft.com/office/drawing/2012/chart" uri="{CE6537A1-D6FC-4f65-9D91-7224C49458BB}"/>
                <c:ext xmlns:c16="http://schemas.microsoft.com/office/drawing/2014/chart" uri="{C3380CC4-5D6E-409C-BE32-E72D297353CC}">
                  <c16:uniqueId val="{0000000B-BF17-47CE-BD84-D44F1D2EEC3F}"/>
                </c:ext>
              </c:extLst>
            </c:dLbl>
            <c:dLbl>
              <c:idx val="6"/>
              <c:delete val="1"/>
              <c:extLst>
                <c:ext xmlns:c15="http://schemas.microsoft.com/office/drawing/2012/chart" uri="{CE6537A1-D6FC-4f65-9D91-7224C49458BB}"/>
                <c:ext xmlns:c16="http://schemas.microsoft.com/office/drawing/2014/chart" uri="{C3380CC4-5D6E-409C-BE32-E72D297353CC}">
                  <c16:uniqueId val="{0000000D-BF17-47CE-BD84-D44F1D2EEC3F}"/>
                </c:ext>
              </c:extLst>
            </c:dLbl>
            <c:dLbl>
              <c:idx val="7"/>
              <c:delete val="1"/>
              <c:extLst>
                <c:ext xmlns:c15="http://schemas.microsoft.com/office/drawing/2012/chart" uri="{CE6537A1-D6FC-4f65-9D91-7224C49458BB}"/>
                <c:ext xmlns:c16="http://schemas.microsoft.com/office/drawing/2014/chart" uri="{C3380CC4-5D6E-409C-BE32-E72D297353CC}">
                  <c16:uniqueId val="{0000000F-BF17-47CE-BD84-D44F1D2EEC3F}"/>
                </c:ext>
              </c:extLst>
            </c:dLbl>
            <c:dLbl>
              <c:idx val="8"/>
              <c:delete val="1"/>
              <c:extLst>
                <c:ext xmlns:c15="http://schemas.microsoft.com/office/drawing/2012/chart" uri="{CE6537A1-D6FC-4f65-9D91-7224C49458BB}"/>
                <c:ext xmlns:c16="http://schemas.microsoft.com/office/drawing/2014/chart" uri="{C3380CC4-5D6E-409C-BE32-E72D297353CC}">
                  <c16:uniqueId val="{00000011-BF17-47CE-BD84-D44F1D2EEC3F}"/>
                </c:ext>
              </c:extLst>
            </c:dLbl>
            <c:dLbl>
              <c:idx val="9"/>
              <c:delete val="1"/>
              <c:extLst>
                <c:ext xmlns:c15="http://schemas.microsoft.com/office/drawing/2012/chart" uri="{CE6537A1-D6FC-4f65-9D91-7224C49458BB}"/>
                <c:ext xmlns:c16="http://schemas.microsoft.com/office/drawing/2014/chart" uri="{C3380CC4-5D6E-409C-BE32-E72D297353CC}">
                  <c16:uniqueId val="{00000013-BF17-47CE-BD84-D44F1D2EEC3F}"/>
                </c:ext>
              </c:extLst>
            </c:dLbl>
            <c:dLbl>
              <c:idx val="10"/>
              <c:delete val="1"/>
              <c:extLst>
                <c:ext xmlns:c15="http://schemas.microsoft.com/office/drawing/2012/chart" uri="{CE6537A1-D6FC-4f65-9D91-7224C49458BB}"/>
                <c:ext xmlns:c16="http://schemas.microsoft.com/office/drawing/2014/chart" uri="{C3380CC4-5D6E-409C-BE32-E72D297353CC}">
                  <c16:uniqueId val="{00000015-BF17-47CE-BD84-D44F1D2EEC3F}"/>
                </c:ext>
              </c:extLst>
            </c:dLbl>
            <c:dLbl>
              <c:idx val="11"/>
              <c:delete val="1"/>
              <c:extLst>
                <c:ext xmlns:c15="http://schemas.microsoft.com/office/drawing/2012/chart" uri="{CE6537A1-D6FC-4f65-9D91-7224C49458BB}"/>
                <c:ext xmlns:c16="http://schemas.microsoft.com/office/drawing/2014/chart" uri="{C3380CC4-5D6E-409C-BE32-E72D297353CC}">
                  <c16:uniqueId val="{00000017-BF17-47CE-BD84-D44F1D2EEC3F}"/>
                </c:ext>
              </c:extLst>
            </c:dLbl>
            <c:dLbl>
              <c:idx val="12"/>
              <c:delete val="1"/>
              <c:extLst>
                <c:ext xmlns:c15="http://schemas.microsoft.com/office/drawing/2012/chart" uri="{CE6537A1-D6FC-4f65-9D91-7224C49458BB}"/>
                <c:ext xmlns:c16="http://schemas.microsoft.com/office/drawing/2014/chart" uri="{C3380CC4-5D6E-409C-BE32-E72D297353CC}">
                  <c16:uniqueId val="{00000019-BF17-47CE-BD84-D44F1D2EEC3F}"/>
                </c:ext>
              </c:extLst>
            </c:dLbl>
            <c:dLbl>
              <c:idx val="13"/>
              <c:delete val="1"/>
              <c:extLst>
                <c:ext xmlns:c15="http://schemas.microsoft.com/office/drawing/2012/chart" uri="{CE6537A1-D6FC-4f65-9D91-7224C49458BB}"/>
                <c:ext xmlns:c16="http://schemas.microsoft.com/office/drawing/2014/chart" uri="{C3380CC4-5D6E-409C-BE32-E72D297353CC}">
                  <c16:uniqueId val="{0000001B-BF17-47CE-BD84-D44F1D2EEC3F}"/>
                </c:ext>
              </c:extLst>
            </c:dLbl>
            <c:dLbl>
              <c:idx val="14"/>
              <c:delete val="1"/>
              <c:extLst>
                <c:ext xmlns:c15="http://schemas.microsoft.com/office/drawing/2012/chart" uri="{CE6537A1-D6FC-4f65-9D91-7224C49458BB}"/>
                <c:ext xmlns:c16="http://schemas.microsoft.com/office/drawing/2014/chart" uri="{C3380CC4-5D6E-409C-BE32-E72D297353CC}">
                  <c16:uniqueId val="{0000001D-BF17-47CE-BD84-D44F1D2EEC3F}"/>
                </c:ext>
              </c:extLst>
            </c:dLbl>
            <c:dLbl>
              <c:idx val="15"/>
              <c:delete val="1"/>
              <c:extLst>
                <c:ext xmlns:c15="http://schemas.microsoft.com/office/drawing/2012/chart" uri="{CE6537A1-D6FC-4f65-9D91-7224C49458BB}"/>
                <c:ext xmlns:c16="http://schemas.microsoft.com/office/drawing/2014/chart" uri="{C3380CC4-5D6E-409C-BE32-E72D297353CC}">
                  <c16:uniqueId val="{0000001F-BF17-47CE-BD84-D44F1D2EEC3F}"/>
                </c:ext>
              </c:extLst>
            </c:dLbl>
            <c:dLbl>
              <c:idx val="16"/>
              <c:delete val="1"/>
              <c:extLst>
                <c:ext xmlns:c15="http://schemas.microsoft.com/office/drawing/2012/chart" uri="{CE6537A1-D6FC-4f65-9D91-7224C49458BB}"/>
                <c:ext xmlns:c16="http://schemas.microsoft.com/office/drawing/2014/chart" uri="{C3380CC4-5D6E-409C-BE32-E72D297353CC}">
                  <c16:uniqueId val="{00000021-BF17-47CE-BD84-D44F1D2EEC3F}"/>
                </c:ext>
              </c:extLst>
            </c:dLbl>
            <c:dLbl>
              <c:idx val="17"/>
              <c:delete val="1"/>
              <c:extLst>
                <c:ext xmlns:c15="http://schemas.microsoft.com/office/drawing/2012/chart" uri="{CE6537A1-D6FC-4f65-9D91-7224C49458BB}"/>
                <c:ext xmlns:c16="http://schemas.microsoft.com/office/drawing/2014/chart" uri="{C3380CC4-5D6E-409C-BE32-E72D297353CC}">
                  <c16:uniqueId val="{00000023-BF17-47CE-BD84-D44F1D2EEC3F}"/>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'K2'!$A$2:$A$19</c:f>
              <c:strCache>
                <c:ptCount val="18"/>
                <c:pt idx="0">
                  <c:v>1-Oct</c:v>
                </c:pt>
                <c:pt idx="1">
                  <c:v>2-Oct</c:v>
                </c:pt>
                <c:pt idx="2">
                  <c:v>5-Oct</c:v>
                </c:pt>
                <c:pt idx="3">
                  <c:v>6-Oct</c:v>
                </c:pt>
                <c:pt idx="4">
                  <c:v>7-Oct</c:v>
                </c:pt>
                <c:pt idx="5">
                  <c:v>8-Oct</c:v>
                </c:pt>
                <c:pt idx="6">
                  <c:v>9-Oct</c:v>
                </c:pt>
                <c:pt idx="7">
                  <c:v>13-Oct</c:v>
                </c:pt>
                <c:pt idx="8">
                  <c:v>14-Oct</c:v>
                </c:pt>
                <c:pt idx="9">
                  <c:v>15-Oct</c:v>
                </c:pt>
                <c:pt idx="10">
                  <c:v>16-Oct</c:v>
                </c:pt>
                <c:pt idx="11">
                  <c:v>19-Oct</c:v>
                </c:pt>
                <c:pt idx="12">
                  <c:v>20-Oct</c:v>
                </c:pt>
                <c:pt idx="13">
                  <c:v>21-Oct</c:v>
                </c:pt>
                <c:pt idx="14">
                  <c:v>22-Oct</c:v>
                </c:pt>
                <c:pt idx="15">
                  <c:v>23-Oct</c:v>
                </c:pt>
                <c:pt idx="16">
                  <c:v>26-Oct</c:v>
                </c:pt>
                <c:pt idx="17">
                  <c:v>27-Oct</c:v>
                </c:pt>
              </c:strCache>
            </c:strRef>
          </c:cat>
          <c:val>
            <c:numRef>
              <c:f>'K2'!$B$2:$B$19</c:f>
              <c:numCache>
                <c:formatCode>General</c:formatCode>
                <c:ptCount val="18"/>
                <c:pt idx="0">
                  <c:v>0.26808100000000001</c:v>
                </c:pt>
                <c:pt idx="1">
                  <c:v>2.2829600000000001</c:v>
                </c:pt>
                <c:pt idx="2">
                  <c:v>10.059896999999999</c:v>
                </c:pt>
                <c:pt idx="3">
                  <c:v>1.092136999999999</c:v>
                </c:pt>
                <c:pt idx="4">
                  <c:v>-0.62786400000000064</c:v>
                </c:pt>
                <c:pt idx="5">
                  <c:v>1.6454510000000011</c:v>
                </c:pt>
                <c:pt idx="6">
                  <c:v>1.030716</c:v>
                </c:pt>
                <c:pt idx="7">
                  <c:v>2.0758120000000009</c:v>
                </c:pt>
                <c:pt idx="8">
                  <c:v>0.70824199999999848</c:v>
                </c:pt>
                <c:pt idx="9">
                  <c:v>0.2127650000000009</c:v>
                </c:pt>
                <c:pt idx="10">
                  <c:v>2.2435569999999991</c:v>
                </c:pt>
                <c:pt idx="11">
                  <c:v>-1.008761</c:v>
                </c:pt>
                <c:pt idx="12">
                  <c:v>1.7634999999998499E-2</c:v>
                </c:pt>
                <c:pt idx="13">
                  <c:v>0.15688500000000261</c:v>
                </c:pt>
                <c:pt idx="14">
                  <c:v>-1.0305030000000031</c:v>
                </c:pt>
                <c:pt idx="15">
                  <c:v>-2.944828999999999</c:v>
                </c:pt>
                <c:pt idx="16">
                  <c:v>-2.8461639999999999</c:v>
                </c:pt>
                <c:pt idx="17">
                  <c:v>-2.0388130000000002</c:v>
                </c:pt>
              </c:numCache>
            </c:numRef>
          </c:val>
          <c:extLst>
            <c:ext xmlns:c16="http://schemas.microsoft.com/office/drawing/2014/chart" uri="{C3380CC4-5D6E-409C-BE32-E72D297353CC}">
              <c16:uniqueId val="{00000024-BF17-47CE-BD84-D44F1D2EEC3F}"/>
            </c:ext>
          </c:extLst>
        </c:ser>
        <c:dLbls>
          <c:showLegendKey val="0"/>
          <c:showVal val="0"/>
          <c:showCatName val="0"/>
          <c:showSerName val="0"/>
          <c:showPercent val="0"/>
          <c:showBubbleSize val="0"/>
        </c:dLbls>
        <c:gapWidth val="60"/>
        <c:axId val="50040001"/>
        <c:axId val="50040002"/>
      </c:barChart>
      <c:catAx>
        <c:axId val="50040001"/>
        <c:scaling>
          <c:orientation val="minMax"/>
        </c:scaling>
        <c:delete val="0"/>
        <c:axPos val="b"/>
        <c:numFmt formatCode="General" sourceLinked="0"/>
        <c:majorTickMark val="none"/>
        <c:minorTickMark val="none"/>
        <c:tickLblPos val="low"/>
        <c:spPr>
          <a:ln w="9525">
            <a:solidFill>
              <a:srgbClr val="D9D9D9"/>
            </a:solidFill>
          </a:ln>
        </c:spPr>
        <c:txPr>
          <a:bodyPr rot="-2700000" vert="horz"/>
          <a:lstStyle/>
          <a:p>
            <a:pPr>
              <a:defRPr sz="800" b="0" baseline="0">
                <a:solidFill>
                  <a:srgbClr val="000000"/>
                </a:solidFill>
                <a:latin typeface="Roboto Light"/>
              </a:defRPr>
            </a:pPr>
            <a:endParaRPr lang="en-US"/>
          </a:p>
        </c:txPr>
        <c:crossAx val="50040002"/>
        <c:crosses val="autoZero"/>
        <c:auto val="1"/>
        <c:lblAlgn val="ctr"/>
        <c:lblOffset val="100"/>
        <c:tickLblSkip val="2"/>
        <c:noMultiLvlLbl val="0"/>
      </c:catAx>
      <c:valAx>
        <c:axId val="50040002"/>
        <c:scaling>
          <c:orientation val="minMax"/>
          <c:max val="12"/>
          <c:min val="-4"/>
        </c:scaling>
        <c:delete val="0"/>
        <c:axPos val="l"/>
        <c:majorGridlines>
          <c:spPr>
            <a:ln w="6350">
              <a:solidFill>
                <a:srgbClr val="D9D9D9"/>
              </a:solidFill>
              <a:prstDash val="dash"/>
            </a:ln>
          </c:spPr>
        </c:majorGridlines>
        <c:numFmt formatCode="0" sourceLinked="0"/>
        <c:majorTickMark val="none"/>
        <c:minorTickMark val="none"/>
        <c:tickLblPos val="nextTo"/>
        <c:spPr>
          <a:ln>
            <a:noFill/>
          </a:ln>
        </c:spPr>
        <c:txPr>
          <a:bodyPr/>
          <a:lstStyle/>
          <a:p>
            <a:pPr>
              <a:defRPr sz="800" b="0" baseline="0">
                <a:solidFill>
                  <a:srgbClr val="000000"/>
                </a:solidFill>
                <a:latin typeface="Roboto Light"/>
              </a:defRPr>
            </a:pPr>
            <a:endParaRPr lang="en-US"/>
          </a:p>
        </c:txPr>
        <c:crossAx val="50040001"/>
        <c:crosses val="autoZero"/>
        <c:crossBetween val="between"/>
        <c:majorUnit val="2"/>
      </c:valAx>
      <c:spPr>
        <a:noFill/>
        <a:ln>
          <a:noFill/>
        </a:ln>
      </c:spPr>
    </c:plotArea>
    <c:plotVisOnly val="1"/>
    <c:dispBlanksAs val="gap"/>
    <c:showDLblsOverMax val="0"/>
  </c:chart>
  <c:spPr>
    <a:solidFill>
      <a:srgbClr val="FFFFFF"/>
    </a:solidFill>
    <a:ln>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Oct 23 - Oct 28</c:v>
          </c:tx>
          <c:spPr>
            <a:solidFill>
              <a:srgbClr val="1F2F44"/>
            </a:solidFill>
            <a:ln>
              <a:noFill/>
            </a:ln>
          </c:spPr>
          <c:invertIfNegative val="0"/>
          <c:dLbls>
            <c:dLbl>
              <c:idx val="0"/>
              <c:tx>
                <c:rich>
                  <a:bodyPr/>
                  <a:lstStyle/>
                  <a:p>
                    <a:r>
                      <a:rPr lang="en-US" sz="700" b="0" baseline="0">
                        <a:solidFill>
                          <a:srgbClr val="000000"/>
                        </a:solidFill>
                        <a:latin typeface="Roboto Light"/>
                      </a:rPr>
                      <a:t>-7.5%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CCB2-4EC7-A3D2-B2F925536A6D}"/>
                </c:ext>
              </c:extLst>
            </c:dLbl>
            <c:dLbl>
              <c:idx val="1"/>
              <c:tx>
                <c:rich>
                  <a:bodyPr/>
                  <a:lstStyle/>
                  <a:p>
                    <a:r>
                      <a:rPr lang="en-US" sz="700" b="0" baseline="0">
                        <a:solidFill>
                          <a:srgbClr val="000000"/>
                        </a:solidFill>
                        <a:latin typeface="Roboto Light"/>
                      </a:rPr>
                      <a:t>-18.8%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CB2-4EC7-A3D2-B2F925536A6D}"/>
                </c:ext>
              </c:extLst>
            </c:dLbl>
            <c:dLbl>
              <c:idx val="2"/>
              <c:tx>
                <c:rich>
                  <a:bodyPr/>
                  <a:lstStyle/>
                  <a:p>
                    <a:r>
                      <a:rPr lang="en-US" sz="700" b="0" baseline="0">
                        <a:solidFill>
                          <a:srgbClr val="000000"/>
                        </a:solidFill>
                        <a:latin typeface="Roboto Light"/>
                      </a:rPr>
                      <a:t>-18.9%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CCB2-4EC7-A3D2-B2F925536A6D}"/>
                </c:ext>
              </c:extLst>
            </c:dLbl>
            <c:dLbl>
              <c:idx val="3"/>
              <c:tx>
                <c:rich>
                  <a:bodyPr/>
                  <a:lstStyle/>
                  <a:p>
                    <a:r>
                      <a:rPr lang="en-US" sz="700" b="0" baseline="0">
                        <a:solidFill>
                          <a:srgbClr val="000000"/>
                        </a:solidFill>
                        <a:latin typeface="Roboto Light"/>
                      </a:rPr>
                      <a:t>-23.7%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CB2-4EC7-A3D2-B2F925536A6D}"/>
                </c:ext>
              </c:extLst>
            </c:dLbl>
            <c:dLbl>
              <c:idx val="4"/>
              <c:tx>
                <c:rich>
                  <a:bodyPr/>
                  <a:lstStyle/>
                  <a:p>
                    <a:r>
                      <a:rPr lang="en-US" sz="700" b="0" baseline="0">
                        <a:solidFill>
                          <a:srgbClr val="000000"/>
                        </a:solidFill>
                        <a:latin typeface="Roboto Light"/>
                      </a:rPr>
                      <a:t>-16.6%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CCB2-4EC7-A3D2-B2F925536A6D}"/>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'K3'!$A$2:$A$6</c:f>
              <c:strCache>
                <c:ptCount val="5"/>
                <c:pt idx="0">
                  <c:v>Commodities</c:v>
                </c:pt>
                <c:pt idx="1">
                  <c:v>Defensives</c:v>
                </c:pt>
                <c:pt idx="2">
                  <c:v>Cyclicals</c:v>
                </c:pt>
                <c:pt idx="3">
                  <c:v>Financials</c:v>
                </c:pt>
                <c:pt idx="4">
                  <c:v>Ibovespa</c:v>
                </c:pt>
              </c:strCache>
            </c:strRef>
          </c:cat>
          <c:val>
            <c:numRef>
              <c:f>'K3'!$C$2:$C$6</c:f>
              <c:numCache>
                <c:formatCode>General</c:formatCode>
                <c:ptCount val="5"/>
                <c:pt idx="0">
                  <c:v>-7.51509594867502</c:v>
                </c:pt>
                <c:pt idx="1">
                  <c:v>-18.787297766512221</c:v>
                </c:pt>
                <c:pt idx="2">
                  <c:v>-18.94188534510732</c:v>
                </c:pt>
                <c:pt idx="3">
                  <c:v>-23.74625393738123</c:v>
                </c:pt>
                <c:pt idx="4">
                  <c:v>-16.641616574460699</c:v>
                </c:pt>
              </c:numCache>
            </c:numRef>
          </c:val>
          <c:extLst>
            <c:ext xmlns:c16="http://schemas.microsoft.com/office/drawing/2014/chart" uri="{C3380CC4-5D6E-409C-BE32-E72D297353CC}">
              <c16:uniqueId val="{00000005-CCB2-4EC7-A3D2-B2F925536A6D}"/>
            </c:ext>
          </c:extLst>
        </c:ser>
        <c:ser>
          <c:idx val="1"/>
          <c:order val="1"/>
          <c:tx>
            <c:v>Sep 30 - Oct 23</c:v>
          </c:tx>
          <c:spPr>
            <a:solidFill>
              <a:srgbClr val="8EB3DF"/>
            </a:solidFill>
            <a:ln>
              <a:noFill/>
            </a:ln>
          </c:spPr>
          <c:invertIfNegative val="0"/>
          <c:dLbls>
            <c:dLbl>
              <c:idx val="0"/>
              <c:tx>
                <c:rich>
                  <a:bodyPr/>
                  <a:lstStyle/>
                  <a:p>
                    <a:r>
                      <a:rPr lang="en-US" sz="700" b="0" baseline="0">
                        <a:solidFill>
                          <a:srgbClr val="000000"/>
                        </a:solidFill>
                        <a:latin typeface="Roboto Light"/>
                      </a:rPr>
                      <a:t>+6.4%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CCB2-4EC7-A3D2-B2F925536A6D}"/>
                </c:ext>
              </c:extLst>
            </c:dLbl>
            <c:dLbl>
              <c:idx val="1"/>
              <c:tx>
                <c:rich>
                  <a:bodyPr/>
                  <a:lstStyle/>
                  <a:p>
                    <a:r>
                      <a:rPr lang="en-US" sz="700" b="0" baseline="0">
                        <a:solidFill>
                          <a:srgbClr val="000000"/>
                        </a:solidFill>
                        <a:latin typeface="Roboto Light"/>
                      </a:rPr>
                      <a:t>+11.7%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CCB2-4EC7-A3D2-B2F925536A6D}"/>
                </c:ext>
              </c:extLst>
            </c:dLbl>
            <c:dLbl>
              <c:idx val="2"/>
              <c:tx>
                <c:rich>
                  <a:bodyPr/>
                  <a:lstStyle/>
                  <a:p>
                    <a:r>
                      <a:rPr lang="en-US" sz="700" b="0" baseline="0">
                        <a:solidFill>
                          <a:srgbClr val="000000"/>
                        </a:solidFill>
                        <a:latin typeface="Roboto Light"/>
                      </a:rPr>
                      <a:t>+10.1%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CCB2-4EC7-A3D2-B2F925536A6D}"/>
                </c:ext>
              </c:extLst>
            </c:dLbl>
            <c:dLbl>
              <c:idx val="3"/>
              <c:tx>
                <c:rich>
                  <a:bodyPr/>
                  <a:lstStyle/>
                  <a:p>
                    <a:r>
                      <a:rPr lang="en-US" sz="700" b="0" baseline="0">
                        <a:solidFill>
                          <a:srgbClr val="000000"/>
                        </a:solidFill>
                        <a:latin typeface="Roboto Light"/>
                      </a:rPr>
                      <a:t>+13.0%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CCB2-4EC7-A3D2-B2F925536A6D}"/>
                </c:ext>
              </c:extLst>
            </c:dLbl>
            <c:dLbl>
              <c:idx val="4"/>
              <c:tx>
                <c:rich>
                  <a:bodyPr/>
                  <a:lstStyle/>
                  <a:p>
                    <a:r>
                      <a:rPr lang="en-US" sz="700" b="0" baseline="0">
                        <a:solidFill>
                          <a:srgbClr val="000000"/>
                        </a:solidFill>
                        <a:latin typeface="Roboto Light"/>
                      </a:rPr>
                      <a:t>+10.1%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CCB2-4EC7-A3D2-B2F925536A6D}"/>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'K3'!$A$2:$A$6</c:f>
              <c:strCache>
                <c:ptCount val="5"/>
                <c:pt idx="0">
                  <c:v>Commodities</c:v>
                </c:pt>
                <c:pt idx="1">
                  <c:v>Defensives</c:v>
                </c:pt>
                <c:pt idx="2">
                  <c:v>Cyclicals</c:v>
                </c:pt>
                <c:pt idx="3">
                  <c:v>Financials</c:v>
                </c:pt>
                <c:pt idx="4">
                  <c:v>Ibovespa</c:v>
                </c:pt>
              </c:strCache>
            </c:strRef>
          </c:cat>
          <c:val>
            <c:numRef>
              <c:f>'K3'!$B$2:$B$6</c:f>
              <c:numCache>
                <c:formatCode>General</c:formatCode>
                <c:ptCount val="5"/>
                <c:pt idx="0">
                  <c:v>6.4228076106244298</c:v>
                </c:pt>
                <c:pt idx="1">
                  <c:v>11.67039347560044</c:v>
                </c:pt>
                <c:pt idx="2">
                  <c:v>10.144760122537379</c:v>
                </c:pt>
                <c:pt idx="3">
                  <c:v>13.00336872571593</c:v>
                </c:pt>
                <c:pt idx="4">
                  <c:v>10.123040931562191</c:v>
                </c:pt>
              </c:numCache>
            </c:numRef>
          </c:val>
          <c:extLst>
            <c:ext xmlns:c16="http://schemas.microsoft.com/office/drawing/2014/chart" uri="{C3380CC4-5D6E-409C-BE32-E72D297353CC}">
              <c16:uniqueId val="{0000000B-CCB2-4EC7-A3D2-B2F925536A6D}"/>
            </c:ext>
          </c:extLst>
        </c:ser>
        <c:dLbls>
          <c:showLegendKey val="0"/>
          <c:showVal val="0"/>
          <c:showCatName val="0"/>
          <c:showSerName val="0"/>
          <c:showPercent val="0"/>
          <c:showBubbleSize val="0"/>
        </c:dLbls>
        <c:gapWidth val="30"/>
        <c:axId val="50050001"/>
        <c:axId val="50050002"/>
      </c:barChart>
      <c:catAx>
        <c:axId val="50050001"/>
        <c:scaling>
          <c:orientation val="minMax"/>
        </c:scaling>
        <c:delete val="0"/>
        <c:axPos val="l"/>
        <c:numFmt formatCode="General" sourceLinked="0"/>
        <c:majorTickMark val="none"/>
        <c:minorTickMark val="none"/>
        <c:tickLblPos val="low"/>
        <c:spPr>
          <a:ln w="9525">
            <a:solidFill>
              <a:srgbClr val="7E7E7E"/>
            </a:solidFill>
          </a:ln>
        </c:spPr>
        <c:txPr>
          <a:bodyPr/>
          <a:lstStyle/>
          <a:p>
            <a:pPr>
              <a:defRPr sz="800" b="0" baseline="0">
                <a:solidFill>
                  <a:srgbClr val="000000"/>
                </a:solidFill>
                <a:latin typeface="Roboto Light"/>
              </a:defRPr>
            </a:pPr>
            <a:endParaRPr lang="en-US"/>
          </a:p>
        </c:txPr>
        <c:crossAx val="50050002"/>
        <c:crosses val="autoZero"/>
        <c:auto val="1"/>
        <c:lblAlgn val="ctr"/>
        <c:lblOffset val="100"/>
        <c:tickLblSkip val="1"/>
        <c:noMultiLvlLbl val="0"/>
      </c:catAx>
      <c:valAx>
        <c:axId val="50050002"/>
        <c:scaling>
          <c:orientation val="minMax"/>
          <c:max val="22"/>
          <c:min val="-34"/>
        </c:scaling>
        <c:delete val="1"/>
        <c:axPos val="b"/>
        <c:numFmt formatCode="General" sourceLinked="1"/>
        <c:majorTickMark val="out"/>
        <c:minorTickMark val="none"/>
        <c:tickLblPos val="nextTo"/>
        <c:crossAx val="50050001"/>
        <c:crosses val="autoZero"/>
        <c:crossBetween val="between"/>
      </c:valAx>
      <c:spPr>
        <a:noFill/>
        <a:ln>
          <a:noFill/>
        </a:ln>
      </c:spPr>
    </c:plotArea>
    <c:legend>
      <c:legendPos val="t"/>
      <c:overlay val="0"/>
      <c:txPr>
        <a:bodyPr/>
        <a:lstStyle/>
        <a:p>
          <a:pPr>
            <a:defRPr sz="8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Sep 30</c:v>
          </c:tx>
          <c:spPr>
            <a:ln w="28575">
              <a:solidFill>
                <a:srgbClr val="8EB3DF"/>
              </a:solidFill>
            </a:ln>
          </c:spPr>
          <c:marker>
            <c:symbol val="none"/>
          </c:marker>
          <c:cat>
            <c:strRef>
              <c:f>'K4'!$A$2:$A$12</c:f>
              <c:strCache>
                <c:ptCount val="11"/>
                <c:pt idx="0">
                  <c:v>Jan-27</c:v>
                </c:pt>
                <c:pt idx="1">
                  <c:v>Jan-28</c:v>
                </c:pt>
                <c:pt idx="2">
                  <c:v>Jan-29</c:v>
                </c:pt>
                <c:pt idx="3">
                  <c:v>Jan-30</c:v>
                </c:pt>
                <c:pt idx="4">
                  <c:v>Jan-31</c:v>
                </c:pt>
                <c:pt idx="5">
                  <c:v>Jan-32</c:v>
                </c:pt>
                <c:pt idx="6">
                  <c:v>Jan-33</c:v>
                </c:pt>
                <c:pt idx="7">
                  <c:v>Jan-34</c:v>
                </c:pt>
                <c:pt idx="8">
                  <c:v>Jan-35</c:v>
                </c:pt>
                <c:pt idx="9">
                  <c:v>Jan-36</c:v>
                </c:pt>
                <c:pt idx="10">
                  <c:v>Jan-37</c:v>
                </c:pt>
              </c:strCache>
            </c:strRef>
          </c:cat>
          <c:val>
            <c:numRef>
              <c:f>'K4'!$B$2:$B$12</c:f>
              <c:numCache>
                <c:formatCode>General</c:formatCode>
                <c:ptCount val="11"/>
                <c:pt idx="0">
                  <c:v>13.552</c:v>
                </c:pt>
                <c:pt idx="1">
                  <c:v>13.552</c:v>
                </c:pt>
                <c:pt idx="2">
                  <c:v>13.763999999999999</c:v>
                </c:pt>
                <c:pt idx="3">
                  <c:v>13.891999999999999</c:v>
                </c:pt>
                <c:pt idx="4">
                  <c:v>13.945</c:v>
                </c:pt>
                <c:pt idx="5">
                  <c:v>13.984</c:v>
                </c:pt>
                <c:pt idx="6">
                  <c:v>13.993</c:v>
                </c:pt>
                <c:pt idx="7">
                  <c:v>13.994999999999999</c:v>
                </c:pt>
                <c:pt idx="8">
                  <c:v>13.976000000000001</c:v>
                </c:pt>
                <c:pt idx="9">
                  <c:v>13.96</c:v>
                </c:pt>
                <c:pt idx="10">
                  <c:v>13.975</c:v>
                </c:pt>
              </c:numCache>
            </c:numRef>
          </c:val>
          <c:smooth val="0"/>
          <c:extLst>
            <c:ext xmlns:c16="http://schemas.microsoft.com/office/drawing/2014/chart" uri="{C3380CC4-5D6E-409C-BE32-E72D297353CC}">
              <c16:uniqueId val="{00000000-F9C9-4A3F-9983-FFE233069428}"/>
            </c:ext>
          </c:extLst>
        </c:ser>
        <c:ser>
          <c:idx val="1"/>
          <c:order val="1"/>
          <c:tx>
            <c:v>Oct 23</c:v>
          </c:tx>
          <c:spPr>
            <a:ln w="28575">
              <a:solidFill>
                <a:srgbClr val="7E7E7E"/>
              </a:solidFill>
              <a:prstDash val="dash"/>
            </a:ln>
          </c:spPr>
          <c:marker>
            <c:symbol val="none"/>
          </c:marker>
          <c:cat>
            <c:strRef>
              <c:f>'K4'!$A$2:$A$12</c:f>
              <c:strCache>
                <c:ptCount val="11"/>
                <c:pt idx="0">
                  <c:v>Jan-27</c:v>
                </c:pt>
                <c:pt idx="1">
                  <c:v>Jan-28</c:v>
                </c:pt>
                <c:pt idx="2">
                  <c:v>Jan-29</c:v>
                </c:pt>
                <c:pt idx="3">
                  <c:v>Jan-30</c:v>
                </c:pt>
                <c:pt idx="4">
                  <c:v>Jan-31</c:v>
                </c:pt>
                <c:pt idx="5">
                  <c:v>Jan-32</c:v>
                </c:pt>
                <c:pt idx="6">
                  <c:v>Jan-33</c:v>
                </c:pt>
                <c:pt idx="7">
                  <c:v>Jan-34</c:v>
                </c:pt>
                <c:pt idx="8">
                  <c:v>Jan-35</c:v>
                </c:pt>
                <c:pt idx="9">
                  <c:v>Jan-36</c:v>
                </c:pt>
                <c:pt idx="10">
                  <c:v>Jan-37</c:v>
                </c:pt>
              </c:strCache>
            </c:strRef>
          </c:cat>
          <c:val>
            <c:numRef>
              <c:f>'K4'!$C$2:$C$12</c:f>
              <c:numCache>
                <c:formatCode>General</c:formatCode>
                <c:ptCount val="11"/>
                <c:pt idx="0">
                  <c:v>13.468</c:v>
                </c:pt>
                <c:pt idx="1">
                  <c:v>12.859</c:v>
                </c:pt>
                <c:pt idx="2">
                  <c:v>12.641999999999999</c:v>
                </c:pt>
                <c:pt idx="3">
                  <c:v>12.645</c:v>
                </c:pt>
                <c:pt idx="4">
                  <c:v>12.641999999999999</c:v>
                </c:pt>
                <c:pt idx="5">
                  <c:v>12.695</c:v>
                </c:pt>
                <c:pt idx="6">
                  <c:v>12.738</c:v>
                </c:pt>
                <c:pt idx="7">
                  <c:v>12.749000000000001</c:v>
                </c:pt>
                <c:pt idx="8">
                  <c:v>12.744999999999999</c:v>
                </c:pt>
                <c:pt idx="9">
                  <c:v>12.723000000000001</c:v>
                </c:pt>
                <c:pt idx="10">
                  <c:v>12.743</c:v>
                </c:pt>
              </c:numCache>
            </c:numRef>
          </c:val>
          <c:smooth val="0"/>
          <c:extLst>
            <c:ext xmlns:c16="http://schemas.microsoft.com/office/drawing/2014/chart" uri="{C3380CC4-5D6E-409C-BE32-E72D297353CC}">
              <c16:uniqueId val="{00000001-F9C9-4A3F-9983-FFE233069428}"/>
            </c:ext>
          </c:extLst>
        </c:ser>
        <c:ser>
          <c:idx val="2"/>
          <c:order val="2"/>
          <c:tx>
            <c:v>Oct 26</c:v>
          </c:tx>
          <c:spPr>
            <a:ln w="28575">
              <a:solidFill>
                <a:srgbClr val="1F2F44"/>
              </a:solidFill>
            </a:ln>
          </c:spPr>
          <c:marker>
            <c:symbol val="none"/>
          </c:marker>
          <c:cat>
            <c:strRef>
              <c:f>'K4'!$A$2:$A$12</c:f>
              <c:strCache>
                <c:ptCount val="11"/>
                <c:pt idx="0">
                  <c:v>Jan-27</c:v>
                </c:pt>
                <c:pt idx="1">
                  <c:v>Jan-28</c:v>
                </c:pt>
                <c:pt idx="2">
                  <c:v>Jan-29</c:v>
                </c:pt>
                <c:pt idx="3">
                  <c:v>Jan-30</c:v>
                </c:pt>
                <c:pt idx="4">
                  <c:v>Jan-31</c:v>
                </c:pt>
                <c:pt idx="5">
                  <c:v>Jan-32</c:v>
                </c:pt>
                <c:pt idx="6">
                  <c:v>Jan-33</c:v>
                </c:pt>
                <c:pt idx="7">
                  <c:v>Jan-34</c:v>
                </c:pt>
                <c:pt idx="8">
                  <c:v>Jan-35</c:v>
                </c:pt>
                <c:pt idx="9">
                  <c:v>Jan-36</c:v>
                </c:pt>
                <c:pt idx="10">
                  <c:v>Jan-37</c:v>
                </c:pt>
              </c:strCache>
            </c:strRef>
          </c:cat>
          <c:val>
            <c:numRef>
              <c:f>'K4'!$D$2:$D$12</c:f>
              <c:numCache>
                <c:formatCode>General</c:formatCode>
                <c:ptCount val="11"/>
                <c:pt idx="0">
                  <c:v>13.695</c:v>
                </c:pt>
                <c:pt idx="1">
                  <c:v>14.821999999999999</c:v>
                </c:pt>
                <c:pt idx="2">
                  <c:v>15.22</c:v>
                </c:pt>
                <c:pt idx="3">
                  <c:v>15.291</c:v>
                </c:pt>
                <c:pt idx="4">
                  <c:v>15.276999999999999</c:v>
                </c:pt>
                <c:pt idx="5">
                  <c:v>15.297000000000001</c:v>
                </c:pt>
                <c:pt idx="6">
                  <c:v>15.294</c:v>
                </c:pt>
                <c:pt idx="7">
                  <c:v>15.253</c:v>
                </c:pt>
                <c:pt idx="8">
                  <c:v>15.223000000000001</c:v>
                </c:pt>
                <c:pt idx="9">
                  <c:v>15.151999999999999</c:v>
                </c:pt>
                <c:pt idx="10">
                  <c:v>15.122</c:v>
                </c:pt>
              </c:numCache>
            </c:numRef>
          </c:val>
          <c:smooth val="0"/>
          <c:extLst>
            <c:ext xmlns:c16="http://schemas.microsoft.com/office/drawing/2014/chart" uri="{C3380CC4-5D6E-409C-BE32-E72D297353CC}">
              <c16:uniqueId val="{00000002-F9C9-4A3F-9983-FFE233069428}"/>
            </c:ext>
          </c:extLst>
        </c:ser>
        <c:dLbls>
          <c:showLegendKey val="0"/>
          <c:showVal val="0"/>
          <c:showCatName val="0"/>
          <c:showSerName val="0"/>
          <c:showPercent val="0"/>
          <c:showBubbleSize val="0"/>
        </c:dLbls>
        <c:smooth val="0"/>
        <c:axId val="50060001"/>
        <c:axId val="50060002"/>
      </c:lineChart>
      <c:catAx>
        <c:axId val="50060001"/>
        <c:scaling>
          <c:orientation val="minMax"/>
        </c:scaling>
        <c:delete val="0"/>
        <c:axPos val="b"/>
        <c:numFmt formatCode="General" sourceLinked="0"/>
        <c:majorTickMark val="none"/>
        <c:minorTickMark val="none"/>
        <c:tickLblPos val="low"/>
        <c:spPr>
          <a:ln w="9525">
            <a:solidFill>
              <a:srgbClr val="D9D9D9"/>
            </a:solidFill>
          </a:ln>
        </c:spPr>
        <c:txPr>
          <a:bodyPr rot="0" vert="horz"/>
          <a:lstStyle/>
          <a:p>
            <a:pPr>
              <a:defRPr sz="800" b="0" baseline="0">
                <a:solidFill>
                  <a:srgbClr val="000000"/>
                </a:solidFill>
                <a:latin typeface="Roboto Light"/>
              </a:defRPr>
            </a:pPr>
            <a:endParaRPr lang="en-US"/>
          </a:p>
        </c:txPr>
        <c:crossAx val="50060002"/>
        <c:crosses val="autoZero"/>
        <c:auto val="1"/>
        <c:lblAlgn val="ctr"/>
        <c:lblOffset val="100"/>
        <c:tickLblSkip val="2"/>
        <c:noMultiLvlLbl val="0"/>
      </c:catAx>
      <c:valAx>
        <c:axId val="50060002"/>
        <c:scaling>
          <c:orientation val="minMax"/>
          <c:max val="16"/>
          <c:min val="12"/>
        </c:scaling>
        <c:delete val="0"/>
        <c:axPos val="l"/>
        <c:majorGridlines>
          <c:spPr>
            <a:ln w="6350">
              <a:solidFill>
                <a:srgbClr val="D9D9D9"/>
              </a:solidFill>
              <a:prstDash val="dash"/>
            </a:ln>
          </c:spPr>
        </c:majorGridlines>
        <c:numFmt formatCode="0" sourceLinked="0"/>
        <c:majorTickMark val="none"/>
        <c:minorTickMark val="none"/>
        <c:tickLblPos val="nextTo"/>
        <c:spPr>
          <a:ln>
            <a:noFill/>
          </a:ln>
        </c:spPr>
        <c:txPr>
          <a:bodyPr/>
          <a:lstStyle/>
          <a:p>
            <a:pPr>
              <a:defRPr sz="800" b="0" baseline="0">
                <a:solidFill>
                  <a:srgbClr val="000000"/>
                </a:solidFill>
                <a:latin typeface="Roboto Light"/>
              </a:defRPr>
            </a:pPr>
            <a:endParaRPr lang="en-US"/>
          </a:p>
        </c:txPr>
        <c:crossAx val="50060001"/>
        <c:crosses val="autoZero"/>
        <c:crossBetween val="between"/>
        <c:majorUnit val="1"/>
      </c:valAx>
      <c:spPr>
        <a:noFill/>
        <a:ln>
          <a:noFill/>
        </a:ln>
      </c:spPr>
    </c:plotArea>
    <c:legend>
      <c:legendPos val="t"/>
      <c:overlay val="0"/>
      <c:txPr>
        <a:bodyPr/>
        <a:lstStyle/>
        <a:p>
          <a:pPr>
            <a:defRPr sz="8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431573982939633"/>
          <c:y val="3.768492006680983E-3"/>
          <c:w val="0.88568426017060364"/>
          <c:h val="0.98737373737373746"/>
        </c:manualLayout>
      </c:layout>
      <c:barChart>
        <c:barDir val="bar"/>
        <c:grouping val="clustered"/>
        <c:varyColors val="0"/>
        <c:ser>
          <c:idx val="0"/>
          <c:order val="0"/>
          <c:tx>
            <c:v>Oct 23 - Oct 28</c:v>
          </c:tx>
          <c:spPr>
            <a:solidFill>
              <a:srgbClr val="8EB3DF"/>
            </a:solidFill>
            <a:ln>
              <a:noFill/>
            </a:ln>
          </c:spPr>
          <c:invertIfNegative val="0"/>
          <c:dPt>
            <c:idx val="0"/>
            <c:invertIfNegative val="0"/>
            <c:bubble3D val="0"/>
            <c:extLst>
              <c:ext xmlns:c16="http://schemas.microsoft.com/office/drawing/2014/chart" uri="{C3380CC4-5D6E-409C-BE32-E72D297353CC}">
                <c16:uniqueId val="{00000000-3A0B-44E8-966E-7396B2C7C149}"/>
              </c:ext>
            </c:extLst>
          </c:dPt>
          <c:dPt>
            <c:idx val="1"/>
            <c:invertIfNegative val="0"/>
            <c:bubble3D val="0"/>
            <c:extLst>
              <c:ext xmlns:c16="http://schemas.microsoft.com/office/drawing/2014/chart" uri="{C3380CC4-5D6E-409C-BE32-E72D297353CC}">
                <c16:uniqueId val="{00000001-3A0B-44E8-966E-7396B2C7C149}"/>
              </c:ext>
            </c:extLst>
          </c:dPt>
          <c:dPt>
            <c:idx val="2"/>
            <c:invertIfNegative val="0"/>
            <c:bubble3D val="0"/>
            <c:extLst>
              <c:ext xmlns:c16="http://schemas.microsoft.com/office/drawing/2014/chart" uri="{C3380CC4-5D6E-409C-BE32-E72D297353CC}">
                <c16:uniqueId val="{00000002-3A0B-44E8-966E-7396B2C7C149}"/>
              </c:ext>
            </c:extLst>
          </c:dPt>
          <c:dPt>
            <c:idx val="3"/>
            <c:invertIfNegative val="0"/>
            <c:bubble3D val="0"/>
            <c:extLst>
              <c:ext xmlns:c16="http://schemas.microsoft.com/office/drawing/2014/chart" uri="{C3380CC4-5D6E-409C-BE32-E72D297353CC}">
                <c16:uniqueId val="{00000003-3A0B-44E8-966E-7396B2C7C149}"/>
              </c:ext>
            </c:extLst>
          </c:dPt>
          <c:dPt>
            <c:idx val="4"/>
            <c:invertIfNegative val="0"/>
            <c:bubble3D val="0"/>
            <c:extLst>
              <c:ext xmlns:c16="http://schemas.microsoft.com/office/drawing/2014/chart" uri="{C3380CC4-5D6E-409C-BE32-E72D297353CC}">
                <c16:uniqueId val="{00000004-3A0B-44E8-966E-7396B2C7C149}"/>
              </c:ext>
            </c:extLst>
          </c:dPt>
          <c:dPt>
            <c:idx val="5"/>
            <c:invertIfNegative val="0"/>
            <c:bubble3D val="0"/>
            <c:extLst>
              <c:ext xmlns:c16="http://schemas.microsoft.com/office/drawing/2014/chart" uri="{C3380CC4-5D6E-409C-BE32-E72D297353CC}">
                <c16:uniqueId val="{00000005-3A0B-44E8-966E-7396B2C7C149}"/>
              </c:ext>
            </c:extLst>
          </c:dPt>
          <c:dPt>
            <c:idx val="6"/>
            <c:invertIfNegative val="0"/>
            <c:bubble3D val="0"/>
            <c:extLst>
              <c:ext xmlns:c16="http://schemas.microsoft.com/office/drawing/2014/chart" uri="{C3380CC4-5D6E-409C-BE32-E72D297353CC}">
                <c16:uniqueId val="{00000006-3A0B-44E8-966E-7396B2C7C149}"/>
              </c:ext>
            </c:extLst>
          </c:dPt>
          <c:dPt>
            <c:idx val="7"/>
            <c:invertIfNegative val="0"/>
            <c:bubble3D val="0"/>
            <c:extLst>
              <c:ext xmlns:c16="http://schemas.microsoft.com/office/drawing/2014/chart" uri="{C3380CC4-5D6E-409C-BE32-E72D297353CC}">
                <c16:uniqueId val="{00000007-3A0B-44E8-966E-7396B2C7C149}"/>
              </c:ext>
            </c:extLst>
          </c:dPt>
          <c:dPt>
            <c:idx val="8"/>
            <c:invertIfNegative val="0"/>
            <c:bubble3D val="0"/>
            <c:extLst>
              <c:ext xmlns:c16="http://schemas.microsoft.com/office/drawing/2014/chart" uri="{C3380CC4-5D6E-409C-BE32-E72D297353CC}">
                <c16:uniqueId val="{00000008-3A0B-44E8-966E-7396B2C7C149}"/>
              </c:ext>
            </c:extLst>
          </c:dPt>
          <c:dPt>
            <c:idx val="9"/>
            <c:invertIfNegative val="0"/>
            <c:bubble3D val="0"/>
            <c:spPr>
              <a:solidFill>
                <a:srgbClr val="1F2F44"/>
              </a:solidFill>
              <a:ln>
                <a:noFill/>
              </a:ln>
            </c:spPr>
            <c:extLst>
              <c:ext xmlns:c16="http://schemas.microsoft.com/office/drawing/2014/chart" uri="{C3380CC4-5D6E-409C-BE32-E72D297353CC}">
                <c16:uniqueId val="{0000000A-3A0B-44E8-966E-7396B2C7C149}"/>
              </c:ext>
            </c:extLst>
          </c:dPt>
          <c:dLbls>
            <c:dLbl>
              <c:idx val="0"/>
              <c:tx>
                <c:rich>
                  <a:bodyPr/>
                  <a:lstStyle/>
                  <a:p>
                    <a:r>
                      <a:rPr lang="en-US" sz="700" b="0" baseline="0">
                        <a:solidFill>
                          <a:srgbClr val="000000"/>
                        </a:solidFill>
                        <a:latin typeface="Roboto Light"/>
                      </a:rPr>
                      <a:t>+1.2%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A0B-44E8-966E-7396B2C7C149}"/>
                </c:ext>
              </c:extLst>
            </c:dLbl>
            <c:dLbl>
              <c:idx val="1"/>
              <c:tx>
                <c:rich>
                  <a:bodyPr/>
                  <a:lstStyle/>
                  <a:p>
                    <a:r>
                      <a:rPr lang="en-US" sz="700" b="0" baseline="0">
                        <a:solidFill>
                          <a:srgbClr val="000000"/>
                        </a:solidFill>
                        <a:latin typeface="Roboto Light"/>
                      </a:rPr>
                      <a:t>+0.2%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A0B-44E8-966E-7396B2C7C149}"/>
                </c:ext>
              </c:extLst>
            </c:dLbl>
            <c:dLbl>
              <c:idx val="2"/>
              <c:tx>
                <c:rich>
                  <a:bodyPr/>
                  <a:lstStyle/>
                  <a:p>
                    <a:r>
                      <a:rPr lang="en-US" sz="700" b="0" baseline="0">
                        <a:solidFill>
                          <a:srgbClr val="000000"/>
                        </a:solidFill>
                        <a:latin typeface="Roboto Light"/>
                      </a:rPr>
                      <a:t>+0.1%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A0B-44E8-966E-7396B2C7C149}"/>
                </c:ext>
              </c:extLst>
            </c:dLbl>
            <c:dLbl>
              <c:idx val="3"/>
              <c:tx>
                <c:rich>
                  <a:bodyPr/>
                  <a:lstStyle/>
                  <a:p>
                    <a:r>
                      <a:rPr lang="en-US" sz="700" b="0" baseline="0">
                        <a:solidFill>
                          <a:srgbClr val="000000"/>
                        </a:solidFill>
                        <a:latin typeface="Roboto Light"/>
                      </a:rPr>
                      <a:t>0.0%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A0B-44E8-966E-7396B2C7C149}"/>
                </c:ext>
              </c:extLst>
            </c:dLbl>
            <c:dLbl>
              <c:idx val="4"/>
              <c:tx>
                <c:rich>
                  <a:bodyPr/>
                  <a:lstStyle/>
                  <a:p>
                    <a:r>
                      <a:rPr lang="en-US" sz="700" b="0" baseline="0">
                        <a:solidFill>
                          <a:srgbClr val="000000"/>
                        </a:solidFill>
                        <a:latin typeface="Roboto Light"/>
                      </a:rPr>
                      <a:t>-0.1%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3A0B-44E8-966E-7396B2C7C149}"/>
                </c:ext>
              </c:extLst>
            </c:dLbl>
            <c:dLbl>
              <c:idx val="5"/>
              <c:tx>
                <c:rich>
                  <a:bodyPr/>
                  <a:lstStyle/>
                  <a:p>
                    <a:r>
                      <a:rPr lang="en-US" sz="700" b="0" baseline="0">
                        <a:solidFill>
                          <a:srgbClr val="000000"/>
                        </a:solidFill>
                        <a:latin typeface="Roboto Light"/>
                      </a:rPr>
                      <a:t>-0.1%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A0B-44E8-966E-7396B2C7C149}"/>
                </c:ext>
              </c:extLst>
            </c:dLbl>
            <c:dLbl>
              <c:idx val="6"/>
              <c:tx>
                <c:rich>
                  <a:bodyPr/>
                  <a:lstStyle/>
                  <a:p>
                    <a:r>
                      <a:rPr lang="en-US" sz="700" b="0" baseline="0">
                        <a:solidFill>
                          <a:srgbClr val="000000"/>
                        </a:solidFill>
                        <a:latin typeface="Roboto Light"/>
                      </a:rPr>
                      <a:t>-0.5%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3A0B-44E8-966E-7396B2C7C149}"/>
                </c:ext>
              </c:extLst>
            </c:dLbl>
            <c:dLbl>
              <c:idx val="7"/>
              <c:tx>
                <c:rich>
                  <a:bodyPr/>
                  <a:lstStyle/>
                  <a:p>
                    <a:r>
                      <a:rPr lang="en-US" sz="700" b="0" baseline="0">
                        <a:solidFill>
                          <a:srgbClr val="000000"/>
                        </a:solidFill>
                        <a:latin typeface="Roboto Light"/>
                      </a:rPr>
                      <a:t>-0.5%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3A0B-44E8-966E-7396B2C7C149}"/>
                </c:ext>
              </c:extLst>
            </c:dLbl>
            <c:dLbl>
              <c:idx val="8"/>
              <c:tx>
                <c:rich>
                  <a:bodyPr/>
                  <a:lstStyle/>
                  <a:p>
                    <a:r>
                      <a:rPr lang="en-US" sz="700" b="0" baseline="0">
                        <a:solidFill>
                          <a:srgbClr val="000000"/>
                        </a:solidFill>
                        <a:latin typeface="Roboto Light"/>
                      </a:rPr>
                      <a:t>-1.0%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3A0B-44E8-966E-7396B2C7C149}"/>
                </c:ext>
              </c:extLst>
            </c:dLbl>
            <c:dLbl>
              <c:idx val="9"/>
              <c:tx>
                <c:rich>
                  <a:bodyPr/>
                  <a:lstStyle/>
                  <a:p>
                    <a:r>
                      <a:rPr lang="en-US" sz="700" b="0" baseline="0">
                        <a:solidFill>
                          <a:srgbClr val="000000"/>
                        </a:solidFill>
                        <a:latin typeface="Roboto Light"/>
                      </a:rPr>
                      <a:t>-5.7%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3A0B-44E8-966E-7396B2C7C149}"/>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'K5'!$A$2:$A$11</c:f>
              <c:strCache>
                <c:ptCount val="10"/>
                <c:pt idx="0">
                  <c:v>COP</c:v>
                </c:pt>
                <c:pt idx="1">
                  <c:v>MXN</c:v>
                </c:pt>
                <c:pt idx="2">
                  <c:v>CNY</c:v>
                </c:pt>
                <c:pt idx="3">
                  <c:v>CLP</c:v>
                </c:pt>
                <c:pt idx="4">
                  <c:v>KRW</c:v>
                </c:pt>
                <c:pt idx="5">
                  <c:v>TRY</c:v>
                </c:pt>
                <c:pt idx="6">
                  <c:v>IDR</c:v>
                </c:pt>
                <c:pt idx="7">
                  <c:v>INR</c:v>
                </c:pt>
                <c:pt idx="8">
                  <c:v>ZAR</c:v>
                </c:pt>
                <c:pt idx="9">
                  <c:v>BRL</c:v>
                </c:pt>
              </c:strCache>
            </c:strRef>
          </c:cat>
          <c:val>
            <c:numRef>
              <c:f>'K5'!$B$2:$B$11</c:f>
              <c:numCache>
                <c:formatCode>General</c:formatCode>
                <c:ptCount val="10"/>
                <c:pt idx="0">
                  <c:v>1.1791905112858989</c:v>
                </c:pt>
                <c:pt idx="1">
                  <c:v>0.18054806631686571</c:v>
                </c:pt>
                <c:pt idx="2">
                  <c:v>0.1484645457854539</c:v>
                </c:pt>
                <c:pt idx="3">
                  <c:v>-4.9704832668140408E-2</c:v>
                </c:pt>
                <c:pt idx="4">
                  <c:v>-6.1807517516421218E-2</c:v>
                </c:pt>
                <c:pt idx="5">
                  <c:v>-0.1375457972121796</c:v>
                </c:pt>
                <c:pt idx="6">
                  <c:v>-0.47685989139723001</c:v>
                </c:pt>
                <c:pt idx="7">
                  <c:v>-0.4901345836060389</c:v>
                </c:pt>
                <c:pt idx="8">
                  <c:v>-0.95373219840894086</c:v>
                </c:pt>
                <c:pt idx="9">
                  <c:v>-5.6963684013478062</c:v>
                </c:pt>
              </c:numCache>
            </c:numRef>
          </c:val>
          <c:extLst>
            <c:ext xmlns:c16="http://schemas.microsoft.com/office/drawing/2014/chart" uri="{C3380CC4-5D6E-409C-BE32-E72D297353CC}">
              <c16:uniqueId val="{0000000B-3A0B-44E8-966E-7396B2C7C149}"/>
            </c:ext>
          </c:extLst>
        </c:ser>
        <c:dLbls>
          <c:showLegendKey val="0"/>
          <c:showVal val="0"/>
          <c:showCatName val="0"/>
          <c:showSerName val="0"/>
          <c:showPercent val="0"/>
          <c:showBubbleSize val="0"/>
        </c:dLbls>
        <c:gapWidth val="40"/>
        <c:axId val="50070001"/>
        <c:axId val="50070002"/>
      </c:barChart>
      <c:catAx>
        <c:axId val="50070001"/>
        <c:scaling>
          <c:orientation val="minMax"/>
        </c:scaling>
        <c:delete val="0"/>
        <c:axPos val="l"/>
        <c:numFmt formatCode="General" sourceLinked="0"/>
        <c:majorTickMark val="none"/>
        <c:minorTickMark val="none"/>
        <c:tickLblPos val="low"/>
        <c:spPr>
          <a:ln w="9525">
            <a:solidFill>
              <a:srgbClr val="7E7E7E"/>
            </a:solidFill>
          </a:ln>
        </c:spPr>
        <c:txPr>
          <a:bodyPr/>
          <a:lstStyle/>
          <a:p>
            <a:pPr>
              <a:defRPr sz="800" b="0" baseline="0">
                <a:solidFill>
                  <a:srgbClr val="000000"/>
                </a:solidFill>
                <a:latin typeface="Roboto Light"/>
              </a:defRPr>
            </a:pPr>
            <a:endParaRPr lang="en-US"/>
          </a:p>
        </c:txPr>
        <c:crossAx val="50070002"/>
        <c:crosses val="autoZero"/>
        <c:auto val="1"/>
        <c:lblAlgn val="ctr"/>
        <c:lblOffset val="100"/>
        <c:tickLblSkip val="1"/>
        <c:noMultiLvlLbl val="0"/>
      </c:catAx>
      <c:valAx>
        <c:axId val="50070002"/>
        <c:scaling>
          <c:orientation val="minMax"/>
          <c:max val="4"/>
          <c:min val="-10"/>
        </c:scaling>
        <c:delete val="1"/>
        <c:axPos val="b"/>
        <c:numFmt formatCode="General" sourceLinked="1"/>
        <c:majorTickMark val="out"/>
        <c:minorTickMark val="none"/>
        <c:tickLblPos val="nextTo"/>
        <c:crossAx val="50070001"/>
        <c:crosses val="autoZero"/>
        <c:crossBetween val="between"/>
      </c:valAx>
      <c:spPr>
        <a:noFill/>
        <a:ln>
          <a:noFill/>
        </a:ln>
      </c:spPr>
    </c:plotArea>
    <c:plotVisOnly val="1"/>
    <c:dispBlanksAs val="gap"/>
    <c:showDLblsOverMax val="0"/>
  </c:chart>
  <c:spPr>
    <a:solidFill>
      <a:srgbClr val="FFFFFF"/>
    </a:solidFill>
    <a:ln>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311228674540685E-2"/>
          <c:y val="0.11681778414061877"/>
          <c:w val="0.87294571576990376"/>
          <c:h val="0.78112025769506088"/>
        </c:manualLayout>
      </c:layout>
      <c:lineChart>
        <c:grouping val="standard"/>
        <c:varyColors val="0"/>
        <c:ser>
          <c:idx val="0"/>
          <c:order val="0"/>
          <c:tx>
            <c:v>NTN-B May-29</c:v>
          </c:tx>
          <c:spPr>
            <a:ln w="28575">
              <a:solidFill>
                <a:srgbClr val="1F2F44"/>
              </a:solidFill>
            </a:ln>
          </c:spPr>
          <c:marker>
            <c:symbol val="none"/>
          </c:marker>
          <c:cat>
            <c:numRef>
              <c:f>'K6'!$A$2:$A$21</c:f>
              <c:numCache>
                <c:formatCode>yyyy\-mm\-dd</c:formatCode>
                <c:ptCount val="20"/>
                <c:pt idx="0">
                  <c:v>46295</c:v>
                </c:pt>
                <c:pt idx="1">
                  <c:v>46296</c:v>
                </c:pt>
                <c:pt idx="2">
                  <c:v>46297</c:v>
                </c:pt>
                <c:pt idx="3">
                  <c:v>46300</c:v>
                </c:pt>
                <c:pt idx="4">
                  <c:v>46301</c:v>
                </c:pt>
                <c:pt idx="5">
                  <c:v>46302</c:v>
                </c:pt>
                <c:pt idx="6">
                  <c:v>46303</c:v>
                </c:pt>
                <c:pt idx="7">
                  <c:v>46304</c:v>
                </c:pt>
                <c:pt idx="8">
                  <c:v>46308</c:v>
                </c:pt>
                <c:pt idx="9">
                  <c:v>46309</c:v>
                </c:pt>
                <c:pt idx="10">
                  <c:v>46310</c:v>
                </c:pt>
                <c:pt idx="11">
                  <c:v>46311</c:v>
                </c:pt>
                <c:pt idx="12">
                  <c:v>46314</c:v>
                </c:pt>
                <c:pt idx="13">
                  <c:v>46315</c:v>
                </c:pt>
                <c:pt idx="14">
                  <c:v>46316</c:v>
                </c:pt>
                <c:pt idx="15">
                  <c:v>46317</c:v>
                </c:pt>
                <c:pt idx="16">
                  <c:v>46318</c:v>
                </c:pt>
                <c:pt idx="17">
                  <c:v>46321</c:v>
                </c:pt>
                <c:pt idx="18">
                  <c:v>46322</c:v>
                </c:pt>
                <c:pt idx="19">
                  <c:v>46323</c:v>
                </c:pt>
              </c:numCache>
            </c:numRef>
          </c:cat>
          <c:val>
            <c:numRef>
              <c:f>'K6'!$B$2:$B$21</c:f>
              <c:numCache>
                <c:formatCode>General</c:formatCode>
                <c:ptCount val="20"/>
                <c:pt idx="0">
                  <c:v>5.9619605388631003</c:v>
                </c:pt>
                <c:pt idx="1">
                  <c:v>5.9949743673989007</c:v>
                </c:pt>
                <c:pt idx="2">
                  <c:v>5.9498130218943404</c:v>
                </c:pt>
                <c:pt idx="3">
                  <c:v>5.2482853761351</c:v>
                </c:pt>
                <c:pt idx="4">
                  <c:v>5.2145658776563399</c:v>
                </c:pt>
                <c:pt idx="5">
                  <c:v>5.3021195389696603</c:v>
                </c:pt>
                <c:pt idx="6">
                  <c:v>5.3093206259870493</c:v>
                </c:pt>
                <c:pt idx="7">
                  <c:v>5.23557614694609</c:v>
                </c:pt>
                <c:pt idx="8">
                  <c:v>5.3602598878122096</c:v>
                </c:pt>
                <c:pt idx="9">
                  <c:v>5.3544852332035404</c:v>
                </c:pt>
                <c:pt idx="10">
                  <c:v>5.4653448139778398</c:v>
                </c:pt>
                <c:pt idx="11">
                  <c:v>5.5044105956615699</c:v>
                </c:pt>
                <c:pt idx="12">
                  <c:v>5.49315943225512</c:v>
                </c:pt>
                <c:pt idx="13">
                  <c:v>5.4518042973827203</c:v>
                </c:pt>
                <c:pt idx="14">
                  <c:v>5.4588645459396199</c:v>
                </c:pt>
                <c:pt idx="15">
                  <c:v>5.5482773037296607</c:v>
                </c:pt>
                <c:pt idx="16">
                  <c:v>5.5207516299963597</c:v>
                </c:pt>
                <c:pt idx="17">
                  <c:v>6.8139377702181401</c:v>
                </c:pt>
                <c:pt idx="18">
                  <c:v>6.5359034247504093</c:v>
                </c:pt>
                <c:pt idx="19">
                  <c:v>6.5627680199890186</c:v>
                </c:pt>
              </c:numCache>
            </c:numRef>
          </c:val>
          <c:smooth val="0"/>
          <c:extLst>
            <c:ext xmlns:c16="http://schemas.microsoft.com/office/drawing/2014/chart" uri="{C3380CC4-5D6E-409C-BE32-E72D297353CC}">
              <c16:uniqueId val="{00000000-6D30-4336-AD22-E43BD8B27307}"/>
            </c:ext>
          </c:extLst>
        </c:ser>
        <c:ser>
          <c:idx val="1"/>
          <c:order val="1"/>
          <c:tx>
            <c:v>NTN-B May-35</c:v>
          </c:tx>
          <c:spPr>
            <a:ln w="28575">
              <a:solidFill>
                <a:srgbClr val="8EB3DF"/>
              </a:solidFill>
            </a:ln>
          </c:spPr>
          <c:marker>
            <c:symbol val="none"/>
          </c:marker>
          <c:cat>
            <c:numRef>
              <c:f>'K6'!$A$2:$A$21</c:f>
              <c:numCache>
                <c:formatCode>yyyy\-mm\-dd</c:formatCode>
                <c:ptCount val="20"/>
                <c:pt idx="0">
                  <c:v>46295</c:v>
                </c:pt>
                <c:pt idx="1">
                  <c:v>46296</c:v>
                </c:pt>
                <c:pt idx="2">
                  <c:v>46297</c:v>
                </c:pt>
                <c:pt idx="3">
                  <c:v>46300</c:v>
                </c:pt>
                <c:pt idx="4">
                  <c:v>46301</c:v>
                </c:pt>
                <c:pt idx="5">
                  <c:v>46302</c:v>
                </c:pt>
                <c:pt idx="6">
                  <c:v>46303</c:v>
                </c:pt>
                <c:pt idx="7">
                  <c:v>46304</c:v>
                </c:pt>
                <c:pt idx="8">
                  <c:v>46308</c:v>
                </c:pt>
                <c:pt idx="9">
                  <c:v>46309</c:v>
                </c:pt>
                <c:pt idx="10">
                  <c:v>46310</c:v>
                </c:pt>
                <c:pt idx="11">
                  <c:v>46311</c:v>
                </c:pt>
                <c:pt idx="12">
                  <c:v>46314</c:v>
                </c:pt>
                <c:pt idx="13">
                  <c:v>46315</c:v>
                </c:pt>
                <c:pt idx="14">
                  <c:v>46316</c:v>
                </c:pt>
                <c:pt idx="15">
                  <c:v>46317</c:v>
                </c:pt>
                <c:pt idx="16">
                  <c:v>46318</c:v>
                </c:pt>
                <c:pt idx="17">
                  <c:v>46321</c:v>
                </c:pt>
                <c:pt idx="18">
                  <c:v>46322</c:v>
                </c:pt>
                <c:pt idx="19">
                  <c:v>46323</c:v>
                </c:pt>
              </c:numCache>
            </c:numRef>
          </c:cat>
          <c:val>
            <c:numRef>
              <c:f>'K6'!$C$2:$C$21</c:f>
              <c:numCache>
                <c:formatCode>General</c:formatCode>
                <c:ptCount val="20"/>
                <c:pt idx="0">
                  <c:v>5.94045263096874</c:v>
                </c:pt>
                <c:pt idx="1">
                  <c:v>6.0304310448907597</c:v>
                </c:pt>
                <c:pt idx="2">
                  <c:v>6.1411017085468398</c:v>
                </c:pt>
                <c:pt idx="3">
                  <c:v>5.3891080006885206</c:v>
                </c:pt>
                <c:pt idx="4">
                  <c:v>5.3991887115800399</c:v>
                </c:pt>
                <c:pt idx="5">
                  <c:v>5.52895053344968</c:v>
                </c:pt>
                <c:pt idx="6">
                  <c:v>5.4608756900134301</c:v>
                </c:pt>
                <c:pt idx="7">
                  <c:v>5.2839079529001403</c:v>
                </c:pt>
                <c:pt idx="8">
                  <c:v>5.4402210074462696</c:v>
                </c:pt>
                <c:pt idx="9">
                  <c:v>5.4340437082325703</c:v>
                </c:pt>
                <c:pt idx="10">
                  <c:v>5.5495141491153497</c:v>
                </c:pt>
                <c:pt idx="11">
                  <c:v>5.5821208563415503</c:v>
                </c:pt>
                <c:pt idx="12">
                  <c:v>5.5787055955811304</c:v>
                </c:pt>
                <c:pt idx="13">
                  <c:v>5.4817066010877502</c:v>
                </c:pt>
                <c:pt idx="14">
                  <c:v>5.5145951080217896</c:v>
                </c:pt>
                <c:pt idx="15">
                  <c:v>5.5869280593985504</c:v>
                </c:pt>
                <c:pt idx="16">
                  <c:v>5.6269463100625901</c:v>
                </c:pt>
                <c:pt idx="17">
                  <c:v>6.6015598285391999</c:v>
                </c:pt>
                <c:pt idx="18">
                  <c:v>6.5309724401116407</c:v>
                </c:pt>
                <c:pt idx="19">
                  <c:v>6.7034702339769892</c:v>
                </c:pt>
              </c:numCache>
            </c:numRef>
          </c:val>
          <c:smooth val="0"/>
          <c:extLst>
            <c:ext xmlns:c16="http://schemas.microsoft.com/office/drawing/2014/chart" uri="{C3380CC4-5D6E-409C-BE32-E72D297353CC}">
              <c16:uniqueId val="{00000001-6D30-4336-AD22-E43BD8B27307}"/>
            </c:ext>
          </c:extLst>
        </c:ser>
        <c:dLbls>
          <c:showLegendKey val="0"/>
          <c:showVal val="0"/>
          <c:showCatName val="0"/>
          <c:showSerName val="0"/>
          <c:showPercent val="0"/>
          <c:showBubbleSize val="0"/>
        </c:dLbls>
        <c:smooth val="0"/>
        <c:axId val="50080001"/>
        <c:axId val="50080002"/>
      </c:lineChart>
      <c:dateAx>
        <c:axId val="50080001"/>
        <c:scaling>
          <c:orientation val="minMax"/>
        </c:scaling>
        <c:delete val="0"/>
        <c:axPos val="b"/>
        <c:numFmt formatCode="[$-409]d\-mmm" sourceLinked="0"/>
        <c:majorTickMark val="none"/>
        <c:minorTickMark val="none"/>
        <c:tickLblPos val="low"/>
        <c:spPr>
          <a:ln w="9525">
            <a:solidFill>
              <a:srgbClr val="D9D9D9"/>
            </a:solidFill>
          </a:ln>
        </c:spPr>
        <c:txPr>
          <a:bodyPr rot="0" vert="horz"/>
          <a:lstStyle/>
          <a:p>
            <a:pPr>
              <a:defRPr sz="800" b="0" baseline="0">
                <a:solidFill>
                  <a:srgbClr val="000000"/>
                </a:solidFill>
                <a:latin typeface="Roboto Light"/>
              </a:defRPr>
            </a:pPr>
            <a:endParaRPr lang="en-US"/>
          </a:p>
        </c:txPr>
        <c:crossAx val="50080002"/>
        <c:crosses val="min"/>
        <c:auto val="1"/>
        <c:lblOffset val="100"/>
        <c:baseTimeUnit val="days"/>
        <c:majorUnit val="7"/>
        <c:majorTimeUnit val="days"/>
      </c:dateAx>
      <c:valAx>
        <c:axId val="50080002"/>
        <c:scaling>
          <c:orientation val="minMax"/>
          <c:max val="8"/>
          <c:min val="4"/>
        </c:scaling>
        <c:delete val="0"/>
        <c:axPos val="l"/>
        <c:majorGridlines>
          <c:spPr>
            <a:ln w="6350">
              <a:solidFill>
                <a:srgbClr val="D9D9D9"/>
              </a:solidFill>
              <a:prstDash val="dash"/>
            </a:ln>
          </c:spPr>
        </c:majorGridlines>
        <c:numFmt formatCode="0" sourceLinked="0"/>
        <c:majorTickMark val="none"/>
        <c:minorTickMark val="none"/>
        <c:tickLblPos val="nextTo"/>
        <c:spPr>
          <a:ln>
            <a:noFill/>
          </a:ln>
        </c:spPr>
        <c:txPr>
          <a:bodyPr/>
          <a:lstStyle/>
          <a:p>
            <a:pPr>
              <a:defRPr sz="800" b="0" baseline="0">
                <a:solidFill>
                  <a:srgbClr val="000000"/>
                </a:solidFill>
                <a:latin typeface="Roboto Light"/>
              </a:defRPr>
            </a:pPr>
            <a:endParaRPr lang="en-US"/>
          </a:p>
        </c:txPr>
        <c:crossAx val="50080001"/>
        <c:crosses val="autoZero"/>
        <c:crossBetween val="between"/>
        <c:majorUnit val="1"/>
      </c:valAx>
      <c:spPr>
        <a:noFill/>
        <a:ln>
          <a:noFill/>
        </a:ln>
      </c:spPr>
    </c:plotArea>
    <c:legend>
      <c:legendPos val="t"/>
      <c:overlay val="0"/>
      <c:txPr>
        <a:bodyPr/>
        <a:lstStyle/>
        <a:p>
          <a:pPr>
            <a:defRPr sz="8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7333728601730106"/>
          <c:y val="7.4293374978725887E-2"/>
          <c:w val="0.72666271398269899"/>
          <c:h val="0.9257066250212741"/>
        </c:manualLayout>
      </c:layout>
      <c:barChart>
        <c:barDir val="bar"/>
        <c:grouping val="clustered"/>
        <c:varyColors val="0"/>
        <c:ser>
          <c:idx val="0"/>
          <c:order val="0"/>
          <c:tx>
            <c:strRef>
              <c:f>'Factor Chart'!$J$4</c:f>
              <c:strCache>
                <c:ptCount val="1"/>
                <c:pt idx="0">
                  <c:v>MTD</c:v>
                </c:pt>
              </c:strCache>
            </c:strRef>
          </c:tx>
          <c:spPr>
            <a:solidFill>
              <a:srgbClr val="8EB3DF"/>
            </a:solidFill>
            <a:ln>
              <a:noFill/>
            </a:ln>
            <a:effectLst/>
          </c:spPr>
          <c:invertIfNegative val="0"/>
          <c:dLbls>
            <c:dLbl>
              <c:idx val="0"/>
              <c:tx>
                <c:rich>
                  <a:bodyPr/>
                  <a:lstStyle/>
                  <a:p>
                    <a:r>
                      <a:rPr lang="en-US" sz="900">
                        <a:solidFill>
                          <a:srgbClr val="404040"/>
                        </a:solidFill>
                        <a:latin typeface="Roboto Light"/>
                      </a:rPr>
                      <a:t>-3.5%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7618-4DD4-B0BB-0695A6EC1458}"/>
                </c:ext>
              </c:extLst>
            </c:dLbl>
            <c:dLbl>
              <c:idx val="1"/>
              <c:tx>
                <c:rich>
                  <a:bodyPr/>
                  <a:lstStyle/>
                  <a:p>
                    <a:r>
                      <a:rPr lang="en-US" sz="900">
                        <a:solidFill>
                          <a:srgbClr val="404040"/>
                        </a:solidFill>
                        <a:latin typeface="Roboto Light"/>
                      </a:rPr>
                      <a:t>-2.3%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7618-4DD4-B0BB-0695A6EC1458}"/>
                </c:ext>
              </c:extLst>
            </c:dLbl>
            <c:dLbl>
              <c:idx val="2"/>
              <c:tx>
                <c:rich>
                  <a:bodyPr/>
                  <a:lstStyle/>
                  <a:p>
                    <a:r>
                      <a:rPr lang="en-US" sz="900">
                        <a:solidFill>
                          <a:srgbClr val="404040"/>
                        </a:solidFill>
                        <a:latin typeface="Roboto Light"/>
                      </a:rPr>
                      <a:t>-1.0%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7618-4DD4-B0BB-0695A6EC1458}"/>
                </c:ext>
              </c:extLst>
            </c:dLbl>
            <c:dLbl>
              <c:idx val="3"/>
              <c:tx>
                <c:rich>
                  <a:bodyPr/>
                  <a:lstStyle/>
                  <a:p>
                    <a:r>
                      <a:rPr lang="en-US" sz="900">
                        <a:solidFill>
                          <a:srgbClr val="404040"/>
                        </a:solidFill>
                        <a:latin typeface="Roboto Light"/>
                      </a:rPr>
                      <a:t>-0.1%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618-4DD4-B0BB-0695A6EC1458}"/>
                </c:ext>
              </c:extLst>
            </c:dLbl>
            <c:dLbl>
              <c:idx val="4"/>
              <c:tx>
                <c:rich>
                  <a:bodyPr/>
                  <a:lstStyle/>
                  <a:p>
                    <a:r>
                      <a:rPr lang="en-US" sz="900">
                        <a:solidFill>
                          <a:srgbClr val="404040"/>
                        </a:solidFill>
                        <a:latin typeface="Roboto Light"/>
                      </a:rPr>
                      <a:t>0.2%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7618-4DD4-B0BB-0695A6EC1458}"/>
                </c:ext>
              </c:extLst>
            </c:dLbl>
            <c:dLbl>
              <c:idx val="5"/>
              <c:tx>
                <c:rich>
                  <a:bodyPr/>
                  <a:lstStyle/>
                  <a:p>
                    <a:r>
                      <a:rPr lang="en-US" sz="900">
                        <a:solidFill>
                          <a:srgbClr val="404040"/>
                        </a:solidFill>
                        <a:latin typeface="Roboto Light"/>
                      </a:rPr>
                      <a:t>1.1%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7618-4DD4-B0BB-0695A6EC145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'Factor Chart'!$I$5:$I$10</c:f>
              <c:strCache>
                <c:ptCount val="6"/>
                <c:pt idx="0">
                  <c:v>Size</c:v>
                </c:pt>
                <c:pt idx="1">
                  <c:v>Momentum</c:v>
                </c:pt>
                <c:pt idx="2">
                  <c:v>Quality</c:v>
                </c:pt>
                <c:pt idx="3">
                  <c:v>Short Interest</c:v>
                </c:pt>
                <c:pt idx="4">
                  <c:v>Low Risk</c:v>
                </c:pt>
                <c:pt idx="5">
                  <c:v>Value</c:v>
                </c:pt>
              </c:strCache>
            </c:strRef>
          </c:cat>
          <c:val>
            <c:numRef>
              <c:f>'Factor Chart'!$J$5:$J$10</c:f>
              <c:numCache>
                <c:formatCode>0.0%</c:formatCode>
                <c:ptCount val="6"/>
                <c:pt idx="0">
                  <c:v>-3.5000000000000003E-2</c:v>
                </c:pt>
                <c:pt idx="1">
                  <c:v>-2.2617049341237198E-2</c:v>
                </c:pt>
                <c:pt idx="2">
                  <c:v>-9.8566678453525999E-3</c:v>
                </c:pt>
                <c:pt idx="3">
                  <c:v>-9.0655360440409995E-4</c:v>
                </c:pt>
                <c:pt idx="4">
                  <c:v>2.4732783412126E-3</c:v>
                </c:pt>
                <c:pt idx="5">
                  <c:v>1.13435642140726E-2</c:v>
                </c:pt>
              </c:numCache>
            </c:numRef>
          </c:val>
          <c:extLst>
            <c:ext xmlns:c16="http://schemas.microsoft.com/office/drawing/2014/chart" uri="{C3380CC4-5D6E-409C-BE32-E72D297353CC}">
              <c16:uniqueId val="{00000000-EE35-45A1-BF5A-6E97D531CEA5}"/>
            </c:ext>
          </c:extLst>
        </c:ser>
        <c:ser>
          <c:idx val="1"/>
          <c:order val="1"/>
          <c:tx>
            <c:strRef>
              <c:f>'Factor Chart'!$K$4</c:f>
              <c:strCache>
                <c:ptCount val="1"/>
                <c:pt idx="0">
                  <c:v>YTD</c:v>
                </c:pt>
              </c:strCache>
            </c:strRef>
          </c:tx>
          <c:spPr>
            <a:solidFill>
              <a:srgbClr val="1F2F44"/>
            </a:solidFill>
            <a:ln>
              <a:noFill/>
            </a:ln>
            <a:effectLst/>
          </c:spPr>
          <c:invertIfNegative val="0"/>
          <c:dLbls>
            <c:dLbl>
              <c:idx val="0"/>
              <c:tx>
                <c:rich>
                  <a:bodyPr/>
                  <a:lstStyle/>
                  <a:p>
                    <a:r>
                      <a:rPr lang="en-US" sz="900">
                        <a:solidFill>
                          <a:srgbClr val="404040"/>
                        </a:solidFill>
                        <a:latin typeface="Roboto Light"/>
                      </a:rPr>
                      <a:t>-24.9%</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7618-4DD4-B0BB-0695A6EC1458}"/>
                </c:ext>
              </c:extLst>
            </c:dLbl>
            <c:dLbl>
              <c:idx val="1"/>
              <c:tx>
                <c:rich>
                  <a:bodyPr/>
                  <a:lstStyle/>
                  <a:p>
                    <a:r>
                      <a:rPr lang="en-US" sz="900">
                        <a:solidFill>
                          <a:srgbClr val="404040"/>
                        </a:solidFill>
                        <a:latin typeface="Roboto Light"/>
                      </a:rPr>
                      <a:t>5.6%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7618-4DD4-B0BB-0695A6EC1458}"/>
                </c:ext>
              </c:extLst>
            </c:dLbl>
            <c:dLbl>
              <c:idx val="2"/>
              <c:tx>
                <c:rich>
                  <a:bodyPr/>
                  <a:lstStyle/>
                  <a:p>
                    <a:r>
                      <a:rPr lang="en-US" sz="900">
                        <a:solidFill>
                          <a:srgbClr val="404040"/>
                        </a:solidFill>
                        <a:latin typeface="Roboto Light"/>
                      </a:rPr>
                      <a:t>23.8%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7618-4DD4-B0BB-0695A6EC1458}"/>
                </c:ext>
              </c:extLst>
            </c:dLbl>
            <c:dLbl>
              <c:idx val="3"/>
              <c:tx>
                <c:rich>
                  <a:bodyPr/>
                  <a:lstStyle/>
                  <a:p>
                    <a:r>
                      <a:rPr lang="en-US" sz="900">
                        <a:solidFill>
                          <a:srgbClr val="404040"/>
                        </a:solidFill>
                        <a:latin typeface="Roboto Light"/>
                      </a:rPr>
                      <a:t>16.1%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7618-4DD4-B0BB-0695A6EC1458}"/>
                </c:ext>
              </c:extLst>
            </c:dLbl>
            <c:dLbl>
              <c:idx val="4"/>
              <c:tx>
                <c:rich>
                  <a:bodyPr/>
                  <a:lstStyle/>
                  <a:p>
                    <a:r>
                      <a:rPr lang="en-US" sz="900">
                        <a:solidFill>
                          <a:srgbClr val="404040"/>
                        </a:solidFill>
                        <a:latin typeface="Roboto Light"/>
                      </a:rPr>
                      <a:t>34.5%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7618-4DD4-B0BB-0695A6EC1458}"/>
                </c:ext>
              </c:extLst>
            </c:dLbl>
            <c:dLbl>
              <c:idx val="5"/>
              <c:tx>
                <c:rich>
                  <a:bodyPr/>
                  <a:lstStyle/>
                  <a:p>
                    <a:r>
                      <a:rPr lang="en-US" sz="900">
                        <a:solidFill>
                          <a:srgbClr val="404040"/>
                        </a:solidFill>
                        <a:latin typeface="Roboto Light"/>
                      </a:rPr>
                      <a:t>33.1%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7618-4DD4-B0BB-0695A6EC145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'Factor Chart'!$I$5:$I$10</c:f>
              <c:strCache>
                <c:ptCount val="6"/>
                <c:pt idx="0">
                  <c:v>Size</c:v>
                </c:pt>
                <c:pt idx="1">
                  <c:v>Momentum</c:v>
                </c:pt>
                <c:pt idx="2">
                  <c:v>Quality</c:v>
                </c:pt>
                <c:pt idx="3">
                  <c:v>Short Interest</c:v>
                </c:pt>
                <c:pt idx="4">
                  <c:v>Low Risk</c:v>
                </c:pt>
                <c:pt idx="5">
                  <c:v>Value</c:v>
                </c:pt>
              </c:strCache>
            </c:strRef>
          </c:cat>
          <c:val>
            <c:numRef>
              <c:f>'Factor Chart'!$K$5:$K$10</c:f>
              <c:numCache>
                <c:formatCode>0.0%</c:formatCode>
                <c:ptCount val="6"/>
                <c:pt idx="0">
                  <c:v>-0.249</c:v>
                </c:pt>
                <c:pt idx="1">
                  <c:v>5.6207075192156598E-2</c:v>
                </c:pt>
                <c:pt idx="2">
                  <c:v>0.23802224858078719</c:v>
                </c:pt>
                <c:pt idx="3">
                  <c:v>0.1608803162683512</c:v>
                </c:pt>
                <c:pt idx="4">
                  <c:v>0.34504484846214289</c:v>
                </c:pt>
                <c:pt idx="5">
                  <c:v>0.33134018111504071</c:v>
                </c:pt>
              </c:numCache>
            </c:numRef>
          </c:val>
          <c:extLst>
            <c:ext xmlns:c16="http://schemas.microsoft.com/office/drawing/2014/chart" uri="{C3380CC4-5D6E-409C-BE32-E72D297353CC}">
              <c16:uniqueId val="{00000001-EE35-45A1-BF5A-6E97D531CEA5}"/>
            </c:ext>
          </c:extLst>
        </c:ser>
        <c:dLbls>
          <c:dLblPos val="outEnd"/>
          <c:showLegendKey val="0"/>
          <c:showVal val="1"/>
          <c:showCatName val="0"/>
          <c:showSerName val="0"/>
          <c:showPercent val="0"/>
          <c:showBubbleSize val="0"/>
        </c:dLbls>
        <c:gapWidth val="100"/>
        <c:axId val="1955730671"/>
        <c:axId val="1955731151"/>
      </c:barChart>
      <c:catAx>
        <c:axId val="1955730671"/>
        <c:scaling>
          <c:orientation val="minMax"/>
        </c:scaling>
        <c:delete val="0"/>
        <c:axPos val="l"/>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955731151"/>
        <c:crosses val="autoZero"/>
        <c:auto val="1"/>
        <c:lblAlgn val="ctr"/>
        <c:lblOffset val="100"/>
        <c:noMultiLvlLbl val="0"/>
      </c:catAx>
      <c:valAx>
        <c:axId val="1955731151"/>
        <c:scaling>
          <c:orientation val="minMax"/>
          <c:max val="0.6"/>
          <c:min val="-0.45"/>
        </c:scaling>
        <c:delete val="1"/>
        <c:axPos val="b"/>
        <c:numFmt formatCode="0.0%" sourceLinked="1"/>
        <c:majorTickMark val="none"/>
        <c:minorTickMark val="none"/>
        <c:tickLblPos val="nextTo"/>
        <c:crossAx val="195573067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6065300682991838E-2"/>
          <c:y val="0.17722196490144609"/>
          <c:w val="0.93065967016491757"/>
          <c:h val="0.68947081758350959"/>
        </c:manualLayout>
      </c:layout>
      <c:areaChart>
        <c:grouping val="stacked"/>
        <c:varyColors val="0"/>
        <c:ser>
          <c:idx val="0"/>
          <c:order val="0"/>
          <c:tx>
            <c:v>base</c:v>
          </c:tx>
          <c:spPr>
            <a:noFill/>
            <a:ln>
              <a:noFill/>
            </a:ln>
          </c:spPr>
          <c:cat>
            <c:numRef>
              <c:f>'L1'!$A$2:$A$6132</c:f>
              <c:numCache>
                <c:formatCode>yyyy\-mm\-dd</c:formatCode>
                <c:ptCount val="6131"/>
                <c:pt idx="0">
                  <c:v>37292</c:v>
                </c:pt>
                <c:pt idx="1">
                  <c:v>37293</c:v>
                </c:pt>
                <c:pt idx="2">
                  <c:v>37294</c:v>
                </c:pt>
                <c:pt idx="3">
                  <c:v>37295</c:v>
                </c:pt>
                <c:pt idx="4">
                  <c:v>37300</c:v>
                </c:pt>
                <c:pt idx="5">
                  <c:v>37301</c:v>
                </c:pt>
                <c:pt idx="6">
                  <c:v>37302</c:v>
                </c:pt>
                <c:pt idx="7">
                  <c:v>37305</c:v>
                </c:pt>
                <c:pt idx="8">
                  <c:v>37306</c:v>
                </c:pt>
                <c:pt idx="9">
                  <c:v>37307</c:v>
                </c:pt>
                <c:pt idx="10">
                  <c:v>37308</c:v>
                </c:pt>
                <c:pt idx="11">
                  <c:v>37309</c:v>
                </c:pt>
                <c:pt idx="12">
                  <c:v>37312</c:v>
                </c:pt>
                <c:pt idx="13">
                  <c:v>37313</c:v>
                </c:pt>
                <c:pt idx="14">
                  <c:v>37314</c:v>
                </c:pt>
                <c:pt idx="15">
                  <c:v>37315</c:v>
                </c:pt>
                <c:pt idx="16">
                  <c:v>37316</c:v>
                </c:pt>
                <c:pt idx="17">
                  <c:v>37319</c:v>
                </c:pt>
                <c:pt idx="18">
                  <c:v>37320</c:v>
                </c:pt>
                <c:pt idx="19">
                  <c:v>37321</c:v>
                </c:pt>
                <c:pt idx="20">
                  <c:v>37322</c:v>
                </c:pt>
                <c:pt idx="21">
                  <c:v>37323</c:v>
                </c:pt>
                <c:pt idx="22">
                  <c:v>37326</c:v>
                </c:pt>
                <c:pt idx="23">
                  <c:v>37327</c:v>
                </c:pt>
                <c:pt idx="24">
                  <c:v>37328</c:v>
                </c:pt>
                <c:pt idx="25">
                  <c:v>37329</c:v>
                </c:pt>
                <c:pt idx="26">
                  <c:v>37330</c:v>
                </c:pt>
                <c:pt idx="27">
                  <c:v>37333</c:v>
                </c:pt>
                <c:pt idx="28">
                  <c:v>37334</c:v>
                </c:pt>
                <c:pt idx="29">
                  <c:v>37335</c:v>
                </c:pt>
                <c:pt idx="30">
                  <c:v>37336</c:v>
                </c:pt>
                <c:pt idx="31">
                  <c:v>37337</c:v>
                </c:pt>
                <c:pt idx="32">
                  <c:v>37340</c:v>
                </c:pt>
                <c:pt idx="33">
                  <c:v>37341</c:v>
                </c:pt>
                <c:pt idx="34">
                  <c:v>37342</c:v>
                </c:pt>
                <c:pt idx="35">
                  <c:v>37343</c:v>
                </c:pt>
                <c:pt idx="36">
                  <c:v>37347</c:v>
                </c:pt>
                <c:pt idx="37">
                  <c:v>37348</c:v>
                </c:pt>
                <c:pt idx="38">
                  <c:v>37349</c:v>
                </c:pt>
                <c:pt idx="39">
                  <c:v>37350</c:v>
                </c:pt>
                <c:pt idx="40">
                  <c:v>37351</c:v>
                </c:pt>
                <c:pt idx="41">
                  <c:v>37354</c:v>
                </c:pt>
                <c:pt idx="42">
                  <c:v>37355</c:v>
                </c:pt>
                <c:pt idx="43">
                  <c:v>37356</c:v>
                </c:pt>
                <c:pt idx="44">
                  <c:v>37357</c:v>
                </c:pt>
                <c:pt idx="45">
                  <c:v>37358</c:v>
                </c:pt>
                <c:pt idx="46">
                  <c:v>37361</c:v>
                </c:pt>
                <c:pt idx="47">
                  <c:v>37362</c:v>
                </c:pt>
                <c:pt idx="48">
                  <c:v>37363</c:v>
                </c:pt>
                <c:pt idx="49">
                  <c:v>37364</c:v>
                </c:pt>
                <c:pt idx="50">
                  <c:v>37365</c:v>
                </c:pt>
                <c:pt idx="51">
                  <c:v>37368</c:v>
                </c:pt>
                <c:pt idx="52">
                  <c:v>37369</c:v>
                </c:pt>
                <c:pt idx="53">
                  <c:v>37370</c:v>
                </c:pt>
                <c:pt idx="54">
                  <c:v>37371</c:v>
                </c:pt>
                <c:pt idx="55">
                  <c:v>37372</c:v>
                </c:pt>
                <c:pt idx="56">
                  <c:v>37375</c:v>
                </c:pt>
                <c:pt idx="57">
                  <c:v>37376</c:v>
                </c:pt>
                <c:pt idx="58">
                  <c:v>37378</c:v>
                </c:pt>
                <c:pt idx="59">
                  <c:v>37379</c:v>
                </c:pt>
                <c:pt idx="60">
                  <c:v>37382</c:v>
                </c:pt>
                <c:pt idx="61">
                  <c:v>37383</c:v>
                </c:pt>
                <c:pt idx="62">
                  <c:v>37384</c:v>
                </c:pt>
                <c:pt idx="63">
                  <c:v>37385</c:v>
                </c:pt>
                <c:pt idx="64">
                  <c:v>37386</c:v>
                </c:pt>
                <c:pt idx="65">
                  <c:v>37389</c:v>
                </c:pt>
                <c:pt idx="66">
                  <c:v>37390</c:v>
                </c:pt>
                <c:pt idx="67">
                  <c:v>37391</c:v>
                </c:pt>
                <c:pt idx="68">
                  <c:v>37392</c:v>
                </c:pt>
                <c:pt idx="69">
                  <c:v>37393</c:v>
                </c:pt>
                <c:pt idx="70">
                  <c:v>37396</c:v>
                </c:pt>
                <c:pt idx="71">
                  <c:v>37397</c:v>
                </c:pt>
                <c:pt idx="72">
                  <c:v>37398</c:v>
                </c:pt>
                <c:pt idx="73">
                  <c:v>37399</c:v>
                </c:pt>
                <c:pt idx="74">
                  <c:v>37400</c:v>
                </c:pt>
                <c:pt idx="75">
                  <c:v>37403</c:v>
                </c:pt>
                <c:pt idx="76">
                  <c:v>37404</c:v>
                </c:pt>
                <c:pt idx="77">
                  <c:v>37405</c:v>
                </c:pt>
                <c:pt idx="78">
                  <c:v>37407</c:v>
                </c:pt>
                <c:pt idx="79">
                  <c:v>37410</c:v>
                </c:pt>
                <c:pt idx="80">
                  <c:v>37411</c:v>
                </c:pt>
                <c:pt idx="81">
                  <c:v>37412</c:v>
                </c:pt>
                <c:pt idx="82">
                  <c:v>37413</c:v>
                </c:pt>
                <c:pt idx="83">
                  <c:v>37414</c:v>
                </c:pt>
                <c:pt idx="84">
                  <c:v>37417</c:v>
                </c:pt>
                <c:pt idx="85">
                  <c:v>37418</c:v>
                </c:pt>
                <c:pt idx="86">
                  <c:v>37419</c:v>
                </c:pt>
                <c:pt idx="87">
                  <c:v>37420</c:v>
                </c:pt>
                <c:pt idx="88">
                  <c:v>37421</c:v>
                </c:pt>
                <c:pt idx="89">
                  <c:v>37424</c:v>
                </c:pt>
                <c:pt idx="90">
                  <c:v>37425</c:v>
                </c:pt>
                <c:pt idx="91">
                  <c:v>37426</c:v>
                </c:pt>
                <c:pt idx="92">
                  <c:v>37427</c:v>
                </c:pt>
                <c:pt idx="93">
                  <c:v>37428</c:v>
                </c:pt>
                <c:pt idx="94">
                  <c:v>37431</c:v>
                </c:pt>
                <c:pt idx="95">
                  <c:v>37432</c:v>
                </c:pt>
                <c:pt idx="96">
                  <c:v>37433</c:v>
                </c:pt>
                <c:pt idx="97">
                  <c:v>37434</c:v>
                </c:pt>
                <c:pt idx="98">
                  <c:v>37435</c:v>
                </c:pt>
                <c:pt idx="99">
                  <c:v>37438</c:v>
                </c:pt>
                <c:pt idx="100">
                  <c:v>37439</c:v>
                </c:pt>
                <c:pt idx="101">
                  <c:v>37440</c:v>
                </c:pt>
                <c:pt idx="102">
                  <c:v>37441</c:v>
                </c:pt>
                <c:pt idx="103">
                  <c:v>37442</c:v>
                </c:pt>
                <c:pt idx="104">
                  <c:v>37445</c:v>
                </c:pt>
                <c:pt idx="105">
                  <c:v>37447</c:v>
                </c:pt>
                <c:pt idx="106">
                  <c:v>37448</c:v>
                </c:pt>
                <c:pt idx="107">
                  <c:v>37449</c:v>
                </c:pt>
                <c:pt idx="108">
                  <c:v>37452</c:v>
                </c:pt>
                <c:pt idx="109">
                  <c:v>37453</c:v>
                </c:pt>
                <c:pt idx="110">
                  <c:v>37454</c:v>
                </c:pt>
                <c:pt idx="111">
                  <c:v>37455</c:v>
                </c:pt>
                <c:pt idx="112">
                  <c:v>37456</c:v>
                </c:pt>
                <c:pt idx="113">
                  <c:v>37459</c:v>
                </c:pt>
                <c:pt idx="114">
                  <c:v>37460</c:v>
                </c:pt>
                <c:pt idx="115">
                  <c:v>37461</c:v>
                </c:pt>
                <c:pt idx="116">
                  <c:v>37462</c:v>
                </c:pt>
                <c:pt idx="117">
                  <c:v>37463</c:v>
                </c:pt>
                <c:pt idx="118">
                  <c:v>37466</c:v>
                </c:pt>
                <c:pt idx="119">
                  <c:v>37467</c:v>
                </c:pt>
                <c:pt idx="120">
                  <c:v>37468</c:v>
                </c:pt>
                <c:pt idx="121">
                  <c:v>37469</c:v>
                </c:pt>
                <c:pt idx="122">
                  <c:v>37470</c:v>
                </c:pt>
                <c:pt idx="123">
                  <c:v>37473</c:v>
                </c:pt>
                <c:pt idx="124">
                  <c:v>37474</c:v>
                </c:pt>
                <c:pt idx="125">
                  <c:v>37475</c:v>
                </c:pt>
                <c:pt idx="126">
                  <c:v>37476</c:v>
                </c:pt>
                <c:pt idx="127">
                  <c:v>37477</c:v>
                </c:pt>
                <c:pt idx="128">
                  <c:v>37480</c:v>
                </c:pt>
                <c:pt idx="129">
                  <c:v>37481</c:v>
                </c:pt>
                <c:pt idx="130">
                  <c:v>37482</c:v>
                </c:pt>
                <c:pt idx="131">
                  <c:v>37483</c:v>
                </c:pt>
                <c:pt idx="132">
                  <c:v>37484</c:v>
                </c:pt>
                <c:pt idx="133">
                  <c:v>37487</c:v>
                </c:pt>
                <c:pt idx="134">
                  <c:v>37488</c:v>
                </c:pt>
                <c:pt idx="135">
                  <c:v>37489</c:v>
                </c:pt>
                <c:pt idx="136">
                  <c:v>37490</c:v>
                </c:pt>
                <c:pt idx="137">
                  <c:v>37491</c:v>
                </c:pt>
                <c:pt idx="138">
                  <c:v>37494</c:v>
                </c:pt>
                <c:pt idx="139">
                  <c:v>37495</c:v>
                </c:pt>
                <c:pt idx="140">
                  <c:v>37496</c:v>
                </c:pt>
                <c:pt idx="141">
                  <c:v>37497</c:v>
                </c:pt>
                <c:pt idx="142">
                  <c:v>37498</c:v>
                </c:pt>
                <c:pt idx="143">
                  <c:v>37501</c:v>
                </c:pt>
                <c:pt idx="144">
                  <c:v>37502</c:v>
                </c:pt>
                <c:pt idx="145">
                  <c:v>37503</c:v>
                </c:pt>
                <c:pt idx="146">
                  <c:v>37504</c:v>
                </c:pt>
                <c:pt idx="147">
                  <c:v>37505</c:v>
                </c:pt>
                <c:pt idx="148">
                  <c:v>37508</c:v>
                </c:pt>
                <c:pt idx="149">
                  <c:v>37509</c:v>
                </c:pt>
                <c:pt idx="150">
                  <c:v>37510</c:v>
                </c:pt>
                <c:pt idx="151">
                  <c:v>37511</c:v>
                </c:pt>
                <c:pt idx="152">
                  <c:v>37512</c:v>
                </c:pt>
                <c:pt idx="153">
                  <c:v>37515</c:v>
                </c:pt>
                <c:pt idx="154">
                  <c:v>37516</c:v>
                </c:pt>
                <c:pt idx="155">
                  <c:v>37517</c:v>
                </c:pt>
                <c:pt idx="156">
                  <c:v>37518</c:v>
                </c:pt>
                <c:pt idx="157">
                  <c:v>37519</c:v>
                </c:pt>
                <c:pt idx="158">
                  <c:v>37522</c:v>
                </c:pt>
                <c:pt idx="159">
                  <c:v>37523</c:v>
                </c:pt>
                <c:pt idx="160">
                  <c:v>37524</c:v>
                </c:pt>
                <c:pt idx="161">
                  <c:v>37525</c:v>
                </c:pt>
                <c:pt idx="162">
                  <c:v>37526</c:v>
                </c:pt>
                <c:pt idx="163">
                  <c:v>37529</c:v>
                </c:pt>
                <c:pt idx="164">
                  <c:v>37530</c:v>
                </c:pt>
                <c:pt idx="165">
                  <c:v>37531</c:v>
                </c:pt>
                <c:pt idx="166">
                  <c:v>37532</c:v>
                </c:pt>
                <c:pt idx="167">
                  <c:v>37533</c:v>
                </c:pt>
                <c:pt idx="168">
                  <c:v>37536</c:v>
                </c:pt>
                <c:pt idx="169">
                  <c:v>37537</c:v>
                </c:pt>
                <c:pt idx="170">
                  <c:v>37538</c:v>
                </c:pt>
                <c:pt idx="171">
                  <c:v>37539</c:v>
                </c:pt>
                <c:pt idx="172">
                  <c:v>37540</c:v>
                </c:pt>
                <c:pt idx="173">
                  <c:v>37543</c:v>
                </c:pt>
                <c:pt idx="174">
                  <c:v>37544</c:v>
                </c:pt>
                <c:pt idx="175">
                  <c:v>37545</c:v>
                </c:pt>
                <c:pt idx="176">
                  <c:v>37546</c:v>
                </c:pt>
                <c:pt idx="177">
                  <c:v>37547</c:v>
                </c:pt>
                <c:pt idx="178">
                  <c:v>37550</c:v>
                </c:pt>
                <c:pt idx="179">
                  <c:v>37551</c:v>
                </c:pt>
                <c:pt idx="180">
                  <c:v>37552</c:v>
                </c:pt>
                <c:pt idx="181">
                  <c:v>37553</c:v>
                </c:pt>
                <c:pt idx="182">
                  <c:v>37554</c:v>
                </c:pt>
                <c:pt idx="183">
                  <c:v>37557</c:v>
                </c:pt>
                <c:pt idx="184">
                  <c:v>37558</c:v>
                </c:pt>
                <c:pt idx="185">
                  <c:v>37559</c:v>
                </c:pt>
                <c:pt idx="186">
                  <c:v>37560</c:v>
                </c:pt>
                <c:pt idx="187">
                  <c:v>37561</c:v>
                </c:pt>
                <c:pt idx="188">
                  <c:v>37564</c:v>
                </c:pt>
                <c:pt idx="189">
                  <c:v>37565</c:v>
                </c:pt>
                <c:pt idx="190">
                  <c:v>37566</c:v>
                </c:pt>
                <c:pt idx="191">
                  <c:v>37567</c:v>
                </c:pt>
                <c:pt idx="192">
                  <c:v>37568</c:v>
                </c:pt>
                <c:pt idx="193">
                  <c:v>37571</c:v>
                </c:pt>
                <c:pt idx="194">
                  <c:v>37572</c:v>
                </c:pt>
                <c:pt idx="195">
                  <c:v>37573</c:v>
                </c:pt>
                <c:pt idx="196">
                  <c:v>37574</c:v>
                </c:pt>
                <c:pt idx="197">
                  <c:v>37578</c:v>
                </c:pt>
                <c:pt idx="198">
                  <c:v>37579</c:v>
                </c:pt>
                <c:pt idx="199">
                  <c:v>37580</c:v>
                </c:pt>
                <c:pt idx="200">
                  <c:v>37581</c:v>
                </c:pt>
                <c:pt idx="201">
                  <c:v>37582</c:v>
                </c:pt>
                <c:pt idx="202">
                  <c:v>37585</c:v>
                </c:pt>
                <c:pt idx="203">
                  <c:v>37586</c:v>
                </c:pt>
                <c:pt idx="204">
                  <c:v>37587</c:v>
                </c:pt>
                <c:pt idx="205">
                  <c:v>37588</c:v>
                </c:pt>
                <c:pt idx="206">
                  <c:v>37589</c:v>
                </c:pt>
                <c:pt idx="207">
                  <c:v>37592</c:v>
                </c:pt>
                <c:pt idx="208">
                  <c:v>37593</c:v>
                </c:pt>
                <c:pt idx="209">
                  <c:v>37594</c:v>
                </c:pt>
                <c:pt idx="210">
                  <c:v>37595</c:v>
                </c:pt>
                <c:pt idx="211">
                  <c:v>37596</c:v>
                </c:pt>
                <c:pt idx="212">
                  <c:v>37599</c:v>
                </c:pt>
                <c:pt idx="213">
                  <c:v>37600</c:v>
                </c:pt>
                <c:pt idx="214">
                  <c:v>37601</c:v>
                </c:pt>
                <c:pt idx="215">
                  <c:v>37602</c:v>
                </c:pt>
                <c:pt idx="216">
                  <c:v>37603</c:v>
                </c:pt>
                <c:pt idx="217">
                  <c:v>37606</c:v>
                </c:pt>
                <c:pt idx="218">
                  <c:v>37607</c:v>
                </c:pt>
                <c:pt idx="219">
                  <c:v>37608</c:v>
                </c:pt>
                <c:pt idx="220">
                  <c:v>37609</c:v>
                </c:pt>
                <c:pt idx="221">
                  <c:v>37610</c:v>
                </c:pt>
                <c:pt idx="222">
                  <c:v>37613</c:v>
                </c:pt>
                <c:pt idx="223">
                  <c:v>37616</c:v>
                </c:pt>
                <c:pt idx="224">
                  <c:v>37617</c:v>
                </c:pt>
                <c:pt idx="225">
                  <c:v>37620</c:v>
                </c:pt>
                <c:pt idx="226">
                  <c:v>37623</c:v>
                </c:pt>
                <c:pt idx="227">
                  <c:v>37624</c:v>
                </c:pt>
                <c:pt idx="228">
                  <c:v>37627</c:v>
                </c:pt>
                <c:pt idx="229">
                  <c:v>37628</c:v>
                </c:pt>
                <c:pt idx="230">
                  <c:v>37629</c:v>
                </c:pt>
                <c:pt idx="231">
                  <c:v>37630</c:v>
                </c:pt>
                <c:pt idx="232">
                  <c:v>37631</c:v>
                </c:pt>
                <c:pt idx="233">
                  <c:v>37634</c:v>
                </c:pt>
                <c:pt idx="234">
                  <c:v>37635</c:v>
                </c:pt>
                <c:pt idx="235">
                  <c:v>37636</c:v>
                </c:pt>
                <c:pt idx="236">
                  <c:v>37637</c:v>
                </c:pt>
                <c:pt idx="237">
                  <c:v>37638</c:v>
                </c:pt>
                <c:pt idx="238">
                  <c:v>37641</c:v>
                </c:pt>
                <c:pt idx="239">
                  <c:v>37642</c:v>
                </c:pt>
                <c:pt idx="240">
                  <c:v>37643</c:v>
                </c:pt>
                <c:pt idx="241">
                  <c:v>37644</c:v>
                </c:pt>
                <c:pt idx="242">
                  <c:v>37645</c:v>
                </c:pt>
                <c:pt idx="243">
                  <c:v>37648</c:v>
                </c:pt>
                <c:pt idx="244">
                  <c:v>37649</c:v>
                </c:pt>
                <c:pt idx="245">
                  <c:v>37650</c:v>
                </c:pt>
                <c:pt idx="246">
                  <c:v>37651</c:v>
                </c:pt>
                <c:pt idx="247">
                  <c:v>37652</c:v>
                </c:pt>
                <c:pt idx="248">
                  <c:v>37655</c:v>
                </c:pt>
                <c:pt idx="249">
                  <c:v>37656</c:v>
                </c:pt>
                <c:pt idx="250">
                  <c:v>37657</c:v>
                </c:pt>
                <c:pt idx="251">
                  <c:v>37658</c:v>
                </c:pt>
                <c:pt idx="252">
                  <c:v>37659</c:v>
                </c:pt>
                <c:pt idx="253">
                  <c:v>37662</c:v>
                </c:pt>
                <c:pt idx="254">
                  <c:v>37663</c:v>
                </c:pt>
                <c:pt idx="255">
                  <c:v>37664</c:v>
                </c:pt>
                <c:pt idx="256">
                  <c:v>37665</c:v>
                </c:pt>
                <c:pt idx="257">
                  <c:v>37666</c:v>
                </c:pt>
                <c:pt idx="258">
                  <c:v>37669</c:v>
                </c:pt>
                <c:pt idx="259">
                  <c:v>37670</c:v>
                </c:pt>
                <c:pt idx="260">
                  <c:v>37671</c:v>
                </c:pt>
                <c:pt idx="261">
                  <c:v>37672</c:v>
                </c:pt>
                <c:pt idx="262">
                  <c:v>37673</c:v>
                </c:pt>
                <c:pt idx="263">
                  <c:v>37676</c:v>
                </c:pt>
                <c:pt idx="264">
                  <c:v>37677</c:v>
                </c:pt>
                <c:pt idx="265">
                  <c:v>37678</c:v>
                </c:pt>
                <c:pt idx="266">
                  <c:v>37679</c:v>
                </c:pt>
                <c:pt idx="267">
                  <c:v>37680</c:v>
                </c:pt>
                <c:pt idx="268">
                  <c:v>37685</c:v>
                </c:pt>
                <c:pt idx="269">
                  <c:v>37686</c:v>
                </c:pt>
                <c:pt idx="270">
                  <c:v>37687</c:v>
                </c:pt>
                <c:pt idx="271">
                  <c:v>37690</c:v>
                </c:pt>
                <c:pt idx="272">
                  <c:v>37691</c:v>
                </c:pt>
                <c:pt idx="273">
                  <c:v>37692</c:v>
                </c:pt>
                <c:pt idx="274">
                  <c:v>37693</c:v>
                </c:pt>
                <c:pt idx="275">
                  <c:v>37694</c:v>
                </c:pt>
                <c:pt idx="276">
                  <c:v>37697</c:v>
                </c:pt>
                <c:pt idx="277">
                  <c:v>37698</c:v>
                </c:pt>
                <c:pt idx="278">
                  <c:v>37699</c:v>
                </c:pt>
                <c:pt idx="279">
                  <c:v>37700</c:v>
                </c:pt>
                <c:pt idx="280">
                  <c:v>37701</c:v>
                </c:pt>
                <c:pt idx="281">
                  <c:v>37704</c:v>
                </c:pt>
                <c:pt idx="282">
                  <c:v>37705</c:v>
                </c:pt>
                <c:pt idx="283">
                  <c:v>37706</c:v>
                </c:pt>
                <c:pt idx="284">
                  <c:v>37707</c:v>
                </c:pt>
                <c:pt idx="285">
                  <c:v>37708</c:v>
                </c:pt>
                <c:pt idx="286">
                  <c:v>37711</c:v>
                </c:pt>
                <c:pt idx="287">
                  <c:v>37712</c:v>
                </c:pt>
                <c:pt idx="288">
                  <c:v>37713</c:v>
                </c:pt>
                <c:pt idx="289">
                  <c:v>37714</c:v>
                </c:pt>
                <c:pt idx="290">
                  <c:v>37715</c:v>
                </c:pt>
                <c:pt idx="291">
                  <c:v>37718</c:v>
                </c:pt>
                <c:pt idx="292">
                  <c:v>37719</c:v>
                </c:pt>
                <c:pt idx="293">
                  <c:v>37720</c:v>
                </c:pt>
                <c:pt idx="294">
                  <c:v>37721</c:v>
                </c:pt>
                <c:pt idx="295">
                  <c:v>37722</c:v>
                </c:pt>
                <c:pt idx="296">
                  <c:v>37725</c:v>
                </c:pt>
                <c:pt idx="297">
                  <c:v>37726</c:v>
                </c:pt>
                <c:pt idx="298">
                  <c:v>37727</c:v>
                </c:pt>
                <c:pt idx="299">
                  <c:v>37728</c:v>
                </c:pt>
                <c:pt idx="300">
                  <c:v>37733</c:v>
                </c:pt>
                <c:pt idx="301">
                  <c:v>37734</c:v>
                </c:pt>
                <c:pt idx="302">
                  <c:v>37735</c:v>
                </c:pt>
                <c:pt idx="303">
                  <c:v>37736</c:v>
                </c:pt>
                <c:pt idx="304">
                  <c:v>37739</c:v>
                </c:pt>
                <c:pt idx="305">
                  <c:v>37740</c:v>
                </c:pt>
                <c:pt idx="306">
                  <c:v>37741</c:v>
                </c:pt>
                <c:pt idx="307">
                  <c:v>37743</c:v>
                </c:pt>
                <c:pt idx="308">
                  <c:v>37746</c:v>
                </c:pt>
                <c:pt idx="309">
                  <c:v>37747</c:v>
                </c:pt>
                <c:pt idx="310">
                  <c:v>37748</c:v>
                </c:pt>
                <c:pt idx="311">
                  <c:v>37749</c:v>
                </c:pt>
                <c:pt idx="312">
                  <c:v>37750</c:v>
                </c:pt>
                <c:pt idx="313">
                  <c:v>37753</c:v>
                </c:pt>
                <c:pt idx="314">
                  <c:v>37754</c:v>
                </c:pt>
                <c:pt idx="315">
                  <c:v>37755</c:v>
                </c:pt>
                <c:pt idx="316">
                  <c:v>37756</c:v>
                </c:pt>
                <c:pt idx="317">
                  <c:v>37757</c:v>
                </c:pt>
                <c:pt idx="318">
                  <c:v>37760</c:v>
                </c:pt>
                <c:pt idx="319">
                  <c:v>37761</c:v>
                </c:pt>
                <c:pt idx="320">
                  <c:v>37762</c:v>
                </c:pt>
                <c:pt idx="321">
                  <c:v>37763</c:v>
                </c:pt>
                <c:pt idx="322">
                  <c:v>37764</c:v>
                </c:pt>
                <c:pt idx="323">
                  <c:v>37767</c:v>
                </c:pt>
                <c:pt idx="324">
                  <c:v>37768</c:v>
                </c:pt>
                <c:pt idx="325">
                  <c:v>37769</c:v>
                </c:pt>
                <c:pt idx="326">
                  <c:v>37770</c:v>
                </c:pt>
                <c:pt idx="327">
                  <c:v>37771</c:v>
                </c:pt>
                <c:pt idx="328">
                  <c:v>37774</c:v>
                </c:pt>
                <c:pt idx="329">
                  <c:v>37775</c:v>
                </c:pt>
                <c:pt idx="330">
                  <c:v>37776</c:v>
                </c:pt>
                <c:pt idx="331">
                  <c:v>37777</c:v>
                </c:pt>
                <c:pt idx="332">
                  <c:v>37778</c:v>
                </c:pt>
                <c:pt idx="333">
                  <c:v>37781</c:v>
                </c:pt>
                <c:pt idx="334">
                  <c:v>37782</c:v>
                </c:pt>
                <c:pt idx="335">
                  <c:v>37783</c:v>
                </c:pt>
                <c:pt idx="336">
                  <c:v>37784</c:v>
                </c:pt>
                <c:pt idx="337">
                  <c:v>37785</c:v>
                </c:pt>
                <c:pt idx="338">
                  <c:v>37788</c:v>
                </c:pt>
                <c:pt idx="339">
                  <c:v>37789</c:v>
                </c:pt>
                <c:pt idx="340">
                  <c:v>37790</c:v>
                </c:pt>
                <c:pt idx="341">
                  <c:v>37792</c:v>
                </c:pt>
                <c:pt idx="342">
                  <c:v>37795</c:v>
                </c:pt>
                <c:pt idx="343">
                  <c:v>37796</c:v>
                </c:pt>
                <c:pt idx="344">
                  <c:v>37797</c:v>
                </c:pt>
                <c:pt idx="345">
                  <c:v>37798</c:v>
                </c:pt>
                <c:pt idx="346">
                  <c:v>37799</c:v>
                </c:pt>
                <c:pt idx="347">
                  <c:v>37802</c:v>
                </c:pt>
                <c:pt idx="348">
                  <c:v>37803</c:v>
                </c:pt>
                <c:pt idx="349">
                  <c:v>37804</c:v>
                </c:pt>
                <c:pt idx="350">
                  <c:v>37805</c:v>
                </c:pt>
                <c:pt idx="351">
                  <c:v>37806</c:v>
                </c:pt>
                <c:pt idx="352">
                  <c:v>37809</c:v>
                </c:pt>
                <c:pt idx="353">
                  <c:v>37810</c:v>
                </c:pt>
                <c:pt idx="354">
                  <c:v>37812</c:v>
                </c:pt>
                <c:pt idx="355">
                  <c:v>37813</c:v>
                </c:pt>
                <c:pt idx="356">
                  <c:v>37816</c:v>
                </c:pt>
                <c:pt idx="357">
                  <c:v>37817</c:v>
                </c:pt>
                <c:pt idx="358">
                  <c:v>37818</c:v>
                </c:pt>
                <c:pt idx="359">
                  <c:v>37819</c:v>
                </c:pt>
                <c:pt idx="360">
                  <c:v>37820</c:v>
                </c:pt>
                <c:pt idx="361">
                  <c:v>37823</c:v>
                </c:pt>
                <c:pt idx="362">
                  <c:v>37824</c:v>
                </c:pt>
                <c:pt idx="363">
                  <c:v>37825</c:v>
                </c:pt>
                <c:pt idx="364">
                  <c:v>37826</c:v>
                </c:pt>
                <c:pt idx="365">
                  <c:v>37827</c:v>
                </c:pt>
                <c:pt idx="366">
                  <c:v>37830</c:v>
                </c:pt>
                <c:pt idx="367">
                  <c:v>37831</c:v>
                </c:pt>
                <c:pt idx="368">
                  <c:v>37832</c:v>
                </c:pt>
                <c:pt idx="369">
                  <c:v>37833</c:v>
                </c:pt>
                <c:pt idx="370">
                  <c:v>37834</c:v>
                </c:pt>
                <c:pt idx="371">
                  <c:v>37837</c:v>
                </c:pt>
                <c:pt idx="372">
                  <c:v>37838</c:v>
                </c:pt>
                <c:pt idx="373">
                  <c:v>37839</c:v>
                </c:pt>
                <c:pt idx="374">
                  <c:v>37840</c:v>
                </c:pt>
                <c:pt idx="375">
                  <c:v>37841</c:v>
                </c:pt>
                <c:pt idx="376">
                  <c:v>37844</c:v>
                </c:pt>
                <c:pt idx="377">
                  <c:v>37845</c:v>
                </c:pt>
                <c:pt idx="378">
                  <c:v>37846</c:v>
                </c:pt>
                <c:pt idx="379">
                  <c:v>37847</c:v>
                </c:pt>
                <c:pt idx="380">
                  <c:v>37848</c:v>
                </c:pt>
                <c:pt idx="381">
                  <c:v>37851</c:v>
                </c:pt>
                <c:pt idx="382">
                  <c:v>37852</c:v>
                </c:pt>
                <c:pt idx="383">
                  <c:v>37853</c:v>
                </c:pt>
                <c:pt idx="384">
                  <c:v>37854</c:v>
                </c:pt>
                <c:pt idx="385">
                  <c:v>37855</c:v>
                </c:pt>
                <c:pt idx="386">
                  <c:v>37858</c:v>
                </c:pt>
                <c:pt idx="387">
                  <c:v>37859</c:v>
                </c:pt>
                <c:pt idx="388">
                  <c:v>37860</c:v>
                </c:pt>
                <c:pt idx="389">
                  <c:v>37861</c:v>
                </c:pt>
                <c:pt idx="390">
                  <c:v>37862</c:v>
                </c:pt>
                <c:pt idx="391">
                  <c:v>37865</c:v>
                </c:pt>
                <c:pt idx="392">
                  <c:v>37866</c:v>
                </c:pt>
                <c:pt idx="393">
                  <c:v>37867</c:v>
                </c:pt>
                <c:pt idx="394">
                  <c:v>37868</c:v>
                </c:pt>
                <c:pt idx="395">
                  <c:v>37869</c:v>
                </c:pt>
                <c:pt idx="396">
                  <c:v>37872</c:v>
                </c:pt>
                <c:pt idx="397">
                  <c:v>37873</c:v>
                </c:pt>
                <c:pt idx="398">
                  <c:v>37874</c:v>
                </c:pt>
                <c:pt idx="399">
                  <c:v>37875</c:v>
                </c:pt>
                <c:pt idx="400">
                  <c:v>37876</c:v>
                </c:pt>
                <c:pt idx="401">
                  <c:v>37879</c:v>
                </c:pt>
                <c:pt idx="402">
                  <c:v>37880</c:v>
                </c:pt>
                <c:pt idx="403">
                  <c:v>37881</c:v>
                </c:pt>
                <c:pt idx="404">
                  <c:v>37882</c:v>
                </c:pt>
                <c:pt idx="405">
                  <c:v>37883</c:v>
                </c:pt>
                <c:pt idx="406">
                  <c:v>37886</c:v>
                </c:pt>
                <c:pt idx="407">
                  <c:v>37887</c:v>
                </c:pt>
                <c:pt idx="408">
                  <c:v>37888</c:v>
                </c:pt>
                <c:pt idx="409">
                  <c:v>37889</c:v>
                </c:pt>
                <c:pt idx="410">
                  <c:v>37890</c:v>
                </c:pt>
                <c:pt idx="411">
                  <c:v>37893</c:v>
                </c:pt>
                <c:pt idx="412">
                  <c:v>37894</c:v>
                </c:pt>
                <c:pt idx="413">
                  <c:v>37895</c:v>
                </c:pt>
                <c:pt idx="414">
                  <c:v>37896</c:v>
                </c:pt>
                <c:pt idx="415">
                  <c:v>37897</c:v>
                </c:pt>
                <c:pt idx="416">
                  <c:v>37900</c:v>
                </c:pt>
                <c:pt idx="417">
                  <c:v>37901</c:v>
                </c:pt>
                <c:pt idx="418">
                  <c:v>37902</c:v>
                </c:pt>
                <c:pt idx="419">
                  <c:v>37903</c:v>
                </c:pt>
                <c:pt idx="420">
                  <c:v>37904</c:v>
                </c:pt>
                <c:pt idx="421">
                  <c:v>37907</c:v>
                </c:pt>
                <c:pt idx="422">
                  <c:v>37908</c:v>
                </c:pt>
                <c:pt idx="423">
                  <c:v>37909</c:v>
                </c:pt>
                <c:pt idx="424">
                  <c:v>37910</c:v>
                </c:pt>
                <c:pt idx="425">
                  <c:v>37911</c:v>
                </c:pt>
                <c:pt idx="426">
                  <c:v>37914</c:v>
                </c:pt>
                <c:pt idx="427">
                  <c:v>37915</c:v>
                </c:pt>
                <c:pt idx="428">
                  <c:v>37916</c:v>
                </c:pt>
                <c:pt idx="429">
                  <c:v>37917</c:v>
                </c:pt>
                <c:pt idx="430">
                  <c:v>37918</c:v>
                </c:pt>
                <c:pt idx="431">
                  <c:v>37921</c:v>
                </c:pt>
                <c:pt idx="432">
                  <c:v>37922</c:v>
                </c:pt>
                <c:pt idx="433">
                  <c:v>37923</c:v>
                </c:pt>
                <c:pt idx="434">
                  <c:v>37924</c:v>
                </c:pt>
                <c:pt idx="435">
                  <c:v>37925</c:v>
                </c:pt>
                <c:pt idx="436">
                  <c:v>37928</c:v>
                </c:pt>
                <c:pt idx="437">
                  <c:v>37929</c:v>
                </c:pt>
                <c:pt idx="438">
                  <c:v>37930</c:v>
                </c:pt>
                <c:pt idx="439">
                  <c:v>37931</c:v>
                </c:pt>
                <c:pt idx="440">
                  <c:v>37932</c:v>
                </c:pt>
                <c:pt idx="441">
                  <c:v>37935</c:v>
                </c:pt>
                <c:pt idx="442">
                  <c:v>37936</c:v>
                </c:pt>
                <c:pt idx="443">
                  <c:v>37937</c:v>
                </c:pt>
                <c:pt idx="444">
                  <c:v>37938</c:v>
                </c:pt>
                <c:pt idx="445">
                  <c:v>37939</c:v>
                </c:pt>
                <c:pt idx="446">
                  <c:v>37942</c:v>
                </c:pt>
                <c:pt idx="447">
                  <c:v>37943</c:v>
                </c:pt>
                <c:pt idx="448">
                  <c:v>37944</c:v>
                </c:pt>
                <c:pt idx="449">
                  <c:v>37945</c:v>
                </c:pt>
                <c:pt idx="450">
                  <c:v>37946</c:v>
                </c:pt>
                <c:pt idx="451">
                  <c:v>37949</c:v>
                </c:pt>
                <c:pt idx="452">
                  <c:v>37950</c:v>
                </c:pt>
                <c:pt idx="453">
                  <c:v>37951</c:v>
                </c:pt>
                <c:pt idx="454">
                  <c:v>37952</c:v>
                </c:pt>
                <c:pt idx="455">
                  <c:v>37953</c:v>
                </c:pt>
                <c:pt idx="456">
                  <c:v>37956</c:v>
                </c:pt>
                <c:pt idx="457">
                  <c:v>37957</c:v>
                </c:pt>
                <c:pt idx="458">
                  <c:v>37958</c:v>
                </c:pt>
                <c:pt idx="459">
                  <c:v>37959</c:v>
                </c:pt>
                <c:pt idx="460">
                  <c:v>37960</c:v>
                </c:pt>
                <c:pt idx="461">
                  <c:v>37963</c:v>
                </c:pt>
                <c:pt idx="462">
                  <c:v>37964</c:v>
                </c:pt>
                <c:pt idx="463">
                  <c:v>37965</c:v>
                </c:pt>
                <c:pt idx="464">
                  <c:v>37966</c:v>
                </c:pt>
                <c:pt idx="465">
                  <c:v>37967</c:v>
                </c:pt>
                <c:pt idx="466">
                  <c:v>37970</c:v>
                </c:pt>
                <c:pt idx="467">
                  <c:v>37971</c:v>
                </c:pt>
                <c:pt idx="468">
                  <c:v>37972</c:v>
                </c:pt>
                <c:pt idx="469">
                  <c:v>37973</c:v>
                </c:pt>
                <c:pt idx="470">
                  <c:v>37974</c:v>
                </c:pt>
                <c:pt idx="471">
                  <c:v>37977</c:v>
                </c:pt>
                <c:pt idx="472">
                  <c:v>37978</c:v>
                </c:pt>
                <c:pt idx="473">
                  <c:v>37981</c:v>
                </c:pt>
                <c:pt idx="474">
                  <c:v>37984</c:v>
                </c:pt>
                <c:pt idx="475">
                  <c:v>37985</c:v>
                </c:pt>
                <c:pt idx="476">
                  <c:v>37988</c:v>
                </c:pt>
                <c:pt idx="477">
                  <c:v>37991</c:v>
                </c:pt>
                <c:pt idx="478">
                  <c:v>37992</c:v>
                </c:pt>
                <c:pt idx="479">
                  <c:v>37993</c:v>
                </c:pt>
                <c:pt idx="480">
                  <c:v>37994</c:v>
                </c:pt>
                <c:pt idx="481">
                  <c:v>37995</c:v>
                </c:pt>
                <c:pt idx="482">
                  <c:v>37998</c:v>
                </c:pt>
                <c:pt idx="483">
                  <c:v>37999</c:v>
                </c:pt>
                <c:pt idx="484">
                  <c:v>38000</c:v>
                </c:pt>
                <c:pt idx="485">
                  <c:v>38001</c:v>
                </c:pt>
                <c:pt idx="486">
                  <c:v>38002</c:v>
                </c:pt>
                <c:pt idx="487">
                  <c:v>38005</c:v>
                </c:pt>
                <c:pt idx="488">
                  <c:v>38006</c:v>
                </c:pt>
                <c:pt idx="489">
                  <c:v>38007</c:v>
                </c:pt>
                <c:pt idx="490">
                  <c:v>38008</c:v>
                </c:pt>
                <c:pt idx="491">
                  <c:v>38009</c:v>
                </c:pt>
                <c:pt idx="492">
                  <c:v>38012</c:v>
                </c:pt>
                <c:pt idx="493">
                  <c:v>38013</c:v>
                </c:pt>
                <c:pt idx="494">
                  <c:v>38014</c:v>
                </c:pt>
                <c:pt idx="495">
                  <c:v>38015</c:v>
                </c:pt>
                <c:pt idx="496">
                  <c:v>38016</c:v>
                </c:pt>
                <c:pt idx="497">
                  <c:v>38019</c:v>
                </c:pt>
                <c:pt idx="498">
                  <c:v>38020</c:v>
                </c:pt>
                <c:pt idx="499">
                  <c:v>38021</c:v>
                </c:pt>
                <c:pt idx="500">
                  <c:v>38022</c:v>
                </c:pt>
                <c:pt idx="501">
                  <c:v>38023</c:v>
                </c:pt>
                <c:pt idx="502">
                  <c:v>38026</c:v>
                </c:pt>
                <c:pt idx="503">
                  <c:v>38027</c:v>
                </c:pt>
                <c:pt idx="504">
                  <c:v>38028</c:v>
                </c:pt>
                <c:pt idx="505">
                  <c:v>38029</c:v>
                </c:pt>
                <c:pt idx="506">
                  <c:v>38030</c:v>
                </c:pt>
                <c:pt idx="507">
                  <c:v>38033</c:v>
                </c:pt>
                <c:pt idx="508">
                  <c:v>38034</c:v>
                </c:pt>
                <c:pt idx="509">
                  <c:v>38035</c:v>
                </c:pt>
                <c:pt idx="510">
                  <c:v>38036</c:v>
                </c:pt>
                <c:pt idx="511">
                  <c:v>38037</c:v>
                </c:pt>
                <c:pt idx="512">
                  <c:v>38042</c:v>
                </c:pt>
                <c:pt idx="513">
                  <c:v>38043</c:v>
                </c:pt>
                <c:pt idx="514">
                  <c:v>38044</c:v>
                </c:pt>
                <c:pt idx="515">
                  <c:v>38047</c:v>
                </c:pt>
                <c:pt idx="516">
                  <c:v>38048</c:v>
                </c:pt>
                <c:pt idx="517">
                  <c:v>38049</c:v>
                </c:pt>
                <c:pt idx="518">
                  <c:v>38050</c:v>
                </c:pt>
                <c:pt idx="519">
                  <c:v>38051</c:v>
                </c:pt>
                <c:pt idx="520">
                  <c:v>38054</c:v>
                </c:pt>
                <c:pt idx="521">
                  <c:v>38055</c:v>
                </c:pt>
                <c:pt idx="522">
                  <c:v>38056</c:v>
                </c:pt>
                <c:pt idx="523">
                  <c:v>38057</c:v>
                </c:pt>
                <c:pt idx="524">
                  <c:v>38058</c:v>
                </c:pt>
                <c:pt idx="525">
                  <c:v>38061</c:v>
                </c:pt>
                <c:pt idx="526">
                  <c:v>38062</c:v>
                </c:pt>
                <c:pt idx="527">
                  <c:v>38063</c:v>
                </c:pt>
                <c:pt idx="528">
                  <c:v>38064</c:v>
                </c:pt>
                <c:pt idx="529">
                  <c:v>38065</c:v>
                </c:pt>
                <c:pt idx="530">
                  <c:v>38068</c:v>
                </c:pt>
                <c:pt idx="531">
                  <c:v>38069</c:v>
                </c:pt>
                <c:pt idx="532">
                  <c:v>38070</c:v>
                </c:pt>
                <c:pt idx="533">
                  <c:v>38071</c:v>
                </c:pt>
                <c:pt idx="534">
                  <c:v>38072</c:v>
                </c:pt>
                <c:pt idx="535">
                  <c:v>38075</c:v>
                </c:pt>
                <c:pt idx="536">
                  <c:v>38076</c:v>
                </c:pt>
                <c:pt idx="537">
                  <c:v>38077</c:v>
                </c:pt>
                <c:pt idx="538">
                  <c:v>38078</c:v>
                </c:pt>
                <c:pt idx="539">
                  <c:v>38079</c:v>
                </c:pt>
                <c:pt idx="540">
                  <c:v>38082</c:v>
                </c:pt>
                <c:pt idx="541">
                  <c:v>38083</c:v>
                </c:pt>
                <c:pt idx="542">
                  <c:v>38084</c:v>
                </c:pt>
                <c:pt idx="543">
                  <c:v>38085</c:v>
                </c:pt>
                <c:pt idx="544">
                  <c:v>38089</c:v>
                </c:pt>
                <c:pt idx="545">
                  <c:v>38090</c:v>
                </c:pt>
                <c:pt idx="546">
                  <c:v>38091</c:v>
                </c:pt>
                <c:pt idx="547">
                  <c:v>38092</c:v>
                </c:pt>
                <c:pt idx="548">
                  <c:v>38093</c:v>
                </c:pt>
                <c:pt idx="549">
                  <c:v>38096</c:v>
                </c:pt>
                <c:pt idx="550">
                  <c:v>38097</c:v>
                </c:pt>
                <c:pt idx="551">
                  <c:v>38099</c:v>
                </c:pt>
                <c:pt idx="552">
                  <c:v>38100</c:v>
                </c:pt>
                <c:pt idx="553">
                  <c:v>38103</c:v>
                </c:pt>
                <c:pt idx="554">
                  <c:v>38104</c:v>
                </c:pt>
                <c:pt idx="555">
                  <c:v>38105</c:v>
                </c:pt>
                <c:pt idx="556">
                  <c:v>38106</c:v>
                </c:pt>
                <c:pt idx="557">
                  <c:v>38107</c:v>
                </c:pt>
                <c:pt idx="558">
                  <c:v>38110</c:v>
                </c:pt>
                <c:pt idx="559">
                  <c:v>38111</c:v>
                </c:pt>
                <c:pt idx="560">
                  <c:v>38112</c:v>
                </c:pt>
                <c:pt idx="561">
                  <c:v>38113</c:v>
                </c:pt>
                <c:pt idx="562">
                  <c:v>38114</c:v>
                </c:pt>
                <c:pt idx="563">
                  <c:v>38117</c:v>
                </c:pt>
                <c:pt idx="564">
                  <c:v>38118</c:v>
                </c:pt>
                <c:pt idx="565">
                  <c:v>38119</c:v>
                </c:pt>
                <c:pt idx="566">
                  <c:v>38120</c:v>
                </c:pt>
                <c:pt idx="567">
                  <c:v>38121</c:v>
                </c:pt>
                <c:pt idx="568">
                  <c:v>38124</c:v>
                </c:pt>
                <c:pt idx="569">
                  <c:v>38125</c:v>
                </c:pt>
                <c:pt idx="570">
                  <c:v>38126</c:v>
                </c:pt>
                <c:pt idx="571">
                  <c:v>38127</c:v>
                </c:pt>
                <c:pt idx="572">
                  <c:v>38128</c:v>
                </c:pt>
                <c:pt idx="573">
                  <c:v>38131</c:v>
                </c:pt>
                <c:pt idx="574">
                  <c:v>38132</c:v>
                </c:pt>
                <c:pt idx="575">
                  <c:v>38133</c:v>
                </c:pt>
                <c:pt idx="576">
                  <c:v>38134</c:v>
                </c:pt>
                <c:pt idx="577">
                  <c:v>38135</c:v>
                </c:pt>
                <c:pt idx="578">
                  <c:v>38138</c:v>
                </c:pt>
                <c:pt idx="579">
                  <c:v>38139</c:v>
                </c:pt>
                <c:pt idx="580">
                  <c:v>38140</c:v>
                </c:pt>
                <c:pt idx="581">
                  <c:v>38141</c:v>
                </c:pt>
                <c:pt idx="582">
                  <c:v>38142</c:v>
                </c:pt>
                <c:pt idx="583">
                  <c:v>38145</c:v>
                </c:pt>
                <c:pt idx="584">
                  <c:v>38146</c:v>
                </c:pt>
                <c:pt idx="585">
                  <c:v>38147</c:v>
                </c:pt>
                <c:pt idx="586">
                  <c:v>38149</c:v>
                </c:pt>
                <c:pt idx="587">
                  <c:v>38152</c:v>
                </c:pt>
                <c:pt idx="588">
                  <c:v>38153</c:v>
                </c:pt>
                <c:pt idx="589">
                  <c:v>38154</c:v>
                </c:pt>
                <c:pt idx="590">
                  <c:v>38155</c:v>
                </c:pt>
                <c:pt idx="591">
                  <c:v>38156</c:v>
                </c:pt>
                <c:pt idx="592">
                  <c:v>38159</c:v>
                </c:pt>
                <c:pt idx="593">
                  <c:v>38160</c:v>
                </c:pt>
                <c:pt idx="594">
                  <c:v>38161</c:v>
                </c:pt>
                <c:pt idx="595">
                  <c:v>38162</c:v>
                </c:pt>
                <c:pt idx="596">
                  <c:v>38163</c:v>
                </c:pt>
                <c:pt idx="597">
                  <c:v>38166</c:v>
                </c:pt>
                <c:pt idx="598">
                  <c:v>38167</c:v>
                </c:pt>
                <c:pt idx="599">
                  <c:v>38168</c:v>
                </c:pt>
                <c:pt idx="600">
                  <c:v>38169</c:v>
                </c:pt>
                <c:pt idx="601">
                  <c:v>38170</c:v>
                </c:pt>
                <c:pt idx="602">
                  <c:v>38173</c:v>
                </c:pt>
                <c:pt idx="603">
                  <c:v>38174</c:v>
                </c:pt>
                <c:pt idx="604">
                  <c:v>38175</c:v>
                </c:pt>
                <c:pt idx="605">
                  <c:v>38176</c:v>
                </c:pt>
                <c:pt idx="606">
                  <c:v>38180</c:v>
                </c:pt>
                <c:pt idx="607">
                  <c:v>38181</c:v>
                </c:pt>
                <c:pt idx="608">
                  <c:v>38182</c:v>
                </c:pt>
                <c:pt idx="609">
                  <c:v>38183</c:v>
                </c:pt>
                <c:pt idx="610">
                  <c:v>38184</c:v>
                </c:pt>
                <c:pt idx="611">
                  <c:v>38187</c:v>
                </c:pt>
                <c:pt idx="612">
                  <c:v>38188</c:v>
                </c:pt>
                <c:pt idx="613">
                  <c:v>38189</c:v>
                </c:pt>
                <c:pt idx="614">
                  <c:v>38190</c:v>
                </c:pt>
                <c:pt idx="615">
                  <c:v>38191</c:v>
                </c:pt>
                <c:pt idx="616">
                  <c:v>38194</c:v>
                </c:pt>
                <c:pt idx="617">
                  <c:v>38195</c:v>
                </c:pt>
                <c:pt idx="618">
                  <c:v>38196</c:v>
                </c:pt>
                <c:pt idx="619">
                  <c:v>38197</c:v>
                </c:pt>
                <c:pt idx="620">
                  <c:v>38198</c:v>
                </c:pt>
                <c:pt idx="621">
                  <c:v>38201</c:v>
                </c:pt>
                <c:pt idx="622">
                  <c:v>38202</c:v>
                </c:pt>
                <c:pt idx="623">
                  <c:v>38203</c:v>
                </c:pt>
                <c:pt idx="624">
                  <c:v>38204</c:v>
                </c:pt>
                <c:pt idx="625">
                  <c:v>38205</c:v>
                </c:pt>
                <c:pt idx="626">
                  <c:v>38208</c:v>
                </c:pt>
                <c:pt idx="627">
                  <c:v>38209</c:v>
                </c:pt>
                <c:pt idx="628">
                  <c:v>38210</c:v>
                </c:pt>
                <c:pt idx="629">
                  <c:v>38211</c:v>
                </c:pt>
                <c:pt idx="630">
                  <c:v>38212</c:v>
                </c:pt>
                <c:pt idx="631">
                  <c:v>38215</c:v>
                </c:pt>
                <c:pt idx="632">
                  <c:v>38216</c:v>
                </c:pt>
                <c:pt idx="633">
                  <c:v>38217</c:v>
                </c:pt>
                <c:pt idx="634">
                  <c:v>38218</c:v>
                </c:pt>
                <c:pt idx="635">
                  <c:v>38219</c:v>
                </c:pt>
                <c:pt idx="636">
                  <c:v>38222</c:v>
                </c:pt>
                <c:pt idx="637">
                  <c:v>38223</c:v>
                </c:pt>
                <c:pt idx="638">
                  <c:v>38224</c:v>
                </c:pt>
                <c:pt idx="639">
                  <c:v>38225</c:v>
                </c:pt>
                <c:pt idx="640">
                  <c:v>38226</c:v>
                </c:pt>
                <c:pt idx="641">
                  <c:v>38229</c:v>
                </c:pt>
                <c:pt idx="642">
                  <c:v>38230</c:v>
                </c:pt>
                <c:pt idx="643">
                  <c:v>38231</c:v>
                </c:pt>
                <c:pt idx="644">
                  <c:v>38232</c:v>
                </c:pt>
                <c:pt idx="645">
                  <c:v>38233</c:v>
                </c:pt>
                <c:pt idx="646">
                  <c:v>38236</c:v>
                </c:pt>
                <c:pt idx="647">
                  <c:v>38238</c:v>
                </c:pt>
                <c:pt idx="648">
                  <c:v>38239</c:v>
                </c:pt>
                <c:pt idx="649">
                  <c:v>38240</c:v>
                </c:pt>
                <c:pt idx="650">
                  <c:v>38243</c:v>
                </c:pt>
                <c:pt idx="651">
                  <c:v>38244</c:v>
                </c:pt>
                <c:pt idx="652">
                  <c:v>38245</c:v>
                </c:pt>
                <c:pt idx="653">
                  <c:v>38246</c:v>
                </c:pt>
                <c:pt idx="654">
                  <c:v>38247</c:v>
                </c:pt>
                <c:pt idx="655">
                  <c:v>38250</c:v>
                </c:pt>
                <c:pt idx="656">
                  <c:v>38251</c:v>
                </c:pt>
                <c:pt idx="657">
                  <c:v>38252</c:v>
                </c:pt>
                <c:pt idx="658">
                  <c:v>38253</c:v>
                </c:pt>
                <c:pt idx="659">
                  <c:v>38254</c:v>
                </c:pt>
                <c:pt idx="660">
                  <c:v>38257</c:v>
                </c:pt>
                <c:pt idx="661">
                  <c:v>38258</c:v>
                </c:pt>
                <c:pt idx="662">
                  <c:v>38259</c:v>
                </c:pt>
                <c:pt idx="663">
                  <c:v>38260</c:v>
                </c:pt>
                <c:pt idx="664">
                  <c:v>38261</c:v>
                </c:pt>
                <c:pt idx="665">
                  <c:v>38264</c:v>
                </c:pt>
                <c:pt idx="666">
                  <c:v>38265</c:v>
                </c:pt>
                <c:pt idx="667">
                  <c:v>38266</c:v>
                </c:pt>
                <c:pt idx="668">
                  <c:v>38267</c:v>
                </c:pt>
                <c:pt idx="669">
                  <c:v>38268</c:v>
                </c:pt>
                <c:pt idx="670">
                  <c:v>38271</c:v>
                </c:pt>
                <c:pt idx="671">
                  <c:v>38273</c:v>
                </c:pt>
                <c:pt idx="672">
                  <c:v>38274</c:v>
                </c:pt>
                <c:pt idx="673">
                  <c:v>38275</c:v>
                </c:pt>
                <c:pt idx="674">
                  <c:v>38278</c:v>
                </c:pt>
                <c:pt idx="675">
                  <c:v>38279</c:v>
                </c:pt>
                <c:pt idx="676">
                  <c:v>38280</c:v>
                </c:pt>
                <c:pt idx="677">
                  <c:v>38281</c:v>
                </c:pt>
                <c:pt idx="678">
                  <c:v>38282</c:v>
                </c:pt>
                <c:pt idx="679">
                  <c:v>38285</c:v>
                </c:pt>
                <c:pt idx="680">
                  <c:v>38286</c:v>
                </c:pt>
                <c:pt idx="681">
                  <c:v>38287</c:v>
                </c:pt>
                <c:pt idx="682">
                  <c:v>38288</c:v>
                </c:pt>
                <c:pt idx="683">
                  <c:v>38289</c:v>
                </c:pt>
                <c:pt idx="684">
                  <c:v>38292</c:v>
                </c:pt>
                <c:pt idx="685">
                  <c:v>38294</c:v>
                </c:pt>
                <c:pt idx="686">
                  <c:v>38295</c:v>
                </c:pt>
                <c:pt idx="687">
                  <c:v>38296</c:v>
                </c:pt>
                <c:pt idx="688">
                  <c:v>38299</c:v>
                </c:pt>
                <c:pt idx="689">
                  <c:v>38300</c:v>
                </c:pt>
                <c:pt idx="690">
                  <c:v>38301</c:v>
                </c:pt>
                <c:pt idx="691">
                  <c:v>38302</c:v>
                </c:pt>
                <c:pt idx="692">
                  <c:v>38303</c:v>
                </c:pt>
                <c:pt idx="693">
                  <c:v>38307</c:v>
                </c:pt>
                <c:pt idx="694">
                  <c:v>38308</c:v>
                </c:pt>
                <c:pt idx="695">
                  <c:v>38309</c:v>
                </c:pt>
                <c:pt idx="696">
                  <c:v>38310</c:v>
                </c:pt>
                <c:pt idx="697">
                  <c:v>38313</c:v>
                </c:pt>
                <c:pt idx="698">
                  <c:v>38314</c:v>
                </c:pt>
                <c:pt idx="699">
                  <c:v>38315</c:v>
                </c:pt>
                <c:pt idx="700">
                  <c:v>38316</c:v>
                </c:pt>
                <c:pt idx="701">
                  <c:v>38317</c:v>
                </c:pt>
                <c:pt idx="702">
                  <c:v>38320</c:v>
                </c:pt>
                <c:pt idx="703">
                  <c:v>38321</c:v>
                </c:pt>
                <c:pt idx="704">
                  <c:v>38322</c:v>
                </c:pt>
                <c:pt idx="705">
                  <c:v>38323</c:v>
                </c:pt>
                <c:pt idx="706">
                  <c:v>38324</c:v>
                </c:pt>
                <c:pt idx="707">
                  <c:v>38327</c:v>
                </c:pt>
                <c:pt idx="708">
                  <c:v>38328</c:v>
                </c:pt>
                <c:pt idx="709">
                  <c:v>38329</c:v>
                </c:pt>
                <c:pt idx="710">
                  <c:v>38330</c:v>
                </c:pt>
                <c:pt idx="711">
                  <c:v>38331</c:v>
                </c:pt>
                <c:pt idx="712">
                  <c:v>38334</c:v>
                </c:pt>
                <c:pt idx="713">
                  <c:v>38335</c:v>
                </c:pt>
                <c:pt idx="714">
                  <c:v>38336</c:v>
                </c:pt>
                <c:pt idx="715">
                  <c:v>38337</c:v>
                </c:pt>
                <c:pt idx="716">
                  <c:v>38338</c:v>
                </c:pt>
                <c:pt idx="717">
                  <c:v>38341</c:v>
                </c:pt>
                <c:pt idx="718">
                  <c:v>38342</c:v>
                </c:pt>
                <c:pt idx="719">
                  <c:v>38343</c:v>
                </c:pt>
                <c:pt idx="720">
                  <c:v>38344</c:v>
                </c:pt>
                <c:pt idx="721">
                  <c:v>38348</c:v>
                </c:pt>
                <c:pt idx="722">
                  <c:v>38349</c:v>
                </c:pt>
                <c:pt idx="723">
                  <c:v>38350</c:v>
                </c:pt>
                <c:pt idx="724">
                  <c:v>38351</c:v>
                </c:pt>
                <c:pt idx="725">
                  <c:v>38355</c:v>
                </c:pt>
                <c:pt idx="726">
                  <c:v>38356</c:v>
                </c:pt>
                <c:pt idx="727">
                  <c:v>38357</c:v>
                </c:pt>
                <c:pt idx="728">
                  <c:v>38358</c:v>
                </c:pt>
                <c:pt idx="729">
                  <c:v>38359</c:v>
                </c:pt>
                <c:pt idx="730">
                  <c:v>38362</c:v>
                </c:pt>
                <c:pt idx="731">
                  <c:v>38363</c:v>
                </c:pt>
                <c:pt idx="732">
                  <c:v>38364</c:v>
                </c:pt>
                <c:pt idx="733">
                  <c:v>38365</c:v>
                </c:pt>
                <c:pt idx="734">
                  <c:v>38366</c:v>
                </c:pt>
                <c:pt idx="735">
                  <c:v>38369</c:v>
                </c:pt>
                <c:pt idx="736">
                  <c:v>38370</c:v>
                </c:pt>
                <c:pt idx="737">
                  <c:v>38371</c:v>
                </c:pt>
                <c:pt idx="738">
                  <c:v>38372</c:v>
                </c:pt>
                <c:pt idx="739">
                  <c:v>38373</c:v>
                </c:pt>
                <c:pt idx="740">
                  <c:v>38376</c:v>
                </c:pt>
                <c:pt idx="741">
                  <c:v>38378</c:v>
                </c:pt>
                <c:pt idx="742">
                  <c:v>38379</c:v>
                </c:pt>
                <c:pt idx="743">
                  <c:v>38380</c:v>
                </c:pt>
                <c:pt idx="744">
                  <c:v>38383</c:v>
                </c:pt>
                <c:pt idx="745">
                  <c:v>38384</c:v>
                </c:pt>
                <c:pt idx="746">
                  <c:v>38385</c:v>
                </c:pt>
                <c:pt idx="747">
                  <c:v>38386</c:v>
                </c:pt>
                <c:pt idx="748">
                  <c:v>38387</c:v>
                </c:pt>
                <c:pt idx="749">
                  <c:v>38392</c:v>
                </c:pt>
                <c:pt idx="750">
                  <c:v>38393</c:v>
                </c:pt>
                <c:pt idx="751">
                  <c:v>38394</c:v>
                </c:pt>
                <c:pt idx="752">
                  <c:v>38397</c:v>
                </c:pt>
                <c:pt idx="753">
                  <c:v>38398</c:v>
                </c:pt>
                <c:pt idx="754">
                  <c:v>38399</c:v>
                </c:pt>
                <c:pt idx="755">
                  <c:v>38400</c:v>
                </c:pt>
                <c:pt idx="756">
                  <c:v>38401</c:v>
                </c:pt>
                <c:pt idx="757">
                  <c:v>38404</c:v>
                </c:pt>
                <c:pt idx="758">
                  <c:v>38405</c:v>
                </c:pt>
                <c:pt idx="759">
                  <c:v>38406</c:v>
                </c:pt>
                <c:pt idx="760">
                  <c:v>38407</c:v>
                </c:pt>
                <c:pt idx="761">
                  <c:v>38408</c:v>
                </c:pt>
                <c:pt idx="762">
                  <c:v>38411</c:v>
                </c:pt>
                <c:pt idx="763">
                  <c:v>38412</c:v>
                </c:pt>
                <c:pt idx="764">
                  <c:v>38413</c:v>
                </c:pt>
                <c:pt idx="765">
                  <c:v>38414</c:v>
                </c:pt>
                <c:pt idx="766">
                  <c:v>38415</c:v>
                </c:pt>
                <c:pt idx="767">
                  <c:v>38418</c:v>
                </c:pt>
                <c:pt idx="768">
                  <c:v>38419</c:v>
                </c:pt>
                <c:pt idx="769">
                  <c:v>38420</c:v>
                </c:pt>
                <c:pt idx="770">
                  <c:v>38421</c:v>
                </c:pt>
                <c:pt idx="771">
                  <c:v>38422</c:v>
                </c:pt>
                <c:pt idx="772">
                  <c:v>38425</c:v>
                </c:pt>
                <c:pt idx="773">
                  <c:v>38426</c:v>
                </c:pt>
                <c:pt idx="774">
                  <c:v>38427</c:v>
                </c:pt>
                <c:pt idx="775">
                  <c:v>38428</c:v>
                </c:pt>
                <c:pt idx="776">
                  <c:v>38429</c:v>
                </c:pt>
                <c:pt idx="777">
                  <c:v>38432</c:v>
                </c:pt>
                <c:pt idx="778">
                  <c:v>38433</c:v>
                </c:pt>
                <c:pt idx="779">
                  <c:v>38434</c:v>
                </c:pt>
                <c:pt idx="780">
                  <c:v>38435</c:v>
                </c:pt>
                <c:pt idx="781">
                  <c:v>38439</c:v>
                </c:pt>
                <c:pt idx="782">
                  <c:v>38440</c:v>
                </c:pt>
                <c:pt idx="783">
                  <c:v>38441</c:v>
                </c:pt>
                <c:pt idx="784">
                  <c:v>38442</c:v>
                </c:pt>
                <c:pt idx="785">
                  <c:v>38443</c:v>
                </c:pt>
                <c:pt idx="786">
                  <c:v>38446</c:v>
                </c:pt>
                <c:pt idx="787">
                  <c:v>38447</c:v>
                </c:pt>
                <c:pt idx="788">
                  <c:v>38448</c:v>
                </c:pt>
                <c:pt idx="789">
                  <c:v>38449</c:v>
                </c:pt>
                <c:pt idx="790">
                  <c:v>38450</c:v>
                </c:pt>
                <c:pt idx="791">
                  <c:v>38453</c:v>
                </c:pt>
                <c:pt idx="792">
                  <c:v>38454</c:v>
                </c:pt>
                <c:pt idx="793">
                  <c:v>38455</c:v>
                </c:pt>
                <c:pt idx="794">
                  <c:v>38456</c:v>
                </c:pt>
                <c:pt idx="795">
                  <c:v>38457</c:v>
                </c:pt>
                <c:pt idx="796">
                  <c:v>38460</c:v>
                </c:pt>
                <c:pt idx="797">
                  <c:v>38461</c:v>
                </c:pt>
                <c:pt idx="798">
                  <c:v>38462</c:v>
                </c:pt>
                <c:pt idx="799">
                  <c:v>38464</c:v>
                </c:pt>
                <c:pt idx="800">
                  <c:v>38467</c:v>
                </c:pt>
                <c:pt idx="801">
                  <c:v>38468</c:v>
                </c:pt>
                <c:pt idx="802">
                  <c:v>38469</c:v>
                </c:pt>
                <c:pt idx="803">
                  <c:v>38470</c:v>
                </c:pt>
                <c:pt idx="804">
                  <c:v>38471</c:v>
                </c:pt>
                <c:pt idx="805">
                  <c:v>38474</c:v>
                </c:pt>
                <c:pt idx="806">
                  <c:v>38475</c:v>
                </c:pt>
                <c:pt idx="807">
                  <c:v>38476</c:v>
                </c:pt>
                <c:pt idx="808">
                  <c:v>38477</c:v>
                </c:pt>
                <c:pt idx="809">
                  <c:v>38478</c:v>
                </c:pt>
                <c:pt idx="810">
                  <c:v>38481</c:v>
                </c:pt>
                <c:pt idx="811">
                  <c:v>38482</c:v>
                </c:pt>
                <c:pt idx="812">
                  <c:v>38483</c:v>
                </c:pt>
                <c:pt idx="813">
                  <c:v>38484</c:v>
                </c:pt>
                <c:pt idx="814">
                  <c:v>38485</c:v>
                </c:pt>
                <c:pt idx="815">
                  <c:v>38488</c:v>
                </c:pt>
                <c:pt idx="816">
                  <c:v>38489</c:v>
                </c:pt>
                <c:pt idx="817">
                  <c:v>38490</c:v>
                </c:pt>
                <c:pt idx="818">
                  <c:v>38491</c:v>
                </c:pt>
                <c:pt idx="819">
                  <c:v>38492</c:v>
                </c:pt>
                <c:pt idx="820">
                  <c:v>38495</c:v>
                </c:pt>
                <c:pt idx="821">
                  <c:v>38496</c:v>
                </c:pt>
                <c:pt idx="822">
                  <c:v>38497</c:v>
                </c:pt>
                <c:pt idx="823">
                  <c:v>38499</c:v>
                </c:pt>
                <c:pt idx="824">
                  <c:v>38502</c:v>
                </c:pt>
                <c:pt idx="825">
                  <c:v>38503</c:v>
                </c:pt>
                <c:pt idx="826">
                  <c:v>38504</c:v>
                </c:pt>
                <c:pt idx="827">
                  <c:v>38505</c:v>
                </c:pt>
                <c:pt idx="828">
                  <c:v>38506</c:v>
                </c:pt>
                <c:pt idx="829">
                  <c:v>38509</c:v>
                </c:pt>
                <c:pt idx="830">
                  <c:v>38510</c:v>
                </c:pt>
                <c:pt idx="831">
                  <c:v>38511</c:v>
                </c:pt>
                <c:pt idx="832">
                  <c:v>38512</c:v>
                </c:pt>
                <c:pt idx="833">
                  <c:v>38513</c:v>
                </c:pt>
                <c:pt idx="834">
                  <c:v>38516</c:v>
                </c:pt>
                <c:pt idx="835">
                  <c:v>38517</c:v>
                </c:pt>
                <c:pt idx="836">
                  <c:v>38518</c:v>
                </c:pt>
                <c:pt idx="837">
                  <c:v>38519</c:v>
                </c:pt>
                <c:pt idx="838">
                  <c:v>38520</c:v>
                </c:pt>
                <c:pt idx="839">
                  <c:v>38523</c:v>
                </c:pt>
                <c:pt idx="840">
                  <c:v>38524</c:v>
                </c:pt>
                <c:pt idx="841">
                  <c:v>38525</c:v>
                </c:pt>
                <c:pt idx="842">
                  <c:v>38526</c:v>
                </c:pt>
                <c:pt idx="843">
                  <c:v>38527</c:v>
                </c:pt>
                <c:pt idx="844">
                  <c:v>38530</c:v>
                </c:pt>
                <c:pt idx="845">
                  <c:v>38531</c:v>
                </c:pt>
                <c:pt idx="846">
                  <c:v>38532</c:v>
                </c:pt>
                <c:pt idx="847">
                  <c:v>38533</c:v>
                </c:pt>
                <c:pt idx="848">
                  <c:v>38534</c:v>
                </c:pt>
                <c:pt idx="849">
                  <c:v>38537</c:v>
                </c:pt>
                <c:pt idx="850">
                  <c:v>38538</c:v>
                </c:pt>
                <c:pt idx="851">
                  <c:v>38539</c:v>
                </c:pt>
                <c:pt idx="852">
                  <c:v>38540</c:v>
                </c:pt>
                <c:pt idx="853">
                  <c:v>38541</c:v>
                </c:pt>
                <c:pt idx="854">
                  <c:v>38544</c:v>
                </c:pt>
                <c:pt idx="855">
                  <c:v>38545</c:v>
                </c:pt>
                <c:pt idx="856">
                  <c:v>38546</c:v>
                </c:pt>
                <c:pt idx="857">
                  <c:v>38547</c:v>
                </c:pt>
                <c:pt idx="858">
                  <c:v>38548</c:v>
                </c:pt>
                <c:pt idx="859">
                  <c:v>38551</c:v>
                </c:pt>
                <c:pt idx="860">
                  <c:v>38552</c:v>
                </c:pt>
                <c:pt idx="861">
                  <c:v>38553</c:v>
                </c:pt>
                <c:pt idx="862">
                  <c:v>38554</c:v>
                </c:pt>
                <c:pt idx="863">
                  <c:v>38555</c:v>
                </c:pt>
                <c:pt idx="864">
                  <c:v>38558</c:v>
                </c:pt>
                <c:pt idx="865">
                  <c:v>38559</c:v>
                </c:pt>
                <c:pt idx="866">
                  <c:v>38560</c:v>
                </c:pt>
                <c:pt idx="867">
                  <c:v>38561</c:v>
                </c:pt>
                <c:pt idx="868">
                  <c:v>38562</c:v>
                </c:pt>
                <c:pt idx="869">
                  <c:v>38565</c:v>
                </c:pt>
                <c:pt idx="870">
                  <c:v>38566</c:v>
                </c:pt>
                <c:pt idx="871">
                  <c:v>38567</c:v>
                </c:pt>
                <c:pt idx="872">
                  <c:v>38568</c:v>
                </c:pt>
                <c:pt idx="873">
                  <c:v>38569</c:v>
                </c:pt>
                <c:pt idx="874">
                  <c:v>38572</c:v>
                </c:pt>
                <c:pt idx="875">
                  <c:v>38573</c:v>
                </c:pt>
                <c:pt idx="876">
                  <c:v>38574</c:v>
                </c:pt>
                <c:pt idx="877">
                  <c:v>38575</c:v>
                </c:pt>
                <c:pt idx="878">
                  <c:v>38576</c:v>
                </c:pt>
                <c:pt idx="879">
                  <c:v>38579</c:v>
                </c:pt>
                <c:pt idx="880">
                  <c:v>38580</c:v>
                </c:pt>
                <c:pt idx="881">
                  <c:v>38581</c:v>
                </c:pt>
                <c:pt idx="882">
                  <c:v>38582</c:v>
                </c:pt>
                <c:pt idx="883">
                  <c:v>38583</c:v>
                </c:pt>
                <c:pt idx="884">
                  <c:v>38586</c:v>
                </c:pt>
                <c:pt idx="885">
                  <c:v>38587</c:v>
                </c:pt>
                <c:pt idx="886">
                  <c:v>38588</c:v>
                </c:pt>
                <c:pt idx="887">
                  <c:v>38589</c:v>
                </c:pt>
                <c:pt idx="888">
                  <c:v>38590</c:v>
                </c:pt>
                <c:pt idx="889">
                  <c:v>38593</c:v>
                </c:pt>
                <c:pt idx="890">
                  <c:v>38594</c:v>
                </c:pt>
                <c:pt idx="891">
                  <c:v>38595</c:v>
                </c:pt>
                <c:pt idx="892">
                  <c:v>38596</c:v>
                </c:pt>
                <c:pt idx="893">
                  <c:v>38597</c:v>
                </c:pt>
                <c:pt idx="894">
                  <c:v>38600</c:v>
                </c:pt>
                <c:pt idx="895">
                  <c:v>38601</c:v>
                </c:pt>
                <c:pt idx="896">
                  <c:v>38603</c:v>
                </c:pt>
                <c:pt idx="897">
                  <c:v>38604</c:v>
                </c:pt>
                <c:pt idx="898">
                  <c:v>38607</c:v>
                </c:pt>
                <c:pt idx="899">
                  <c:v>38608</c:v>
                </c:pt>
                <c:pt idx="900">
                  <c:v>38609</c:v>
                </c:pt>
                <c:pt idx="901">
                  <c:v>38610</c:v>
                </c:pt>
                <c:pt idx="902">
                  <c:v>38611</c:v>
                </c:pt>
                <c:pt idx="903">
                  <c:v>38614</c:v>
                </c:pt>
                <c:pt idx="904">
                  <c:v>38615</c:v>
                </c:pt>
                <c:pt idx="905">
                  <c:v>38616</c:v>
                </c:pt>
                <c:pt idx="906">
                  <c:v>38617</c:v>
                </c:pt>
                <c:pt idx="907">
                  <c:v>38618</c:v>
                </c:pt>
                <c:pt idx="908">
                  <c:v>38621</c:v>
                </c:pt>
                <c:pt idx="909">
                  <c:v>38622</c:v>
                </c:pt>
                <c:pt idx="910">
                  <c:v>38623</c:v>
                </c:pt>
                <c:pt idx="911">
                  <c:v>38624</c:v>
                </c:pt>
                <c:pt idx="912">
                  <c:v>38625</c:v>
                </c:pt>
                <c:pt idx="913">
                  <c:v>38628</c:v>
                </c:pt>
                <c:pt idx="914">
                  <c:v>38629</c:v>
                </c:pt>
                <c:pt idx="915">
                  <c:v>38630</c:v>
                </c:pt>
                <c:pt idx="916">
                  <c:v>38631</c:v>
                </c:pt>
                <c:pt idx="917">
                  <c:v>38632</c:v>
                </c:pt>
                <c:pt idx="918">
                  <c:v>38635</c:v>
                </c:pt>
                <c:pt idx="919">
                  <c:v>38636</c:v>
                </c:pt>
                <c:pt idx="920">
                  <c:v>38638</c:v>
                </c:pt>
                <c:pt idx="921">
                  <c:v>38639</c:v>
                </c:pt>
                <c:pt idx="922">
                  <c:v>38642</c:v>
                </c:pt>
                <c:pt idx="923">
                  <c:v>38643</c:v>
                </c:pt>
                <c:pt idx="924">
                  <c:v>38644</c:v>
                </c:pt>
                <c:pt idx="925">
                  <c:v>38645</c:v>
                </c:pt>
                <c:pt idx="926">
                  <c:v>38646</c:v>
                </c:pt>
                <c:pt idx="927">
                  <c:v>38649</c:v>
                </c:pt>
                <c:pt idx="928">
                  <c:v>38650</c:v>
                </c:pt>
                <c:pt idx="929">
                  <c:v>38651</c:v>
                </c:pt>
                <c:pt idx="930">
                  <c:v>38652</c:v>
                </c:pt>
                <c:pt idx="931">
                  <c:v>38653</c:v>
                </c:pt>
                <c:pt idx="932">
                  <c:v>38656</c:v>
                </c:pt>
                <c:pt idx="933">
                  <c:v>38657</c:v>
                </c:pt>
                <c:pt idx="934">
                  <c:v>38659</c:v>
                </c:pt>
                <c:pt idx="935">
                  <c:v>38660</c:v>
                </c:pt>
                <c:pt idx="936">
                  <c:v>38663</c:v>
                </c:pt>
                <c:pt idx="937">
                  <c:v>38664</c:v>
                </c:pt>
                <c:pt idx="938">
                  <c:v>38665</c:v>
                </c:pt>
                <c:pt idx="939">
                  <c:v>38666</c:v>
                </c:pt>
                <c:pt idx="940">
                  <c:v>38667</c:v>
                </c:pt>
                <c:pt idx="941">
                  <c:v>38670</c:v>
                </c:pt>
                <c:pt idx="942">
                  <c:v>38672</c:v>
                </c:pt>
                <c:pt idx="943">
                  <c:v>38673</c:v>
                </c:pt>
                <c:pt idx="944">
                  <c:v>38674</c:v>
                </c:pt>
                <c:pt idx="945">
                  <c:v>38677</c:v>
                </c:pt>
                <c:pt idx="946">
                  <c:v>38678</c:v>
                </c:pt>
                <c:pt idx="947">
                  <c:v>38679</c:v>
                </c:pt>
                <c:pt idx="948">
                  <c:v>38680</c:v>
                </c:pt>
                <c:pt idx="949">
                  <c:v>38681</c:v>
                </c:pt>
                <c:pt idx="950">
                  <c:v>38684</c:v>
                </c:pt>
                <c:pt idx="951">
                  <c:v>38685</c:v>
                </c:pt>
                <c:pt idx="952">
                  <c:v>38686</c:v>
                </c:pt>
                <c:pt idx="953">
                  <c:v>38687</c:v>
                </c:pt>
                <c:pt idx="954">
                  <c:v>38688</c:v>
                </c:pt>
                <c:pt idx="955">
                  <c:v>38691</c:v>
                </c:pt>
                <c:pt idx="956">
                  <c:v>38692</c:v>
                </c:pt>
                <c:pt idx="957">
                  <c:v>38693</c:v>
                </c:pt>
                <c:pt idx="958">
                  <c:v>38694</c:v>
                </c:pt>
                <c:pt idx="959">
                  <c:v>38695</c:v>
                </c:pt>
                <c:pt idx="960">
                  <c:v>38698</c:v>
                </c:pt>
                <c:pt idx="961">
                  <c:v>38699</c:v>
                </c:pt>
                <c:pt idx="962">
                  <c:v>38700</c:v>
                </c:pt>
                <c:pt idx="963">
                  <c:v>38701</c:v>
                </c:pt>
                <c:pt idx="964">
                  <c:v>38702</c:v>
                </c:pt>
                <c:pt idx="965">
                  <c:v>38705</c:v>
                </c:pt>
                <c:pt idx="966">
                  <c:v>38706</c:v>
                </c:pt>
                <c:pt idx="967">
                  <c:v>38707</c:v>
                </c:pt>
                <c:pt idx="968">
                  <c:v>38708</c:v>
                </c:pt>
                <c:pt idx="969">
                  <c:v>38709</c:v>
                </c:pt>
                <c:pt idx="970">
                  <c:v>38712</c:v>
                </c:pt>
                <c:pt idx="971">
                  <c:v>38713</c:v>
                </c:pt>
                <c:pt idx="972">
                  <c:v>38714</c:v>
                </c:pt>
                <c:pt idx="973">
                  <c:v>38715</c:v>
                </c:pt>
                <c:pt idx="974">
                  <c:v>38719</c:v>
                </c:pt>
                <c:pt idx="975">
                  <c:v>38720</c:v>
                </c:pt>
                <c:pt idx="976">
                  <c:v>38721</c:v>
                </c:pt>
                <c:pt idx="977">
                  <c:v>38722</c:v>
                </c:pt>
                <c:pt idx="978">
                  <c:v>38723</c:v>
                </c:pt>
                <c:pt idx="979">
                  <c:v>38726</c:v>
                </c:pt>
                <c:pt idx="980">
                  <c:v>38727</c:v>
                </c:pt>
                <c:pt idx="981">
                  <c:v>38728</c:v>
                </c:pt>
                <c:pt idx="982">
                  <c:v>38729</c:v>
                </c:pt>
                <c:pt idx="983">
                  <c:v>38730</c:v>
                </c:pt>
                <c:pt idx="984">
                  <c:v>38733</c:v>
                </c:pt>
                <c:pt idx="985">
                  <c:v>38734</c:v>
                </c:pt>
                <c:pt idx="986">
                  <c:v>38735</c:v>
                </c:pt>
                <c:pt idx="987">
                  <c:v>38736</c:v>
                </c:pt>
                <c:pt idx="988">
                  <c:v>38737</c:v>
                </c:pt>
                <c:pt idx="989">
                  <c:v>38740</c:v>
                </c:pt>
                <c:pt idx="990">
                  <c:v>38741</c:v>
                </c:pt>
                <c:pt idx="991">
                  <c:v>38743</c:v>
                </c:pt>
                <c:pt idx="992">
                  <c:v>38744</c:v>
                </c:pt>
                <c:pt idx="993">
                  <c:v>38747</c:v>
                </c:pt>
                <c:pt idx="994">
                  <c:v>38748</c:v>
                </c:pt>
                <c:pt idx="995">
                  <c:v>38749</c:v>
                </c:pt>
                <c:pt idx="996">
                  <c:v>38750</c:v>
                </c:pt>
                <c:pt idx="997">
                  <c:v>38751</c:v>
                </c:pt>
                <c:pt idx="998">
                  <c:v>38754</c:v>
                </c:pt>
                <c:pt idx="999">
                  <c:v>38755</c:v>
                </c:pt>
                <c:pt idx="1000">
                  <c:v>38756</c:v>
                </c:pt>
                <c:pt idx="1001">
                  <c:v>38757</c:v>
                </c:pt>
                <c:pt idx="1002">
                  <c:v>38758</c:v>
                </c:pt>
                <c:pt idx="1003">
                  <c:v>38761</c:v>
                </c:pt>
                <c:pt idx="1004">
                  <c:v>38762</c:v>
                </c:pt>
                <c:pt idx="1005">
                  <c:v>38763</c:v>
                </c:pt>
                <c:pt idx="1006">
                  <c:v>38764</c:v>
                </c:pt>
                <c:pt idx="1007">
                  <c:v>38765</c:v>
                </c:pt>
                <c:pt idx="1008">
                  <c:v>38768</c:v>
                </c:pt>
                <c:pt idx="1009">
                  <c:v>38769</c:v>
                </c:pt>
                <c:pt idx="1010">
                  <c:v>38770</c:v>
                </c:pt>
                <c:pt idx="1011">
                  <c:v>38771</c:v>
                </c:pt>
                <c:pt idx="1012">
                  <c:v>38772</c:v>
                </c:pt>
                <c:pt idx="1013">
                  <c:v>38777</c:v>
                </c:pt>
                <c:pt idx="1014">
                  <c:v>38778</c:v>
                </c:pt>
                <c:pt idx="1015">
                  <c:v>38779</c:v>
                </c:pt>
                <c:pt idx="1016">
                  <c:v>38782</c:v>
                </c:pt>
                <c:pt idx="1017">
                  <c:v>38783</c:v>
                </c:pt>
                <c:pt idx="1018">
                  <c:v>38784</c:v>
                </c:pt>
                <c:pt idx="1019">
                  <c:v>38785</c:v>
                </c:pt>
                <c:pt idx="1020">
                  <c:v>38786</c:v>
                </c:pt>
                <c:pt idx="1021">
                  <c:v>38789</c:v>
                </c:pt>
                <c:pt idx="1022">
                  <c:v>38790</c:v>
                </c:pt>
                <c:pt idx="1023">
                  <c:v>38791</c:v>
                </c:pt>
                <c:pt idx="1024">
                  <c:v>38792</c:v>
                </c:pt>
                <c:pt idx="1025">
                  <c:v>38793</c:v>
                </c:pt>
                <c:pt idx="1026">
                  <c:v>38796</c:v>
                </c:pt>
                <c:pt idx="1027">
                  <c:v>38797</c:v>
                </c:pt>
                <c:pt idx="1028">
                  <c:v>38798</c:v>
                </c:pt>
                <c:pt idx="1029">
                  <c:v>38799</c:v>
                </c:pt>
                <c:pt idx="1030">
                  <c:v>38800</c:v>
                </c:pt>
                <c:pt idx="1031">
                  <c:v>38803</c:v>
                </c:pt>
                <c:pt idx="1032">
                  <c:v>38804</c:v>
                </c:pt>
                <c:pt idx="1033">
                  <c:v>38805</c:v>
                </c:pt>
                <c:pt idx="1034">
                  <c:v>38806</c:v>
                </c:pt>
                <c:pt idx="1035">
                  <c:v>38807</c:v>
                </c:pt>
                <c:pt idx="1036">
                  <c:v>38810</c:v>
                </c:pt>
                <c:pt idx="1037">
                  <c:v>38811</c:v>
                </c:pt>
                <c:pt idx="1038">
                  <c:v>38812</c:v>
                </c:pt>
                <c:pt idx="1039">
                  <c:v>38813</c:v>
                </c:pt>
                <c:pt idx="1040">
                  <c:v>38814</c:v>
                </c:pt>
                <c:pt idx="1041">
                  <c:v>38817</c:v>
                </c:pt>
                <c:pt idx="1042">
                  <c:v>38818</c:v>
                </c:pt>
                <c:pt idx="1043">
                  <c:v>38819</c:v>
                </c:pt>
                <c:pt idx="1044">
                  <c:v>38820</c:v>
                </c:pt>
                <c:pt idx="1045">
                  <c:v>38824</c:v>
                </c:pt>
                <c:pt idx="1046">
                  <c:v>38825</c:v>
                </c:pt>
                <c:pt idx="1047">
                  <c:v>38826</c:v>
                </c:pt>
                <c:pt idx="1048">
                  <c:v>38827</c:v>
                </c:pt>
                <c:pt idx="1049">
                  <c:v>38831</c:v>
                </c:pt>
                <c:pt idx="1050">
                  <c:v>38832</c:v>
                </c:pt>
                <c:pt idx="1051">
                  <c:v>38833</c:v>
                </c:pt>
                <c:pt idx="1052">
                  <c:v>38834</c:v>
                </c:pt>
                <c:pt idx="1053">
                  <c:v>38835</c:v>
                </c:pt>
                <c:pt idx="1054">
                  <c:v>38839</c:v>
                </c:pt>
                <c:pt idx="1055">
                  <c:v>38840</c:v>
                </c:pt>
                <c:pt idx="1056">
                  <c:v>38841</c:v>
                </c:pt>
                <c:pt idx="1057">
                  <c:v>38842</c:v>
                </c:pt>
                <c:pt idx="1058">
                  <c:v>38845</c:v>
                </c:pt>
                <c:pt idx="1059">
                  <c:v>38846</c:v>
                </c:pt>
                <c:pt idx="1060">
                  <c:v>38847</c:v>
                </c:pt>
                <c:pt idx="1061">
                  <c:v>38848</c:v>
                </c:pt>
                <c:pt idx="1062">
                  <c:v>38849</c:v>
                </c:pt>
                <c:pt idx="1063">
                  <c:v>38852</c:v>
                </c:pt>
                <c:pt idx="1064">
                  <c:v>38853</c:v>
                </c:pt>
                <c:pt idx="1065">
                  <c:v>38854</c:v>
                </c:pt>
                <c:pt idx="1066">
                  <c:v>38855</c:v>
                </c:pt>
                <c:pt idx="1067">
                  <c:v>38856</c:v>
                </c:pt>
                <c:pt idx="1068">
                  <c:v>38859</c:v>
                </c:pt>
                <c:pt idx="1069">
                  <c:v>38860</c:v>
                </c:pt>
                <c:pt idx="1070">
                  <c:v>38861</c:v>
                </c:pt>
                <c:pt idx="1071">
                  <c:v>38862</c:v>
                </c:pt>
                <c:pt idx="1072">
                  <c:v>38863</c:v>
                </c:pt>
                <c:pt idx="1073">
                  <c:v>38866</c:v>
                </c:pt>
                <c:pt idx="1074">
                  <c:v>38867</c:v>
                </c:pt>
                <c:pt idx="1075">
                  <c:v>38868</c:v>
                </c:pt>
                <c:pt idx="1076">
                  <c:v>38869</c:v>
                </c:pt>
                <c:pt idx="1077">
                  <c:v>38870</c:v>
                </c:pt>
                <c:pt idx="1078">
                  <c:v>38873</c:v>
                </c:pt>
                <c:pt idx="1079">
                  <c:v>38874</c:v>
                </c:pt>
                <c:pt idx="1080">
                  <c:v>38875</c:v>
                </c:pt>
                <c:pt idx="1081">
                  <c:v>38876</c:v>
                </c:pt>
                <c:pt idx="1082">
                  <c:v>38877</c:v>
                </c:pt>
                <c:pt idx="1083">
                  <c:v>38880</c:v>
                </c:pt>
                <c:pt idx="1084">
                  <c:v>38881</c:v>
                </c:pt>
                <c:pt idx="1085">
                  <c:v>38882</c:v>
                </c:pt>
                <c:pt idx="1086">
                  <c:v>38884</c:v>
                </c:pt>
                <c:pt idx="1087">
                  <c:v>38887</c:v>
                </c:pt>
                <c:pt idx="1088">
                  <c:v>38888</c:v>
                </c:pt>
                <c:pt idx="1089">
                  <c:v>38889</c:v>
                </c:pt>
                <c:pt idx="1090">
                  <c:v>38890</c:v>
                </c:pt>
                <c:pt idx="1091">
                  <c:v>38891</c:v>
                </c:pt>
                <c:pt idx="1092">
                  <c:v>38894</c:v>
                </c:pt>
                <c:pt idx="1093">
                  <c:v>38895</c:v>
                </c:pt>
                <c:pt idx="1094">
                  <c:v>38896</c:v>
                </c:pt>
                <c:pt idx="1095">
                  <c:v>38897</c:v>
                </c:pt>
                <c:pt idx="1096">
                  <c:v>38898</c:v>
                </c:pt>
                <c:pt idx="1097">
                  <c:v>38901</c:v>
                </c:pt>
                <c:pt idx="1098">
                  <c:v>38902</c:v>
                </c:pt>
                <c:pt idx="1099">
                  <c:v>38903</c:v>
                </c:pt>
                <c:pt idx="1100">
                  <c:v>38904</c:v>
                </c:pt>
                <c:pt idx="1101">
                  <c:v>38905</c:v>
                </c:pt>
                <c:pt idx="1102">
                  <c:v>38908</c:v>
                </c:pt>
                <c:pt idx="1103">
                  <c:v>38909</c:v>
                </c:pt>
                <c:pt idx="1104">
                  <c:v>38910</c:v>
                </c:pt>
                <c:pt idx="1105">
                  <c:v>38911</c:v>
                </c:pt>
                <c:pt idx="1106">
                  <c:v>38912</c:v>
                </c:pt>
                <c:pt idx="1107">
                  <c:v>38915</c:v>
                </c:pt>
                <c:pt idx="1108">
                  <c:v>38916</c:v>
                </c:pt>
                <c:pt idx="1109">
                  <c:v>38917</c:v>
                </c:pt>
                <c:pt idx="1110">
                  <c:v>38918</c:v>
                </c:pt>
                <c:pt idx="1111">
                  <c:v>38919</c:v>
                </c:pt>
                <c:pt idx="1112">
                  <c:v>38922</c:v>
                </c:pt>
                <c:pt idx="1113">
                  <c:v>38923</c:v>
                </c:pt>
                <c:pt idx="1114">
                  <c:v>38924</c:v>
                </c:pt>
                <c:pt idx="1115">
                  <c:v>38925</c:v>
                </c:pt>
                <c:pt idx="1116">
                  <c:v>38926</c:v>
                </c:pt>
                <c:pt idx="1117">
                  <c:v>38929</c:v>
                </c:pt>
                <c:pt idx="1118">
                  <c:v>38930</c:v>
                </c:pt>
                <c:pt idx="1119">
                  <c:v>38931</c:v>
                </c:pt>
                <c:pt idx="1120">
                  <c:v>38932</c:v>
                </c:pt>
                <c:pt idx="1121">
                  <c:v>38933</c:v>
                </c:pt>
                <c:pt idx="1122">
                  <c:v>38936</c:v>
                </c:pt>
                <c:pt idx="1123">
                  <c:v>38937</c:v>
                </c:pt>
                <c:pt idx="1124">
                  <c:v>38938</c:v>
                </c:pt>
                <c:pt idx="1125">
                  <c:v>38939</c:v>
                </c:pt>
                <c:pt idx="1126">
                  <c:v>38940</c:v>
                </c:pt>
                <c:pt idx="1127">
                  <c:v>38943</c:v>
                </c:pt>
                <c:pt idx="1128">
                  <c:v>38944</c:v>
                </c:pt>
                <c:pt idx="1129">
                  <c:v>38945</c:v>
                </c:pt>
                <c:pt idx="1130">
                  <c:v>38946</c:v>
                </c:pt>
                <c:pt idx="1131">
                  <c:v>38947</c:v>
                </c:pt>
                <c:pt idx="1132">
                  <c:v>38950</c:v>
                </c:pt>
                <c:pt idx="1133">
                  <c:v>38951</c:v>
                </c:pt>
                <c:pt idx="1134">
                  <c:v>38952</c:v>
                </c:pt>
                <c:pt idx="1135">
                  <c:v>38953</c:v>
                </c:pt>
                <c:pt idx="1136">
                  <c:v>38954</c:v>
                </c:pt>
                <c:pt idx="1137">
                  <c:v>38957</c:v>
                </c:pt>
                <c:pt idx="1138">
                  <c:v>38958</c:v>
                </c:pt>
                <c:pt idx="1139">
                  <c:v>38959</c:v>
                </c:pt>
                <c:pt idx="1140">
                  <c:v>38960</c:v>
                </c:pt>
                <c:pt idx="1141">
                  <c:v>38961</c:v>
                </c:pt>
                <c:pt idx="1142">
                  <c:v>38964</c:v>
                </c:pt>
                <c:pt idx="1143">
                  <c:v>38965</c:v>
                </c:pt>
                <c:pt idx="1144">
                  <c:v>38966</c:v>
                </c:pt>
                <c:pt idx="1145">
                  <c:v>38968</c:v>
                </c:pt>
                <c:pt idx="1146">
                  <c:v>38971</c:v>
                </c:pt>
                <c:pt idx="1147">
                  <c:v>38972</c:v>
                </c:pt>
                <c:pt idx="1148">
                  <c:v>38973</c:v>
                </c:pt>
                <c:pt idx="1149">
                  <c:v>38974</c:v>
                </c:pt>
                <c:pt idx="1150">
                  <c:v>38975</c:v>
                </c:pt>
                <c:pt idx="1151">
                  <c:v>38978</c:v>
                </c:pt>
                <c:pt idx="1152">
                  <c:v>38979</c:v>
                </c:pt>
                <c:pt idx="1153">
                  <c:v>38980</c:v>
                </c:pt>
                <c:pt idx="1154">
                  <c:v>38981</c:v>
                </c:pt>
                <c:pt idx="1155">
                  <c:v>38982</c:v>
                </c:pt>
                <c:pt idx="1156">
                  <c:v>38985</c:v>
                </c:pt>
                <c:pt idx="1157">
                  <c:v>38986</c:v>
                </c:pt>
                <c:pt idx="1158">
                  <c:v>38987</c:v>
                </c:pt>
                <c:pt idx="1159">
                  <c:v>38988</c:v>
                </c:pt>
                <c:pt idx="1160">
                  <c:v>38989</c:v>
                </c:pt>
                <c:pt idx="1161">
                  <c:v>38992</c:v>
                </c:pt>
                <c:pt idx="1162">
                  <c:v>38993</c:v>
                </c:pt>
                <c:pt idx="1163">
                  <c:v>38994</c:v>
                </c:pt>
                <c:pt idx="1164">
                  <c:v>38995</c:v>
                </c:pt>
                <c:pt idx="1165">
                  <c:v>38996</c:v>
                </c:pt>
                <c:pt idx="1166">
                  <c:v>38999</c:v>
                </c:pt>
                <c:pt idx="1167">
                  <c:v>39000</c:v>
                </c:pt>
                <c:pt idx="1168">
                  <c:v>39001</c:v>
                </c:pt>
                <c:pt idx="1169">
                  <c:v>39003</c:v>
                </c:pt>
                <c:pt idx="1170">
                  <c:v>39006</c:v>
                </c:pt>
                <c:pt idx="1171">
                  <c:v>39007</c:v>
                </c:pt>
                <c:pt idx="1172">
                  <c:v>39008</c:v>
                </c:pt>
                <c:pt idx="1173">
                  <c:v>39009</c:v>
                </c:pt>
                <c:pt idx="1174">
                  <c:v>39010</c:v>
                </c:pt>
                <c:pt idx="1175">
                  <c:v>39013</c:v>
                </c:pt>
                <c:pt idx="1176">
                  <c:v>39014</c:v>
                </c:pt>
                <c:pt idx="1177">
                  <c:v>39015</c:v>
                </c:pt>
                <c:pt idx="1178">
                  <c:v>39016</c:v>
                </c:pt>
                <c:pt idx="1179">
                  <c:v>39017</c:v>
                </c:pt>
                <c:pt idx="1180">
                  <c:v>39020</c:v>
                </c:pt>
                <c:pt idx="1181">
                  <c:v>39021</c:v>
                </c:pt>
                <c:pt idx="1182">
                  <c:v>39022</c:v>
                </c:pt>
                <c:pt idx="1183">
                  <c:v>39024</c:v>
                </c:pt>
                <c:pt idx="1184">
                  <c:v>39027</c:v>
                </c:pt>
                <c:pt idx="1185">
                  <c:v>39028</c:v>
                </c:pt>
                <c:pt idx="1186">
                  <c:v>39029</c:v>
                </c:pt>
                <c:pt idx="1187">
                  <c:v>39030</c:v>
                </c:pt>
                <c:pt idx="1188">
                  <c:v>39031</c:v>
                </c:pt>
                <c:pt idx="1189">
                  <c:v>39034</c:v>
                </c:pt>
                <c:pt idx="1190">
                  <c:v>39035</c:v>
                </c:pt>
                <c:pt idx="1191">
                  <c:v>39037</c:v>
                </c:pt>
                <c:pt idx="1192">
                  <c:v>39038</c:v>
                </c:pt>
                <c:pt idx="1193">
                  <c:v>39042</c:v>
                </c:pt>
                <c:pt idx="1194">
                  <c:v>39043</c:v>
                </c:pt>
                <c:pt idx="1195">
                  <c:v>39044</c:v>
                </c:pt>
                <c:pt idx="1196">
                  <c:v>39045</c:v>
                </c:pt>
                <c:pt idx="1197">
                  <c:v>39048</c:v>
                </c:pt>
                <c:pt idx="1198">
                  <c:v>39049</c:v>
                </c:pt>
                <c:pt idx="1199">
                  <c:v>39050</c:v>
                </c:pt>
                <c:pt idx="1200">
                  <c:v>39051</c:v>
                </c:pt>
                <c:pt idx="1201">
                  <c:v>39052</c:v>
                </c:pt>
                <c:pt idx="1202">
                  <c:v>39055</c:v>
                </c:pt>
                <c:pt idx="1203">
                  <c:v>39056</c:v>
                </c:pt>
                <c:pt idx="1204">
                  <c:v>39057</c:v>
                </c:pt>
                <c:pt idx="1205">
                  <c:v>39058</c:v>
                </c:pt>
                <c:pt idx="1206">
                  <c:v>39059</c:v>
                </c:pt>
                <c:pt idx="1207">
                  <c:v>39062</c:v>
                </c:pt>
                <c:pt idx="1208">
                  <c:v>39063</c:v>
                </c:pt>
                <c:pt idx="1209">
                  <c:v>39064</c:v>
                </c:pt>
                <c:pt idx="1210">
                  <c:v>39065</c:v>
                </c:pt>
                <c:pt idx="1211">
                  <c:v>39066</c:v>
                </c:pt>
                <c:pt idx="1212">
                  <c:v>39069</c:v>
                </c:pt>
                <c:pt idx="1213">
                  <c:v>39070</c:v>
                </c:pt>
                <c:pt idx="1214">
                  <c:v>39071</c:v>
                </c:pt>
                <c:pt idx="1215">
                  <c:v>39072</c:v>
                </c:pt>
                <c:pt idx="1216">
                  <c:v>39073</c:v>
                </c:pt>
                <c:pt idx="1217">
                  <c:v>39077</c:v>
                </c:pt>
                <c:pt idx="1218">
                  <c:v>39078</c:v>
                </c:pt>
                <c:pt idx="1219">
                  <c:v>39079</c:v>
                </c:pt>
                <c:pt idx="1220">
                  <c:v>39084</c:v>
                </c:pt>
                <c:pt idx="1221">
                  <c:v>39085</c:v>
                </c:pt>
                <c:pt idx="1222">
                  <c:v>39086</c:v>
                </c:pt>
                <c:pt idx="1223">
                  <c:v>39087</c:v>
                </c:pt>
                <c:pt idx="1224">
                  <c:v>39090</c:v>
                </c:pt>
                <c:pt idx="1225">
                  <c:v>39091</c:v>
                </c:pt>
                <c:pt idx="1226">
                  <c:v>39092</c:v>
                </c:pt>
                <c:pt idx="1227">
                  <c:v>39093</c:v>
                </c:pt>
                <c:pt idx="1228">
                  <c:v>39094</c:v>
                </c:pt>
                <c:pt idx="1229">
                  <c:v>39097</c:v>
                </c:pt>
                <c:pt idx="1230">
                  <c:v>39098</c:v>
                </c:pt>
                <c:pt idx="1231">
                  <c:v>39099</c:v>
                </c:pt>
                <c:pt idx="1232">
                  <c:v>39100</c:v>
                </c:pt>
                <c:pt idx="1233">
                  <c:v>39101</c:v>
                </c:pt>
                <c:pt idx="1234">
                  <c:v>39104</c:v>
                </c:pt>
                <c:pt idx="1235">
                  <c:v>39105</c:v>
                </c:pt>
                <c:pt idx="1236">
                  <c:v>39106</c:v>
                </c:pt>
                <c:pt idx="1237">
                  <c:v>39108</c:v>
                </c:pt>
                <c:pt idx="1238">
                  <c:v>39111</c:v>
                </c:pt>
                <c:pt idx="1239">
                  <c:v>39112</c:v>
                </c:pt>
                <c:pt idx="1240">
                  <c:v>39113</c:v>
                </c:pt>
                <c:pt idx="1241">
                  <c:v>39114</c:v>
                </c:pt>
                <c:pt idx="1242">
                  <c:v>39115</c:v>
                </c:pt>
                <c:pt idx="1243">
                  <c:v>39118</c:v>
                </c:pt>
                <c:pt idx="1244">
                  <c:v>39119</c:v>
                </c:pt>
                <c:pt idx="1245">
                  <c:v>39120</c:v>
                </c:pt>
                <c:pt idx="1246">
                  <c:v>39121</c:v>
                </c:pt>
                <c:pt idx="1247">
                  <c:v>39122</c:v>
                </c:pt>
                <c:pt idx="1248">
                  <c:v>39125</c:v>
                </c:pt>
                <c:pt idx="1249">
                  <c:v>39126</c:v>
                </c:pt>
                <c:pt idx="1250">
                  <c:v>39127</c:v>
                </c:pt>
                <c:pt idx="1251">
                  <c:v>39128</c:v>
                </c:pt>
                <c:pt idx="1252">
                  <c:v>39129</c:v>
                </c:pt>
                <c:pt idx="1253">
                  <c:v>39134</c:v>
                </c:pt>
                <c:pt idx="1254">
                  <c:v>39135</c:v>
                </c:pt>
                <c:pt idx="1255">
                  <c:v>39136</c:v>
                </c:pt>
                <c:pt idx="1256">
                  <c:v>39139</c:v>
                </c:pt>
                <c:pt idx="1257">
                  <c:v>39140</c:v>
                </c:pt>
                <c:pt idx="1258">
                  <c:v>39141</c:v>
                </c:pt>
                <c:pt idx="1259">
                  <c:v>39142</c:v>
                </c:pt>
                <c:pt idx="1260">
                  <c:v>39143</c:v>
                </c:pt>
                <c:pt idx="1261">
                  <c:v>39146</c:v>
                </c:pt>
                <c:pt idx="1262">
                  <c:v>39147</c:v>
                </c:pt>
                <c:pt idx="1263">
                  <c:v>39148</c:v>
                </c:pt>
                <c:pt idx="1264">
                  <c:v>39149</c:v>
                </c:pt>
                <c:pt idx="1265">
                  <c:v>39150</c:v>
                </c:pt>
                <c:pt idx="1266">
                  <c:v>39153</c:v>
                </c:pt>
                <c:pt idx="1267">
                  <c:v>39154</c:v>
                </c:pt>
                <c:pt idx="1268">
                  <c:v>39155</c:v>
                </c:pt>
                <c:pt idx="1269">
                  <c:v>39156</c:v>
                </c:pt>
                <c:pt idx="1270">
                  <c:v>39157</c:v>
                </c:pt>
                <c:pt idx="1271">
                  <c:v>39160</c:v>
                </c:pt>
                <c:pt idx="1272">
                  <c:v>39161</c:v>
                </c:pt>
                <c:pt idx="1273">
                  <c:v>39162</c:v>
                </c:pt>
                <c:pt idx="1274">
                  <c:v>39163</c:v>
                </c:pt>
                <c:pt idx="1275">
                  <c:v>39164</c:v>
                </c:pt>
                <c:pt idx="1276">
                  <c:v>39167</c:v>
                </c:pt>
                <c:pt idx="1277">
                  <c:v>39168</c:v>
                </c:pt>
                <c:pt idx="1278">
                  <c:v>39169</c:v>
                </c:pt>
                <c:pt idx="1279">
                  <c:v>39170</c:v>
                </c:pt>
                <c:pt idx="1280">
                  <c:v>39171</c:v>
                </c:pt>
                <c:pt idx="1281">
                  <c:v>39174</c:v>
                </c:pt>
                <c:pt idx="1282">
                  <c:v>39175</c:v>
                </c:pt>
                <c:pt idx="1283">
                  <c:v>39176</c:v>
                </c:pt>
                <c:pt idx="1284">
                  <c:v>39177</c:v>
                </c:pt>
                <c:pt idx="1285">
                  <c:v>39181</c:v>
                </c:pt>
                <c:pt idx="1286">
                  <c:v>39182</c:v>
                </c:pt>
                <c:pt idx="1287">
                  <c:v>39183</c:v>
                </c:pt>
                <c:pt idx="1288">
                  <c:v>39184</c:v>
                </c:pt>
                <c:pt idx="1289">
                  <c:v>39185</c:v>
                </c:pt>
                <c:pt idx="1290">
                  <c:v>39188</c:v>
                </c:pt>
                <c:pt idx="1291">
                  <c:v>39189</c:v>
                </c:pt>
                <c:pt idx="1292">
                  <c:v>39190</c:v>
                </c:pt>
                <c:pt idx="1293">
                  <c:v>39191</c:v>
                </c:pt>
                <c:pt idx="1294">
                  <c:v>39192</c:v>
                </c:pt>
                <c:pt idx="1295">
                  <c:v>39195</c:v>
                </c:pt>
                <c:pt idx="1296">
                  <c:v>39196</c:v>
                </c:pt>
                <c:pt idx="1297">
                  <c:v>39197</c:v>
                </c:pt>
                <c:pt idx="1298">
                  <c:v>39198</c:v>
                </c:pt>
                <c:pt idx="1299">
                  <c:v>39199</c:v>
                </c:pt>
                <c:pt idx="1300">
                  <c:v>39202</c:v>
                </c:pt>
                <c:pt idx="1301">
                  <c:v>39204</c:v>
                </c:pt>
                <c:pt idx="1302">
                  <c:v>39205</c:v>
                </c:pt>
                <c:pt idx="1303">
                  <c:v>39206</c:v>
                </c:pt>
                <c:pt idx="1304">
                  <c:v>39209</c:v>
                </c:pt>
                <c:pt idx="1305">
                  <c:v>39210</c:v>
                </c:pt>
                <c:pt idx="1306">
                  <c:v>39211</c:v>
                </c:pt>
                <c:pt idx="1307">
                  <c:v>39212</c:v>
                </c:pt>
                <c:pt idx="1308">
                  <c:v>39213</c:v>
                </c:pt>
                <c:pt idx="1309">
                  <c:v>39216</c:v>
                </c:pt>
                <c:pt idx="1310">
                  <c:v>39217</c:v>
                </c:pt>
                <c:pt idx="1311">
                  <c:v>39218</c:v>
                </c:pt>
                <c:pt idx="1312">
                  <c:v>39219</c:v>
                </c:pt>
                <c:pt idx="1313">
                  <c:v>39220</c:v>
                </c:pt>
                <c:pt idx="1314">
                  <c:v>39223</c:v>
                </c:pt>
                <c:pt idx="1315">
                  <c:v>39224</c:v>
                </c:pt>
                <c:pt idx="1316">
                  <c:v>39225</c:v>
                </c:pt>
                <c:pt idx="1317">
                  <c:v>39226</c:v>
                </c:pt>
                <c:pt idx="1318">
                  <c:v>39227</c:v>
                </c:pt>
                <c:pt idx="1319">
                  <c:v>39230</c:v>
                </c:pt>
                <c:pt idx="1320">
                  <c:v>39231</c:v>
                </c:pt>
                <c:pt idx="1321">
                  <c:v>39232</c:v>
                </c:pt>
                <c:pt idx="1322">
                  <c:v>39233</c:v>
                </c:pt>
                <c:pt idx="1323">
                  <c:v>39234</c:v>
                </c:pt>
                <c:pt idx="1324">
                  <c:v>39237</c:v>
                </c:pt>
                <c:pt idx="1325">
                  <c:v>39238</c:v>
                </c:pt>
                <c:pt idx="1326">
                  <c:v>39239</c:v>
                </c:pt>
                <c:pt idx="1327">
                  <c:v>39241</c:v>
                </c:pt>
                <c:pt idx="1328">
                  <c:v>39244</c:v>
                </c:pt>
                <c:pt idx="1329">
                  <c:v>39245</c:v>
                </c:pt>
                <c:pt idx="1330">
                  <c:v>39246</c:v>
                </c:pt>
                <c:pt idx="1331">
                  <c:v>39247</c:v>
                </c:pt>
                <c:pt idx="1332">
                  <c:v>39248</c:v>
                </c:pt>
                <c:pt idx="1333">
                  <c:v>39251</c:v>
                </c:pt>
                <c:pt idx="1334">
                  <c:v>39252</c:v>
                </c:pt>
                <c:pt idx="1335">
                  <c:v>39253</c:v>
                </c:pt>
                <c:pt idx="1336">
                  <c:v>39254</c:v>
                </c:pt>
                <c:pt idx="1337">
                  <c:v>39255</c:v>
                </c:pt>
                <c:pt idx="1338">
                  <c:v>39258</c:v>
                </c:pt>
                <c:pt idx="1339">
                  <c:v>39259</c:v>
                </c:pt>
                <c:pt idx="1340">
                  <c:v>39260</c:v>
                </c:pt>
                <c:pt idx="1341">
                  <c:v>39261</c:v>
                </c:pt>
                <c:pt idx="1342">
                  <c:v>39262</c:v>
                </c:pt>
                <c:pt idx="1343">
                  <c:v>39265</c:v>
                </c:pt>
                <c:pt idx="1344">
                  <c:v>39266</c:v>
                </c:pt>
                <c:pt idx="1345">
                  <c:v>39267</c:v>
                </c:pt>
                <c:pt idx="1346">
                  <c:v>39268</c:v>
                </c:pt>
                <c:pt idx="1347">
                  <c:v>39269</c:v>
                </c:pt>
                <c:pt idx="1348">
                  <c:v>39273</c:v>
                </c:pt>
                <c:pt idx="1349">
                  <c:v>39274</c:v>
                </c:pt>
                <c:pt idx="1350">
                  <c:v>39275</c:v>
                </c:pt>
                <c:pt idx="1351">
                  <c:v>39276</c:v>
                </c:pt>
                <c:pt idx="1352">
                  <c:v>39279</c:v>
                </c:pt>
                <c:pt idx="1353">
                  <c:v>39280</c:v>
                </c:pt>
                <c:pt idx="1354">
                  <c:v>39281</c:v>
                </c:pt>
                <c:pt idx="1355">
                  <c:v>39282</c:v>
                </c:pt>
                <c:pt idx="1356">
                  <c:v>39283</c:v>
                </c:pt>
                <c:pt idx="1357">
                  <c:v>39286</c:v>
                </c:pt>
                <c:pt idx="1358">
                  <c:v>39287</c:v>
                </c:pt>
                <c:pt idx="1359">
                  <c:v>39288</c:v>
                </c:pt>
                <c:pt idx="1360">
                  <c:v>39289</c:v>
                </c:pt>
                <c:pt idx="1361">
                  <c:v>39290</c:v>
                </c:pt>
                <c:pt idx="1362">
                  <c:v>39293</c:v>
                </c:pt>
                <c:pt idx="1363">
                  <c:v>39294</c:v>
                </c:pt>
                <c:pt idx="1364">
                  <c:v>39295</c:v>
                </c:pt>
                <c:pt idx="1365">
                  <c:v>39296</c:v>
                </c:pt>
                <c:pt idx="1366">
                  <c:v>39297</c:v>
                </c:pt>
                <c:pt idx="1367">
                  <c:v>39300</c:v>
                </c:pt>
                <c:pt idx="1368">
                  <c:v>39301</c:v>
                </c:pt>
                <c:pt idx="1369">
                  <c:v>39302</c:v>
                </c:pt>
                <c:pt idx="1370">
                  <c:v>39303</c:v>
                </c:pt>
                <c:pt idx="1371">
                  <c:v>39304</c:v>
                </c:pt>
                <c:pt idx="1372">
                  <c:v>39307</c:v>
                </c:pt>
                <c:pt idx="1373">
                  <c:v>39308</c:v>
                </c:pt>
                <c:pt idx="1374">
                  <c:v>39309</c:v>
                </c:pt>
                <c:pt idx="1375">
                  <c:v>39310</c:v>
                </c:pt>
                <c:pt idx="1376">
                  <c:v>39311</c:v>
                </c:pt>
                <c:pt idx="1377">
                  <c:v>39314</c:v>
                </c:pt>
                <c:pt idx="1378">
                  <c:v>39315</c:v>
                </c:pt>
                <c:pt idx="1379">
                  <c:v>39316</c:v>
                </c:pt>
                <c:pt idx="1380">
                  <c:v>39317</c:v>
                </c:pt>
                <c:pt idx="1381">
                  <c:v>39318</c:v>
                </c:pt>
                <c:pt idx="1382">
                  <c:v>39321</c:v>
                </c:pt>
                <c:pt idx="1383">
                  <c:v>39322</c:v>
                </c:pt>
                <c:pt idx="1384">
                  <c:v>39323</c:v>
                </c:pt>
                <c:pt idx="1385">
                  <c:v>39324</c:v>
                </c:pt>
                <c:pt idx="1386">
                  <c:v>39325</c:v>
                </c:pt>
                <c:pt idx="1387">
                  <c:v>39328</c:v>
                </c:pt>
                <c:pt idx="1388">
                  <c:v>39329</c:v>
                </c:pt>
                <c:pt idx="1389">
                  <c:v>39330</c:v>
                </c:pt>
                <c:pt idx="1390">
                  <c:v>39331</c:v>
                </c:pt>
                <c:pt idx="1391">
                  <c:v>39335</c:v>
                </c:pt>
                <c:pt idx="1392">
                  <c:v>39336</c:v>
                </c:pt>
                <c:pt idx="1393">
                  <c:v>39337</c:v>
                </c:pt>
                <c:pt idx="1394">
                  <c:v>39338</c:v>
                </c:pt>
                <c:pt idx="1395">
                  <c:v>39339</c:v>
                </c:pt>
                <c:pt idx="1396">
                  <c:v>39342</c:v>
                </c:pt>
                <c:pt idx="1397">
                  <c:v>39343</c:v>
                </c:pt>
                <c:pt idx="1398">
                  <c:v>39344</c:v>
                </c:pt>
                <c:pt idx="1399">
                  <c:v>39345</c:v>
                </c:pt>
                <c:pt idx="1400">
                  <c:v>39346</c:v>
                </c:pt>
                <c:pt idx="1401">
                  <c:v>39349</c:v>
                </c:pt>
                <c:pt idx="1402">
                  <c:v>39350</c:v>
                </c:pt>
                <c:pt idx="1403">
                  <c:v>39351</c:v>
                </c:pt>
                <c:pt idx="1404">
                  <c:v>39352</c:v>
                </c:pt>
                <c:pt idx="1405">
                  <c:v>39353</c:v>
                </c:pt>
                <c:pt idx="1406">
                  <c:v>39356</c:v>
                </c:pt>
                <c:pt idx="1407">
                  <c:v>39357</c:v>
                </c:pt>
                <c:pt idx="1408">
                  <c:v>39358</c:v>
                </c:pt>
                <c:pt idx="1409">
                  <c:v>39359</c:v>
                </c:pt>
                <c:pt idx="1410">
                  <c:v>39360</c:v>
                </c:pt>
                <c:pt idx="1411">
                  <c:v>39363</c:v>
                </c:pt>
                <c:pt idx="1412">
                  <c:v>39364</c:v>
                </c:pt>
                <c:pt idx="1413">
                  <c:v>39365</c:v>
                </c:pt>
                <c:pt idx="1414">
                  <c:v>39366</c:v>
                </c:pt>
                <c:pt idx="1415">
                  <c:v>39370</c:v>
                </c:pt>
                <c:pt idx="1416">
                  <c:v>39371</c:v>
                </c:pt>
                <c:pt idx="1417">
                  <c:v>39372</c:v>
                </c:pt>
                <c:pt idx="1418">
                  <c:v>39373</c:v>
                </c:pt>
                <c:pt idx="1419">
                  <c:v>39374</c:v>
                </c:pt>
                <c:pt idx="1420">
                  <c:v>39377</c:v>
                </c:pt>
                <c:pt idx="1421">
                  <c:v>39378</c:v>
                </c:pt>
                <c:pt idx="1422">
                  <c:v>39379</c:v>
                </c:pt>
                <c:pt idx="1423">
                  <c:v>39380</c:v>
                </c:pt>
                <c:pt idx="1424">
                  <c:v>39381</c:v>
                </c:pt>
                <c:pt idx="1425">
                  <c:v>39384</c:v>
                </c:pt>
                <c:pt idx="1426">
                  <c:v>39385</c:v>
                </c:pt>
                <c:pt idx="1427">
                  <c:v>39386</c:v>
                </c:pt>
                <c:pt idx="1428">
                  <c:v>39387</c:v>
                </c:pt>
                <c:pt idx="1429">
                  <c:v>39391</c:v>
                </c:pt>
                <c:pt idx="1430">
                  <c:v>39392</c:v>
                </c:pt>
                <c:pt idx="1431">
                  <c:v>39393</c:v>
                </c:pt>
                <c:pt idx="1432">
                  <c:v>39394</c:v>
                </c:pt>
                <c:pt idx="1433">
                  <c:v>39395</c:v>
                </c:pt>
                <c:pt idx="1434">
                  <c:v>39398</c:v>
                </c:pt>
                <c:pt idx="1435">
                  <c:v>39399</c:v>
                </c:pt>
                <c:pt idx="1436">
                  <c:v>39400</c:v>
                </c:pt>
                <c:pt idx="1437">
                  <c:v>39402</c:v>
                </c:pt>
                <c:pt idx="1438">
                  <c:v>39405</c:v>
                </c:pt>
                <c:pt idx="1439">
                  <c:v>39407</c:v>
                </c:pt>
                <c:pt idx="1440">
                  <c:v>39408</c:v>
                </c:pt>
                <c:pt idx="1441">
                  <c:v>39409</c:v>
                </c:pt>
                <c:pt idx="1442">
                  <c:v>39412</c:v>
                </c:pt>
                <c:pt idx="1443">
                  <c:v>39413</c:v>
                </c:pt>
                <c:pt idx="1444">
                  <c:v>39414</c:v>
                </c:pt>
                <c:pt idx="1445">
                  <c:v>39415</c:v>
                </c:pt>
                <c:pt idx="1446">
                  <c:v>39416</c:v>
                </c:pt>
                <c:pt idx="1447">
                  <c:v>39419</c:v>
                </c:pt>
                <c:pt idx="1448">
                  <c:v>39420</c:v>
                </c:pt>
                <c:pt idx="1449">
                  <c:v>39421</c:v>
                </c:pt>
                <c:pt idx="1450">
                  <c:v>39422</c:v>
                </c:pt>
                <c:pt idx="1451">
                  <c:v>39423</c:v>
                </c:pt>
                <c:pt idx="1452">
                  <c:v>39426</c:v>
                </c:pt>
                <c:pt idx="1453">
                  <c:v>39427</c:v>
                </c:pt>
                <c:pt idx="1454">
                  <c:v>39428</c:v>
                </c:pt>
                <c:pt idx="1455">
                  <c:v>39429</c:v>
                </c:pt>
                <c:pt idx="1456">
                  <c:v>39430</c:v>
                </c:pt>
                <c:pt idx="1457">
                  <c:v>39433</c:v>
                </c:pt>
                <c:pt idx="1458">
                  <c:v>39434</c:v>
                </c:pt>
                <c:pt idx="1459">
                  <c:v>39435</c:v>
                </c:pt>
                <c:pt idx="1460">
                  <c:v>39436</c:v>
                </c:pt>
                <c:pt idx="1461">
                  <c:v>39437</c:v>
                </c:pt>
                <c:pt idx="1462">
                  <c:v>39442</c:v>
                </c:pt>
                <c:pt idx="1463">
                  <c:v>39443</c:v>
                </c:pt>
                <c:pt idx="1464">
                  <c:v>39444</c:v>
                </c:pt>
                <c:pt idx="1465">
                  <c:v>39449</c:v>
                </c:pt>
                <c:pt idx="1466">
                  <c:v>39450</c:v>
                </c:pt>
                <c:pt idx="1467">
                  <c:v>39451</c:v>
                </c:pt>
                <c:pt idx="1468">
                  <c:v>39454</c:v>
                </c:pt>
                <c:pt idx="1469">
                  <c:v>39455</c:v>
                </c:pt>
                <c:pt idx="1470">
                  <c:v>39456</c:v>
                </c:pt>
                <c:pt idx="1471">
                  <c:v>39457</c:v>
                </c:pt>
                <c:pt idx="1472">
                  <c:v>39458</c:v>
                </c:pt>
                <c:pt idx="1473">
                  <c:v>39461</c:v>
                </c:pt>
                <c:pt idx="1474">
                  <c:v>39462</c:v>
                </c:pt>
                <c:pt idx="1475">
                  <c:v>39463</c:v>
                </c:pt>
                <c:pt idx="1476">
                  <c:v>39464</c:v>
                </c:pt>
                <c:pt idx="1477">
                  <c:v>39465</c:v>
                </c:pt>
                <c:pt idx="1478">
                  <c:v>39468</c:v>
                </c:pt>
                <c:pt idx="1479">
                  <c:v>39469</c:v>
                </c:pt>
                <c:pt idx="1480">
                  <c:v>39470</c:v>
                </c:pt>
                <c:pt idx="1481">
                  <c:v>39471</c:v>
                </c:pt>
                <c:pt idx="1482">
                  <c:v>39475</c:v>
                </c:pt>
                <c:pt idx="1483">
                  <c:v>39476</c:v>
                </c:pt>
                <c:pt idx="1484">
                  <c:v>39477</c:v>
                </c:pt>
                <c:pt idx="1485">
                  <c:v>39478</c:v>
                </c:pt>
                <c:pt idx="1486">
                  <c:v>39479</c:v>
                </c:pt>
                <c:pt idx="1487">
                  <c:v>39484</c:v>
                </c:pt>
                <c:pt idx="1488">
                  <c:v>39485</c:v>
                </c:pt>
                <c:pt idx="1489">
                  <c:v>39486</c:v>
                </c:pt>
                <c:pt idx="1490">
                  <c:v>39489</c:v>
                </c:pt>
                <c:pt idx="1491">
                  <c:v>39490</c:v>
                </c:pt>
                <c:pt idx="1492">
                  <c:v>39491</c:v>
                </c:pt>
                <c:pt idx="1493">
                  <c:v>39492</c:v>
                </c:pt>
                <c:pt idx="1494">
                  <c:v>39493</c:v>
                </c:pt>
                <c:pt idx="1495">
                  <c:v>39496</c:v>
                </c:pt>
                <c:pt idx="1496">
                  <c:v>39497</c:v>
                </c:pt>
                <c:pt idx="1497">
                  <c:v>39498</c:v>
                </c:pt>
                <c:pt idx="1498">
                  <c:v>39499</c:v>
                </c:pt>
                <c:pt idx="1499">
                  <c:v>39500</c:v>
                </c:pt>
                <c:pt idx="1500">
                  <c:v>39503</c:v>
                </c:pt>
                <c:pt idx="1501">
                  <c:v>39504</c:v>
                </c:pt>
                <c:pt idx="1502">
                  <c:v>39505</c:v>
                </c:pt>
                <c:pt idx="1503">
                  <c:v>39506</c:v>
                </c:pt>
                <c:pt idx="1504">
                  <c:v>39507</c:v>
                </c:pt>
                <c:pt idx="1505">
                  <c:v>39510</c:v>
                </c:pt>
                <c:pt idx="1506">
                  <c:v>39511</c:v>
                </c:pt>
                <c:pt idx="1507">
                  <c:v>39512</c:v>
                </c:pt>
                <c:pt idx="1508">
                  <c:v>39513</c:v>
                </c:pt>
                <c:pt idx="1509">
                  <c:v>39514</c:v>
                </c:pt>
                <c:pt idx="1510">
                  <c:v>39517</c:v>
                </c:pt>
                <c:pt idx="1511">
                  <c:v>39518</c:v>
                </c:pt>
                <c:pt idx="1512">
                  <c:v>39519</c:v>
                </c:pt>
                <c:pt idx="1513">
                  <c:v>39520</c:v>
                </c:pt>
                <c:pt idx="1514">
                  <c:v>39521</c:v>
                </c:pt>
                <c:pt idx="1515">
                  <c:v>39524</c:v>
                </c:pt>
                <c:pt idx="1516">
                  <c:v>39525</c:v>
                </c:pt>
                <c:pt idx="1517">
                  <c:v>39526</c:v>
                </c:pt>
                <c:pt idx="1518">
                  <c:v>39527</c:v>
                </c:pt>
                <c:pt idx="1519">
                  <c:v>39531</c:v>
                </c:pt>
                <c:pt idx="1520">
                  <c:v>39532</c:v>
                </c:pt>
                <c:pt idx="1521">
                  <c:v>39533</c:v>
                </c:pt>
                <c:pt idx="1522">
                  <c:v>39534</c:v>
                </c:pt>
                <c:pt idx="1523">
                  <c:v>39535</c:v>
                </c:pt>
                <c:pt idx="1524">
                  <c:v>39538</c:v>
                </c:pt>
                <c:pt idx="1525">
                  <c:v>39539</c:v>
                </c:pt>
                <c:pt idx="1526">
                  <c:v>39540</c:v>
                </c:pt>
                <c:pt idx="1527">
                  <c:v>39541</c:v>
                </c:pt>
                <c:pt idx="1528">
                  <c:v>39542</c:v>
                </c:pt>
                <c:pt idx="1529">
                  <c:v>39545</c:v>
                </c:pt>
                <c:pt idx="1530">
                  <c:v>39546</c:v>
                </c:pt>
                <c:pt idx="1531">
                  <c:v>39547</c:v>
                </c:pt>
                <c:pt idx="1532">
                  <c:v>39548</c:v>
                </c:pt>
                <c:pt idx="1533">
                  <c:v>39549</c:v>
                </c:pt>
                <c:pt idx="1534">
                  <c:v>39552</c:v>
                </c:pt>
                <c:pt idx="1535">
                  <c:v>39553</c:v>
                </c:pt>
                <c:pt idx="1536">
                  <c:v>39554</c:v>
                </c:pt>
                <c:pt idx="1537">
                  <c:v>39555</c:v>
                </c:pt>
                <c:pt idx="1538">
                  <c:v>39556</c:v>
                </c:pt>
                <c:pt idx="1539">
                  <c:v>39560</c:v>
                </c:pt>
                <c:pt idx="1540">
                  <c:v>39561</c:v>
                </c:pt>
                <c:pt idx="1541">
                  <c:v>39562</c:v>
                </c:pt>
                <c:pt idx="1542">
                  <c:v>39563</c:v>
                </c:pt>
                <c:pt idx="1543">
                  <c:v>39566</c:v>
                </c:pt>
                <c:pt idx="1544">
                  <c:v>39567</c:v>
                </c:pt>
                <c:pt idx="1545">
                  <c:v>39568</c:v>
                </c:pt>
                <c:pt idx="1546">
                  <c:v>39570</c:v>
                </c:pt>
                <c:pt idx="1547">
                  <c:v>39573</c:v>
                </c:pt>
                <c:pt idx="1548">
                  <c:v>39574</c:v>
                </c:pt>
                <c:pt idx="1549">
                  <c:v>39575</c:v>
                </c:pt>
                <c:pt idx="1550">
                  <c:v>39576</c:v>
                </c:pt>
                <c:pt idx="1551">
                  <c:v>39577</c:v>
                </c:pt>
                <c:pt idx="1552">
                  <c:v>39580</c:v>
                </c:pt>
                <c:pt idx="1553">
                  <c:v>39581</c:v>
                </c:pt>
                <c:pt idx="1554">
                  <c:v>39582</c:v>
                </c:pt>
                <c:pt idx="1555">
                  <c:v>39583</c:v>
                </c:pt>
                <c:pt idx="1556">
                  <c:v>39584</c:v>
                </c:pt>
                <c:pt idx="1557">
                  <c:v>39587</c:v>
                </c:pt>
                <c:pt idx="1558">
                  <c:v>39588</c:v>
                </c:pt>
                <c:pt idx="1559">
                  <c:v>39589</c:v>
                </c:pt>
                <c:pt idx="1560">
                  <c:v>39591</c:v>
                </c:pt>
                <c:pt idx="1561">
                  <c:v>39594</c:v>
                </c:pt>
                <c:pt idx="1562">
                  <c:v>39595</c:v>
                </c:pt>
                <c:pt idx="1563">
                  <c:v>39596</c:v>
                </c:pt>
                <c:pt idx="1564">
                  <c:v>39597</c:v>
                </c:pt>
                <c:pt idx="1565">
                  <c:v>39598</c:v>
                </c:pt>
                <c:pt idx="1566">
                  <c:v>39601</c:v>
                </c:pt>
                <c:pt idx="1567">
                  <c:v>39602</c:v>
                </c:pt>
                <c:pt idx="1568">
                  <c:v>39603</c:v>
                </c:pt>
                <c:pt idx="1569">
                  <c:v>39604</c:v>
                </c:pt>
                <c:pt idx="1570">
                  <c:v>39605</c:v>
                </c:pt>
                <c:pt idx="1571">
                  <c:v>39608</c:v>
                </c:pt>
                <c:pt idx="1572">
                  <c:v>39609</c:v>
                </c:pt>
                <c:pt idx="1573">
                  <c:v>39610</c:v>
                </c:pt>
                <c:pt idx="1574">
                  <c:v>39611</c:v>
                </c:pt>
                <c:pt idx="1575">
                  <c:v>39612</c:v>
                </c:pt>
                <c:pt idx="1576">
                  <c:v>39615</c:v>
                </c:pt>
                <c:pt idx="1577">
                  <c:v>39616</c:v>
                </c:pt>
                <c:pt idx="1578">
                  <c:v>39617</c:v>
                </c:pt>
                <c:pt idx="1579">
                  <c:v>39618</c:v>
                </c:pt>
                <c:pt idx="1580">
                  <c:v>39619</c:v>
                </c:pt>
                <c:pt idx="1581">
                  <c:v>39622</c:v>
                </c:pt>
                <c:pt idx="1582">
                  <c:v>39623</c:v>
                </c:pt>
                <c:pt idx="1583">
                  <c:v>39624</c:v>
                </c:pt>
                <c:pt idx="1584">
                  <c:v>39625</c:v>
                </c:pt>
                <c:pt idx="1585">
                  <c:v>39626</c:v>
                </c:pt>
                <c:pt idx="1586">
                  <c:v>39629</c:v>
                </c:pt>
                <c:pt idx="1587">
                  <c:v>39630</c:v>
                </c:pt>
                <c:pt idx="1588">
                  <c:v>39631</c:v>
                </c:pt>
                <c:pt idx="1589">
                  <c:v>39632</c:v>
                </c:pt>
                <c:pt idx="1590">
                  <c:v>39633</c:v>
                </c:pt>
                <c:pt idx="1591">
                  <c:v>39636</c:v>
                </c:pt>
                <c:pt idx="1592">
                  <c:v>39637</c:v>
                </c:pt>
                <c:pt idx="1593">
                  <c:v>39639</c:v>
                </c:pt>
                <c:pt idx="1594">
                  <c:v>39640</c:v>
                </c:pt>
                <c:pt idx="1595">
                  <c:v>39643</c:v>
                </c:pt>
                <c:pt idx="1596">
                  <c:v>39644</c:v>
                </c:pt>
                <c:pt idx="1597">
                  <c:v>39645</c:v>
                </c:pt>
                <c:pt idx="1598">
                  <c:v>39646</c:v>
                </c:pt>
                <c:pt idx="1599">
                  <c:v>39647</c:v>
                </c:pt>
                <c:pt idx="1600">
                  <c:v>39650</c:v>
                </c:pt>
                <c:pt idx="1601">
                  <c:v>39651</c:v>
                </c:pt>
                <c:pt idx="1602">
                  <c:v>39652</c:v>
                </c:pt>
                <c:pt idx="1603">
                  <c:v>39653</c:v>
                </c:pt>
                <c:pt idx="1604">
                  <c:v>39654</c:v>
                </c:pt>
                <c:pt idx="1605">
                  <c:v>39657</c:v>
                </c:pt>
                <c:pt idx="1606">
                  <c:v>39658</c:v>
                </c:pt>
                <c:pt idx="1607">
                  <c:v>39659</c:v>
                </c:pt>
                <c:pt idx="1608">
                  <c:v>39660</c:v>
                </c:pt>
                <c:pt idx="1609">
                  <c:v>39661</c:v>
                </c:pt>
                <c:pt idx="1610">
                  <c:v>39664</c:v>
                </c:pt>
                <c:pt idx="1611">
                  <c:v>39665</c:v>
                </c:pt>
                <c:pt idx="1612">
                  <c:v>39666</c:v>
                </c:pt>
                <c:pt idx="1613">
                  <c:v>39667</c:v>
                </c:pt>
                <c:pt idx="1614">
                  <c:v>39668</c:v>
                </c:pt>
                <c:pt idx="1615">
                  <c:v>39671</c:v>
                </c:pt>
                <c:pt idx="1616">
                  <c:v>39672</c:v>
                </c:pt>
                <c:pt idx="1617">
                  <c:v>39673</c:v>
                </c:pt>
                <c:pt idx="1618">
                  <c:v>39674</c:v>
                </c:pt>
                <c:pt idx="1619">
                  <c:v>39675</c:v>
                </c:pt>
                <c:pt idx="1620">
                  <c:v>39678</c:v>
                </c:pt>
                <c:pt idx="1621">
                  <c:v>39679</c:v>
                </c:pt>
                <c:pt idx="1622">
                  <c:v>39680</c:v>
                </c:pt>
                <c:pt idx="1623">
                  <c:v>39681</c:v>
                </c:pt>
                <c:pt idx="1624">
                  <c:v>39682</c:v>
                </c:pt>
                <c:pt idx="1625">
                  <c:v>39685</c:v>
                </c:pt>
                <c:pt idx="1626">
                  <c:v>39686</c:v>
                </c:pt>
                <c:pt idx="1627">
                  <c:v>39687</c:v>
                </c:pt>
                <c:pt idx="1628">
                  <c:v>39688</c:v>
                </c:pt>
                <c:pt idx="1629">
                  <c:v>39689</c:v>
                </c:pt>
                <c:pt idx="1630">
                  <c:v>39692</c:v>
                </c:pt>
                <c:pt idx="1631">
                  <c:v>39693</c:v>
                </c:pt>
                <c:pt idx="1632">
                  <c:v>39694</c:v>
                </c:pt>
                <c:pt idx="1633">
                  <c:v>39695</c:v>
                </c:pt>
                <c:pt idx="1634">
                  <c:v>39696</c:v>
                </c:pt>
                <c:pt idx="1635">
                  <c:v>39699</c:v>
                </c:pt>
                <c:pt idx="1636">
                  <c:v>39700</c:v>
                </c:pt>
                <c:pt idx="1637">
                  <c:v>39701</c:v>
                </c:pt>
                <c:pt idx="1638">
                  <c:v>39702</c:v>
                </c:pt>
                <c:pt idx="1639">
                  <c:v>39703</c:v>
                </c:pt>
                <c:pt idx="1640">
                  <c:v>39706</c:v>
                </c:pt>
                <c:pt idx="1641">
                  <c:v>39707</c:v>
                </c:pt>
                <c:pt idx="1642">
                  <c:v>39708</c:v>
                </c:pt>
                <c:pt idx="1643">
                  <c:v>39709</c:v>
                </c:pt>
                <c:pt idx="1644">
                  <c:v>39710</c:v>
                </c:pt>
                <c:pt idx="1645">
                  <c:v>39713</c:v>
                </c:pt>
                <c:pt idx="1646">
                  <c:v>39714</c:v>
                </c:pt>
                <c:pt idx="1647">
                  <c:v>39715</c:v>
                </c:pt>
                <c:pt idx="1648">
                  <c:v>39716</c:v>
                </c:pt>
                <c:pt idx="1649">
                  <c:v>39717</c:v>
                </c:pt>
                <c:pt idx="1650">
                  <c:v>39720</c:v>
                </c:pt>
                <c:pt idx="1651">
                  <c:v>39721</c:v>
                </c:pt>
                <c:pt idx="1652">
                  <c:v>39722</c:v>
                </c:pt>
                <c:pt idx="1653">
                  <c:v>39723</c:v>
                </c:pt>
                <c:pt idx="1654">
                  <c:v>39724</c:v>
                </c:pt>
                <c:pt idx="1655">
                  <c:v>39727</c:v>
                </c:pt>
                <c:pt idx="1656">
                  <c:v>39728</c:v>
                </c:pt>
                <c:pt idx="1657">
                  <c:v>39729</c:v>
                </c:pt>
                <c:pt idx="1658">
                  <c:v>39730</c:v>
                </c:pt>
                <c:pt idx="1659">
                  <c:v>39731</c:v>
                </c:pt>
                <c:pt idx="1660">
                  <c:v>39734</c:v>
                </c:pt>
                <c:pt idx="1661">
                  <c:v>39735</c:v>
                </c:pt>
                <c:pt idx="1662">
                  <c:v>39736</c:v>
                </c:pt>
                <c:pt idx="1663">
                  <c:v>39737</c:v>
                </c:pt>
                <c:pt idx="1664">
                  <c:v>39738</c:v>
                </c:pt>
                <c:pt idx="1665">
                  <c:v>39741</c:v>
                </c:pt>
                <c:pt idx="1666">
                  <c:v>39742</c:v>
                </c:pt>
                <c:pt idx="1667">
                  <c:v>39743</c:v>
                </c:pt>
                <c:pt idx="1668">
                  <c:v>39744</c:v>
                </c:pt>
                <c:pt idx="1669">
                  <c:v>39745</c:v>
                </c:pt>
                <c:pt idx="1670">
                  <c:v>39748</c:v>
                </c:pt>
                <c:pt idx="1671">
                  <c:v>39749</c:v>
                </c:pt>
                <c:pt idx="1672">
                  <c:v>39750</c:v>
                </c:pt>
                <c:pt idx="1673">
                  <c:v>39751</c:v>
                </c:pt>
                <c:pt idx="1674">
                  <c:v>39752</c:v>
                </c:pt>
                <c:pt idx="1675">
                  <c:v>39755</c:v>
                </c:pt>
                <c:pt idx="1676">
                  <c:v>39756</c:v>
                </c:pt>
                <c:pt idx="1677">
                  <c:v>39757</c:v>
                </c:pt>
                <c:pt idx="1678">
                  <c:v>39758</c:v>
                </c:pt>
                <c:pt idx="1679">
                  <c:v>39759</c:v>
                </c:pt>
                <c:pt idx="1680">
                  <c:v>39762</c:v>
                </c:pt>
                <c:pt idx="1681">
                  <c:v>39763</c:v>
                </c:pt>
                <c:pt idx="1682">
                  <c:v>39764</c:v>
                </c:pt>
                <c:pt idx="1683">
                  <c:v>39765</c:v>
                </c:pt>
                <c:pt idx="1684">
                  <c:v>39766</c:v>
                </c:pt>
                <c:pt idx="1685">
                  <c:v>39769</c:v>
                </c:pt>
                <c:pt idx="1686">
                  <c:v>39770</c:v>
                </c:pt>
                <c:pt idx="1687">
                  <c:v>39771</c:v>
                </c:pt>
                <c:pt idx="1688">
                  <c:v>39773</c:v>
                </c:pt>
                <c:pt idx="1689">
                  <c:v>39776</c:v>
                </c:pt>
                <c:pt idx="1690">
                  <c:v>39777</c:v>
                </c:pt>
                <c:pt idx="1691">
                  <c:v>39778</c:v>
                </c:pt>
                <c:pt idx="1692">
                  <c:v>39779</c:v>
                </c:pt>
                <c:pt idx="1693">
                  <c:v>39780</c:v>
                </c:pt>
                <c:pt idx="1694">
                  <c:v>39783</c:v>
                </c:pt>
                <c:pt idx="1695">
                  <c:v>39784</c:v>
                </c:pt>
                <c:pt idx="1696">
                  <c:v>39785</c:v>
                </c:pt>
                <c:pt idx="1697">
                  <c:v>39786</c:v>
                </c:pt>
                <c:pt idx="1698">
                  <c:v>39787</c:v>
                </c:pt>
                <c:pt idx="1699">
                  <c:v>39790</c:v>
                </c:pt>
                <c:pt idx="1700">
                  <c:v>39791</c:v>
                </c:pt>
                <c:pt idx="1701">
                  <c:v>39792</c:v>
                </c:pt>
                <c:pt idx="1702">
                  <c:v>39793</c:v>
                </c:pt>
                <c:pt idx="1703">
                  <c:v>39794</c:v>
                </c:pt>
                <c:pt idx="1704">
                  <c:v>39797</c:v>
                </c:pt>
                <c:pt idx="1705">
                  <c:v>39798</c:v>
                </c:pt>
                <c:pt idx="1706">
                  <c:v>39799</c:v>
                </c:pt>
                <c:pt idx="1707">
                  <c:v>39800</c:v>
                </c:pt>
                <c:pt idx="1708">
                  <c:v>39801</c:v>
                </c:pt>
                <c:pt idx="1709">
                  <c:v>39804</c:v>
                </c:pt>
                <c:pt idx="1710">
                  <c:v>39805</c:v>
                </c:pt>
                <c:pt idx="1711">
                  <c:v>39808</c:v>
                </c:pt>
                <c:pt idx="1712">
                  <c:v>39811</c:v>
                </c:pt>
                <c:pt idx="1713">
                  <c:v>39812</c:v>
                </c:pt>
                <c:pt idx="1714">
                  <c:v>39815</c:v>
                </c:pt>
                <c:pt idx="1715">
                  <c:v>39818</c:v>
                </c:pt>
                <c:pt idx="1716">
                  <c:v>39819</c:v>
                </c:pt>
                <c:pt idx="1717">
                  <c:v>39820</c:v>
                </c:pt>
                <c:pt idx="1718">
                  <c:v>39821</c:v>
                </c:pt>
                <c:pt idx="1719">
                  <c:v>39822</c:v>
                </c:pt>
                <c:pt idx="1720">
                  <c:v>39825</c:v>
                </c:pt>
                <c:pt idx="1721">
                  <c:v>39826</c:v>
                </c:pt>
                <c:pt idx="1722">
                  <c:v>39827</c:v>
                </c:pt>
                <c:pt idx="1723">
                  <c:v>39828</c:v>
                </c:pt>
                <c:pt idx="1724">
                  <c:v>39829</c:v>
                </c:pt>
                <c:pt idx="1725">
                  <c:v>39832</c:v>
                </c:pt>
                <c:pt idx="1726">
                  <c:v>39833</c:v>
                </c:pt>
                <c:pt idx="1727">
                  <c:v>39834</c:v>
                </c:pt>
                <c:pt idx="1728">
                  <c:v>39835</c:v>
                </c:pt>
                <c:pt idx="1729">
                  <c:v>39836</c:v>
                </c:pt>
                <c:pt idx="1730">
                  <c:v>39839</c:v>
                </c:pt>
                <c:pt idx="1731">
                  <c:v>39840</c:v>
                </c:pt>
                <c:pt idx="1732">
                  <c:v>39841</c:v>
                </c:pt>
                <c:pt idx="1733">
                  <c:v>39842</c:v>
                </c:pt>
                <c:pt idx="1734">
                  <c:v>39843</c:v>
                </c:pt>
                <c:pt idx="1735">
                  <c:v>39846</c:v>
                </c:pt>
                <c:pt idx="1736">
                  <c:v>39847</c:v>
                </c:pt>
                <c:pt idx="1737">
                  <c:v>39848</c:v>
                </c:pt>
                <c:pt idx="1738">
                  <c:v>39849</c:v>
                </c:pt>
                <c:pt idx="1739">
                  <c:v>39850</c:v>
                </c:pt>
                <c:pt idx="1740">
                  <c:v>39853</c:v>
                </c:pt>
                <c:pt idx="1741">
                  <c:v>39854</c:v>
                </c:pt>
                <c:pt idx="1742">
                  <c:v>39855</c:v>
                </c:pt>
                <c:pt idx="1743">
                  <c:v>39856</c:v>
                </c:pt>
                <c:pt idx="1744">
                  <c:v>39857</c:v>
                </c:pt>
                <c:pt idx="1745">
                  <c:v>39860</c:v>
                </c:pt>
                <c:pt idx="1746">
                  <c:v>39861</c:v>
                </c:pt>
                <c:pt idx="1747">
                  <c:v>39862</c:v>
                </c:pt>
                <c:pt idx="1748">
                  <c:v>39863</c:v>
                </c:pt>
                <c:pt idx="1749">
                  <c:v>39864</c:v>
                </c:pt>
                <c:pt idx="1750">
                  <c:v>39869</c:v>
                </c:pt>
                <c:pt idx="1751">
                  <c:v>39870</c:v>
                </c:pt>
                <c:pt idx="1752">
                  <c:v>39871</c:v>
                </c:pt>
                <c:pt idx="1753">
                  <c:v>39874</c:v>
                </c:pt>
                <c:pt idx="1754">
                  <c:v>39875</c:v>
                </c:pt>
                <c:pt idx="1755">
                  <c:v>39876</c:v>
                </c:pt>
                <c:pt idx="1756">
                  <c:v>39877</c:v>
                </c:pt>
                <c:pt idx="1757">
                  <c:v>39878</c:v>
                </c:pt>
                <c:pt idx="1758">
                  <c:v>39881</c:v>
                </c:pt>
                <c:pt idx="1759">
                  <c:v>39882</c:v>
                </c:pt>
                <c:pt idx="1760">
                  <c:v>39883</c:v>
                </c:pt>
                <c:pt idx="1761">
                  <c:v>39884</c:v>
                </c:pt>
                <c:pt idx="1762">
                  <c:v>39885</c:v>
                </c:pt>
                <c:pt idx="1763">
                  <c:v>39888</c:v>
                </c:pt>
                <c:pt idx="1764">
                  <c:v>39889</c:v>
                </c:pt>
                <c:pt idx="1765">
                  <c:v>39890</c:v>
                </c:pt>
                <c:pt idx="1766">
                  <c:v>39891</c:v>
                </c:pt>
                <c:pt idx="1767">
                  <c:v>39892</c:v>
                </c:pt>
                <c:pt idx="1768">
                  <c:v>39895</c:v>
                </c:pt>
                <c:pt idx="1769">
                  <c:v>39896</c:v>
                </c:pt>
                <c:pt idx="1770">
                  <c:v>39897</c:v>
                </c:pt>
                <c:pt idx="1771">
                  <c:v>39898</c:v>
                </c:pt>
                <c:pt idx="1772">
                  <c:v>39899</c:v>
                </c:pt>
                <c:pt idx="1773">
                  <c:v>39902</c:v>
                </c:pt>
                <c:pt idx="1774">
                  <c:v>39903</c:v>
                </c:pt>
                <c:pt idx="1775">
                  <c:v>39904</c:v>
                </c:pt>
                <c:pt idx="1776">
                  <c:v>39905</c:v>
                </c:pt>
                <c:pt idx="1777">
                  <c:v>39906</c:v>
                </c:pt>
                <c:pt idx="1778">
                  <c:v>39909</c:v>
                </c:pt>
                <c:pt idx="1779">
                  <c:v>39910</c:v>
                </c:pt>
                <c:pt idx="1780">
                  <c:v>39911</c:v>
                </c:pt>
                <c:pt idx="1781">
                  <c:v>39912</c:v>
                </c:pt>
                <c:pt idx="1782">
                  <c:v>39916</c:v>
                </c:pt>
                <c:pt idx="1783">
                  <c:v>39917</c:v>
                </c:pt>
                <c:pt idx="1784">
                  <c:v>39918</c:v>
                </c:pt>
                <c:pt idx="1785">
                  <c:v>39919</c:v>
                </c:pt>
                <c:pt idx="1786">
                  <c:v>39920</c:v>
                </c:pt>
                <c:pt idx="1787">
                  <c:v>39923</c:v>
                </c:pt>
                <c:pt idx="1788">
                  <c:v>39925</c:v>
                </c:pt>
                <c:pt idx="1789">
                  <c:v>39926</c:v>
                </c:pt>
                <c:pt idx="1790">
                  <c:v>39927</c:v>
                </c:pt>
                <c:pt idx="1791">
                  <c:v>39930</c:v>
                </c:pt>
                <c:pt idx="1792">
                  <c:v>39931</c:v>
                </c:pt>
                <c:pt idx="1793">
                  <c:v>39932</c:v>
                </c:pt>
                <c:pt idx="1794">
                  <c:v>39933</c:v>
                </c:pt>
                <c:pt idx="1795">
                  <c:v>39937</c:v>
                </c:pt>
                <c:pt idx="1796">
                  <c:v>39938</c:v>
                </c:pt>
                <c:pt idx="1797">
                  <c:v>39939</c:v>
                </c:pt>
                <c:pt idx="1798">
                  <c:v>39940</c:v>
                </c:pt>
                <c:pt idx="1799">
                  <c:v>39941</c:v>
                </c:pt>
                <c:pt idx="1800">
                  <c:v>39944</c:v>
                </c:pt>
                <c:pt idx="1801">
                  <c:v>39945</c:v>
                </c:pt>
                <c:pt idx="1802">
                  <c:v>39946</c:v>
                </c:pt>
                <c:pt idx="1803">
                  <c:v>39947</c:v>
                </c:pt>
                <c:pt idx="1804">
                  <c:v>39948</c:v>
                </c:pt>
                <c:pt idx="1805">
                  <c:v>39951</c:v>
                </c:pt>
                <c:pt idx="1806">
                  <c:v>39952</c:v>
                </c:pt>
                <c:pt idx="1807">
                  <c:v>39953</c:v>
                </c:pt>
                <c:pt idx="1808">
                  <c:v>39954</c:v>
                </c:pt>
                <c:pt idx="1809">
                  <c:v>39955</c:v>
                </c:pt>
                <c:pt idx="1810">
                  <c:v>39958</c:v>
                </c:pt>
                <c:pt idx="1811">
                  <c:v>39959</c:v>
                </c:pt>
                <c:pt idx="1812">
                  <c:v>39960</c:v>
                </c:pt>
                <c:pt idx="1813">
                  <c:v>39961</c:v>
                </c:pt>
                <c:pt idx="1814">
                  <c:v>39962</c:v>
                </c:pt>
                <c:pt idx="1815">
                  <c:v>39965</c:v>
                </c:pt>
                <c:pt idx="1816">
                  <c:v>39966</c:v>
                </c:pt>
                <c:pt idx="1817">
                  <c:v>39967</c:v>
                </c:pt>
                <c:pt idx="1818">
                  <c:v>39968</c:v>
                </c:pt>
                <c:pt idx="1819">
                  <c:v>39969</c:v>
                </c:pt>
                <c:pt idx="1820">
                  <c:v>39972</c:v>
                </c:pt>
                <c:pt idx="1821">
                  <c:v>39973</c:v>
                </c:pt>
                <c:pt idx="1822">
                  <c:v>39974</c:v>
                </c:pt>
                <c:pt idx="1823">
                  <c:v>39976</c:v>
                </c:pt>
                <c:pt idx="1824">
                  <c:v>39979</c:v>
                </c:pt>
                <c:pt idx="1825">
                  <c:v>39980</c:v>
                </c:pt>
                <c:pt idx="1826">
                  <c:v>39981</c:v>
                </c:pt>
                <c:pt idx="1827">
                  <c:v>39982</c:v>
                </c:pt>
                <c:pt idx="1828">
                  <c:v>39983</c:v>
                </c:pt>
                <c:pt idx="1829">
                  <c:v>39986</c:v>
                </c:pt>
                <c:pt idx="1830">
                  <c:v>39987</c:v>
                </c:pt>
                <c:pt idx="1831">
                  <c:v>39988</c:v>
                </c:pt>
                <c:pt idx="1832">
                  <c:v>39989</c:v>
                </c:pt>
                <c:pt idx="1833">
                  <c:v>39990</c:v>
                </c:pt>
                <c:pt idx="1834">
                  <c:v>39993</c:v>
                </c:pt>
                <c:pt idx="1835">
                  <c:v>39994</c:v>
                </c:pt>
                <c:pt idx="1836">
                  <c:v>39995</c:v>
                </c:pt>
                <c:pt idx="1837">
                  <c:v>39996</c:v>
                </c:pt>
                <c:pt idx="1838">
                  <c:v>39997</c:v>
                </c:pt>
                <c:pt idx="1839">
                  <c:v>40000</c:v>
                </c:pt>
                <c:pt idx="1840">
                  <c:v>40001</c:v>
                </c:pt>
                <c:pt idx="1841">
                  <c:v>40002</c:v>
                </c:pt>
                <c:pt idx="1842">
                  <c:v>40004</c:v>
                </c:pt>
                <c:pt idx="1843">
                  <c:v>40007</c:v>
                </c:pt>
                <c:pt idx="1844">
                  <c:v>40008</c:v>
                </c:pt>
                <c:pt idx="1845">
                  <c:v>40009</c:v>
                </c:pt>
                <c:pt idx="1846">
                  <c:v>40010</c:v>
                </c:pt>
                <c:pt idx="1847">
                  <c:v>40011</c:v>
                </c:pt>
                <c:pt idx="1848">
                  <c:v>40014</c:v>
                </c:pt>
                <c:pt idx="1849">
                  <c:v>40015</c:v>
                </c:pt>
                <c:pt idx="1850">
                  <c:v>40016</c:v>
                </c:pt>
                <c:pt idx="1851">
                  <c:v>40017</c:v>
                </c:pt>
                <c:pt idx="1852">
                  <c:v>40018</c:v>
                </c:pt>
                <c:pt idx="1853">
                  <c:v>40021</c:v>
                </c:pt>
                <c:pt idx="1854">
                  <c:v>40022</c:v>
                </c:pt>
                <c:pt idx="1855">
                  <c:v>40023</c:v>
                </c:pt>
                <c:pt idx="1856">
                  <c:v>40024</c:v>
                </c:pt>
                <c:pt idx="1857">
                  <c:v>40025</c:v>
                </c:pt>
                <c:pt idx="1858">
                  <c:v>40028</c:v>
                </c:pt>
                <c:pt idx="1859">
                  <c:v>40029</c:v>
                </c:pt>
                <c:pt idx="1860">
                  <c:v>40030</c:v>
                </c:pt>
                <c:pt idx="1861">
                  <c:v>40031</c:v>
                </c:pt>
                <c:pt idx="1862">
                  <c:v>40032</c:v>
                </c:pt>
                <c:pt idx="1863">
                  <c:v>40035</c:v>
                </c:pt>
                <c:pt idx="1864">
                  <c:v>40036</c:v>
                </c:pt>
                <c:pt idx="1865">
                  <c:v>40037</c:v>
                </c:pt>
                <c:pt idx="1866">
                  <c:v>40038</c:v>
                </c:pt>
                <c:pt idx="1867">
                  <c:v>40039</c:v>
                </c:pt>
                <c:pt idx="1868">
                  <c:v>40042</c:v>
                </c:pt>
                <c:pt idx="1869">
                  <c:v>40043</c:v>
                </c:pt>
                <c:pt idx="1870">
                  <c:v>40044</c:v>
                </c:pt>
                <c:pt idx="1871">
                  <c:v>40045</c:v>
                </c:pt>
                <c:pt idx="1872">
                  <c:v>40046</c:v>
                </c:pt>
                <c:pt idx="1873">
                  <c:v>40049</c:v>
                </c:pt>
                <c:pt idx="1874">
                  <c:v>40050</c:v>
                </c:pt>
                <c:pt idx="1875">
                  <c:v>40051</c:v>
                </c:pt>
                <c:pt idx="1876">
                  <c:v>40052</c:v>
                </c:pt>
                <c:pt idx="1877">
                  <c:v>40053</c:v>
                </c:pt>
                <c:pt idx="1878">
                  <c:v>40056</c:v>
                </c:pt>
                <c:pt idx="1879">
                  <c:v>40057</c:v>
                </c:pt>
                <c:pt idx="1880">
                  <c:v>40058</c:v>
                </c:pt>
                <c:pt idx="1881">
                  <c:v>40059</c:v>
                </c:pt>
                <c:pt idx="1882">
                  <c:v>40060</c:v>
                </c:pt>
                <c:pt idx="1883">
                  <c:v>40064</c:v>
                </c:pt>
                <c:pt idx="1884">
                  <c:v>40065</c:v>
                </c:pt>
                <c:pt idx="1885">
                  <c:v>40066</c:v>
                </c:pt>
                <c:pt idx="1886">
                  <c:v>40067</c:v>
                </c:pt>
                <c:pt idx="1887">
                  <c:v>40070</c:v>
                </c:pt>
                <c:pt idx="1888">
                  <c:v>40071</c:v>
                </c:pt>
                <c:pt idx="1889">
                  <c:v>40072</c:v>
                </c:pt>
                <c:pt idx="1890">
                  <c:v>40073</c:v>
                </c:pt>
                <c:pt idx="1891">
                  <c:v>40074</c:v>
                </c:pt>
                <c:pt idx="1892">
                  <c:v>40077</c:v>
                </c:pt>
                <c:pt idx="1893">
                  <c:v>40078</c:v>
                </c:pt>
                <c:pt idx="1894">
                  <c:v>40079</c:v>
                </c:pt>
                <c:pt idx="1895">
                  <c:v>40080</c:v>
                </c:pt>
                <c:pt idx="1896">
                  <c:v>40081</c:v>
                </c:pt>
                <c:pt idx="1897">
                  <c:v>40084</c:v>
                </c:pt>
                <c:pt idx="1898">
                  <c:v>40085</c:v>
                </c:pt>
                <c:pt idx="1899">
                  <c:v>40086</c:v>
                </c:pt>
                <c:pt idx="1900">
                  <c:v>40087</c:v>
                </c:pt>
                <c:pt idx="1901">
                  <c:v>40088</c:v>
                </c:pt>
                <c:pt idx="1902">
                  <c:v>40091</c:v>
                </c:pt>
                <c:pt idx="1903">
                  <c:v>40092</c:v>
                </c:pt>
                <c:pt idx="1904">
                  <c:v>40093</c:v>
                </c:pt>
                <c:pt idx="1905">
                  <c:v>40094</c:v>
                </c:pt>
                <c:pt idx="1906">
                  <c:v>40095</c:v>
                </c:pt>
                <c:pt idx="1907">
                  <c:v>40099</c:v>
                </c:pt>
                <c:pt idx="1908">
                  <c:v>40100</c:v>
                </c:pt>
                <c:pt idx="1909">
                  <c:v>40101</c:v>
                </c:pt>
                <c:pt idx="1910">
                  <c:v>40102</c:v>
                </c:pt>
                <c:pt idx="1911">
                  <c:v>40105</c:v>
                </c:pt>
                <c:pt idx="1912">
                  <c:v>40106</c:v>
                </c:pt>
                <c:pt idx="1913">
                  <c:v>40107</c:v>
                </c:pt>
                <c:pt idx="1914">
                  <c:v>40108</c:v>
                </c:pt>
                <c:pt idx="1915">
                  <c:v>40109</c:v>
                </c:pt>
                <c:pt idx="1916">
                  <c:v>40112</c:v>
                </c:pt>
                <c:pt idx="1917">
                  <c:v>40113</c:v>
                </c:pt>
                <c:pt idx="1918">
                  <c:v>40114</c:v>
                </c:pt>
                <c:pt idx="1919">
                  <c:v>40115</c:v>
                </c:pt>
                <c:pt idx="1920">
                  <c:v>40116</c:v>
                </c:pt>
                <c:pt idx="1921">
                  <c:v>40120</c:v>
                </c:pt>
                <c:pt idx="1922">
                  <c:v>40121</c:v>
                </c:pt>
                <c:pt idx="1923">
                  <c:v>40122</c:v>
                </c:pt>
                <c:pt idx="1924">
                  <c:v>40123</c:v>
                </c:pt>
                <c:pt idx="1925">
                  <c:v>40126</c:v>
                </c:pt>
                <c:pt idx="1926">
                  <c:v>40127</c:v>
                </c:pt>
                <c:pt idx="1927">
                  <c:v>40128</c:v>
                </c:pt>
                <c:pt idx="1928">
                  <c:v>40129</c:v>
                </c:pt>
                <c:pt idx="1929">
                  <c:v>40130</c:v>
                </c:pt>
                <c:pt idx="1930">
                  <c:v>40133</c:v>
                </c:pt>
                <c:pt idx="1931">
                  <c:v>40134</c:v>
                </c:pt>
                <c:pt idx="1932">
                  <c:v>40135</c:v>
                </c:pt>
                <c:pt idx="1933">
                  <c:v>40136</c:v>
                </c:pt>
                <c:pt idx="1934">
                  <c:v>40140</c:v>
                </c:pt>
                <c:pt idx="1935">
                  <c:v>40141</c:v>
                </c:pt>
                <c:pt idx="1936">
                  <c:v>40142</c:v>
                </c:pt>
                <c:pt idx="1937">
                  <c:v>40143</c:v>
                </c:pt>
                <c:pt idx="1938">
                  <c:v>40144</c:v>
                </c:pt>
                <c:pt idx="1939">
                  <c:v>40147</c:v>
                </c:pt>
                <c:pt idx="1940">
                  <c:v>40148</c:v>
                </c:pt>
                <c:pt idx="1941">
                  <c:v>40149</c:v>
                </c:pt>
                <c:pt idx="1942">
                  <c:v>40150</c:v>
                </c:pt>
                <c:pt idx="1943">
                  <c:v>40151</c:v>
                </c:pt>
                <c:pt idx="1944">
                  <c:v>40154</c:v>
                </c:pt>
                <c:pt idx="1945">
                  <c:v>40155</c:v>
                </c:pt>
                <c:pt idx="1946">
                  <c:v>40156</c:v>
                </c:pt>
                <c:pt idx="1947">
                  <c:v>40157</c:v>
                </c:pt>
                <c:pt idx="1948">
                  <c:v>40158</c:v>
                </c:pt>
                <c:pt idx="1949">
                  <c:v>40161</c:v>
                </c:pt>
                <c:pt idx="1950">
                  <c:v>40162</c:v>
                </c:pt>
                <c:pt idx="1951">
                  <c:v>40163</c:v>
                </c:pt>
                <c:pt idx="1952">
                  <c:v>40164</c:v>
                </c:pt>
                <c:pt idx="1953">
                  <c:v>40165</c:v>
                </c:pt>
                <c:pt idx="1954">
                  <c:v>40168</c:v>
                </c:pt>
                <c:pt idx="1955">
                  <c:v>40169</c:v>
                </c:pt>
                <c:pt idx="1956">
                  <c:v>40170</c:v>
                </c:pt>
                <c:pt idx="1957">
                  <c:v>40175</c:v>
                </c:pt>
                <c:pt idx="1958">
                  <c:v>40176</c:v>
                </c:pt>
                <c:pt idx="1959">
                  <c:v>40177</c:v>
                </c:pt>
                <c:pt idx="1960">
                  <c:v>40182</c:v>
                </c:pt>
                <c:pt idx="1961">
                  <c:v>40183</c:v>
                </c:pt>
                <c:pt idx="1962">
                  <c:v>40184</c:v>
                </c:pt>
                <c:pt idx="1963">
                  <c:v>40185</c:v>
                </c:pt>
                <c:pt idx="1964">
                  <c:v>40186</c:v>
                </c:pt>
                <c:pt idx="1965">
                  <c:v>40189</c:v>
                </c:pt>
                <c:pt idx="1966">
                  <c:v>40190</c:v>
                </c:pt>
                <c:pt idx="1967">
                  <c:v>40191</c:v>
                </c:pt>
                <c:pt idx="1968">
                  <c:v>40192</c:v>
                </c:pt>
                <c:pt idx="1969">
                  <c:v>40193</c:v>
                </c:pt>
                <c:pt idx="1970">
                  <c:v>40196</c:v>
                </c:pt>
                <c:pt idx="1971">
                  <c:v>40197</c:v>
                </c:pt>
                <c:pt idx="1972">
                  <c:v>40198</c:v>
                </c:pt>
                <c:pt idx="1973">
                  <c:v>40199</c:v>
                </c:pt>
                <c:pt idx="1974">
                  <c:v>40200</c:v>
                </c:pt>
                <c:pt idx="1975">
                  <c:v>40204</c:v>
                </c:pt>
                <c:pt idx="1976">
                  <c:v>40205</c:v>
                </c:pt>
                <c:pt idx="1977">
                  <c:v>40206</c:v>
                </c:pt>
                <c:pt idx="1978">
                  <c:v>40207</c:v>
                </c:pt>
                <c:pt idx="1979">
                  <c:v>40210</c:v>
                </c:pt>
                <c:pt idx="1980">
                  <c:v>40211</c:v>
                </c:pt>
                <c:pt idx="1981">
                  <c:v>40212</c:v>
                </c:pt>
                <c:pt idx="1982">
                  <c:v>40213</c:v>
                </c:pt>
                <c:pt idx="1983">
                  <c:v>40214</c:v>
                </c:pt>
                <c:pt idx="1984">
                  <c:v>40217</c:v>
                </c:pt>
                <c:pt idx="1985">
                  <c:v>40218</c:v>
                </c:pt>
                <c:pt idx="1986">
                  <c:v>40219</c:v>
                </c:pt>
                <c:pt idx="1987">
                  <c:v>40220</c:v>
                </c:pt>
                <c:pt idx="1988">
                  <c:v>40221</c:v>
                </c:pt>
                <c:pt idx="1989">
                  <c:v>40226</c:v>
                </c:pt>
                <c:pt idx="1990">
                  <c:v>40227</c:v>
                </c:pt>
                <c:pt idx="1991">
                  <c:v>40228</c:v>
                </c:pt>
                <c:pt idx="1992">
                  <c:v>40231</c:v>
                </c:pt>
                <c:pt idx="1993">
                  <c:v>40232</c:v>
                </c:pt>
                <c:pt idx="1994">
                  <c:v>40233</c:v>
                </c:pt>
                <c:pt idx="1995">
                  <c:v>40234</c:v>
                </c:pt>
                <c:pt idx="1996">
                  <c:v>40235</c:v>
                </c:pt>
                <c:pt idx="1997">
                  <c:v>40238</c:v>
                </c:pt>
                <c:pt idx="1998">
                  <c:v>40239</c:v>
                </c:pt>
                <c:pt idx="1999">
                  <c:v>40240</c:v>
                </c:pt>
                <c:pt idx="2000">
                  <c:v>40241</c:v>
                </c:pt>
                <c:pt idx="2001">
                  <c:v>40242</c:v>
                </c:pt>
                <c:pt idx="2002">
                  <c:v>40245</c:v>
                </c:pt>
                <c:pt idx="2003">
                  <c:v>40246</c:v>
                </c:pt>
                <c:pt idx="2004">
                  <c:v>40247</c:v>
                </c:pt>
                <c:pt idx="2005">
                  <c:v>40248</c:v>
                </c:pt>
                <c:pt idx="2006">
                  <c:v>40249</c:v>
                </c:pt>
                <c:pt idx="2007">
                  <c:v>40252</c:v>
                </c:pt>
                <c:pt idx="2008">
                  <c:v>40253</c:v>
                </c:pt>
                <c:pt idx="2009">
                  <c:v>40254</c:v>
                </c:pt>
                <c:pt idx="2010">
                  <c:v>40255</c:v>
                </c:pt>
                <c:pt idx="2011">
                  <c:v>40256</c:v>
                </c:pt>
                <c:pt idx="2012">
                  <c:v>40259</c:v>
                </c:pt>
                <c:pt idx="2013">
                  <c:v>40260</c:v>
                </c:pt>
                <c:pt idx="2014">
                  <c:v>40261</c:v>
                </c:pt>
                <c:pt idx="2015">
                  <c:v>40262</c:v>
                </c:pt>
                <c:pt idx="2016">
                  <c:v>40263</c:v>
                </c:pt>
                <c:pt idx="2017">
                  <c:v>40266</c:v>
                </c:pt>
                <c:pt idx="2018">
                  <c:v>40267</c:v>
                </c:pt>
                <c:pt idx="2019">
                  <c:v>40268</c:v>
                </c:pt>
                <c:pt idx="2020">
                  <c:v>40269</c:v>
                </c:pt>
                <c:pt idx="2021">
                  <c:v>40273</c:v>
                </c:pt>
                <c:pt idx="2022">
                  <c:v>40274</c:v>
                </c:pt>
                <c:pt idx="2023">
                  <c:v>40275</c:v>
                </c:pt>
                <c:pt idx="2024">
                  <c:v>40276</c:v>
                </c:pt>
                <c:pt idx="2025">
                  <c:v>40277</c:v>
                </c:pt>
                <c:pt idx="2026">
                  <c:v>40280</c:v>
                </c:pt>
                <c:pt idx="2027">
                  <c:v>40281</c:v>
                </c:pt>
                <c:pt idx="2028">
                  <c:v>40282</c:v>
                </c:pt>
                <c:pt idx="2029">
                  <c:v>40283</c:v>
                </c:pt>
                <c:pt idx="2030">
                  <c:v>40284</c:v>
                </c:pt>
                <c:pt idx="2031">
                  <c:v>40287</c:v>
                </c:pt>
                <c:pt idx="2032">
                  <c:v>40288</c:v>
                </c:pt>
                <c:pt idx="2033">
                  <c:v>40290</c:v>
                </c:pt>
                <c:pt idx="2034">
                  <c:v>40291</c:v>
                </c:pt>
                <c:pt idx="2035">
                  <c:v>40294</c:v>
                </c:pt>
                <c:pt idx="2036">
                  <c:v>40295</c:v>
                </c:pt>
                <c:pt idx="2037">
                  <c:v>40296</c:v>
                </c:pt>
                <c:pt idx="2038">
                  <c:v>40297</c:v>
                </c:pt>
                <c:pt idx="2039">
                  <c:v>40298</c:v>
                </c:pt>
                <c:pt idx="2040">
                  <c:v>40301</c:v>
                </c:pt>
                <c:pt idx="2041">
                  <c:v>40302</c:v>
                </c:pt>
                <c:pt idx="2042">
                  <c:v>40303</c:v>
                </c:pt>
                <c:pt idx="2043">
                  <c:v>40304</c:v>
                </c:pt>
                <c:pt idx="2044">
                  <c:v>40305</c:v>
                </c:pt>
                <c:pt idx="2045">
                  <c:v>40308</c:v>
                </c:pt>
                <c:pt idx="2046">
                  <c:v>40309</c:v>
                </c:pt>
                <c:pt idx="2047">
                  <c:v>40310</c:v>
                </c:pt>
                <c:pt idx="2048">
                  <c:v>40311</c:v>
                </c:pt>
                <c:pt idx="2049">
                  <c:v>40312</c:v>
                </c:pt>
                <c:pt idx="2050">
                  <c:v>40315</c:v>
                </c:pt>
                <c:pt idx="2051">
                  <c:v>40316</c:v>
                </c:pt>
                <c:pt idx="2052">
                  <c:v>40317</c:v>
                </c:pt>
                <c:pt idx="2053">
                  <c:v>40318</c:v>
                </c:pt>
                <c:pt idx="2054">
                  <c:v>40319</c:v>
                </c:pt>
                <c:pt idx="2055">
                  <c:v>40322</c:v>
                </c:pt>
                <c:pt idx="2056">
                  <c:v>40323</c:v>
                </c:pt>
                <c:pt idx="2057">
                  <c:v>40324</c:v>
                </c:pt>
                <c:pt idx="2058">
                  <c:v>40325</c:v>
                </c:pt>
                <c:pt idx="2059">
                  <c:v>40326</c:v>
                </c:pt>
                <c:pt idx="2060">
                  <c:v>40329</c:v>
                </c:pt>
                <c:pt idx="2061">
                  <c:v>40330</c:v>
                </c:pt>
                <c:pt idx="2062">
                  <c:v>40331</c:v>
                </c:pt>
                <c:pt idx="2063">
                  <c:v>40333</c:v>
                </c:pt>
                <c:pt idx="2064">
                  <c:v>40336</c:v>
                </c:pt>
                <c:pt idx="2065">
                  <c:v>40337</c:v>
                </c:pt>
                <c:pt idx="2066">
                  <c:v>40338</c:v>
                </c:pt>
                <c:pt idx="2067">
                  <c:v>40339</c:v>
                </c:pt>
                <c:pt idx="2068">
                  <c:v>40340</c:v>
                </c:pt>
                <c:pt idx="2069">
                  <c:v>40343</c:v>
                </c:pt>
                <c:pt idx="2070">
                  <c:v>40344</c:v>
                </c:pt>
                <c:pt idx="2071">
                  <c:v>40345</c:v>
                </c:pt>
                <c:pt idx="2072">
                  <c:v>40346</c:v>
                </c:pt>
                <c:pt idx="2073">
                  <c:v>40347</c:v>
                </c:pt>
                <c:pt idx="2074">
                  <c:v>40350</c:v>
                </c:pt>
                <c:pt idx="2075">
                  <c:v>40351</c:v>
                </c:pt>
                <c:pt idx="2076">
                  <c:v>40352</c:v>
                </c:pt>
                <c:pt idx="2077">
                  <c:v>40353</c:v>
                </c:pt>
                <c:pt idx="2078">
                  <c:v>40354</c:v>
                </c:pt>
                <c:pt idx="2079">
                  <c:v>40357</c:v>
                </c:pt>
                <c:pt idx="2080">
                  <c:v>40358</c:v>
                </c:pt>
                <c:pt idx="2081">
                  <c:v>40359</c:v>
                </c:pt>
                <c:pt idx="2082">
                  <c:v>40360</c:v>
                </c:pt>
                <c:pt idx="2083">
                  <c:v>40361</c:v>
                </c:pt>
                <c:pt idx="2084">
                  <c:v>40364</c:v>
                </c:pt>
                <c:pt idx="2085">
                  <c:v>40365</c:v>
                </c:pt>
                <c:pt idx="2086">
                  <c:v>40366</c:v>
                </c:pt>
                <c:pt idx="2087">
                  <c:v>40367</c:v>
                </c:pt>
                <c:pt idx="2088">
                  <c:v>40371</c:v>
                </c:pt>
                <c:pt idx="2089">
                  <c:v>40372</c:v>
                </c:pt>
                <c:pt idx="2090">
                  <c:v>40373</c:v>
                </c:pt>
                <c:pt idx="2091">
                  <c:v>40374</c:v>
                </c:pt>
                <c:pt idx="2092">
                  <c:v>40375</c:v>
                </c:pt>
                <c:pt idx="2093">
                  <c:v>40378</c:v>
                </c:pt>
                <c:pt idx="2094">
                  <c:v>40379</c:v>
                </c:pt>
                <c:pt idx="2095">
                  <c:v>40380</c:v>
                </c:pt>
                <c:pt idx="2096">
                  <c:v>40381</c:v>
                </c:pt>
                <c:pt idx="2097">
                  <c:v>40382</c:v>
                </c:pt>
                <c:pt idx="2098">
                  <c:v>40385</c:v>
                </c:pt>
                <c:pt idx="2099">
                  <c:v>40386</c:v>
                </c:pt>
                <c:pt idx="2100">
                  <c:v>40387</c:v>
                </c:pt>
                <c:pt idx="2101">
                  <c:v>40388</c:v>
                </c:pt>
                <c:pt idx="2102">
                  <c:v>40389</c:v>
                </c:pt>
                <c:pt idx="2103">
                  <c:v>40392</c:v>
                </c:pt>
                <c:pt idx="2104">
                  <c:v>40393</c:v>
                </c:pt>
                <c:pt idx="2105">
                  <c:v>40394</c:v>
                </c:pt>
                <c:pt idx="2106">
                  <c:v>40395</c:v>
                </c:pt>
                <c:pt idx="2107">
                  <c:v>40396</c:v>
                </c:pt>
                <c:pt idx="2108">
                  <c:v>40399</c:v>
                </c:pt>
                <c:pt idx="2109">
                  <c:v>40400</c:v>
                </c:pt>
                <c:pt idx="2110">
                  <c:v>40401</c:v>
                </c:pt>
                <c:pt idx="2111">
                  <c:v>40402</c:v>
                </c:pt>
                <c:pt idx="2112">
                  <c:v>40403</c:v>
                </c:pt>
                <c:pt idx="2113">
                  <c:v>40406</c:v>
                </c:pt>
                <c:pt idx="2114">
                  <c:v>40407</c:v>
                </c:pt>
                <c:pt idx="2115">
                  <c:v>40408</c:v>
                </c:pt>
                <c:pt idx="2116">
                  <c:v>40409</c:v>
                </c:pt>
                <c:pt idx="2117">
                  <c:v>40410</c:v>
                </c:pt>
                <c:pt idx="2118">
                  <c:v>40413</c:v>
                </c:pt>
                <c:pt idx="2119">
                  <c:v>40414</c:v>
                </c:pt>
                <c:pt idx="2120">
                  <c:v>40415</c:v>
                </c:pt>
                <c:pt idx="2121">
                  <c:v>40416</c:v>
                </c:pt>
                <c:pt idx="2122">
                  <c:v>40417</c:v>
                </c:pt>
                <c:pt idx="2123">
                  <c:v>40420</c:v>
                </c:pt>
                <c:pt idx="2124">
                  <c:v>40421</c:v>
                </c:pt>
                <c:pt idx="2125">
                  <c:v>40422</c:v>
                </c:pt>
                <c:pt idx="2126">
                  <c:v>40423</c:v>
                </c:pt>
                <c:pt idx="2127">
                  <c:v>40424</c:v>
                </c:pt>
                <c:pt idx="2128">
                  <c:v>40427</c:v>
                </c:pt>
                <c:pt idx="2129">
                  <c:v>40429</c:v>
                </c:pt>
                <c:pt idx="2130">
                  <c:v>40430</c:v>
                </c:pt>
                <c:pt idx="2131">
                  <c:v>40431</c:v>
                </c:pt>
                <c:pt idx="2132">
                  <c:v>40434</c:v>
                </c:pt>
                <c:pt idx="2133">
                  <c:v>40435</c:v>
                </c:pt>
                <c:pt idx="2134">
                  <c:v>40436</c:v>
                </c:pt>
                <c:pt idx="2135">
                  <c:v>40437</c:v>
                </c:pt>
                <c:pt idx="2136">
                  <c:v>40438</c:v>
                </c:pt>
                <c:pt idx="2137">
                  <c:v>40441</c:v>
                </c:pt>
                <c:pt idx="2138">
                  <c:v>40442</c:v>
                </c:pt>
                <c:pt idx="2139">
                  <c:v>40443</c:v>
                </c:pt>
                <c:pt idx="2140">
                  <c:v>40444</c:v>
                </c:pt>
                <c:pt idx="2141">
                  <c:v>40445</c:v>
                </c:pt>
                <c:pt idx="2142">
                  <c:v>40448</c:v>
                </c:pt>
                <c:pt idx="2143">
                  <c:v>40449</c:v>
                </c:pt>
                <c:pt idx="2144">
                  <c:v>40450</c:v>
                </c:pt>
                <c:pt idx="2145">
                  <c:v>40451</c:v>
                </c:pt>
                <c:pt idx="2146">
                  <c:v>40452</c:v>
                </c:pt>
                <c:pt idx="2147">
                  <c:v>40455</c:v>
                </c:pt>
                <c:pt idx="2148">
                  <c:v>40456</c:v>
                </c:pt>
                <c:pt idx="2149">
                  <c:v>40457</c:v>
                </c:pt>
                <c:pt idx="2150">
                  <c:v>40458</c:v>
                </c:pt>
                <c:pt idx="2151">
                  <c:v>40459</c:v>
                </c:pt>
                <c:pt idx="2152">
                  <c:v>40462</c:v>
                </c:pt>
                <c:pt idx="2153">
                  <c:v>40464</c:v>
                </c:pt>
                <c:pt idx="2154">
                  <c:v>40465</c:v>
                </c:pt>
                <c:pt idx="2155">
                  <c:v>40466</c:v>
                </c:pt>
                <c:pt idx="2156">
                  <c:v>40469</c:v>
                </c:pt>
                <c:pt idx="2157">
                  <c:v>40470</c:v>
                </c:pt>
                <c:pt idx="2158">
                  <c:v>40471</c:v>
                </c:pt>
                <c:pt idx="2159">
                  <c:v>40472</c:v>
                </c:pt>
                <c:pt idx="2160">
                  <c:v>40473</c:v>
                </c:pt>
                <c:pt idx="2161">
                  <c:v>40476</c:v>
                </c:pt>
                <c:pt idx="2162">
                  <c:v>40477</c:v>
                </c:pt>
                <c:pt idx="2163">
                  <c:v>40478</c:v>
                </c:pt>
                <c:pt idx="2164">
                  <c:v>40479</c:v>
                </c:pt>
                <c:pt idx="2165">
                  <c:v>40480</c:v>
                </c:pt>
                <c:pt idx="2166">
                  <c:v>40483</c:v>
                </c:pt>
                <c:pt idx="2167">
                  <c:v>40485</c:v>
                </c:pt>
                <c:pt idx="2168">
                  <c:v>40486</c:v>
                </c:pt>
                <c:pt idx="2169">
                  <c:v>40487</c:v>
                </c:pt>
                <c:pt idx="2170">
                  <c:v>40490</c:v>
                </c:pt>
                <c:pt idx="2171">
                  <c:v>40491</c:v>
                </c:pt>
                <c:pt idx="2172">
                  <c:v>40492</c:v>
                </c:pt>
                <c:pt idx="2173">
                  <c:v>40493</c:v>
                </c:pt>
                <c:pt idx="2174">
                  <c:v>40494</c:v>
                </c:pt>
                <c:pt idx="2175">
                  <c:v>40498</c:v>
                </c:pt>
                <c:pt idx="2176">
                  <c:v>40499</c:v>
                </c:pt>
                <c:pt idx="2177">
                  <c:v>40500</c:v>
                </c:pt>
                <c:pt idx="2178">
                  <c:v>40501</c:v>
                </c:pt>
                <c:pt idx="2179">
                  <c:v>40504</c:v>
                </c:pt>
                <c:pt idx="2180">
                  <c:v>40505</c:v>
                </c:pt>
                <c:pt idx="2181">
                  <c:v>40506</c:v>
                </c:pt>
                <c:pt idx="2182">
                  <c:v>40507</c:v>
                </c:pt>
                <c:pt idx="2183">
                  <c:v>40508</c:v>
                </c:pt>
                <c:pt idx="2184">
                  <c:v>40511</c:v>
                </c:pt>
                <c:pt idx="2185">
                  <c:v>40512</c:v>
                </c:pt>
                <c:pt idx="2186">
                  <c:v>40513</c:v>
                </c:pt>
                <c:pt idx="2187">
                  <c:v>40514</c:v>
                </c:pt>
                <c:pt idx="2188">
                  <c:v>40515</c:v>
                </c:pt>
                <c:pt idx="2189">
                  <c:v>40518</c:v>
                </c:pt>
                <c:pt idx="2190">
                  <c:v>40519</c:v>
                </c:pt>
                <c:pt idx="2191">
                  <c:v>40520</c:v>
                </c:pt>
                <c:pt idx="2192">
                  <c:v>40521</c:v>
                </c:pt>
                <c:pt idx="2193">
                  <c:v>40522</c:v>
                </c:pt>
                <c:pt idx="2194">
                  <c:v>40525</c:v>
                </c:pt>
                <c:pt idx="2195">
                  <c:v>40526</c:v>
                </c:pt>
                <c:pt idx="2196">
                  <c:v>40527</c:v>
                </c:pt>
                <c:pt idx="2197">
                  <c:v>40528</c:v>
                </c:pt>
                <c:pt idx="2198">
                  <c:v>40529</c:v>
                </c:pt>
                <c:pt idx="2199">
                  <c:v>40532</c:v>
                </c:pt>
                <c:pt idx="2200">
                  <c:v>40533</c:v>
                </c:pt>
                <c:pt idx="2201">
                  <c:v>40534</c:v>
                </c:pt>
                <c:pt idx="2202">
                  <c:v>40535</c:v>
                </c:pt>
                <c:pt idx="2203">
                  <c:v>40539</c:v>
                </c:pt>
                <c:pt idx="2204">
                  <c:v>40540</c:v>
                </c:pt>
                <c:pt idx="2205">
                  <c:v>40541</c:v>
                </c:pt>
                <c:pt idx="2206">
                  <c:v>40542</c:v>
                </c:pt>
                <c:pt idx="2207">
                  <c:v>40546</c:v>
                </c:pt>
                <c:pt idx="2208">
                  <c:v>40547</c:v>
                </c:pt>
                <c:pt idx="2209">
                  <c:v>40548</c:v>
                </c:pt>
                <c:pt idx="2210">
                  <c:v>40549</c:v>
                </c:pt>
                <c:pt idx="2211">
                  <c:v>40550</c:v>
                </c:pt>
                <c:pt idx="2212">
                  <c:v>40553</c:v>
                </c:pt>
                <c:pt idx="2213">
                  <c:v>40554</c:v>
                </c:pt>
                <c:pt idx="2214">
                  <c:v>40555</c:v>
                </c:pt>
                <c:pt idx="2215">
                  <c:v>40556</c:v>
                </c:pt>
                <c:pt idx="2216">
                  <c:v>40557</c:v>
                </c:pt>
                <c:pt idx="2217">
                  <c:v>40560</c:v>
                </c:pt>
                <c:pt idx="2218">
                  <c:v>40561</c:v>
                </c:pt>
                <c:pt idx="2219">
                  <c:v>40562</c:v>
                </c:pt>
                <c:pt idx="2220">
                  <c:v>40563</c:v>
                </c:pt>
                <c:pt idx="2221">
                  <c:v>40564</c:v>
                </c:pt>
                <c:pt idx="2222">
                  <c:v>40567</c:v>
                </c:pt>
                <c:pt idx="2223">
                  <c:v>40569</c:v>
                </c:pt>
                <c:pt idx="2224">
                  <c:v>40570</c:v>
                </c:pt>
                <c:pt idx="2225">
                  <c:v>40571</c:v>
                </c:pt>
                <c:pt idx="2226">
                  <c:v>40574</c:v>
                </c:pt>
                <c:pt idx="2227">
                  <c:v>40575</c:v>
                </c:pt>
                <c:pt idx="2228">
                  <c:v>40576</c:v>
                </c:pt>
                <c:pt idx="2229">
                  <c:v>40577</c:v>
                </c:pt>
                <c:pt idx="2230">
                  <c:v>40578</c:v>
                </c:pt>
                <c:pt idx="2231">
                  <c:v>40581</c:v>
                </c:pt>
                <c:pt idx="2232">
                  <c:v>40582</c:v>
                </c:pt>
                <c:pt idx="2233">
                  <c:v>40583</c:v>
                </c:pt>
                <c:pt idx="2234">
                  <c:v>40584</c:v>
                </c:pt>
                <c:pt idx="2235">
                  <c:v>40585</c:v>
                </c:pt>
                <c:pt idx="2236">
                  <c:v>40588</c:v>
                </c:pt>
                <c:pt idx="2237">
                  <c:v>40589</c:v>
                </c:pt>
                <c:pt idx="2238">
                  <c:v>40590</c:v>
                </c:pt>
                <c:pt idx="2239">
                  <c:v>40591</c:v>
                </c:pt>
                <c:pt idx="2240">
                  <c:v>40592</c:v>
                </c:pt>
                <c:pt idx="2241">
                  <c:v>40595</c:v>
                </c:pt>
                <c:pt idx="2242">
                  <c:v>40596</c:v>
                </c:pt>
                <c:pt idx="2243">
                  <c:v>40597</c:v>
                </c:pt>
                <c:pt idx="2244">
                  <c:v>40598</c:v>
                </c:pt>
                <c:pt idx="2245">
                  <c:v>40599</c:v>
                </c:pt>
                <c:pt idx="2246">
                  <c:v>40602</c:v>
                </c:pt>
                <c:pt idx="2247">
                  <c:v>40603</c:v>
                </c:pt>
                <c:pt idx="2248">
                  <c:v>40604</c:v>
                </c:pt>
                <c:pt idx="2249">
                  <c:v>40605</c:v>
                </c:pt>
                <c:pt idx="2250">
                  <c:v>40606</c:v>
                </c:pt>
                <c:pt idx="2251">
                  <c:v>40611</c:v>
                </c:pt>
                <c:pt idx="2252">
                  <c:v>40612</c:v>
                </c:pt>
                <c:pt idx="2253">
                  <c:v>40613</c:v>
                </c:pt>
                <c:pt idx="2254">
                  <c:v>40616</c:v>
                </c:pt>
                <c:pt idx="2255">
                  <c:v>40617</c:v>
                </c:pt>
                <c:pt idx="2256">
                  <c:v>40618</c:v>
                </c:pt>
                <c:pt idx="2257">
                  <c:v>40619</c:v>
                </c:pt>
                <c:pt idx="2258">
                  <c:v>40620</c:v>
                </c:pt>
                <c:pt idx="2259">
                  <c:v>40623</c:v>
                </c:pt>
                <c:pt idx="2260">
                  <c:v>40624</c:v>
                </c:pt>
                <c:pt idx="2261">
                  <c:v>40625</c:v>
                </c:pt>
                <c:pt idx="2262">
                  <c:v>40626</c:v>
                </c:pt>
                <c:pt idx="2263">
                  <c:v>40627</c:v>
                </c:pt>
                <c:pt idx="2264">
                  <c:v>40630</c:v>
                </c:pt>
                <c:pt idx="2265">
                  <c:v>40631</c:v>
                </c:pt>
                <c:pt idx="2266">
                  <c:v>40632</c:v>
                </c:pt>
                <c:pt idx="2267">
                  <c:v>40633</c:v>
                </c:pt>
                <c:pt idx="2268">
                  <c:v>40634</c:v>
                </c:pt>
                <c:pt idx="2269">
                  <c:v>40637</c:v>
                </c:pt>
                <c:pt idx="2270">
                  <c:v>40638</c:v>
                </c:pt>
                <c:pt idx="2271">
                  <c:v>40639</c:v>
                </c:pt>
                <c:pt idx="2272">
                  <c:v>40640</c:v>
                </c:pt>
                <c:pt idx="2273">
                  <c:v>40641</c:v>
                </c:pt>
                <c:pt idx="2274">
                  <c:v>40644</c:v>
                </c:pt>
                <c:pt idx="2275">
                  <c:v>40645</c:v>
                </c:pt>
                <c:pt idx="2276">
                  <c:v>40646</c:v>
                </c:pt>
                <c:pt idx="2277">
                  <c:v>40647</c:v>
                </c:pt>
                <c:pt idx="2278">
                  <c:v>40648</c:v>
                </c:pt>
                <c:pt idx="2279">
                  <c:v>40651</c:v>
                </c:pt>
                <c:pt idx="2280">
                  <c:v>40652</c:v>
                </c:pt>
                <c:pt idx="2281">
                  <c:v>40653</c:v>
                </c:pt>
                <c:pt idx="2282">
                  <c:v>40658</c:v>
                </c:pt>
                <c:pt idx="2283">
                  <c:v>40659</c:v>
                </c:pt>
                <c:pt idx="2284">
                  <c:v>40660</c:v>
                </c:pt>
                <c:pt idx="2285">
                  <c:v>40661</c:v>
                </c:pt>
                <c:pt idx="2286">
                  <c:v>40662</c:v>
                </c:pt>
                <c:pt idx="2287">
                  <c:v>40665</c:v>
                </c:pt>
                <c:pt idx="2288">
                  <c:v>40666</c:v>
                </c:pt>
                <c:pt idx="2289">
                  <c:v>40667</c:v>
                </c:pt>
                <c:pt idx="2290">
                  <c:v>40668</c:v>
                </c:pt>
                <c:pt idx="2291">
                  <c:v>40669</c:v>
                </c:pt>
                <c:pt idx="2292">
                  <c:v>40672</c:v>
                </c:pt>
                <c:pt idx="2293">
                  <c:v>40673</c:v>
                </c:pt>
                <c:pt idx="2294">
                  <c:v>40674</c:v>
                </c:pt>
                <c:pt idx="2295">
                  <c:v>40675</c:v>
                </c:pt>
                <c:pt idx="2296">
                  <c:v>40676</c:v>
                </c:pt>
                <c:pt idx="2297">
                  <c:v>40679</c:v>
                </c:pt>
                <c:pt idx="2298">
                  <c:v>40680</c:v>
                </c:pt>
                <c:pt idx="2299">
                  <c:v>40681</c:v>
                </c:pt>
                <c:pt idx="2300">
                  <c:v>40682</c:v>
                </c:pt>
                <c:pt idx="2301">
                  <c:v>40683</c:v>
                </c:pt>
                <c:pt idx="2302">
                  <c:v>40686</c:v>
                </c:pt>
                <c:pt idx="2303">
                  <c:v>40687</c:v>
                </c:pt>
                <c:pt idx="2304">
                  <c:v>40688</c:v>
                </c:pt>
                <c:pt idx="2305">
                  <c:v>40689</c:v>
                </c:pt>
                <c:pt idx="2306">
                  <c:v>40690</c:v>
                </c:pt>
                <c:pt idx="2307">
                  <c:v>40693</c:v>
                </c:pt>
                <c:pt idx="2308">
                  <c:v>40694</c:v>
                </c:pt>
                <c:pt idx="2309">
                  <c:v>40695</c:v>
                </c:pt>
                <c:pt idx="2310">
                  <c:v>40696</c:v>
                </c:pt>
                <c:pt idx="2311">
                  <c:v>40697</c:v>
                </c:pt>
                <c:pt idx="2312">
                  <c:v>40700</c:v>
                </c:pt>
                <c:pt idx="2313">
                  <c:v>40701</c:v>
                </c:pt>
                <c:pt idx="2314">
                  <c:v>40702</c:v>
                </c:pt>
                <c:pt idx="2315">
                  <c:v>40703</c:v>
                </c:pt>
                <c:pt idx="2316">
                  <c:v>40704</c:v>
                </c:pt>
                <c:pt idx="2317">
                  <c:v>40707</c:v>
                </c:pt>
                <c:pt idx="2318">
                  <c:v>40708</c:v>
                </c:pt>
                <c:pt idx="2319">
                  <c:v>40709</c:v>
                </c:pt>
                <c:pt idx="2320">
                  <c:v>40710</c:v>
                </c:pt>
                <c:pt idx="2321">
                  <c:v>40711</c:v>
                </c:pt>
                <c:pt idx="2322">
                  <c:v>40714</c:v>
                </c:pt>
                <c:pt idx="2323">
                  <c:v>40715</c:v>
                </c:pt>
                <c:pt idx="2324">
                  <c:v>40716</c:v>
                </c:pt>
                <c:pt idx="2325">
                  <c:v>40718</c:v>
                </c:pt>
                <c:pt idx="2326">
                  <c:v>40721</c:v>
                </c:pt>
                <c:pt idx="2327">
                  <c:v>40722</c:v>
                </c:pt>
                <c:pt idx="2328">
                  <c:v>40723</c:v>
                </c:pt>
                <c:pt idx="2329">
                  <c:v>40724</c:v>
                </c:pt>
                <c:pt idx="2330">
                  <c:v>40725</c:v>
                </c:pt>
                <c:pt idx="2331">
                  <c:v>40728</c:v>
                </c:pt>
                <c:pt idx="2332">
                  <c:v>40729</c:v>
                </c:pt>
                <c:pt idx="2333">
                  <c:v>40730</c:v>
                </c:pt>
                <c:pt idx="2334">
                  <c:v>40731</c:v>
                </c:pt>
                <c:pt idx="2335">
                  <c:v>40732</c:v>
                </c:pt>
                <c:pt idx="2336">
                  <c:v>40735</c:v>
                </c:pt>
                <c:pt idx="2337">
                  <c:v>40736</c:v>
                </c:pt>
                <c:pt idx="2338">
                  <c:v>40737</c:v>
                </c:pt>
                <c:pt idx="2339">
                  <c:v>40738</c:v>
                </c:pt>
                <c:pt idx="2340">
                  <c:v>40739</c:v>
                </c:pt>
                <c:pt idx="2341">
                  <c:v>40742</c:v>
                </c:pt>
                <c:pt idx="2342">
                  <c:v>40743</c:v>
                </c:pt>
                <c:pt idx="2343">
                  <c:v>40744</c:v>
                </c:pt>
                <c:pt idx="2344">
                  <c:v>40745</c:v>
                </c:pt>
                <c:pt idx="2345">
                  <c:v>40746</c:v>
                </c:pt>
                <c:pt idx="2346">
                  <c:v>40749</c:v>
                </c:pt>
                <c:pt idx="2347">
                  <c:v>40750</c:v>
                </c:pt>
                <c:pt idx="2348">
                  <c:v>40751</c:v>
                </c:pt>
                <c:pt idx="2349">
                  <c:v>40752</c:v>
                </c:pt>
                <c:pt idx="2350">
                  <c:v>40753</c:v>
                </c:pt>
                <c:pt idx="2351">
                  <c:v>40756</c:v>
                </c:pt>
                <c:pt idx="2352">
                  <c:v>40757</c:v>
                </c:pt>
                <c:pt idx="2353">
                  <c:v>40758</c:v>
                </c:pt>
                <c:pt idx="2354">
                  <c:v>40759</c:v>
                </c:pt>
                <c:pt idx="2355">
                  <c:v>40760</c:v>
                </c:pt>
                <c:pt idx="2356">
                  <c:v>40763</c:v>
                </c:pt>
                <c:pt idx="2357">
                  <c:v>40764</c:v>
                </c:pt>
                <c:pt idx="2358">
                  <c:v>40765</c:v>
                </c:pt>
                <c:pt idx="2359">
                  <c:v>40766</c:v>
                </c:pt>
                <c:pt idx="2360">
                  <c:v>40767</c:v>
                </c:pt>
                <c:pt idx="2361">
                  <c:v>40770</c:v>
                </c:pt>
                <c:pt idx="2362">
                  <c:v>40771</c:v>
                </c:pt>
                <c:pt idx="2363">
                  <c:v>40772</c:v>
                </c:pt>
                <c:pt idx="2364">
                  <c:v>40773</c:v>
                </c:pt>
                <c:pt idx="2365">
                  <c:v>40774</c:v>
                </c:pt>
                <c:pt idx="2366">
                  <c:v>40777</c:v>
                </c:pt>
                <c:pt idx="2367">
                  <c:v>40778</c:v>
                </c:pt>
                <c:pt idx="2368">
                  <c:v>40779</c:v>
                </c:pt>
                <c:pt idx="2369">
                  <c:v>40780</c:v>
                </c:pt>
                <c:pt idx="2370">
                  <c:v>40781</c:v>
                </c:pt>
                <c:pt idx="2371">
                  <c:v>40784</c:v>
                </c:pt>
                <c:pt idx="2372">
                  <c:v>40785</c:v>
                </c:pt>
                <c:pt idx="2373">
                  <c:v>40786</c:v>
                </c:pt>
                <c:pt idx="2374">
                  <c:v>40787</c:v>
                </c:pt>
                <c:pt idx="2375">
                  <c:v>40788</c:v>
                </c:pt>
                <c:pt idx="2376">
                  <c:v>40791</c:v>
                </c:pt>
                <c:pt idx="2377">
                  <c:v>40792</c:v>
                </c:pt>
                <c:pt idx="2378">
                  <c:v>40794</c:v>
                </c:pt>
                <c:pt idx="2379">
                  <c:v>40795</c:v>
                </c:pt>
                <c:pt idx="2380">
                  <c:v>40798</c:v>
                </c:pt>
                <c:pt idx="2381">
                  <c:v>40799</c:v>
                </c:pt>
                <c:pt idx="2382">
                  <c:v>40800</c:v>
                </c:pt>
                <c:pt idx="2383">
                  <c:v>40801</c:v>
                </c:pt>
                <c:pt idx="2384">
                  <c:v>40802</c:v>
                </c:pt>
                <c:pt idx="2385">
                  <c:v>40805</c:v>
                </c:pt>
                <c:pt idx="2386">
                  <c:v>40806</c:v>
                </c:pt>
                <c:pt idx="2387">
                  <c:v>40807</c:v>
                </c:pt>
                <c:pt idx="2388">
                  <c:v>40808</c:v>
                </c:pt>
                <c:pt idx="2389">
                  <c:v>40809</c:v>
                </c:pt>
                <c:pt idx="2390">
                  <c:v>40812</c:v>
                </c:pt>
                <c:pt idx="2391">
                  <c:v>40813</c:v>
                </c:pt>
                <c:pt idx="2392">
                  <c:v>40814</c:v>
                </c:pt>
                <c:pt idx="2393">
                  <c:v>40815</c:v>
                </c:pt>
                <c:pt idx="2394">
                  <c:v>40816</c:v>
                </c:pt>
                <c:pt idx="2395">
                  <c:v>40819</c:v>
                </c:pt>
                <c:pt idx="2396">
                  <c:v>40820</c:v>
                </c:pt>
                <c:pt idx="2397">
                  <c:v>40821</c:v>
                </c:pt>
                <c:pt idx="2398">
                  <c:v>40822</c:v>
                </c:pt>
                <c:pt idx="2399">
                  <c:v>40823</c:v>
                </c:pt>
                <c:pt idx="2400">
                  <c:v>40826</c:v>
                </c:pt>
                <c:pt idx="2401">
                  <c:v>40827</c:v>
                </c:pt>
                <c:pt idx="2402">
                  <c:v>40829</c:v>
                </c:pt>
                <c:pt idx="2403">
                  <c:v>40830</c:v>
                </c:pt>
                <c:pt idx="2404">
                  <c:v>40833</c:v>
                </c:pt>
                <c:pt idx="2405">
                  <c:v>40834</c:v>
                </c:pt>
                <c:pt idx="2406">
                  <c:v>40835</c:v>
                </c:pt>
                <c:pt idx="2407">
                  <c:v>40836</c:v>
                </c:pt>
                <c:pt idx="2408">
                  <c:v>40837</c:v>
                </c:pt>
                <c:pt idx="2409">
                  <c:v>40840</c:v>
                </c:pt>
                <c:pt idx="2410">
                  <c:v>40841</c:v>
                </c:pt>
                <c:pt idx="2411">
                  <c:v>40842</c:v>
                </c:pt>
                <c:pt idx="2412">
                  <c:v>40843</c:v>
                </c:pt>
                <c:pt idx="2413">
                  <c:v>40844</c:v>
                </c:pt>
                <c:pt idx="2414">
                  <c:v>40847</c:v>
                </c:pt>
                <c:pt idx="2415">
                  <c:v>40848</c:v>
                </c:pt>
                <c:pt idx="2416">
                  <c:v>40850</c:v>
                </c:pt>
                <c:pt idx="2417">
                  <c:v>40851</c:v>
                </c:pt>
                <c:pt idx="2418">
                  <c:v>40854</c:v>
                </c:pt>
                <c:pt idx="2419">
                  <c:v>40855</c:v>
                </c:pt>
                <c:pt idx="2420">
                  <c:v>40856</c:v>
                </c:pt>
                <c:pt idx="2421">
                  <c:v>40857</c:v>
                </c:pt>
                <c:pt idx="2422">
                  <c:v>40858</c:v>
                </c:pt>
                <c:pt idx="2423">
                  <c:v>40861</c:v>
                </c:pt>
                <c:pt idx="2424">
                  <c:v>40863</c:v>
                </c:pt>
                <c:pt idx="2425">
                  <c:v>40864</c:v>
                </c:pt>
                <c:pt idx="2426">
                  <c:v>40865</c:v>
                </c:pt>
                <c:pt idx="2427">
                  <c:v>40868</c:v>
                </c:pt>
                <c:pt idx="2428">
                  <c:v>40869</c:v>
                </c:pt>
                <c:pt idx="2429">
                  <c:v>40870</c:v>
                </c:pt>
                <c:pt idx="2430">
                  <c:v>40871</c:v>
                </c:pt>
                <c:pt idx="2431">
                  <c:v>40872</c:v>
                </c:pt>
                <c:pt idx="2432">
                  <c:v>40875</c:v>
                </c:pt>
                <c:pt idx="2433">
                  <c:v>40876</c:v>
                </c:pt>
                <c:pt idx="2434">
                  <c:v>40877</c:v>
                </c:pt>
                <c:pt idx="2435">
                  <c:v>40878</c:v>
                </c:pt>
                <c:pt idx="2436">
                  <c:v>40879</c:v>
                </c:pt>
                <c:pt idx="2437">
                  <c:v>40882</c:v>
                </c:pt>
                <c:pt idx="2438">
                  <c:v>40883</c:v>
                </c:pt>
                <c:pt idx="2439">
                  <c:v>40884</c:v>
                </c:pt>
                <c:pt idx="2440">
                  <c:v>40885</c:v>
                </c:pt>
                <c:pt idx="2441">
                  <c:v>40886</c:v>
                </c:pt>
                <c:pt idx="2442">
                  <c:v>40889</c:v>
                </c:pt>
                <c:pt idx="2443">
                  <c:v>40890</c:v>
                </c:pt>
                <c:pt idx="2444">
                  <c:v>40891</c:v>
                </c:pt>
                <c:pt idx="2445">
                  <c:v>40892</c:v>
                </c:pt>
                <c:pt idx="2446">
                  <c:v>40893</c:v>
                </c:pt>
                <c:pt idx="2447">
                  <c:v>40896</c:v>
                </c:pt>
                <c:pt idx="2448">
                  <c:v>40897</c:v>
                </c:pt>
                <c:pt idx="2449">
                  <c:v>40898</c:v>
                </c:pt>
                <c:pt idx="2450">
                  <c:v>40899</c:v>
                </c:pt>
                <c:pt idx="2451">
                  <c:v>40900</c:v>
                </c:pt>
                <c:pt idx="2452">
                  <c:v>40903</c:v>
                </c:pt>
                <c:pt idx="2453">
                  <c:v>40904</c:v>
                </c:pt>
                <c:pt idx="2454">
                  <c:v>40905</c:v>
                </c:pt>
                <c:pt idx="2455">
                  <c:v>40906</c:v>
                </c:pt>
                <c:pt idx="2456">
                  <c:v>40910</c:v>
                </c:pt>
                <c:pt idx="2457">
                  <c:v>40911</c:v>
                </c:pt>
                <c:pt idx="2458">
                  <c:v>40912</c:v>
                </c:pt>
                <c:pt idx="2459">
                  <c:v>40913</c:v>
                </c:pt>
                <c:pt idx="2460">
                  <c:v>40914</c:v>
                </c:pt>
                <c:pt idx="2461">
                  <c:v>40917</c:v>
                </c:pt>
                <c:pt idx="2462">
                  <c:v>40918</c:v>
                </c:pt>
                <c:pt idx="2463">
                  <c:v>40919</c:v>
                </c:pt>
                <c:pt idx="2464">
                  <c:v>40920</c:v>
                </c:pt>
                <c:pt idx="2465">
                  <c:v>40921</c:v>
                </c:pt>
                <c:pt idx="2466">
                  <c:v>40924</c:v>
                </c:pt>
                <c:pt idx="2467">
                  <c:v>40925</c:v>
                </c:pt>
                <c:pt idx="2468">
                  <c:v>40926</c:v>
                </c:pt>
                <c:pt idx="2469">
                  <c:v>40927</c:v>
                </c:pt>
                <c:pt idx="2470">
                  <c:v>40928</c:v>
                </c:pt>
                <c:pt idx="2471">
                  <c:v>40931</c:v>
                </c:pt>
                <c:pt idx="2472">
                  <c:v>40932</c:v>
                </c:pt>
                <c:pt idx="2473">
                  <c:v>40934</c:v>
                </c:pt>
                <c:pt idx="2474">
                  <c:v>40935</c:v>
                </c:pt>
                <c:pt idx="2475">
                  <c:v>40938</c:v>
                </c:pt>
                <c:pt idx="2476">
                  <c:v>40939</c:v>
                </c:pt>
                <c:pt idx="2477">
                  <c:v>40940</c:v>
                </c:pt>
                <c:pt idx="2478">
                  <c:v>40941</c:v>
                </c:pt>
                <c:pt idx="2479">
                  <c:v>40942</c:v>
                </c:pt>
                <c:pt idx="2480">
                  <c:v>40945</c:v>
                </c:pt>
                <c:pt idx="2481">
                  <c:v>40946</c:v>
                </c:pt>
                <c:pt idx="2482">
                  <c:v>40947</c:v>
                </c:pt>
                <c:pt idx="2483">
                  <c:v>40948</c:v>
                </c:pt>
                <c:pt idx="2484">
                  <c:v>40949</c:v>
                </c:pt>
                <c:pt idx="2485">
                  <c:v>40952</c:v>
                </c:pt>
                <c:pt idx="2486">
                  <c:v>40953</c:v>
                </c:pt>
                <c:pt idx="2487">
                  <c:v>40954</c:v>
                </c:pt>
                <c:pt idx="2488">
                  <c:v>40955</c:v>
                </c:pt>
                <c:pt idx="2489">
                  <c:v>40956</c:v>
                </c:pt>
                <c:pt idx="2490">
                  <c:v>40961</c:v>
                </c:pt>
                <c:pt idx="2491">
                  <c:v>40962</c:v>
                </c:pt>
                <c:pt idx="2492">
                  <c:v>40963</c:v>
                </c:pt>
                <c:pt idx="2493">
                  <c:v>40966</c:v>
                </c:pt>
                <c:pt idx="2494">
                  <c:v>40967</c:v>
                </c:pt>
                <c:pt idx="2495">
                  <c:v>40968</c:v>
                </c:pt>
                <c:pt idx="2496">
                  <c:v>40969</c:v>
                </c:pt>
                <c:pt idx="2497">
                  <c:v>40970</c:v>
                </c:pt>
                <c:pt idx="2498">
                  <c:v>40973</c:v>
                </c:pt>
                <c:pt idx="2499">
                  <c:v>40974</c:v>
                </c:pt>
                <c:pt idx="2500">
                  <c:v>40975</c:v>
                </c:pt>
                <c:pt idx="2501">
                  <c:v>40976</c:v>
                </c:pt>
                <c:pt idx="2502">
                  <c:v>40977</c:v>
                </c:pt>
                <c:pt idx="2503">
                  <c:v>40980</c:v>
                </c:pt>
                <c:pt idx="2504">
                  <c:v>40981</c:v>
                </c:pt>
                <c:pt idx="2505">
                  <c:v>40982</c:v>
                </c:pt>
                <c:pt idx="2506">
                  <c:v>40983</c:v>
                </c:pt>
                <c:pt idx="2507">
                  <c:v>40984</c:v>
                </c:pt>
                <c:pt idx="2508">
                  <c:v>40987</c:v>
                </c:pt>
                <c:pt idx="2509">
                  <c:v>40988</c:v>
                </c:pt>
                <c:pt idx="2510">
                  <c:v>40989</c:v>
                </c:pt>
                <c:pt idx="2511">
                  <c:v>40990</c:v>
                </c:pt>
                <c:pt idx="2512">
                  <c:v>40991</c:v>
                </c:pt>
                <c:pt idx="2513">
                  <c:v>40994</c:v>
                </c:pt>
                <c:pt idx="2514">
                  <c:v>40995</c:v>
                </c:pt>
                <c:pt idx="2515">
                  <c:v>40996</c:v>
                </c:pt>
                <c:pt idx="2516">
                  <c:v>40997</c:v>
                </c:pt>
                <c:pt idx="2517">
                  <c:v>40998</c:v>
                </c:pt>
                <c:pt idx="2518">
                  <c:v>41001</c:v>
                </c:pt>
                <c:pt idx="2519">
                  <c:v>41002</c:v>
                </c:pt>
                <c:pt idx="2520">
                  <c:v>41003</c:v>
                </c:pt>
                <c:pt idx="2521">
                  <c:v>41004</c:v>
                </c:pt>
                <c:pt idx="2522">
                  <c:v>41008</c:v>
                </c:pt>
                <c:pt idx="2523">
                  <c:v>41009</c:v>
                </c:pt>
                <c:pt idx="2524">
                  <c:v>41010</c:v>
                </c:pt>
                <c:pt idx="2525">
                  <c:v>41011</c:v>
                </c:pt>
                <c:pt idx="2526">
                  <c:v>41012</c:v>
                </c:pt>
                <c:pt idx="2527">
                  <c:v>41015</c:v>
                </c:pt>
                <c:pt idx="2528">
                  <c:v>41016</c:v>
                </c:pt>
                <c:pt idx="2529">
                  <c:v>41017</c:v>
                </c:pt>
                <c:pt idx="2530">
                  <c:v>41018</c:v>
                </c:pt>
                <c:pt idx="2531">
                  <c:v>41019</c:v>
                </c:pt>
                <c:pt idx="2532">
                  <c:v>41022</c:v>
                </c:pt>
                <c:pt idx="2533">
                  <c:v>41023</c:v>
                </c:pt>
                <c:pt idx="2534">
                  <c:v>41024</c:v>
                </c:pt>
                <c:pt idx="2535">
                  <c:v>41025</c:v>
                </c:pt>
                <c:pt idx="2536">
                  <c:v>41026</c:v>
                </c:pt>
                <c:pt idx="2537">
                  <c:v>41029</c:v>
                </c:pt>
                <c:pt idx="2538">
                  <c:v>41031</c:v>
                </c:pt>
                <c:pt idx="2539">
                  <c:v>41032</c:v>
                </c:pt>
                <c:pt idx="2540">
                  <c:v>41033</c:v>
                </c:pt>
                <c:pt idx="2541">
                  <c:v>41036</c:v>
                </c:pt>
                <c:pt idx="2542">
                  <c:v>41037</c:v>
                </c:pt>
                <c:pt idx="2543">
                  <c:v>41038</c:v>
                </c:pt>
                <c:pt idx="2544">
                  <c:v>41039</c:v>
                </c:pt>
                <c:pt idx="2545">
                  <c:v>41040</c:v>
                </c:pt>
                <c:pt idx="2546">
                  <c:v>41043</c:v>
                </c:pt>
                <c:pt idx="2547">
                  <c:v>41044</c:v>
                </c:pt>
                <c:pt idx="2548">
                  <c:v>41045</c:v>
                </c:pt>
                <c:pt idx="2549">
                  <c:v>41046</c:v>
                </c:pt>
                <c:pt idx="2550">
                  <c:v>41047</c:v>
                </c:pt>
                <c:pt idx="2551">
                  <c:v>41050</c:v>
                </c:pt>
                <c:pt idx="2552">
                  <c:v>41051</c:v>
                </c:pt>
                <c:pt idx="2553">
                  <c:v>41052</c:v>
                </c:pt>
                <c:pt idx="2554">
                  <c:v>41053</c:v>
                </c:pt>
                <c:pt idx="2555">
                  <c:v>41054</c:v>
                </c:pt>
                <c:pt idx="2556">
                  <c:v>41057</c:v>
                </c:pt>
                <c:pt idx="2557">
                  <c:v>41058</c:v>
                </c:pt>
                <c:pt idx="2558">
                  <c:v>41059</c:v>
                </c:pt>
                <c:pt idx="2559">
                  <c:v>41060</c:v>
                </c:pt>
                <c:pt idx="2560">
                  <c:v>41061</c:v>
                </c:pt>
                <c:pt idx="2561">
                  <c:v>41064</c:v>
                </c:pt>
                <c:pt idx="2562">
                  <c:v>41065</c:v>
                </c:pt>
                <c:pt idx="2563">
                  <c:v>41066</c:v>
                </c:pt>
                <c:pt idx="2564">
                  <c:v>41068</c:v>
                </c:pt>
                <c:pt idx="2565">
                  <c:v>41071</c:v>
                </c:pt>
                <c:pt idx="2566">
                  <c:v>41072</c:v>
                </c:pt>
                <c:pt idx="2567">
                  <c:v>41073</c:v>
                </c:pt>
                <c:pt idx="2568">
                  <c:v>41074</c:v>
                </c:pt>
                <c:pt idx="2569">
                  <c:v>41075</c:v>
                </c:pt>
                <c:pt idx="2570">
                  <c:v>41078</c:v>
                </c:pt>
                <c:pt idx="2571">
                  <c:v>41079</c:v>
                </c:pt>
                <c:pt idx="2572">
                  <c:v>41080</c:v>
                </c:pt>
                <c:pt idx="2573">
                  <c:v>41081</c:v>
                </c:pt>
                <c:pt idx="2574">
                  <c:v>41082</c:v>
                </c:pt>
                <c:pt idx="2575">
                  <c:v>41085</c:v>
                </c:pt>
                <c:pt idx="2576">
                  <c:v>41086</c:v>
                </c:pt>
                <c:pt idx="2577">
                  <c:v>41087</c:v>
                </c:pt>
                <c:pt idx="2578">
                  <c:v>41088</c:v>
                </c:pt>
                <c:pt idx="2579">
                  <c:v>41089</c:v>
                </c:pt>
                <c:pt idx="2580">
                  <c:v>41092</c:v>
                </c:pt>
                <c:pt idx="2581">
                  <c:v>41093</c:v>
                </c:pt>
                <c:pt idx="2582">
                  <c:v>41094</c:v>
                </c:pt>
                <c:pt idx="2583">
                  <c:v>41095</c:v>
                </c:pt>
                <c:pt idx="2584">
                  <c:v>41096</c:v>
                </c:pt>
                <c:pt idx="2585">
                  <c:v>41100</c:v>
                </c:pt>
                <c:pt idx="2586">
                  <c:v>41101</c:v>
                </c:pt>
                <c:pt idx="2587">
                  <c:v>41102</c:v>
                </c:pt>
                <c:pt idx="2588">
                  <c:v>41103</c:v>
                </c:pt>
                <c:pt idx="2589">
                  <c:v>41106</c:v>
                </c:pt>
                <c:pt idx="2590">
                  <c:v>41107</c:v>
                </c:pt>
                <c:pt idx="2591">
                  <c:v>41108</c:v>
                </c:pt>
                <c:pt idx="2592">
                  <c:v>41109</c:v>
                </c:pt>
                <c:pt idx="2593">
                  <c:v>41110</c:v>
                </c:pt>
                <c:pt idx="2594">
                  <c:v>41113</c:v>
                </c:pt>
                <c:pt idx="2595">
                  <c:v>41114</c:v>
                </c:pt>
                <c:pt idx="2596">
                  <c:v>41115</c:v>
                </c:pt>
                <c:pt idx="2597">
                  <c:v>41116</c:v>
                </c:pt>
                <c:pt idx="2598">
                  <c:v>41117</c:v>
                </c:pt>
                <c:pt idx="2599">
                  <c:v>41120</c:v>
                </c:pt>
                <c:pt idx="2600">
                  <c:v>41121</c:v>
                </c:pt>
                <c:pt idx="2601">
                  <c:v>41122</c:v>
                </c:pt>
                <c:pt idx="2602">
                  <c:v>41123</c:v>
                </c:pt>
                <c:pt idx="2603">
                  <c:v>41124</c:v>
                </c:pt>
                <c:pt idx="2604">
                  <c:v>41127</c:v>
                </c:pt>
                <c:pt idx="2605">
                  <c:v>41128</c:v>
                </c:pt>
                <c:pt idx="2606">
                  <c:v>41129</c:v>
                </c:pt>
                <c:pt idx="2607">
                  <c:v>41130</c:v>
                </c:pt>
                <c:pt idx="2608">
                  <c:v>41131</c:v>
                </c:pt>
                <c:pt idx="2609">
                  <c:v>41134</c:v>
                </c:pt>
                <c:pt idx="2610">
                  <c:v>41135</c:v>
                </c:pt>
                <c:pt idx="2611">
                  <c:v>41136</c:v>
                </c:pt>
                <c:pt idx="2612">
                  <c:v>41137</c:v>
                </c:pt>
                <c:pt idx="2613">
                  <c:v>41138</c:v>
                </c:pt>
                <c:pt idx="2614">
                  <c:v>41141</c:v>
                </c:pt>
                <c:pt idx="2615">
                  <c:v>41142</c:v>
                </c:pt>
                <c:pt idx="2616">
                  <c:v>41143</c:v>
                </c:pt>
                <c:pt idx="2617">
                  <c:v>41144</c:v>
                </c:pt>
                <c:pt idx="2618">
                  <c:v>41145</c:v>
                </c:pt>
                <c:pt idx="2619">
                  <c:v>41148</c:v>
                </c:pt>
                <c:pt idx="2620">
                  <c:v>41149</c:v>
                </c:pt>
                <c:pt idx="2621">
                  <c:v>41150</c:v>
                </c:pt>
                <c:pt idx="2622">
                  <c:v>41151</c:v>
                </c:pt>
                <c:pt idx="2623">
                  <c:v>41152</c:v>
                </c:pt>
                <c:pt idx="2624">
                  <c:v>41155</c:v>
                </c:pt>
                <c:pt idx="2625">
                  <c:v>41156</c:v>
                </c:pt>
                <c:pt idx="2626">
                  <c:v>41157</c:v>
                </c:pt>
                <c:pt idx="2627">
                  <c:v>41158</c:v>
                </c:pt>
                <c:pt idx="2628">
                  <c:v>41162</c:v>
                </c:pt>
                <c:pt idx="2629">
                  <c:v>41163</c:v>
                </c:pt>
                <c:pt idx="2630">
                  <c:v>41164</c:v>
                </c:pt>
                <c:pt idx="2631">
                  <c:v>41165</c:v>
                </c:pt>
                <c:pt idx="2632">
                  <c:v>41166</c:v>
                </c:pt>
                <c:pt idx="2633">
                  <c:v>41169</c:v>
                </c:pt>
                <c:pt idx="2634">
                  <c:v>41170</c:v>
                </c:pt>
                <c:pt idx="2635">
                  <c:v>41171</c:v>
                </c:pt>
                <c:pt idx="2636">
                  <c:v>41172</c:v>
                </c:pt>
                <c:pt idx="2637">
                  <c:v>41173</c:v>
                </c:pt>
                <c:pt idx="2638">
                  <c:v>41176</c:v>
                </c:pt>
                <c:pt idx="2639">
                  <c:v>41177</c:v>
                </c:pt>
                <c:pt idx="2640">
                  <c:v>41178</c:v>
                </c:pt>
                <c:pt idx="2641">
                  <c:v>41179</c:v>
                </c:pt>
                <c:pt idx="2642">
                  <c:v>41180</c:v>
                </c:pt>
                <c:pt idx="2643">
                  <c:v>41183</c:v>
                </c:pt>
                <c:pt idx="2644">
                  <c:v>41184</c:v>
                </c:pt>
                <c:pt idx="2645">
                  <c:v>41185</c:v>
                </c:pt>
                <c:pt idx="2646">
                  <c:v>41186</c:v>
                </c:pt>
                <c:pt idx="2647">
                  <c:v>41187</c:v>
                </c:pt>
                <c:pt idx="2648">
                  <c:v>41190</c:v>
                </c:pt>
                <c:pt idx="2649">
                  <c:v>41191</c:v>
                </c:pt>
                <c:pt idx="2650">
                  <c:v>41192</c:v>
                </c:pt>
                <c:pt idx="2651">
                  <c:v>41193</c:v>
                </c:pt>
                <c:pt idx="2652">
                  <c:v>41197</c:v>
                </c:pt>
                <c:pt idx="2653">
                  <c:v>41198</c:v>
                </c:pt>
                <c:pt idx="2654">
                  <c:v>41199</c:v>
                </c:pt>
                <c:pt idx="2655">
                  <c:v>41200</c:v>
                </c:pt>
                <c:pt idx="2656">
                  <c:v>41201</c:v>
                </c:pt>
                <c:pt idx="2657">
                  <c:v>41204</c:v>
                </c:pt>
                <c:pt idx="2658">
                  <c:v>41205</c:v>
                </c:pt>
                <c:pt idx="2659">
                  <c:v>41206</c:v>
                </c:pt>
                <c:pt idx="2660">
                  <c:v>41207</c:v>
                </c:pt>
                <c:pt idx="2661">
                  <c:v>41208</c:v>
                </c:pt>
                <c:pt idx="2662">
                  <c:v>41211</c:v>
                </c:pt>
                <c:pt idx="2663">
                  <c:v>41212</c:v>
                </c:pt>
                <c:pt idx="2664">
                  <c:v>41213</c:v>
                </c:pt>
                <c:pt idx="2665">
                  <c:v>41214</c:v>
                </c:pt>
                <c:pt idx="2666">
                  <c:v>41218</c:v>
                </c:pt>
                <c:pt idx="2667">
                  <c:v>41219</c:v>
                </c:pt>
                <c:pt idx="2668">
                  <c:v>41220</c:v>
                </c:pt>
                <c:pt idx="2669">
                  <c:v>41221</c:v>
                </c:pt>
                <c:pt idx="2670">
                  <c:v>41222</c:v>
                </c:pt>
                <c:pt idx="2671">
                  <c:v>41225</c:v>
                </c:pt>
                <c:pt idx="2672">
                  <c:v>41226</c:v>
                </c:pt>
                <c:pt idx="2673">
                  <c:v>41227</c:v>
                </c:pt>
                <c:pt idx="2674">
                  <c:v>41229</c:v>
                </c:pt>
                <c:pt idx="2675">
                  <c:v>41232</c:v>
                </c:pt>
                <c:pt idx="2676">
                  <c:v>41234</c:v>
                </c:pt>
                <c:pt idx="2677">
                  <c:v>41235</c:v>
                </c:pt>
                <c:pt idx="2678">
                  <c:v>41236</c:v>
                </c:pt>
                <c:pt idx="2679">
                  <c:v>41239</c:v>
                </c:pt>
                <c:pt idx="2680">
                  <c:v>41240</c:v>
                </c:pt>
                <c:pt idx="2681">
                  <c:v>41241</c:v>
                </c:pt>
                <c:pt idx="2682">
                  <c:v>41242</c:v>
                </c:pt>
                <c:pt idx="2683">
                  <c:v>41243</c:v>
                </c:pt>
                <c:pt idx="2684">
                  <c:v>41246</c:v>
                </c:pt>
                <c:pt idx="2685">
                  <c:v>41247</c:v>
                </c:pt>
                <c:pt idx="2686">
                  <c:v>41248</c:v>
                </c:pt>
                <c:pt idx="2687">
                  <c:v>41249</c:v>
                </c:pt>
                <c:pt idx="2688">
                  <c:v>41250</c:v>
                </c:pt>
                <c:pt idx="2689">
                  <c:v>41253</c:v>
                </c:pt>
                <c:pt idx="2690">
                  <c:v>41254</c:v>
                </c:pt>
                <c:pt idx="2691">
                  <c:v>41255</c:v>
                </c:pt>
                <c:pt idx="2692">
                  <c:v>41256</c:v>
                </c:pt>
                <c:pt idx="2693">
                  <c:v>41257</c:v>
                </c:pt>
                <c:pt idx="2694">
                  <c:v>41260</c:v>
                </c:pt>
                <c:pt idx="2695">
                  <c:v>41261</c:v>
                </c:pt>
                <c:pt idx="2696">
                  <c:v>41262</c:v>
                </c:pt>
                <c:pt idx="2697">
                  <c:v>41263</c:v>
                </c:pt>
                <c:pt idx="2698">
                  <c:v>41264</c:v>
                </c:pt>
                <c:pt idx="2699">
                  <c:v>41269</c:v>
                </c:pt>
                <c:pt idx="2700">
                  <c:v>41270</c:v>
                </c:pt>
                <c:pt idx="2701">
                  <c:v>41271</c:v>
                </c:pt>
                <c:pt idx="2702">
                  <c:v>41276</c:v>
                </c:pt>
                <c:pt idx="2703">
                  <c:v>41277</c:v>
                </c:pt>
                <c:pt idx="2704">
                  <c:v>41278</c:v>
                </c:pt>
                <c:pt idx="2705">
                  <c:v>41281</c:v>
                </c:pt>
                <c:pt idx="2706">
                  <c:v>41282</c:v>
                </c:pt>
                <c:pt idx="2707">
                  <c:v>41283</c:v>
                </c:pt>
                <c:pt idx="2708">
                  <c:v>41284</c:v>
                </c:pt>
                <c:pt idx="2709">
                  <c:v>41285</c:v>
                </c:pt>
                <c:pt idx="2710">
                  <c:v>41288</c:v>
                </c:pt>
                <c:pt idx="2711">
                  <c:v>41289</c:v>
                </c:pt>
                <c:pt idx="2712">
                  <c:v>41290</c:v>
                </c:pt>
                <c:pt idx="2713">
                  <c:v>41291</c:v>
                </c:pt>
                <c:pt idx="2714">
                  <c:v>41292</c:v>
                </c:pt>
                <c:pt idx="2715">
                  <c:v>41295</c:v>
                </c:pt>
                <c:pt idx="2716">
                  <c:v>41296</c:v>
                </c:pt>
                <c:pt idx="2717">
                  <c:v>41297</c:v>
                </c:pt>
                <c:pt idx="2718">
                  <c:v>41298</c:v>
                </c:pt>
                <c:pt idx="2719">
                  <c:v>41302</c:v>
                </c:pt>
                <c:pt idx="2720">
                  <c:v>41303</c:v>
                </c:pt>
                <c:pt idx="2721">
                  <c:v>41304</c:v>
                </c:pt>
                <c:pt idx="2722">
                  <c:v>41305</c:v>
                </c:pt>
                <c:pt idx="2723">
                  <c:v>41306</c:v>
                </c:pt>
                <c:pt idx="2724">
                  <c:v>41309</c:v>
                </c:pt>
                <c:pt idx="2725">
                  <c:v>41310</c:v>
                </c:pt>
                <c:pt idx="2726">
                  <c:v>41311</c:v>
                </c:pt>
                <c:pt idx="2727">
                  <c:v>41312</c:v>
                </c:pt>
                <c:pt idx="2728">
                  <c:v>41313</c:v>
                </c:pt>
                <c:pt idx="2729">
                  <c:v>41318</c:v>
                </c:pt>
                <c:pt idx="2730">
                  <c:v>41319</c:v>
                </c:pt>
                <c:pt idx="2731">
                  <c:v>41320</c:v>
                </c:pt>
                <c:pt idx="2732">
                  <c:v>41323</c:v>
                </c:pt>
                <c:pt idx="2733">
                  <c:v>41324</c:v>
                </c:pt>
                <c:pt idx="2734">
                  <c:v>41325</c:v>
                </c:pt>
                <c:pt idx="2735">
                  <c:v>41326</c:v>
                </c:pt>
                <c:pt idx="2736">
                  <c:v>41327</c:v>
                </c:pt>
                <c:pt idx="2737">
                  <c:v>41330</c:v>
                </c:pt>
                <c:pt idx="2738">
                  <c:v>41331</c:v>
                </c:pt>
                <c:pt idx="2739">
                  <c:v>41332</c:v>
                </c:pt>
                <c:pt idx="2740">
                  <c:v>41333</c:v>
                </c:pt>
                <c:pt idx="2741">
                  <c:v>41334</c:v>
                </c:pt>
                <c:pt idx="2742">
                  <c:v>41337</c:v>
                </c:pt>
                <c:pt idx="2743">
                  <c:v>41338</c:v>
                </c:pt>
                <c:pt idx="2744">
                  <c:v>41339</c:v>
                </c:pt>
                <c:pt idx="2745">
                  <c:v>41340</c:v>
                </c:pt>
                <c:pt idx="2746">
                  <c:v>41341</c:v>
                </c:pt>
                <c:pt idx="2747">
                  <c:v>41344</c:v>
                </c:pt>
                <c:pt idx="2748">
                  <c:v>41345</c:v>
                </c:pt>
                <c:pt idx="2749">
                  <c:v>41346</c:v>
                </c:pt>
                <c:pt idx="2750">
                  <c:v>41347</c:v>
                </c:pt>
                <c:pt idx="2751">
                  <c:v>41348</c:v>
                </c:pt>
                <c:pt idx="2752">
                  <c:v>41351</c:v>
                </c:pt>
                <c:pt idx="2753">
                  <c:v>41352</c:v>
                </c:pt>
                <c:pt idx="2754">
                  <c:v>41353</c:v>
                </c:pt>
                <c:pt idx="2755">
                  <c:v>41354</c:v>
                </c:pt>
                <c:pt idx="2756">
                  <c:v>41355</c:v>
                </c:pt>
                <c:pt idx="2757">
                  <c:v>41358</c:v>
                </c:pt>
                <c:pt idx="2758">
                  <c:v>41359</c:v>
                </c:pt>
                <c:pt idx="2759">
                  <c:v>41360</c:v>
                </c:pt>
                <c:pt idx="2760">
                  <c:v>41361</c:v>
                </c:pt>
                <c:pt idx="2761">
                  <c:v>41365</c:v>
                </c:pt>
                <c:pt idx="2762">
                  <c:v>41366</c:v>
                </c:pt>
                <c:pt idx="2763">
                  <c:v>41367</c:v>
                </c:pt>
                <c:pt idx="2764">
                  <c:v>41368</c:v>
                </c:pt>
                <c:pt idx="2765">
                  <c:v>41369</c:v>
                </c:pt>
                <c:pt idx="2766">
                  <c:v>41372</c:v>
                </c:pt>
                <c:pt idx="2767">
                  <c:v>41373</c:v>
                </c:pt>
                <c:pt idx="2768">
                  <c:v>41374</c:v>
                </c:pt>
                <c:pt idx="2769">
                  <c:v>41375</c:v>
                </c:pt>
                <c:pt idx="2770">
                  <c:v>41376</c:v>
                </c:pt>
                <c:pt idx="2771">
                  <c:v>41379</c:v>
                </c:pt>
                <c:pt idx="2772">
                  <c:v>41380</c:v>
                </c:pt>
                <c:pt idx="2773">
                  <c:v>41381</c:v>
                </c:pt>
                <c:pt idx="2774">
                  <c:v>41382</c:v>
                </c:pt>
                <c:pt idx="2775">
                  <c:v>41383</c:v>
                </c:pt>
                <c:pt idx="2776">
                  <c:v>41386</c:v>
                </c:pt>
                <c:pt idx="2777">
                  <c:v>41387</c:v>
                </c:pt>
                <c:pt idx="2778">
                  <c:v>41388</c:v>
                </c:pt>
                <c:pt idx="2779">
                  <c:v>41389</c:v>
                </c:pt>
                <c:pt idx="2780">
                  <c:v>41390</c:v>
                </c:pt>
                <c:pt idx="2781">
                  <c:v>41393</c:v>
                </c:pt>
                <c:pt idx="2782">
                  <c:v>41394</c:v>
                </c:pt>
                <c:pt idx="2783">
                  <c:v>41396</c:v>
                </c:pt>
                <c:pt idx="2784">
                  <c:v>41397</c:v>
                </c:pt>
                <c:pt idx="2785">
                  <c:v>41400</c:v>
                </c:pt>
                <c:pt idx="2786">
                  <c:v>41401</c:v>
                </c:pt>
                <c:pt idx="2787">
                  <c:v>41402</c:v>
                </c:pt>
                <c:pt idx="2788">
                  <c:v>41403</c:v>
                </c:pt>
                <c:pt idx="2789">
                  <c:v>41404</c:v>
                </c:pt>
                <c:pt idx="2790">
                  <c:v>41407</c:v>
                </c:pt>
                <c:pt idx="2791">
                  <c:v>41408</c:v>
                </c:pt>
                <c:pt idx="2792">
                  <c:v>41409</c:v>
                </c:pt>
                <c:pt idx="2793">
                  <c:v>41410</c:v>
                </c:pt>
                <c:pt idx="2794">
                  <c:v>41411</c:v>
                </c:pt>
                <c:pt idx="2795">
                  <c:v>41414</c:v>
                </c:pt>
                <c:pt idx="2796">
                  <c:v>41415</c:v>
                </c:pt>
                <c:pt idx="2797">
                  <c:v>41416</c:v>
                </c:pt>
                <c:pt idx="2798">
                  <c:v>41417</c:v>
                </c:pt>
                <c:pt idx="2799">
                  <c:v>41418</c:v>
                </c:pt>
                <c:pt idx="2800">
                  <c:v>41421</c:v>
                </c:pt>
                <c:pt idx="2801">
                  <c:v>41422</c:v>
                </c:pt>
                <c:pt idx="2802">
                  <c:v>41423</c:v>
                </c:pt>
                <c:pt idx="2803">
                  <c:v>41425</c:v>
                </c:pt>
                <c:pt idx="2804">
                  <c:v>41428</c:v>
                </c:pt>
                <c:pt idx="2805">
                  <c:v>41429</c:v>
                </c:pt>
                <c:pt idx="2806">
                  <c:v>41430</c:v>
                </c:pt>
                <c:pt idx="2807">
                  <c:v>41431</c:v>
                </c:pt>
                <c:pt idx="2808">
                  <c:v>41432</c:v>
                </c:pt>
                <c:pt idx="2809">
                  <c:v>41435</c:v>
                </c:pt>
                <c:pt idx="2810">
                  <c:v>41436</c:v>
                </c:pt>
                <c:pt idx="2811">
                  <c:v>41437</c:v>
                </c:pt>
                <c:pt idx="2812">
                  <c:v>41438</c:v>
                </c:pt>
                <c:pt idx="2813">
                  <c:v>41439</c:v>
                </c:pt>
                <c:pt idx="2814">
                  <c:v>41442</c:v>
                </c:pt>
                <c:pt idx="2815">
                  <c:v>41443</c:v>
                </c:pt>
                <c:pt idx="2816">
                  <c:v>41444</c:v>
                </c:pt>
                <c:pt idx="2817">
                  <c:v>41445</c:v>
                </c:pt>
                <c:pt idx="2818">
                  <c:v>41446</c:v>
                </c:pt>
                <c:pt idx="2819">
                  <c:v>41449</c:v>
                </c:pt>
                <c:pt idx="2820">
                  <c:v>41450</c:v>
                </c:pt>
                <c:pt idx="2821">
                  <c:v>41451</c:v>
                </c:pt>
                <c:pt idx="2822">
                  <c:v>41452</c:v>
                </c:pt>
                <c:pt idx="2823">
                  <c:v>41453</c:v>
                </c:pt>
                <c:pt idx="2824">
                  <c:v>41456</c:v>
                </c:pt>
                <c:pt idx="2825">
                  <c:v>41457</c:v>
                </c:pt>
                <c:pt idx="2826">
                  <c:v>41458</c:v>
                </c:pt>
                <c:pt idx="2827">
                  <c:v>41459</c:v>
                </c:pt>
                <c:pt idx="2828">
                  <c:v>41460</c:v>
                </c:pt>
                <c:pt idx="2829">
                  <c:v>41463</c:v>
                </c:pt>
                <c:pt idx="2830">
                  <c:v>41465</c:v>
                </c:pt>
                <c:pt idx="2831">
                  <c:v>41466</c:v>
                </c:pt>
                <c:pt idx="2832">
                  <c:v>41467</c:v>
                </c:pt>
                <c:pt idx="2833">
                  <c:v>41470</c:v>
                </c:pt>
                <c:pt idx="2834">
                  <c:v>41471</c:v>
                </c:pt>
                <c:pt idx="2835">
                  <c:v>41472</c:v>
                </c:pt>
                <c:pt idx="2836">
                  <c:v>41473</c:v>
                </c:pt>
                <c:pt idx="2837">
                  <c:v>41474</c:v>
                </c:pt>
                <c:pt idx="2838">
                  <c:v>41477</c:v>
                </c:pt>
                <c:pt idx="2839">
                  <c:v>41478</c:v>
                </c:pt>
                <c:pt idx="2840">
                  <c:v>41479</c:v>
                </c:pt>
                <c:pt idx="2841">
                  <c:v>41480</c:v>
                </c:pt>
                <c:pt idx="2842">
                  <c:v>41481</c:v>
                </c:pt>
                <c:pt idx="2843">
                  <c:v>41484</c:v>
                </c:pt>
                <c:pt idx="2844">
                  <c:v>41485</c:v>
                </c:pt>
                <c:pt idx="2845">
                  <c:v>41486</c:v>
                </c:pt>
                <c:pt idx="2846">
                  <c:v>41487</c:v>
                </c:pt>
                <c:pt idx="2847">
                  <c:v>41488</c:v>
                </c:pt>
                <c:pt idx="2848">
                  <c:v>41491</c:v>
                </c:pt>
                <c:pt idx="2849">
                  <c:v>41492</c:v>
                </c:pt>
                <c:pt idx="2850">
                  <c:v>41493</c:v>
                </c:pt>
                <c:pt idx="2851">
                  <c:v>41494</c:v>
                </c:pt>
                <c:pt idx="2852">
                  <c:v>41495</c:v>
                </c:pt>
                <c:pt idx="2853">
                  <c:v>41498</c:v>
                </c:pt>
                <c:pt idx="2854">
                  <c:v>41499</c:v>
                </c:pt>
                <c:pt idx="2855">
                  <c:v>41500</c:v>
                </c:pt>
                <c:pt idx="2856">
                  <c:v>41501</c:v>
                </c:pt>
                <c:pt idx="2857">
                  <c:v>41502</c:v>
                </c:pt>
                <c:pt idx="2858">
                  <c:v>41505</c:v>
                </c:pt>
                <c:pt idx="2859">
                  <c:v>41506</c:v>
                </c:pt>
                <c:pt idx="2860">
                  <c:v>41507</c:v>
                </c:pt>
                <c:pt idx="2861">
                  <c:v>41508</c:v>
                </c:pt>
                <c:pt idx="2862">
                  <c:v>41509</c:v>
                </c:pt>
                <c:pt idx="2863">
                  <c:v>41512</c:v>
                </c:pt>
                <c:pt idx="2864">
                  <c:v>41513</c:v>
                </c:pt>
                <c:pt idx="2865">
                  <c:v>41514</c:v>
                </c:pt>
                <c:pt idx="2866">
                  <c:v>41515</c:v>
                </c:pt>
                <c:pt idx="2867">
                  <c:v>41516</c:v>
                </c:pt>
                <c:pt idx="2868">
                  <c:v>41519</c:v>
                </c:pt>
                <c:pt idx="2869">
                  <c:v>41520</c:v>
                </c:pt>
                <c:pt idx="2870">
                  <c:v>41521</c:v>
                </c:pt>
                <c:pt idx="2871">
                  <c:v>41522</c:v>
                </c:pt>
                <c:pt idx="2872">
                  <c:v>41523</c:v>
                </c:pt>
                <c:pt idx="2873">
                  <c:v>41526</c:v>
                </c:pt>
                <c:pt idx="2874">
                  <c:v>41527</c:v>
                </c:pt>
                <c:pt idx="2875">
                  <c:v>41528</c:v>
                </c:pt>
                <c:pt idx="2876">
                  <c:v>41529</c:v>
                </c:pt>
                <c:pt idx="2877">
                  <c:v>41530</c:v>
                </c:pt>
                <c:pt idx="2878">
                  <c:v>41533</c:v>
                </c:pt>
                <c:pt idx="2879">
                  <c:v>41534</c:v>
                </c:pt>
                <c:pt idx="2880">
                  <c:v>41535</c:v>
                </c:pt>
                <c:pt idx="2881">
                  <c:v>41536</c:v>
                </c:pt>
                <c:pt idx="2882">
                  <c:v>41537</c:v>
                </c:pt>
                <c:pt idx="2883">
                  <c:v>41540</c:v>
                </c:pt>
                <c:pt idx="2884">
                  <c:v>41541</c:v>
                </c:pt>
                <c:pt idx="2885">
                  <c:v>41542</c:v>
                </c:pt>
                <c:pt idx="2886">
                  <c:v>41543</c:v>
                </c:pt>
                <c:pt idx="2887">
                  <c:v>41544</c:v>
                </c:pt>
                <c:pt idx="2888">
                  <c:v>41547</c:v>
                </c:pt>
                <c:pt idx="2889">
                  <c:v>41548</c:v>
                </c:pt>
                <c:pt idx="2890">
                  <c:v>41549</c:v>
                </c:pt>
                <c:pt idx="2891">
                  <c:v>41550</c:v>
                </c:pt>
                <c:pt idx="2892">
                  <c:v>41551</c:v>
                </c:pt>
                <c:pt idx="2893">
                  <c:v>41554</c:v>
                </c:pt>
                <c:pt idx="2894">
                  <c:v>41555</c:v>
                </c:pt>
                <c:pt idx="2895">
                  <c:v>41556</c:v>
                </c:pt>
                <c:pt idx="2896">
                  <c:v>41557</c:v>
                </c:pt>
                <c:pt idx="2897">
                  <c:v>41558</c:v>
                </c:pt>
                <c:pt idx="2898">
                  <c:v>41561</c:v>
                </c:pt>
                <c:pt idx="2899">
                  <c:v>41562</c:v>
                </c:pt>
                <c:pt idx="2900">
                  <c:v>41563</c:v>
                </c:pt>
                <c:pt idx="2901">
                  <c:v>41564</c:v>
                </c:pt>
                <c:pt idx="2902">
                  <c:v>41565</c:v>
                </c:pt>
                <c:pt idx="2903">
                  <c:v>41568</c:v>
                </c:pt>
                <c:pt idx="2904">
                  <c:v>41569</c:v>
                </c:pt>
                <c:pt idx="2905">
                  <c:v>41570</c:v>
                </c:pt>
                <c:pt idx="2906">
                  <c:v>41571</c:v>
                </c:pt>
                <c:pt idx="2907">
                  <c:v>41572</c:v>
                </c:pt>
                <c:pt idx="2908">
                  <c:v>41575</c:v>
                </c:pt>
                <c:pt idx="2909">
                  <c:v>41576</c:v>
                </c:pt>
                <c:pt idx="2910">
                  <c:v>41577</c:v>
                </c:pt>
                <c:pt idx="2911">
                  <c:v>41578</c:v>
                </c:pt>
                <c:pt idx="2912">
                  <c:v>41579</c:v>
                </c:pt>
                <c:pt idx="2913">
                  <c:v>41582</c:v>
                </c:pt>
                <c:pt idx="2914">
                  <c:v>41583</c:v>
                </c:pt>
                <c:pt idx="2915">
                  <c:v>41584</c:v>
                </c:pt>
                <c:pt idx="2916">
                  <c:v>41585</c:v>
                </c:pt>
                <c:pt idx="2917">
                  <c:v>41586</c:v>
                </c:pt>
                <c:pt idx="2918">
                  <c:v>41589</c:v>
                </c:pt>
                <c:pt idx="2919">
                  <c:v>41590</c:v>
                </c:pt>
                <c:pt idx="2920">
                  <c:v>41591</c:v>
                </c:pt>
                <c:pt idx="2921">
                  <c:v>41592</c:v>
                </c:pt>
                <c:pt idx="2922">
                  <c:v>41596</c:v>
                </c:pt>
                <c:pt idx="2923">
                  <c:v>41597</c:v>
                </c:pt>
                <c:pt idx="2924">
                  <c:v>41599</c:v>
                </c:pt>
                <c:pt idx="2925">
                  <c:v>41600</c:v>
                </c:pt>
                <c:pt idx="2926">
                  <c:v>41603</c:v>
                </c:pt>
                <c:pt idx="2927">
                  <c:v>41604</c:v>
                </c:pt>
                <c:pt idx="2928">
                  <c:v>41605</c:v>
                </c:pt>
                <c:pt idx="2929">
                  <c:v>41606</c:v>
                </c:pt>
                <c:pt idx="2930">
                  <c:v>41607</c:v>
                </c:pt>
                <c:pt idx="2931">
                  <c:v>41610</c:v>
                </c:pt>
                <c:pt idx="2932">
                  <c:v>41611</c:v>
                </c:pt>
                <c:pt idx="2933">
                  <c:v>41612</c:v>
                </c:pt>
                <c:pt idx="2934">
                  <c:v>41613</c:v>
                </c:pt>
                <c:pt idx="2935">
                  <c:v>41614</c:v>
                </c:pt>
                <c:pt idx="2936">
                  <c:v>41617</c:v>
                </c:pt>
                <c:pt idx="2937">
                  <c:v>41618</c:v>
                </c:pt>
                <c:pt idx="2938">
                  <c:v>41619</c:v>
                </c:pt>
                <c:pt idx="2939">
                  <c:v>41620</c:v>
                </c:pt>
                <c:pt idx="2940">
                  <c:v>41621</c:v>
                </c:pt>
                <c:pt idx="2941">
                  <c:v>41624</c:v>
                </c:pt>
                <c:pt idx="2942">
                  <c:v>41625</c:v>
                </c:pt>
                <c:pt idx="2943">
                  <c:v>41626</c:v>
                </c:pt>
                <c:pt idx="2944">
                  <c:v>41627</c:v>
                </c:pt>
                <c:pt idx="2945">
                  <c:v>41628</c:v>
                </c:pt>
                <c:pt idx="2946">
                  <c:v>41631</c:v>
                </c:pt>
                <c:pt idx="2947">
                  <c:v>41634</c:v>
                </c:pt>
                <c:pt idx="2948">
                  <c:v>41635</c:v>
                </c:pt>
                <c:pt idx="2949">
                  <c:v>41638</c:v>
                </c:pt>
                <c:pt idx="2950">
                  <c:v>41641</c:v>
                </c:pt>
                <c:pt idx="2951">
                  <c:v>41642</c:v>
                </c:pt>
                <c:pt idx="2952">
                  <c:v>41645</c:v>
                </c:pt>
                <c:pt idx="2953">
                  <c:v>41646</c:v>
                </c:pt>
                <c:pt idx="2954">
                  <c:v>41647</c:v>
                </c:pt>
                <c:pt idx="2955">
                  <c:v>41648</c:v>
                </c:pt>
                <c:pt idx="2956">
                  <c:v>41649</c:v>
                </c:pt>
                <c:pt idx="2957">
                  <c:v>41652</c:v>
                </c:pt>
                <c:pt idx="2958">
                  <c:v>41653</c:v>
                </c:pt>
                <c:pt idx="2959">
                  <c:v>41654</c:v>
                </c:pt>
                <c:pt idx="2960">
                  <c:v>41655</c:v>
                </c:pt>
                <c:pt idx="2961">
                  <c:v>41656</c:v>
                </c:pt>
                <c:pt idx="2962">
                  <c:v>41659</c:v>
                </c:pt>
                <c:pt idx="2963">
                  <c:v>41660</c:v>
                </c:pt>
                <c:pt idx="2964">
                  <c:v>41661</c:v>
                </c:pt>
                <c:pt idx="2965">
                  <c:v>41662</c:v>
                </c:pt>
                <c:pt idx="2966">
                  <c:v>41663</c:v>
                </c:pt>
                <c:pt idx="2967">
                  <c:v>41666</c:v>
                </c:pt>
                <c:pt idx="2968">
                  <c:v>41667</c:v>
                </c:pt>
                <c:pt idx="2969">
                  <c:v>41668</c:v>
                </c:pt>
                <c:pt idx="2970">
                  <c:v>41669</c:v>
                </c:pt>
                <c:pt idx="2971">
                  <c:v>41670</c:v>
                </c:pt>
                <c:pt idx="2972">
                  <c:v>41673</c:v>
                </c:pt>
                <c:pt idx="2973">
                  <c:v>41674</c:v>
                </c:pt>
                <c:pt idx="2974">
                  <c:v>41675</c:v>
                </c:pt>
                <c:pt idx="2975">
                  <c:v>41676</c:v>
                </c:pt>
                <c:pt idx="2976">
                  <c:v>41677</c:v>
                </c:pt>
                <c:pt idx="2977">
                  <c:v>41680</c:v>
                </c:pt>
                <c:pt idx="2978">
                  <c:v>41681</c:v>
                </c:pt>
                <c:pt idx="2979">
                  <c:v>41682</c:v>
                </c:pt>
                <c:pt idx="2980">
                  <c:v>41683</c:v>
                </c:pt>
                <c:pt idx="2981">
                  <c:v>41684</c:v>
                </c:pt>
                <c:pt idx="2982">
                  <c:v>41687</c:v>
                </c:pt>
                <c:pt idx="2983">
                  <c:v>41688</c:v>
                </c:pt>
                <c:pt idx="2984">
                  <c:v>41689</c:v>
                </c:pt>
                <c:pt idx="2985">
                  <c:v>41690</c:v>
                </c:pt>
                <c:pt idx="2986">
                  <c:v>41691</c:v>
                </c:pt>
                <c:pt idx="2987">
                  <c:v>41694</c:v>
                </c:pt>
                <c:pt idx="2988">
                  <c:v>41695</c:v>
                </c:pt>
                <c:pt idx="2989">
                  <c:v>41696</c:v>
                </c:pt>
                <c:pt idx="2990">
                  <c:v>41697</c:v>
                </c:pt>
                <c:pt idx="2991">
                  <c:v>41698</c:v>
                </c:pt>
                <c:pt idx="2992">
                  <c:v>41703</c:v>
                </c:pt>
                <c:pt idx="2993">
                  <c:v>41704</c:v>
                </c:pt>
                <c:pt idx="2994">
                  <c:v>41705</c:v>
                </c:pt>
                <c:pt idx="2995">
                  <c:v>41708</c:v>
                </c:pt>
                <c:pt idx="2996">
                  <c:v>41709</c:v>
                </c:pt>
                <c:pt idx="2997">
                  <c:v>41710</c:v>
                </c:pt>
                <c:pt idx="2998">
                  <c:v>41711</c:v>
                </c:pt>
                <c:pt idx="2999">
                  <c:v>41712</c:v>
                </c:pt>
                <c:pt idx="3000">
                  <c:v>41715</c:v>
                </c:pt>
                <c:pt idx="3001">
                  <c:v>41716</c:v>
                </c:pt>
                <c:pt idx="3002">
                  <c:v>41717</c:v>
                </c:pt>
                <c:pt idx="3003">
                  <c:v>41718</c:v>
                </c:pt>
                <c:pt idx="3004">
                  <c:v>41719</c:v>
                </c:pt>
                <c:pt idx="3005">
                  <c:v>41722</c:v>
                </c:pt>
                <c:pt idx="3006">
                  <c:v>41723</c:v>
                </c:pt>
                <c:pt idx="3007">
                  <c:v>41724</c:v>
                </c:pt>
                <c:pt idx="3008">
                  <c:v>41725</c:v>
                </c:pt>
                <c:pt idx="3009">
                  <c:v>41726</c:v>
                </c:pt>
                <c:pt idx="3010">
                  <c:v>41729</c:v>
                </c:pt>
                <c:pt idx="3011">
                  <c:v>41730</c:v>
                </c:pt>
                <c:pt idx="3012">
                  <c:v>41731</c:v>
                </c:pt>
                <c:pt idx="3013">
                  <c:v>41732</c:v>
                </c:pt>
                <c:pt idx="3014">
                  <c:v>41733</c:v>
                </c:pt>
                <c:pt idx="3015">
                  <c:v>41736</c:v>
                </c:pt>
                <c:pt idx="3016">
                  <c:v>41737</c:v>
                </c:pt>
                <c:pt idx="3017">
                  <c:v>41738</c:v>
                </c:pt>
                <c:pt idx="3018">
                  <c:v>41739</c:v>
                </c:pt>
                <c:pt idx="3019">
                  <c:v>41740</c:v>
                </c:pt>
                <c:pt idx="3020">
                  <c:v>41743</c:v>
                </c:pt>
                <c:pt idx="3021">
                  <c:v>41744</c:v>
                </c:pt>
                <c:pt idx="3022">
                  <c:v>41745</c:v>
                </c:pt>
                <c:pt idx="3023">
                  <c:v>41746</c:v>
                </c:pt>
                <c:pt idx="3024">
                  <c:v>41751</c:v>
                </c:pt>
                <c:pt idx="3025">
                  <c:v>41752</c:v>
                </c:pt>
                <c:pt idx="3026">
                  <c:v>41753</c:v>
                </c:pt>
                <c:pt idx="3027">
                  <c:v>41754</c:v>
                </c:pt>
                <c:pt idx="3028">
                  <c:v>41757</c:v>
                </c:pt>
                <c:pt idx="3029">
                  <c:v>41758</c:v>
                </c:pt>
                <c:pt idx="3030">
                  <c:v>41759</c:v>
                </c:pt>
                <c:pt idx="3031">
                  <c:v>41761</c:v>
                </c:pt>
                <c:pt idx="3032">
                  <c:v>41764</c:v>
                </c:pt>
                <c:pt idx="3033">
                  <c:v>41765</c:v>
                </c:pt>
                <c:pt idx="3034">
                  <c:v>41766</c:v>
                </c:pt>
                <c:pt idx="3035">
                  <c:v>41767</c:v>
                </c:pt>
                <c:pt idx="3036">
                  <c:v>41768</c:v>
                </c:pt>
                <c:pt idx="3037">
                  <c:v>41771</c:v>
                </c:pt>
                <c:pt idx="3038">
                  <c:v>41772</c:v>
                </c:pt>
                <c:pt idx="3039">
                  <c:v>41773</c:v>
                </c:pt>
                <c:pt idx="3040">
                  <c:v>41774</c:v>
                </c:pt>
                <c:pt idx="3041">
                  <c:v>41775</c:v>
                </c:pt>
                <c:pt idx="3042">
                  <c:v>41778</c:v>
                </c:pt>
                <c:pt idx="3043">
                  <c:v>41779</c:v>
                </c:pt>
                <c:pt idx="3044">
                  <c:v>41780</c:v>
                </c:pt>
                <c:pt idx="3045">
                  <c:v>41781</c:v>
                </c:pt>
                <c:pt idx="3046">
                  <c:v>41782</c:v>
                </c:pt>
                <c:pt idx="3047">
                  <c:v>41785</c:v>
                </c:pt>
                <c:pt idx="3048">
                  <c:v>41786</c:v>
                </c:pt>
                <c:pt idx="3049">
                  <c:v>41787</c:v>
                </c:pt>
                <c:pt idx="3050">
                  <c:v>41788</c:v>
                </c:pt>
                <c:pt idx="3051">
                  <c:v>41789</c:v>
                </c:pt>
                <c:pt idx="3052">
                  <c:v>41792</c:v>
                </c:pt>
                <c:pt idx="3053">
                  <c:v>41793</c:v>
                </c:pt>
                <c:pt idx="3054">
                  <c:v>41794</c:v>
                </c:pt>
                <c:pt idx="3055">
                  <c:v>41795</c:v>
                </c:pt>
                <c:pt idx="3056">
                  <c:v>41796</c:v>
                </c:pt>
                <c:pt idx="3057">
                  <c:v>41799</c:v>
                </c:pt>
                <c:pt idx="3058">
                  <c:v>41800</c:v>
                </c:pt>
                <c:pt idx="3059">
                  <c:v>41801</c:v>
                </c:pt>
                <c:pt idx="3060">
                  <c:v>41803</c:v>
                </c:pt>
                <c:pt idx="3061">
                  <c:v>41806</c:v>
                </c:pt>
                <c:pt idx="3062">
                  <c:v>41807</c:v>
                </c:pt>
                <c:pt idx="3063">
                  <c:v>41808</c:v>
                </c:pt>
                <c:pt idx="3064">
                  <c:v>41810</c:v>
                </c:pt>
                <c:pt idx="3065">
                  <c:v>41813</c:v>
                </c:pt>
                <c:pt idx="3066">
                  <c:v>41814</c:v>
                </c:pt>
                <c:pt idx="3067">
                  <c:v>41815</c:v>
                </c:pt>
                <c:pt idx="3068">
                  <c:v>41816</c:v>
                </c:pt>
                <c:pt idx="3069">
                  <c:v>41817</c:v>
                </c:pt>
                <c:pt idx="3070">
                  <c:v>41820</c:v>
                </c:pt>
                <c:pt idx="3071">
                  <c:v>41821</c:v>
                </c:pt>
                <c:pt idx="3072">
                  <c:v>41822</c:v>
                </c:pt>
                <c:pt idx="3073">
                  <c:v>41823</c:v>
                </c:pt>
                <c:pt idx="3074">
                  <c:v>41824</c:v>
                </c:pt>
                <c:pt idx="3075">
                  <c:v>41827</c:v>
                </c:pt>
                <c:pt idx="3076">
                  <c:v>41828</c:v>
                </c:pt>
                <c:pt idx="3077">
                  <c:v>41830</c:v>
                </c:pt>
                <c:pt idx="3078">
                  <c:v>41831</c:v>
                </c:pt>
                <c:pt idx="3079">
                  <c:v>41834</c:v>
                </c:pt>
                <c:pt idx="3080">
                  <c:v>41835</c:v>
                </c:pt>
                <c:pt idx="3081">
                  <c:v>41836</c:v>
                </c:pt>
                <c:pt idx="3082">
                  <c:v>41837</c:v>
                </c:pt>
                <c:pt idx="3083">
                  <c:v>41838</c:v>
                </c:pt>
                <c:pt idx="3084">
                  <c:v>41841</c:v>
                </c:pt>
                <c:pt idx="3085">
                  <c:v>41842</c:v>
                </c:pt>
                <c:pt idx="3086">
                  <c:v>41843</c:v>
                </c:pt>
                <c:pt idx="3087">
                  <c:v>41844</c:v>
                </c:pt>
                <c:pt idx="3088">
                  <c:v>41845</c:v>
                </c:pt>
                <c:pt idx="3089">
                  <c:v>41848</c:v>
                </c:pt>
                <c:pt idx="3090">
                  <c:v>41849</c:v>
                </c:pt>
                <c:pt idx="3091">
                  <c:v>41850</c:v>
                </c:pt>
                <c:pt idx="3092">
                  <c:v>41851</c:v>
                </c:pt>
                <c:pt idx="3093">
                  <c:v>41852</c:v>
                </c:pt>
                <c:pt idx="3094">
                  <c:v>41855</c:v>
                </c:pt>
                <c:pt idx="3095">
                  <c:v>41856</c:v>
                </c:pt>
                <c:pt idx="3096">
                  <c:v>41857</c:v>
                </c:pt>
                <c:pt idx="3097">
                  <c:v>41858</c:v>
                </c:pt>
                <c:pt idx="3098">
                  <c:v>41859</c:v>
                </c:pt>
                <c:pt idx="3099">
                  <c:v>41862</c:v>
                </c:pt>
                <c:pt idx="3100">
                  <c:v>41863</c:v>
                </c:pt>
                <c:pt idx="3101">
                  <c:v>41864</c:v>
                </c:pt>
                <c:pt idx="3102">
                  <c:v>41865</c:v>
                </c:pt>
                <c:pt idx="3103">
                  <c:v>41866</c:v>
                </c:pt>
                <c:pt idx="3104">
                  <c:v>41869</c:v>
                </c:pt>
                <c:pt idx="3105">
                  <c:v>41870</c:v>
                </c:pt>
                <c:pt idx="3106">
                  <c:v>41871</c:v>
                </c:pt>
                <c:pt idx="3107">
                  <c:v>41872</c:v>
                </c:pt>
                <c:pt idx="3108">
                  <c:v>41873</c:v>
                </c:pt>
                <c:pt idx="3109">
                  <c:v>41876</c:v>
                </c:pt>
                <c:pt idx="3110">
                  <c:v>41877</c:v>
                </c:pt>
                <c:pt idx="3111">
                  <c:v>41878</c:v>
                </c:pt>
                <c:pt idx="3112">
                  <c:v>41879</c:v>
                </c:pt>
                <c:pt idx="3113">
                  <c:v>41880</c:v>
                </c:pt>
                <c:pt idx="3114">
                  <c:v>41883</c:v>
                </c:pt>
                <c:pt idx="3115">
                  <c:v>41884</c:v>
                </c:pt>
                <c:pt idx="3116">
                  <c:v>41885</c:v>
                </c:pt>
                <c:pt idx="3117">
                  <c:v>41886</c:v>
                </c:pt>
                <c:pt idx="3118">
                  <c:v>41887</c:v>
                </c:pt>
                <c:pt idx="3119">
                  <c:v>41890</c:v>
                </c:pt>
                <c:pt idx="3120">
                  <c:v>41891</c:v>
                </c:pt>
                <c:pt idx="3121">
                  <c:v>41892</c:v>
                </c:pt>
                <c:pt idx="3122">
                  <c:v>41893</c:v>
                </c:pt>
                <c:pt idx="3123">
                  <c:v>41894</c:v>
                </c:pt>
                <c:pt idx="3124">
                  <c:v>41897</c:v>
                </c:pt>
                <c:pt idx="3125">
                  <c:v>41898</c:v>
                </c:pt>
                <c:pt idx="3126">
                  <c:v>41899</c:v>
                </c:pt>
                <c:pt idx="3127">
                  <c:v>41900</c:v>
                </c:pt>
                <c:pt idx="3128">
                  <c:v>41901</c:v>
                </c:pt>
                <c:pt idx="3129">
                  <c:v>41904</c:v>
                </c:pt>
                <c:pt idx="3130">
                  <c:v>41905</c:v>
                </c:pt>
                <c:pt idx="3131">
                  <c:v>41906</c:v>
                </c:pt>
                <c:pt idx="3132">
                  <c:v>41907</c:v>
                </c:pt>
                <c:pt idx="3133">
                  <c:v>41908</c:v>
                </c:pt>
                <c:pt idx="3134">
                  <c:v>41911</c:v>
                </c:pt>
                <c:pt idx="3135">
                  <c:v>41912</c:v>
                </c:pt>
                <c:pt idx="3136">
                  <c:v>41913</c:v>
                </c:pt>
                <c:pt idx="3137">
                  <c:v>41914</c:v>
                </c:pt>
                <c:pt idx="3138">
                  <c:v>41915</c:v>
                </c:pt>
                <c:pt idx="3139">
                  <c:v>41918</c:v>
                </c:pt>
                <c:pt idx="3140">
                  <c:v>41919</c:v>
                </c:pt>
                <c:pt idx="3141">
                  <c:v>41920</c:v>
                </c:pt>
                <c:pt idx="3142">
                  <c:v>41921</c:v>
                </c:pt>
                <c:pt idx="3143">
                  <c:v>41922</c:v>
                </c:pt>
                <c:pt idx="3144">
                  <c:v>41925</c:v>
                </c:pt>
                <c:pt idx="3145">
                  <c:v>41926</c:v>
                </c:pt>
                <c:pt idx="3146">
                  <c:v>41927</c:v>
                </c:pt>
                <c:pt idx="3147">
                  <c:v>41928</c:v>
                </c:pt>
                <c:pt idx="3148">
                  <c:v>41929</c:v>
                </c:pt>
                <c:pt idx="3149">
                  <c:v>41932</c:v>
                </c:pt>
                <c:pt idx="3150">
                  <c:v>41933</c:v>
                </c:pt>
                <c:pt idx="3151">
                  <c:v>41934</c:v>
                </c:pt>
                <c:pt idx="3152">
                  <c:v>41935</c:v>
                </c:pt>
                <c:pt idx="3153">
                  <c:v>41936</c:v>
                </c:pt>
                <c:pt idx="3154">
                  <c:v>41939</c:v>
                </c:pt>
                <c:pt idx="3155">
                  <c:v>41940</c:v>
                </c:pt>
                <c:pt idx="3156">
                  <c:v>41941</c:v>
                </c:pt>
                <c:pt idx="3157">
                  <c:v>41942</c:v>
                </c:pt>
                <c:pt idx="3158">
                  <c:v>41943</c:v>
                </c:pt>
                <c:pt idx="3159">
                  <c:v>41946</c:v>
                </c:pt>
                <c:pt idx="3160">
                  <c:v>41947</c:v>
                </c:pt>
                <c:pt idx="3161">
                  <c:v>41948</c:v>
                </c:pt>
                <c:pt idx="3162">
                  <c:v>41949</c:v>
                </c:pt>
                <c:pt idx="3163">
                  <c:v>41950</c:v>
                </c:pt>
                <c:pt idx="3164">
                  <c:v>41953</c:v>
                </c:pt>
                <c:pt idx="3165">
                  <c:v>41954</c:v>
                </c:pt>
                <c:pt idx="3166">
                  <c:v>41955</c:v>
                </c:pt>
                <c:pt idx="3167">
                  <c:v>41956</c:v>
                </c:pt>
                <c:pt idx="3168">
                  <c:v>41957</c:v>
                </c:pt>
                <c:pt idx="3169">
                  <c:v>41960</c:v>
                </c:pt>
                <c:pt idx="3170">
                  <c:v>41961</c:v>
                </c:pt>
                <c:pt idx="3171">
                  <c:v>41962</c:v>
                </c:pt>
                <c:pt idx="3172">
                  <c:v>41964</c:v>
                </c:pt>
                <c:pt idx="3173">
                  <c:v>41967</c:v>
                </c:pt>
                <c:pt idx="3174">
                  <c:v>41968</c:v>
                </c:pt>
                <c:pt idx="3175">
                  <c:v>41969</c:v>
                </c:pt>
                <c:pt idx="3176">
                  <c:v>41970</c:v>
                </c:pt>
                <c:pt idx="3177">
                  <c:v>41971</c:v>
                </c:pt>
                <c:pt idx="3178">
                  <c:v>41974</c:v>
                </c:pt>
                <c:pt idx="3179">
                  <c:v>41975</c:v>
                </c:pt>
                <c:pt idx="3180">
                  <c:v>41976</c:v>
                </c:pt>
                <c:pt idx="3181">
                  <c:v>41977</c:v>
                </c:pt>
                <c:pt idx="3182">
                  <c:v>41978</c:v>
                </c:pt>
                <c:pt idx="3183">
                  <c:v>41981</c:v>
                </c:pt>
                <c:pt idx="3184">
                  <c:v>41982</c:v>
                </c:pt>
                <c:pt idx="3185">
                  <c:v>41983</c:v>
                </c:pt>
                <c:pt idx="3186">
                  <c:v>41984</c:v>
                </c:pt>
                <c:pt idx="3187">
                  <c:v>41985</c:v>
                </c:pt>
                <c:pt idx="3188">
                  <c:v>41988</c:v>
                </c:pt>
                <c:pt idx="3189">
                  <c:v>41989</c:v>
                </c:pt>
                <c:pt idx="3190">
                  <c:v>41990</c:v>
                </c:pt>
                <c:pt idx="3191">
                  <c:v>41991</c:v>
                </c:pt>
                <c:pt idx="3192">
                  <c:v>41992</c:v>
                </c:pt>
                <c:pt idx="3193">
                  <c:v>41995</c:v>
                </c:pt>
                <c:pt idx="3194">
                  <c:v>41996</c:v>
                </c:pt>
                <c:pt idx="3195">
                  <c:v>41999</c:v>
                </c:pt>
                <c:pt idx="3196">
                  <c:v>42002</c:v>
                </c:pt>
                <c:pt idx="3197">
                  <c:v>42003</c:v>
                </c:pt>
                <c:pt idx="3198">
                  <c:v>42006</c:v>
                </c:pt>
                <c:pt idx="3199">
                  <c:v>42009</c:v>
                </c:pt>
                <c:pt idx="3200">
                  <c:v>42010</c:v>
                </c:pt>
                <c:pt idx="3201">
                  <c:v>42011</c:v>
                </c:pt>
                <c:pt idx="3202">
                  <c:v>42012</c:v>
                </c:pt>
                <c:pt idx="3203">
                  <c:v>42013</c:v>
                </c:pt>
                <c:pt idx="3204">
                  <c:v>42016</c:v>
                </c:pt>
                <c:pt idx="3205">
                  <c:v>42017</c:v>
                </c:pt>
                <c:pt idx="3206">
                  <c:v>42018</c:v>
                </c:pt>
                <c:pt idx="3207">
                  <c:v>42019</c:v>
                </c:pt>
                <c:pt idx="3208">
                  <c:v>42020</c:v>
                </c:pt>
                <c:pt idx="3209">
                  <c:v>42023</c:v>
                </c:pt>
                <c:pt idx="3210">
                  <c:v>42024</c:v>
                </c:pt>
                <c:pt idx="3211">
                  <c:v>42025</c:v>
                </c:pt>
                <c:pt idx="3212">
                  <c:v>42026</c:v>
                </c:pt>
                <c:pt idx="3213">
                  <c:v>42027</c:v>
                </c:pt>
                <c:pt idx="3214">
                  <c:v>42030</c:v>
                </c:pt>
                <c:pt idx="3215">
                  <c:v>42031</c:v>
                </c:pt>
                <c:pt idx="3216">
                  <c:v>42032</c:v>
                </c:pt>
                <c:pt idx="3217">
                  <c:v>42033</c:v>
                </c:pt>
                <c:pt idx="3218">
                  <c:v>42034</c:v>
                </c:pt>
                <c:pt idx="3219">
                  <c:v>42037</c:v>
                </c:pt>
                <c:pt idx="3220">
                  <c:v>42038</c:v>
                </c:pt>
                <c:pt idx="3221">
                  <c:v>42039</c:v>
                </c:pt>
                <c:pt idx="3222">
                  <c:v>42040</c:v>
                </c:pt>
                <c:pt idx="3223">
                  <c:v>42041</c:v>
                </c:pt>
                <c:pt idx="3224">
                  <c:v>42044</c:v>
                </c:pt>
                <c:pt idx="3225">
                  <c:v>42045</c:v>
                </c:pt>
                <c:pt idx="3226">
                  <c:v>42046</c:v>
                </c:pt>
                <c:pt idx="3227">
                  <c:v>42047</c:v>
                </c:pt>
                <c:pt idx="3228">
                  <c:v>42048</c:v>
                </c:pt>
                <c:pt idx="3229">
                  <c:v>42053</c:v>
                </c:pt>
                <c:pt idx="3230">
                  <c:v>42054</c:v>
                </c:pt>
                <c:pt idx="3231">
                  <c:v>42055</c:v>
                </c:pt>
                <c:pt idx="3232">
                  <c:v>42058</c:v>
                </c:pt>
                <c:pt idx="3233">
                  <c:v>42059</c:v>
                </c:pt>
                <c:pt idx="3234">
                  <c:v>42060</c:v>
                </c:pt>
                <c:pt idx="3235">
                  <c:v>42061</c:v>
                </c:pt>
                <c:pt idx="3236">
                  <c:v>42062</c:v>
                </c:pt>
                <c:pt idx="3237">
                  <c:v>42065</c:v>
                </c:pt>
                <c:pt idx="3238">
                  <c:v>42066</c:v>
                </c:pt>
                <c:pt idx="3239">
                  <c:v>42067</c:v>
                </c:pt>
                <c:pt idx="3240">
                  <c:v>42068</c:v>
                </c:pt>
                <c:pt idx="3241">
                  <c:v>42069</c:v>
                </c:pt>
                <c:pt idx="3242">
                  <c:v>42072</c:v>
                </c:pt>
                <c:pt idx="3243">
                  <c:v>42073</c:v>
                </c:pt>
                <c:pt idx="3244">
                  <c:v>42074</c:v>
                </c:pt>
                <c:pt idx="3245">
                  <c:v>42075</c:v>
                </c:pt>
                <c:pt idx="3246">
                  <c:v>42076</c:v>
                </c:pt>
                <c:pt idx="3247">
                  <c:v>42079</c:v>
                </c:pt>
                <c:pt idx="3248">
                  <c:v>42080</c:v>
                </c:pt>
                <c:pt idx="3249">
                  <c:v>42081</c:v>
                </c:pt>
                <c:pt idx="3250">
                  <c:v>42082</c:v>
                </c:pt>
                <c:pt idx="3251">
                  <c:v>42083</c:v>
                </c:pt>
                <c:pt idx="3252">
                  <c:v>42086</c:v>
                </c:pt>
                <c:pt idx="3253">
                  <c:v>42087</c:v>
                </c:pt>
                <c:pt idx="3254">
                  <c:v>42088</c:v>
                </c:pt>
                <c:pt idx="3255">
                  <c:v>42089</c:v>
                </c:pt>
                <c:pt idx="3256">
                  <c:v>42090</c:v>
                </c:pt>
                <c:pt idx="3257">
                  <c:v>42093</c:v>
                </c:pt>
                <c:pt idx="3258">
                  <c:v>42094</c:v>
                </c:pt>
                <c:pt idx="3259">
                  <c:v>42095</c:v>
                </c:pt>
                <c:pt idx="3260">
                  <c:v>42096</c:v>
                </c:pt>
                <c:pt idx="3261">
                  <c:v>42100</c:v>
                </c:pt>
                <c:pt idx="3262">
                  <c:v>42101</c:v>
                </c:pt>
                <c:pt idx="3263">
                  <c:v>42102</c:v>
                </c:pt>
                <c:pt idx="3264">
                  <c:v>42103</c:v>
                </c:pt>
                <c:pt idx="3265">
                  <c:v>42104</c:v>
                </c:pt>
                <c:pt idx="3266">
                  <c:v>42107</c:v>
                </c:pt>
                <c:pt idx="3267">
                  <c:v>42108</c:v>
                </c:pt>
                <c:pt idx="3268">
                  <c:v>42109</c:v>
                </c:pt>
                <c:pt idx="3269">
                  <c:v>42110</c:v>
                </c:pt>
                <c:pt idx="3270">
                  <c:v>42111</c:v>
                </c:pt>
                <c:pt idx="3271">
                  <c:v>42114</c:v>
                </c:pt>
                <c:pt idx="3272">
                  <c:v>42116</c:v>
                </c:pt>
                <c:pt idx="3273">
                  <c:v>42117</c:v>
                </c:pt>
                <c:pt idx="3274">
                  <c:v>42118</c:v>
                </c:pt>
                <c:pt idx="3275">
                  <c:v>42121</c:v>
                </c:pt>
                <c:pt idx="3276">
                  <c:v>42122</c:v>
                </c:pt>
                <c:pt idx="3277">
                  <c:v>42123</c:v>
                </c:pt>
                <c:pt idx="3278">
                  <c:v>42124</c:v>
                </c:pt>
                <c:pt idx="3279">
                  <c:v>42128</c:v>
                </c:pt>
                <c:pt idx="3280">
                  <c:v>42129</c:v>
                </c:pt>
                <c:pt idx="3281">
                  <c:v>42130</c:v>
                </c:pt>
                <c:pt idx="3282">
                  <c:v>42131</c:v>
                </c:pt>
                <c:pt idx="3283">
                  <c:v>42132</c:v>
                </c:pt>
                <c:pt idx="3284">
                  <c:v>42135</c:v>
                </c:pt>
                <c:pt idx="3285">
                  <c:v>42136</c:v>
                </c:pt>
                <c:pt idx="3286">
                  <c:v>42137</c:v>
                </c:pt>
                <c:pt idx="3287">
                  <c:v>42138</c:v>
                </c:pt>
                <c:pt idx="3288">
                  <c:v>42139</c:v>
                </c:pt>
                <c:pt idx="3289">
                  <c:v>42142</c:v>
                </c:pt>
                <c:pt idx="3290">
                  <c:v>42143</c:v>
                </c:pt>
                <c:pt idx="3291">
                  <c:v>42144</c:v>
                </c:pt>
                <c:pt idx="3292">
                  <c:v>42145</c:v>
                </c:pt>
                <c:pt idx="3293">
                  <c:v>42146</c:v>
                </c:pt>
                <c:pt idx="3294">
                  <c:v>42149</c:v>
                </c:pt>
                <c:pt idx="3295">
                  <c:v>42150</c:v>
                </c:pt>
                <c:pt idx="3296">
                  <c:v>42151</c:v>
                </c:pt>
                <c:pt idx="3297">
                  <c:v>42152</c:v>
                </c:pt>
                <c:pt idx="3298">
                  <c:v>42153</c:v>
                </c:pt>
                <c:pt idx="3299">
                  <c:v>42156</c:v>
                </c:pt>
                <c:pt idx="3300">
                  <c:v>42157</c:v>
                </c:pt>
                <c:pt idx="3301">
                  <c:v>42158</c:v>
                </c:pt>
                <c:pt idx="3302">
                  <c:v>42160</c:v>
                </c:pt>
                <c:pt idx="3303">
                  <c:v>42163</c:v>
                </c:pt>
                <c:pt idx="3304">
                  <c:v>42164</c:v>
                </c:pt>
                <c:pt idx="3305">
                  <c:v>42165</c:v>
                </c:pt>
                <c:pt idx="3306">
                  <c:v>42166</c:v>
                </c:pt>
                <c:pt idx="3307">
                  <c:v>42167</c:v>
                </c:pt>
                <c:pt idx="3308">
                  <c:v>42170</c:v>
                </c:pt>
                <c:pt idx="3309">
                  <c:v>42171</c:v>
                </c:pt>
                <c:pt idx="3310">
                  <c:v>42172</c:v>
                </c:pt>
                <c:pt idx="3311">
                  <c:v>42173</c:v>
                </c:pt>
                <c:pt idx="3312">
                  <c:v>42174</c:v>
                </c:pt>
                <c:pt idx="3313">
                  <c:v>42177</c:v>
                </c:pt>
                <c:pt idx="3314">
                  <c:v>42178</c:v>
                </c:pt>
                <c:pt idx="3315">
                  <c:v>42179</c:v>
                </c:pt>
                <c:pt idx="3316">
                  <c:v>42180</c:v>
                </c:pt>
                <c:pt idx="3317">
                  <c:v>42181</c:v>
                </c:pt>
                <c:pt idx="3318">
                  <c:v>42184</c:v>
                </c:pt>
                <c:pt idx="3319">
                  <c:v>42185</c:v>
                </c:pt>
                <c:pt idx="3320">
                  <c:v>42186</c:v>
                </c:pt>
                <c:pt idx="3321">
                  <c:v>42187</c:v>
                </c:pt>
                <c:pt idx="3322">
                  <c:v>42188</c:v>
                </c:pt>
                <c:pt idx="3323">
                  <c:v>42191</c:v>
                </c:pt>
                <c:pt idx="3324">
                  <c:v>42192</c:v>
                </c:pt>
                <c:pt idx="3325">
                  <c:v>42193</c:v>
                </c:pt>
                <c:pt idx="3326">
                  <c:v>42195</c:v>
                </c:pt>
                <c:pt idx="3327">
                  <c:v>42198</c:v>
                </c:pt>
                <c:pt idx="3328">
                  <c:v>42199</c:v>
                </c:pt>
                <c:pt idx="3329">
                  <c:v>42200</c:v>
                </c:pt>
                <c:pt idx="3330">
                  <c:v>42201</c:v>
                </c:pt>
                <c:pt idx="3331">
                  <c:v>42202</c:v>
                </c:pt>
                <c:pt idx="3332">
                  <c:v>42205</c:v>
                </c:pt>
                <c:pt idx="3333">
                  <c:v>42206</c:v>
                </c:pt>
                <c:pt idx="3334">
                  <c:v>42207</c:v>
                </c:pt>
                <c:pt idx="3335">
                  <c:v>42208</c:v>
                </c:pt>
                <c:pt idx="3336">
                  <c:v>42209</c:v>
                </c:pt>
                <c:pt idx="3337">
                  <c:v>42212</c:v>
                </c:pt>
                <c:pt idx="3338">
                  <c:v>42213</c:v>
                </c:pt>
                <c:pt idx="3339">
                  <c:v>42214</c:v>
                </c:pt>
                <c:pt idx="3340">
                  <c:v>42215</c:v>
                </c:pt>
                <c:pt idx="3341">
                  <c:v>42216</c:v>
                </c:pt>
                <c:pt idx="3342">
                  <c:v>42219</c:v>
                </c:pt>
                <c:pt idx="3343">
                  <c:v>42220</c:v>
                </c:pt>
                <c:pt idx="3344">
                  <c:v>42221</c:v>
                </c:pt>
                <c:pt idx="3345">
                  <c:v>42222</c:v>
                </c:pt>
                <c:pt idx="3346">
                  <c:v>42223</c:v>
                </c:pt>
                <c:pt idx="3347">
                  <c:v>42226</c:v>
                </c:pt>
                <c:pt idx="3348">
                  <c:v>42227</c:v>
                </c:pt>
                <c:pt idx="3349">
                  <c:v>42228</c:v>
                </c:pt>
                <c:pt idx="3350">
                  <c:v>42229</c:v>
                </c:pt>
                <c:pt idx="3351">
                  <c:v>42230</c:v>
                </c:pt>
                <c:pt idx="3352">
                  <c:v>42233</c:v>
                </c:pt>
                <c:pt idx="3353">
                  <c:v>42234</c:v>
                </c:pt>
                <c:pt idx="3354">
                  <c:v>42235</c:v>
                </c:pt>
                <c:pt idx="3355">
                  <c:v>42236</c:v>
                </c:pt>
                <c:pt idx="3356">
                  <c:v>42237</c:v>
                </c:pt>
                <c:pt idx="3357">
                  <c:v>42240</c:v>
                </c:pt>
                <c:pt idx="3358">
                  <c:v>42241</c:v>
                </c:pt>
                <c:pt idx="3359">
                  <c:v>42242</c:v>
                </c:pt>
                <c:pt idx="3360">
                  <c:v>42243</c:v>
                </c:pt>
                <c:pt idx="3361">
                  <c:v>42244</c:v>
                </c:pt>
                <c:pt idx="3362">
                  <c:v>42247</c:v>
                </c:pt>
                <c:pt idx="3363">
                  <c:v>42248</c:v>
                </c:pt>
                <c:pt idx="3364">
                  <c:v>42249</c:v>
                </c:pt>
                <c:pt idx="3365">
                  <c:v>42250</c:v>
                </c:pt>
                <c:pt idx="3366">
                  <c:v>42251</c:v>
                </c:pt>
                <c:pt idx="3367">
                  <c:v>42255</c:v>
                </c:pt>
                <c:pt idx="3368">
                  <c:v>42256</c:v>
                </c:pt>
                <c:pt idx="3369">
                  <c:v>42257</c:v>
                </c:pt>
                <c:pt idx="3370">
                  <c:v>42258</c:v>
                </c:pt>
                <c:pt idx="3371">
                  <c:v>42261</c:v>
                </c:pt>
                <c:pt idx="3372">
                  <c:v>42262</c:v>
                </c:pt>
                <c:pt idx="3373">
                  <c:v>42263</c:v>
                </c:pt>
                <c:pt idx="3374">
                  <c:v>42264</c:v>
                </c:pt>
                <c:pt idx="3375">
                  <c:v>42265</c:v>
                </c:pt>
                <c:pt idx="3376">
                  <c:v>42268</c:v>
                </c:pt>
                <c:pt idx="3377">
                  <c:v>42269</c:v>
                </c:pt>
                <c:pt idx="3378">
                  <c:v>42270</c:v>
                </c:pt>
                <c:pt idx="3379">
                  <c:v>42271</c:v>
                </c:pt>
                <c:pt idx="3380">
                  <c:v>42272</c:v>
                </c:pt>
                <c:pt idx="3381">
                  <c:v>42275</c:v>
                </c:pt>
                <c:pt idx="3382">
                  <c:v>42276</c:v>
                </c:pt>
                <c:pt idx="3383">
                  <c:v>42277</c:v>
                </c:pt>
                <c:pt idx="3384">
                  <c:v>42278</c:v>
                </c:pt>
                <c:pt idx="3385">
                  <c:v>42279</c:v>
                </c:pt>
                <c:pt idx="3386">
                  <c:v>42282</c:v>
                </c:pt>
                <c:pt idx="3387">
                  <c:v>42283</c:v>
                </c:pt>
                <c:pt idx="3388">
                  <c:v>42284</c:v>
                </c:pt>
                <c:pt idx="3389">
                  <c:v>42285</c:v>
                </c:pt>
                <c:pt idx="3390">
                  <c:v>42286</c:v>
                </c:pt>
                <c:pt idx="3391">
                  <c:v>42290</c:v>
                </c:pt>
                <c:pt idx="3392">
                  <c:v>42291</c:v>
                </c:pt>
                <c:pt idx="3393">
                  <c:v>42292</c:v>
                </c:pt>
                <c:pt idx="3394">
                  <c:v>42293</c:v>
                </c:pt>
                <c:pt idx="3395">
                  <c:v>42296</c:v>
                </c:pt>
                <c:pt idx="3396">
                  <c:v>42297</c:v>
                </c:pt>
                <c:pt idx="3397">
                  <c:v>42298</c:v>
                </c:pt>
                <c:pt idx="3398">
                  <c:v>42299</c:v>
                </c:pt>
                <c:pt idx="3399">
                  <c:v>42300</c:v>
                </c:pt>
                <c:pt idx="3400">
                  <c:v>42303</c:v>
                </c:pt>
                <c:pt idx="3401">
                  <c:v>42304</c:v>
                </c:pt>
                <c:pt idx="3402">
                  <c:v>42305</c:v>
                </c:pt>
                <c:pt idx="3403">
                  <c:v>42306</c:v>
                </c:pt>
                <c:pt idx="3404">
                  <c:v>42307</c:v>
                </c:pt>
                <c:pt idx="3405">
                  <c:v>42311</c:v>
                </c:pt>
                <c:pt idx="3406">
                  <c:v>42312</c:v>
                </c:pt>
                <c:pt idx="3407">
                  <c:v>42313</c:v>
                </c:pt>
                <c:pt idx="3408">
                  <c:v>42314</c:v>
                </c:pt>
                <c:pt idx="3409">
                  <c:v>42317</c:v>
                </c:pt>
                <c:pt idx="3410">
                  <c:v>42318</c:v>
                </c:pt>
                <c:pt idx="3411">
                  <c:v>42319</c:v>
                </c:pt>
                <c:pt idx="3412">
                  <c:v>42320</c:v>
                </c:pt>
                <c:pt idx="3413">
                  <c:v>42321</c:v>
                </c:pt>
                <c:pt idx="3414">
                  <c:v>42324</c:v>
                </c:pt>
                <c:pt idx="3415">
                  <c:v>42325</c:v>
                </c:pt>
                <c:pt idx="3416">
                  <c:v>42326</c:v>
                </c:pt>
                <c:pt idx="3417">
                  <c:v>42327</c:v>
                </c:pt>
                <c:pt idx="3418">
                  <c:v>42331</c:v>
                </c:pt>
                <c:pt idx="3419">
                  <c:v>42332</c:v>
                </c:pt>
                <c:pt idx="3420">
                  <c:v>42333</c:v>
                </c:pt>
                <c:pt idx="3421">
                  <c:v>42334</c:v>
                </c:pt>
                <c:pt idx="3422">
                  <c:v>42335</c:v>
                </c:pt>
                <c:pt idx="3423">
                  <c:v>42338</c:v>
                </c:pt>
                <c:pt idx="3424">
                  <c:v>42339</c:v>
                </c:pt>
                <c:pt idx="3425">
                  <c:v>42340</c:v>
                </c:pt>
                <c:pt idx="3426">
                  <c:v>42341</c:v>
                </c:pt>
                <c:pt idx="3427">
                  <c:v>42342</c:v>
                </c:pt>
                <c:pt idx="3428">
                  <c:v>42345</c:v>
                </c:pt>
                <c:pt idx="3429">
                  <c:v>42346</c:v>
                </c:pt>
                <c:pt idx="3430">
                  <c:v>42347</c:v>
                </c:pt>
                <c:pt idx="3431">
                  <c:v>42348</c:v>
                </c:pt>
                <c:pt idx="3432">
                  <c:v>42349</c:v>
                </c:pt>
                <c:pt idx="3433">
                  <c:v>42352</c:v>
                </c:pt>
                <c:pt idx="3434">
                  <c:v>42353</c:v>
                </c:pt>
                <c:pt idx="3435">
                  <c:v>42354</c:v>
                </c:pt>
                <c:pt idx="3436">
                  <c:v>42355</c:v>
                </c:pt>
                <c:pt idx="3437">
                  <c:v>42356</c:v>
                </c:pt>
                <c:pt idx="3438">
                  <c:v>42359</c:v>
                </c:pt>
                <c:pt idx="3439">
                  <c:v>42360</c:v>
                </c:pt>
                <c:pt idx="3440">
                  <c:v>42361</c:v>
                </c:pt>
                <c:pt idx="3441">
                  <c:v>42366</c:v>
                </c:pt>
                <c:pt idx="3442">
                  <c:v>42367</c:v>
                </c:pt>
                <c:pt idx="3443">
                  <c:v>42368</c:v>
                </c:pt>
                <c:pt idx="3444">
                  <c:v>42373</c:v>
                </c:pt>
                <c:pt idx="3445">
                  <c:v>42374</c:v>
                </c:pt>
                <c:pt idx="3446">
                  <c:v>42375</c:v>
                </c:pt>
                <c:pt idx="3447">
                  <c:v>42376</c:v>
                </c:pt>
                <c:pt idx="3448">
                  <c:v>42377</c:v>
                </c:pt>
                <c:pt idx="3449">
                  <c:v>42380</c:v>
                </c:pt>
                <c:pt idx="3450">
                  <c:v>42381</c:v>
                </c:pt>
                <c:pt idx="3451">
                  <c:v>42382</c:v>
                </c:pt>
                <c:pt idx="3452">
                  <c:v>42383</c:v>
                </c:pt>
                <c:pt idx="3453">
                  <c:v>42384</c:v>
                </c:pt>
                <c:pt idx="3454">
                  <c:v>42387</c:v>
                </c:pt>
                <c:pt idx="3455">
                  <c:v>42388</c:v>
                </c:pt>
                <c:pt idx="3456">
                  <c:v>42389</c:v>
                </c:pt>
                <c:pt idx="3457">
                  <c:v>42390</c:v>
                </c:pt>
                <c:pt idx="3458">
                  <c:v>42391</c:v>
                </c:pt>
                <c:pt idx="3459">
                  <c:v>42395</c:v>
                </c:pt>
                <c:pt idx="3460">
                  <c:v>42396</c:v>
                </c:pt>
                <c:pt idx="3461">
                  <c:v>42397</c:v>
                </c:pt>
                <c:pt idx="3462">
                  <c:v>42398</c:v>
                </c:pt>
                <c:pt idx="3463">
                  <c:v>42401</c:v>
                </c:pt>
                <c:pt idx="3464">
                  <c:v>42402</c:v>
                </c:pt>
                <c:pt idx="3465">
                  <c:v>42403</c:v>
                </c:pt>
                <c:pt idx="3466">
                  <c:v>42404</c:v>
                </c:pt>
                <c:pt idx="3467">
                  <c:v>42405</c:v>
                </c:pt>
                <c:pt idx="3468">
                  <c:v>42410</c:v>
                </c:pt>
                <c:pt idx="3469">
                  <c:v>42411</c:v>
                </c:pt>
                <c:pt idx="3470">
                  <c:v>42412</c:v>
                </c:pt>
                <c:pt idx="3471">
                  <c:v>42415</c:v>
                </c:pt>
                <c:pt idx="3472">
                  <c:v>42416</c:v>
                </c:pt>
                <c:pt idx="3473">
                  <c:v>42417</c:v>
                </c:pt>
                <c:pt idx="3474">
                  <c:v>42418</c:v>
                </c:pt>
                <c:pt idx="3475">
                  <c:v>42419</c:v>
                </c:pt>
                <c:pt idx="3476">
                  <c:v>42422</c:v>
                </c:pt>
                <c:pt idx="3477">
                  <c:v>42423</c:v>
                </c:pt>
                <c:pt idx="3478">
                  <c:v>42424</c:v>
                </c:pt>
                <c:pt idx="3479">
                  <c:v>42425</c:v>
                </c:pt>
                <c:pt idx="3480">
                  <c:v>42426</c:v>
                </c:pt>
                <c:pt idx="3481">
                  <c:v>42429</c:v>
                </c:pt>
                <c:pt idx="3482">
                  <c:v>42430</c:v>
                </c:pt>
                <c:pt idx="3483">
                  <c:v>42431</c:v>
                </c:pt>
                <c:pt idx="3484">
                  <c:v>42432</c:v>
                </c:pt>
                <c:pt idx="3485">
                  <c:v>42433</c:v>
                </c:pt>
                <c:pt idx="3486">
                  <c:v>42436</c:v>
                </c:pt>
                <c:pt idx="3487">
                  <c:v>42437</c:v>
                </c:pt>
                <c:pt idx="3488">
                  <c:v>42438</c:v>
                </c:pt>
                <c:pt idx="3489">
                  <c:v>42439</c:v>
                </c:pt>
                <c:pt idx="3490">
                  <c:v>42440</c:v>
                </c:pt>
                <c:pt idx="3491">
                  <c:v>42443</c:v>
                </c:pt>
                <c:pt idx="3492">
                  <c:v>42444</c:v>
                </c:pt>
                <c:pt idx="3493">
                  <c:v>42445</c:v>
                </c:pt>
                <c:pt idx="3494">
                  <c:v>42446</c:v>
                </c:pt>
                <c:pt idx="3495">
                  <c:v>42447</c:v>
                </c:pt>
                <c:pt idx="3496">
                  <c:v>42450</c:v>
                </c:pt>
                <c:pt idx="3497">
                  <c:v>42451</c:v>
                </c:pt>
                <c:pt idx="3498">
                  <c:v>42452</c:v>
                </c:pt>
                <c:pt idx="3499">
                  <c:v>42453</c:v>
                </c:pt>
                <c:pt idx="3500">
                  <c:v>42457</c:v>
                </c:pt>
                <c:pt idx="3501">
                  <c:v>42458</c:v>
                </c:pt>
                <c:pt idx="3502">
                  <c:v>42459</c:v>
                </c:pt>
                <c:pt idx="3503">
                  <c:v>42460</c:v>
                </c:pt>
                <c:pt idx="3504">
                  <c:v>42461</c:v>
                </c:pt>
                <c:pt idx="3505">
                  <c:v>42464</c:v>
                </c:pt>
                <c:pt idx="3506">
                  <c:v>42465</c:v>
                </c:pt>
                <c:pt idx="3507">
                  <c:v>42466</c:v>
                </c:pt>
                <c:pt idx="3508">
                  <c:v>42467</c:v>
                </c:pt>
                <c:pt idx="3509">
                  <c:v>42468</c:v>
                </c:pt>
                <c:pt idx="3510">
                  <c:v>42471</c:v>
                </c:pt>
                <c:pt idx="3511">
                  <c:v>42472</c:v>
                </c:pt>
                <c:pt idx="3512">
                  <c:v>42473</c:v>
                </c:pt>
                <c:pt idx="3513">
                  <c:v>42474</c:v>
                </c:pt>
                <c:pt idx="3514">
                  <c:v>42475</c:v>
                </c:pt>
                <c:pt idx="3515">
                  <c:v>42478</c:v>
                </c:pt>
                <c:pt idx="3516">
                  <c:v>42479</c:v>
                </c:pt>
                <c:pt idx="3517">
                  <c:v>42480</c:v>
                </c:pt>
                <c:pt idx="3518">
                  <c:v>42482</c:v>
                </c:pt>
                <c:pt idx="3519">
                  <c:v>42485</c:v>
                </c:pt>
                <c:pt idx="3520">
                  <c:v>42486</c:v>
                </c:pt>
                <c:pt idx="3521">
                  <c:v>42487</c:v>
                </c:pt>
                <c:pt idx="3522">
                  <c:v>42488</c:v>
                </c:pt>
                <c:pt idx="3523">
                  <c:v>42489</c:v>
                </c:pt>
                <c:pt idx="3524">
                  <c:v>42492</c:v>
                </c:pt>
                <c:pt idx="3525">
                  <c:v>42493</c:v>
                </c:pt>
                <c:pt idx="3526">
                  <c:v>42494</c:v>
                </c:pt>
                <c:pt idx="3527">
                  <c:v>42495</c:v>
                </c:pt>
                <c:pt idx="3528">
                  <c:v>42496</c:v>
                </c:pt>
                <c:pt idx="3529">
                  <c:v>42499</c:v>
                </c:pt>
                <c:pt idx="3530">
                  <c:v>42500</c:v>
                </c:pt>
                <c:pt idx="3531">
                  <c:v>42501</c:v>
                </c:pt>
                <c:pt idx="3532">
                  <c:v>42502</c:v>
                </c:pt>
                <c:pt idx="3533">
                  <c:v>42503</c:v>
                </c:pt>
                <c:pt idx="3534">
                  <c:v>42506</c:v>
                </c:pt>
                <c:pt idx="3535">
                  <c:v>42507</c:v>
                </c:pt>
                <c:pt idx="3536">
                  <c:v>42508</c:v>
                </c:pt>
                <c:pt idx="3537">
                  <c:v>42509</c:v>
                </c:pt>
                <c:pt idx="3538">
                  <c:v>42510</c:v>
                </c:pt>
                <c:pt idx="3539">
                  <c:v>42513</c:v>
                </c:pt>
                <c:pt idx="3540">
                  <c:v>42514</c:v>
                </c:pt>
                <c:pt idx="3541">
                  <c:v>42515</c:v>
                </c:pt>
                <c:pt idx="3542">
                  <c:v>42517</c:v>
                </c:pt>
                <c:pt idx="3543">
                  <c:v>42520</c:v>
                </c:pt>
                <c:pt idx="3544">
                  <c:v>42521</c:v>
                </c:pt>
                <c:pt idx="3545">
                  <c:v>42522</c:v>
                </c:pt>
                <c:pt idx="3546">
                  <c:v>42523</c:v>
                </c:pt>
                <c:pt idx="3547">
                  <c:v>42524</c:v>
                </c:pt>
                <c:pt idx="3548">
                  <c:v>42527</c:v>
                </c:pt>
                <c:pt idx="3549">
                  <c:v>42528</c:v>
                </c:pt>
                <c:pt idx="3550">
                  <c:v>42529</c:v>
                </c:pt>
                <c:pt idx="3551">
                  <c:v>42530</c:v>
                </c:pt>
                <c:pt idx="3552">
                  <c:v>42531</c:v>
                </c:pt>
                <c:pt idx="3553">
                  <c:v>42534</c:v>
                </c:pt>
                <c:pt idx="3554">
                  <c:v>42535</c:v>
                </c:pt>
                <c:pt idx="3555">
                  <c:v>42536</c:v>
                </c:pt>
                <c:pt idx="3556">
                  <c:v>42537</c:v>
                </c:pt>
                <c:pt idx="3557">
                  <c:v>42538</c:v>
                </c:pt>
                <c:pt idx="3558">
                  <c:v>42541</c:v>
                </c:pt>
                <c:pt idx="3559">
                  <c:v>42542</c:v>
                </c:pt>
                <c:pt idx="3560">
                  <c:v>42543</c:v>
                </c:pt>
                <c:pt idx="3561">
                  <c:v>42544</c:v>
                </c:pt>
                <c:pt idx="3562">
                  <c:v>42545</c:v>
                </c:pt>
                <c:pt idx="3563">
                  <c:v>42548</c:v>
                </c:pt>
                <c:pt idx="3564">
                  <c:v>42549</c:v>
                </c:pt>
                <c:pt idx="3565">
                  <c:v>42550</c:v>
                </c:pt>
                <c:pt idx="3566">
                  <c:v>42551</c:v>
                </c:pt>
                <c:pt idx="3567">
                  <c:v>42552</c:v>
                </c:pt>
                <c:pt idx="3568">
                  <c:v>42555</c:v>
                </c:pt>
                <c:pt idx="3569">
                  <c:v>42556</c:v>
                </c:pt>
                <c:pt idx="3570">
                  <c:v>42557</c:v>
                </c:pt>
                <c:pt idx="3571">
                  <c:v>42558</c:v>
                </c:pt>
                <c:pt idx="3572">
                  <c:v>42559</c:v>
                </c:pt>
                <c:pt idx="3573">
                  <c:v>42562</c:v>
                </c:pt>
                <c:pt idx="3574">
                  <c:v>42563</c:v>
                </c:pt>
                <c:pt idx="3575">
                  <c:v>42564</c:v>
                </c:pt>
                <c:pt idx="3576">
                  <c:v>42565</c:v>
                </c:pt>
                <c:pt idx="3577">
                  <c:v>42566</c:v>
                </c:pt>
                <c:pt idx="3578">
                  <c:v>42569</c:v>
                </c:pt>
                <c:pt idx="3579">
                  <c:v>42570</c:v>
                </c:pt>
                <c:pt idx="3580">
                  <c:v>42571</c:v>
                </c:pt>
                <c:pt idx="3581">
                  <c:v>42572</c:v>
                </c:pt>
                <c:pt idx="3582">
                  <c:v>42573</c:v>
                </c:pt>
                <c:pt idx="3583">
                  <c:v>42576</c:v>
                </c:pt>
                <c:pt idx="3584">
                  <c:v>42577</c:v>
                </c:pt>
                <c:pt idx="3585">
                  <c:v>42578</c:v>
                </c:pt>
                <c:pt idx="3586">
                  <c:v>42579</c:v>
                </c:pt>
                <c:pt idx="3587">
                  <c:v>42580</c:v>
                </c:pt>
                <c:pt idx="3588">
                  <c:v>42583</c:v>
                </c:pt>
                <c:pt idx="3589">
                  <c:v>42584</c:v>
                </c:pt>
                <c:pt idx="3590">
                  <c:v>42585</c:v>
                </c:pt>
                <c:pt idx="3591">
                  <c:v>42586</c:v>
                </c:pt>
                <c:pt idx="3592">
                  <c:v>42587</c:v>
                </c:pt>
                <c:pt idx="3593">
                  <c:v>42590</c:v>
                </c:pt>
                <c:pt idx="3594">
                  <c:v>42591</c:v>
                </c:pt>
                <c:pt idx="3595">
                  <c:v>42592</c:v>
                </c:pt>
                <c:pt idx="3596">
                  <c:v>42593</c:v>
                </c:pt>
                <c:pt idx="3597">
                  <c:v>42594</c:v>
                </c:pt>
                <c:pt idx="3598">
                  <c:v>42597</c:v>
                </c:pt>
                <c:pt idx="3599">
                  <c:v>42598</c:v>
                </c:pt>
                <c:pt idx="3600">
                  <c:v>42599</c:v>
                </c:pt>
                <c:pt idx="3601">
                  <c:v>42600</c:v>
                </c:pt>
                <c:pt idx="3602">
                  <c:v>42601</c:v>
                </c:pt>
                <c:pt idx="3603">
                  <c:v>42604</c:v>
                </c:pt>
                <c:pt idx="3604">
                  <c:v>42605</c:v>
                </c:pt>
                <c:pt idx="3605">
                  <c:v>42606</c:v>
                </c:pt>
                <c:pt idx="3606">
                  <c:v>42607</c:v>
                </c:pt>
                <c:pt idx="3607">
                  <c:v>42608</c:v>
                </c:pt>
                <c:pt idx="3608">
                  <c:v>42611</c:v>
                </c:pt>
                <c:pt idx="3609">
                  <c:v>42612</c:v>
                </c:pt>
                <c:pt idx="3610">
                  <c:v>42613</c:v>
                </c:pt>
                <c:pt idx="3611">
                  <c:v>42614</c:v>
                </c:pt>
                <c:pt idx="3612">
                  <c:v>42615</c:v>
                </c:pt>
                <c:pt idx="3613">
                  <c:v>42618</c:v>
                </c:pt>
                <c:pt idx="3614">
                  <c:v>42619</c:v>
                </c:pt>
                <c:pt idx="3615">
                  <c:v>42621</c:v>
                </c:pt>
                <c:pt idx="3616">
                  <c:v>42622</c:v>
                </c:pt>
                <c:pt idx="3617">
                  <c:v>42625</c:v>
                </c:pt>
                <c:pt idx="3618">
                  <c:v>42626</c:v>
                </c:pt>
                <c:pt idx="3619">
                  <c:v>42627</c:v>
                </c:pt>
                <c:pt idx="3620">
                  <c:v>42628</c:v>
                </c:pt>
                <c:pt idx="3621">
                  <c:v>42629</c:v>
                </c:pt>
                <c:pt idx="3622">
                  <c:v>42632</c:v>
                </c:pt>
                <c:pt idx="3623">
                  <c:v>42633</c:v>
                </c:pt>
                <c:pt idx="3624">
                  <c:v>42634</c:v>
                </c:pt>
                <c:pt idx="3625">
                  <c:v>42635</c:v>
                </c:pt>
                <c:pt idx="3626">
                  <c:v>42636</c:v>
                </c:pt>
                <c:pt idx="3627">
                  <c:v>42639</c:v>
                </c:pt>
                <c:pt idx="3628">
                  <c:v>42640</c:v>
                </c:pt>
                <c:pt idx="3629">
                  <c:v>42641</c:v>
                </c:pt>
                <c:pt idx="3630">
                  <c:v>42642</c:v>
                </c:pt>
                <c:pt idx="3631">
                  <c:v>42643</c:v>
                </c:pt>
                <c:pt idx="3632">
                  <c:v>42646</c:v>
                </c:pt>
                <c:pt idx="3633">
                  <c:v>42647</c:v>
                </c:pt>
                <c:pt idx="3634">
                  <c:v>42648</c:v>
                </c:pt>
                <c:pt idx="3635">
                  <c:v>42649</c:v>
                </c:pt>
                <c:pt idx="3636">
                  <c:v>42650</c:v>
                </c:pt>
                <c:pt idx="3637">
                  <c:v>42653</c:v>
                </c:pt>
                <c:pt idx="3638">
                  <c:v>42654</c:v>
                </c:pt>
                <c:pt idx="3639">
                  <c:v>42656</c:v>
                </c:pt>
                <c:pt idx="3640">
                  <c:v>42657</c:v>
                </c:pt>
                <c:pt idx="3641">
                  <c:v>42660</c:v>
                </c:pt>
                <c:pt idx="3642">
                  <c:v>42661</c:v>
                </c:pt>
                <c:pt idx="3643">
                  <c:v>42662</c:v>
                </c:pt>
                <c:pt idx="3644">
                  <c:v>42663</c:v>
                </c:pt>
                <c:pt idx="3645">
                  <c:v>42664</c:v>
                </c:pt>
                <c:pt idx="3646">
                  <c:v>42667</c:v>
                </c:pt>
                <c:pt idx="3647">
                  <c:v>42668</c:v>
                </c:pt>
                <c:pt idx="3648">
                  <c:v>42669</c:v>
                </c:pt>
                <c:pt idx="3649">
                  <c:v>42670</c:v>
                </c:pt>
                <c:pt idx="3650">
                  <c:v>42671</c:v>
                </c:pt>
                <c:pt idx="3651">
                  <c:v>42674</c:v>
                </c:pt>
                <c:pt idx="3652">
                  <c:v>42675</c:v>
                </c:pt>
                <c:pt idx="3653">
                  <c:v>42677</c:v>
                </c:pt>
                <c:pt idx="3654">
                  <c:v>42678</c:v>
                </c:pt>
                <c:pt idx="3655">
                  <c:v>42681</c:v>
                </c:pt>
                <c:pt idx="3656">
                  <c:v>42682</c:v>
                </c:pt>
                <c:pt idx="3657">
                  <c:v>42683</c:v>
                </c:pt>
                <c:pt idx="3658">
                  <c:v>42684</c:v>
                </c:pt>
                <c:pt idx="3659">
                  <c:v>42685</c:v>
                </c:pt>
                <c:pt idx="3660">
                  <c:v>42688</c:v>
                </c:pt>
                <c:pt idx="3661">
                  <c:v>42690</c:v>
                </c:pt>
                <c:pt idx="3662">
                  <c:v>42691</c:v>
                </c:pt>
                <c:pt idx="3663">
                  <c:v>42692</c:v>
                </c:pt>
                <c:pt idx="3664">
                  <c:v>42695</c:v>
                </c:pt>
                <c:pt idx="3665">
                  <c:v>42696</c:v>
                </c:pt>
                <c:pt idx="3666">
                  <c:v>42697</c:v>
                </c:pt>
                <c:pt idx="3667">
                  <c:v>42698</c:v>
                </c:pt>
                <c:pt idx="3668">
                  <c:v>42699</c:v>
                </c:pt>
                <c:pt idx="3669">
                  <c:v>42702</c:v>
                </c:pt>
                <c:pt idx="3670">
                  <c:v>42703</c:v>
                </c:pt>
                <c:pt idx="3671">
                  <c:v>42704</c:v>
                </c:pt>
                <c:pt idx="3672">
                  <c:v>42705</c:v>
                </c:pt>
                <c:pt idx="3673">
                  <c:v>42706</c:v>
                </c:pt>
                <c:pt idx="3674">
                  <c:v>42709</c:v>
                </c:pt>
                <c:pt idx="3675">
                  <c:v>42710</c:v>
                </c:pt>
                <c:pt idx="3676">
                  <c:v>42711</c:v>
                </c:pt>
                <c:pt idx="3677">
                  <c:v>42712</c:v>
                </c:pt>
                <c:pt idx="3678">
                  <c:v>42713</c:v>
                </c:pt>
                <c:pt idx="3679">
                  <c:v>42716</c:v>
                </c:pt>
                <c:pt idx="3680">
                  <c:v>42717</c:v>
                </c:pt>
                <c:pt idx="3681">
                  <c:v>42718</c:v>
                </c:pt>
                <c:pt idx="3682">
                  <c:v>42719</c:v>
                </c:pt>
                <c:pt idx="3683">
                  <c:v>42720</c:v>
                </c:pt>
                <c:pt idx="3684">
                  <c:v>42723</c:v>
                </c:pt>
                <c:pt idx="3685">
                  <c:v>42724</c:v>
                </c:pt>
                <c:pt idx="3686">
                  <c:v>42725</c:v>
                </c:pt>
                <c:pt idx="3687">
                  <c:v>42726</c:v>
                </c:pt>
                <c:pt idx="3688">
                  <c:v>42727</c:v>
                </c:pt>
                <c:pt idx="3689">
                  <c:v>42730</c:v>
                </c:pt>
                <c:pt idx="3690">
                  <c:v>42731</c:v>
                </c:pt>
                <c:pt idx="3691">
                  <c:v>42732</c:v>
                </c:pt>
                <c:pt idx="3692">
                  <c:v>42733</c:v>
                </c:pt>
                <c:pt idx="3693">
                  <c:v>42737</c:v>
                </c:pt>
                <c:pt idx="3694">
                  <c:v>42738</c:v>
                </c:pt>
                <c:pt idx="3695">
                  <c:v>42739</c:v>
                </c:pt>
                <c:pt idx="3696">
                  <c:v>42740</c:v>
                </c:pt>
                <c:pt idx="3697">
                  <c:v>42741</c:v>
                </c:pt>
                <c:pt idx="3698">
                  <c:v>42744</c:v>
                </c:pt>
                <c:pt idx="3699">
                  <c:v>42745</c:v>
                </c:pt>
                <c:pt idx="3700">
                  <c:v>42746</c:v>
                </c:pt>
                <c:pt idx="3701">
                  <c:v>42747</c:v>
                </c:pt>
                <c:pt idx="3702">
                  <c:v>42748</c:v>
                </c:pt>
                <c:pt idx="3703">
                  <c:v>42751</c:v>
                </c:pt>
                <c:pt idx="3704">
                  <c:v>42752</c:v>
                </c:pt>
                <c:pt idx="3705">
                  <c:v>42753</c:v>
                </c:pt>
                <c:pt idx="3706">
                  <c:v>42754</c:v>
                </c:pt>
                <c:pt idx="3707">
                  <c:v>42755</c:v>
                </c:pt>
                <c:pt idx="3708">
                  <c:v>42758</c:v>
                </c:pt>
                <c:pt idx="3709">
                  <c:v>42759</c:v>
                </c:pt>
                <c:pt idx="3710">
                  <c:v>42761</c:v>
                </c:pt>
                <c:pt idx="3711">
                  <c:v>42762</c:v>
                </c:pt>
                <c:pt idx="3712">
                  <c:v>42765</c:v>
                </c:pt>
                <c:pt idx="3713">
                  <c:v>42766</c:v>
                </c:pt>
                <c:pt idx="3714">
                  <c:v>42767</c:v>
                </c:pt>
                <c:pt idx="3715">
                  <c:v>42768</c:v>
                </c:pt>
                <c:pt idx="3716">
                  <c:v>42769</c:v>
                </c:pt>
                <c:pt idx="3717">
                  <c:v>42772</c:v>
                </c:pt>
                <c:pt idx="3718">
                  <c:v>42773</c:v>
                </c:pt>
                <c:pt idx="3719">
                  <c:v>42774</c:v>
                </c:pt>
                <c:pt idx="3720">
                  <c:v>42775</c:v>
                </c:pt>
                <c:pt idx="3721">
                  <c:v>42776</c:v>
                </c:pt>
                <c:pt idx="3722">
                  <c:v>42779</c:v>
                </c:pt>
                <c:pt idx="3723">
                  <c:v>42780</c:v>
                </c:pt>
                <c:pt idx="3724">
                  <c:v>42781</c:v>
                </c:pt>
                <c:pt idx="3725">
                  <c:v>42782</c:v>
                </c:pt>
                <c:pt idx="3726">
                  <c:v>42783</c:v>
                </c:pt>
                <c:pt idx="3727">
                  <c:v>42786</c:v>
                </c:pt>
                <c:pt idx="3728">
                  <c:v>42787</c:v>
                </c:pt>
                <c:pt idx="3729">
                  <c:v>42788</c:v>
                </c:pt>
                <c:pt idx="3730">
                  <c:v>42789</c:v>
                </c:pt>
                <c:pt idx="3731">
                  <c:v>42790</c:v>
                </c:pt>
                <c:pt idx="3732">
                  <c:v>42795</c:v>
                </c:pt>
                <c:pt idx="3733">
                  <c:v>42796</c:v>
                </c:pt>
                <c:pt idx="3734">
                  <c:v>42797</c:v>
                </c:pt>
                <c:pt idx="3735">
                  <c:v>42800</c:v>
                </c:pt>
                <c:pt idx="3736">
                  <c:v>42801</c:v>
                </c:pt>
                <c:pt idx="3737">
                  <c:v>42802</c:v>
                </c:pt>
                <c:pt idx="3738">
                  <c:v>42803</c:v>
                </c:pt>
                <c:pt idx="3739">
                  <c:v>42804</c:v>
                </c:pt>
                <c:pt idx="3740">
                  <c:v>42807</c:v>
                </c:pt>
                <c:pt idx="3741">
                  <c:v>42808</c:v>
                </c:pt>
                <c:pt idx="3742">
                  <c:v>42809</c:v>
                </c:pt>
                <c:pt idx="3743">
                  <c:v>42810</c:v>
                </c:pt>
                <c:pt idx="3744">
                  <c:v>42811</c:v>
                </c:pt>
                <c:pt idx="3745">
                  <c:v>42814</c:v>
                </c:pt>
                <c:pt idx="3746">
                  <c:v>42815</c:v>
                </c:pt>
                <c:pt idx="3747">
                  <c:v>42816</c:v>
                </c:pt>
                <c:pt idx="3748">
                  <c:v>42817</c:v>
                </c:pt>
                <c:pt idx="3749">
                  <c:v>42818</c:v>
                </c:pt>
                <c:pt idx="3750">
                  <c:v>42821</c:v>
                </c:pt>
                <c:pt idx="3751">
                  <c:v>42822</c:v>
                </c:pt>
                <c:pt idx="3752">
                  <c:v>42823</c:v>
                </c:pt>
                <c:pt idx="3753">
                  <c:v>42824</c:v>
                </c:pt>
                <c:pt idx="3754">
                  <c:v>42825</c:v>
                </c:pt>
                <c:pt idx="3755">
                  <c:v>42828</c:v>
                </c:pt>
                <c:pt idx="3756">
                  <c:v>42829</c:v>
                </c:pt>
                <c:pt idx="3757">
                  <c:v>42830</c:v>
                </c:pt>
                <c:pt idx="3758">
                  <c:v>42831</c:v>
                </c:pt>
                <c:pt idx="3759">
                  <c:v>42832</c:v>
                </c:pt>
                <c:pt idx="3760">
                  <c:v>42835</c:v>
                </c:pt>
                <c:pt idx="3761">
                  <c:v>42836</c:v>
                </c:pt>
                <c:pt idx="3762">
                  <c:v>42837</c:v>
                </c:pt>
                <c:pt idx="3763">
                  <c:v>42838</c:v>
                </c:pt>
                <c:pt idx="3764">
                  <c:v>42842</c:v>
                </c:pt>
                <c:pt idx="3765">
                  <c:v>42843</c:v>
                </c:pt>
                <c:pt idx="3766">
                  <c:v>42844</c:v>
                </c:pt>
                <c:pt idx="3767">
                  <c:v>42845</c:v>
                </c:pt>
                <c:pt idx="3768">
                  <c:v>42849</c:v>
                </c:pt>
                <c:pt idx="3769">
                  <c:v>42850</c:v>
                </c:pt>
                <c:pt idx="3770">
                  <c:v>42851</c:v>
                </c:pt>
                <c:pt idx="3771">
                  <c:v>42852</c:v>
                </c:pt>
                <c:pt idx="3772">
                  <c:v>42853</c:v>
                </c:pt>
                <c:pt idx="3773">
                  <c:v>42857</c:v>
                </c:pt>
                <c:pt idx="3774">
                  <c:v>42858</c:v>
                </c:pt>
                <c:pt idx="3775">
                  <c:v>42859</c:v>
                </c:pt>
                <c:pt idx="3776">
                  <c:v>42860</c:v>
                </c:pt>
                <c:pt idx="3777">
                  <c:v>42863</c:v>
                </c:pt>
                <c:pt idx="3778">
                  <c:v>42864</c:v>
                </c:pt>
                <c:pt idx="3779">
                  <c:v>42865</c:v>
                </c:pt>
                <c:pt idx="3780">
                  <c:v>42866</c:v>
                </c:pt>
                <c:pt idx="3781">
                  <c:v>42867</c:v>
                </c:pt>
                <c:pt idx="3782">
                  <c:v>42870</c:v>
                </c:pt>
                <c:pt idx="3783">
                  <c:v>42871</c:v>
                </c:pt>
                <c:pt idx="3784">
                  <c:v>42872</c:v>
                </c:pt>
                <c:pt idx="3785">
                  <c:v>42873</c:v>
                </c:pt>
                <c:pt idx="3786">
                  <c:v>42874</c:v>
                </c:pt>
                <c:pt idx="3787">
                  <c:v>42877</c:v>
                </c:pt>
                <c:pt idx="3788">
                  <c:v>42878</c:v>
                </c:pt>
                <c:pt idx="3789">
                  <c:v>42879</c:v>
                </c:pt>
                <c:pt idx="3790">
                  <c:v>42880</c:v>
                </c:pt>
                <c:pt idx="3791">
                  <c:v>42881</c:v>
                </c:pt>
                <c:pt idx="3792">
                  <c:v>42884</c:v>
                </c:pt>
                <c:pt idx="3793">
                  <c:v>42885</c:v>
                </c:pt>
                <c:pt idx="3794">
                  <c:v>42886</c:v>
                </c:pt>
                <c:pt idx="3795">
                  <c:v>42887</c:v>
                </c:pt>
                <c:pt idx="3796">
                  <c:v>42888</c:v>
                </c:pt>
                <c:pt idx="3797">
                  <c:v>42891</c:v>
                </c:pt>
                <c:pt idx="3798">
                  <c:v>42892</c:v>
                </c:pt>
                <c:pt idx="3799">
                  <c:v>42893</c:v>
                </c:pt>
                <c:pt idx="3800">
                  <c:v>42894</c:v>
                </c:pt>
                <c:pt idx="3801">
                  <c:v>42895</c:v>
                </c:pt>
                <c:pt idx="3802">
                  <c:v>42898</c:v>
                </c:pt>
                <c:pt idx="3803">
                  <c:v>42899</c:v>
                </c:pt>
                <c:pt idx="3804">
                  <c:v>42900</c:v>
                </c:pt>
                <c:pt idx="3805">
                  <c:v>42902</c:v>
                </c:pt>
                <c:pt idx="3806">
                  <c:v>42905</c:v>
                </c:pt>
                <c:pt idx="3807">
                  <c:v>42906</c:v>
                </c:pt>
                <c:pt idx="3808">
                  <c:v>42907</c:v>
                </c:pt>
                <c:pt idx="3809">
                  <c:v>42908</c:v>
                </c:pt>
                <c:pt idx="3810">
                  <c:v>42909</c:v>
                </c:pt>
                <c:pt idx="3811">
                  <c:v>42912</c:v>
                </c:pt>
                <c:pt idx="3812">
                  <c:v>42913</c:v>
                </c:pt>
                <c:pt idx="3813">
                  <c:v>42914</c:v>
                </c:pt>
                <c:pt idx="3814">
                  <c:v>42915</c:v>
                </c:pt>
                <c:pt idx="3815">
                  <c:v>42916</c:v>
                </c:pt>
                <c:pt idx="3816">
                  <c:v>42919</c:v>
                </c:pt>
                <c:pt idx="3817">
                  <c:v>42920</c:v>
                </c:pt>
                <c:pt idx="3818">
                  <c:v>42921</c:v>
                </c:pt>
                <c:pt idx="3819">
                  <c:v>42922</c:v>
                </c:pt>
                <c:pt idx="3820">
                  <c:v>42923</c:v>
                </c:pt>
                <c:pt idx="3821">
                  <c:v>42926</c:v>
                </c:pt>
                <c:pt idx="3822">
                  <c:v>42927</c:v>
                </c:pt>
                <c:pt idx="3823">
                  <c:v>42928</c:v>
                </c:pt>
                <c:pt idx="3824">
                  <c:v>42929</c:v>
                </c:pt>
                <c:pt idx="3825">
                  <c:v>42930</c:v>
                </c:pt>
                <c:pt idx="3826">
                  <c:v>42933</c:v>
                </c:pt>
                <c:pt idx="3827">
                  <c:v>42934</c:v>
                </c:pt>
                <c:pt idx="3828">
                  <c:v>42935</c:v>
                </c:pt>
                <c:pt idx="3829">
                  <c:v>42936</c:v>
                </c:pt>
                <c:pt idx="3830">
                  <c:v>42937</c:v>
                </c:pt>
                <c:pt idx="3831">
                  <c:v>42940</c:v>
                </c:pt>
                <c:pt idx="3832">
                  <c:v>42941</c:v>
                </c:pt>
                <c:pt idx="3833">
                  <c:v>42942</c:v>
                </c:pt>
                <c:pt idx="3834">
                  <c:v>42943</c:v>
                </c:pt>
                <c:pt idx="3835">
                  <c:v>42944</c:v>
                </c:pt>
                <c:pt idx="3836">
                  <c:v>42947</c:v>
                </c:pt>
                <c:pt idx="3837">
                  <c:v>42948</c:v>
                </c:pt>
                <c:pt idx="3838">
                  <c:v>42949</c:v>
                </c:pt>
                <c:pt idx="3839">
                  <c:v>42950</c:v>
                </c:pt>
                <c:pt idx="3840">
                  <c:v>42951</c:v>
                </c:pt>
                <c:pt idx="3841">
                  <c:v>42954</c:v>
                </c:pt>
                <c:pt idx="3842">
                  <c:v>42955</c:v>
                </c:pt>
                <c:pt idx="3843">
                  <c:v>42956</c:v>
                </c:pt>
                <c:pt idx="3844">
                  <c:v>42957</c:v>
                </c:pt>
                <c:pt idx="3845">
                  <c:v>42958</c:v>
                </c:pt>
                <c:pt idx="3846">
                  <c:v>42961</c:v>
                </c:pt>
                <c:pt idx="3847">
                  <c:v>42962</c:v>
                </c:pt>
                <c:pt idx="3848">
                  <c:v>42963</c:v>
                </c:pt>
                <c:pt idx="3849">
                  <c:v>42964</c:v>
                </c:pt>
                <c:pt idx="3850">
                  <c:v>42965</c:v>
                </c:pt>
                <c:pt idx="3851">
                  <c:v>42968</c:v>
                </c:pt>
                <c:pt idx="3852">
                  <c:v>42969</c:v>
                </c:pt>
                <c:pt idx="3853">
                  <c:v>42970</c:v>
                </c:pt>
                <c:pt idx="3854">
                  <c:v>42971</c:v>
                </c:pt>
                <c:pt idx="3855">
                  <c:v>42972</c:v>
                </c:pt>
                <c:pt idx="3856">
                  <c:v>42975</c:v>
                </c:pt>
                <c:pt idx="3857">
                  <c:v>42976</c:v>
                </c:pt>
                <c:pt idx="3858">
                  <c:v>42977</c:v>
                </c:pt>
                <c:pt idx="3859">
                  <c:v>42978</c:v>
                </c:pt>
                <c:pt idx="3860">
                  <c:v>42979</c:v>
                </c:pt>
                <c:pt idx="3861">
                  <c:v>42982</c:v>
                </c:pt>
                <c:pt idx="3862">
                  <c:v>42983</c:v>
                </c:pt>
                <c:pt idx="3863">
                  <c:v>42984</c:v>
                </c:pt>
                <c:pt idx="3864">
                  <c:v>42986</c:v>
                </c:pt>
                <c:pt idx="3865">
                  <c:v>42989</c:v>
                </c:pt>
                <c:pt idx="3866">
                  <c:v>42990</c:v>
                </c:pt>
                <c:pt idx="3867">
                  <c:v>42991</c:v>
                </c:pt>
                <c:pt idx="3868">
                  <c:v>42992</c:v>
                </c:pt>
                <c:pt idx="3869">
                  <c:v>42993</c:v>
                </c:pt>
                <c:pt idx="3870">
                  <c:v>42996</c:v>
                </c:pt>
                <c:pt idx="3871">
                  <c:v>42997</c:v>
                </c:pt>
                <c:pt idx="3872">
                  <c:v>42998</c:v>
                </c:pt>
                <c:pt idx="3873">
                  <c:v>42999</c:v>
                </c:pt>
                <c:pt idx="3874">
                  <c:v>43000</c:v>
                </c:pt>
                <c:pt idx="3875">
                  <c:v>43003</c:v>
                </c:pt>
                <c:pt idx="3876">
                  <c:v>43004</c:v>
                </c:pt>
                <c:pt idx="3877">
                  <c:v>43005</c:v>
                </c:pt>
                <c:pt idx="3878">
                  <c:v>43006</c:v>
                </c:pt>
                <c:pt idx="3879">
                  <c:v>43007</c:v>
                </c:pt>
                <c:pt idx="3880">
                  <c:v>43010</c:v>
                </c:pt>
                <c:pt idx="3881">
                  <c:v>43011</c:v>
                </c:pt>
                <c:pt idx="3882">
                  <c:v>43012</c:v>
                </c:pt>
                <c:pt idx="3883">
                  <c:v>43013</c:v>
                </c:pt>
                <c:pt idx="3884">
                  <c:v>43014</c:v>
                </c:pt>
                <c:pt idx="3885">
                  <c:v>43017</c:v>
                </c:pt>
                <c:pt idx="3886">
                  <c:v>43018</c:v>
                </c:pt>
                <c:pt idx="3887">
                  <c:v>43019</c:v>
                </c:pt>
                <c:pt idx="3888">
                  <c:v>43021</c:v>
                </c:pt>
                <c:pt idx="3889">
                  <c:v>43024</c:v>
                </c:pt>
                <c:pt idx="3890">
                  <c:v>43025</c:v>
                </c:pt>
                <c:pt idx="3891">
                  <c:v>43026</c:v>
                </c:pt>
                <c:pt idx="3892">
                  <c:v>43027</c:v>
                </c:pt>
                <c:pt idx="3893">
                  <c:v>43028</c:v>
                </c:pt>
                <c:pt idx="3894">
                  <c:v>43031</c:v>
                </c:pt>
                <c:pt idx="3895">
                  <c:v>43032</c:v>
                </c:pt>
                <c:pt idx="3896">
                  <c:v>43033</c:v>
                </c:pt>
                <c:pt idx="3897">
                  <c:v>43034</c:v>
                </c:pt>
                <c:pt idx="3898">
                  <c:v>43035</c:v>
                </c:pt>
                <c:pt idx="3899">
                  <c:v>43038</c:v>
                </c:pt>
                <c:pt idx="3900">
                  <c:v>43039</c:v>
                </c:pt>
                <c:pt idx="3901">
                  <c:v>43040</c:v>
                </c:pt>
                <c:pt idx="3902">
                  <c:v>43042</c:v>
                </c:pt>
                <c:pt idx="3903">
                  <c:v>43045</c:v>
                </c:pt>
                <c:pt idx="3904">
                  <c:v>43046</c:v>
                </c:pt>
                <c:pt idx="3905">
                  <c:v>43047</c:v>
                </c:pt>
                <c:pt idx="3906">
                  <c:v>43048</c:v>
                </c:pt>
                <c:pt idx="3907">
                  <c:v>43049</c:v>
                </c:pt>
                <c:pt idx="3908">
                  <c:v>43052</c:v>
                </c:pt>
                <c:pt idx="3909">
                  <c:v>43053</c:v>
                </c:pt>
                <c:pt idx="3910">
                  <c:v>43055</c:v>
                </c:pt>
                <c:pt idx="3911">
                  <c:v>43056</c:v>
                </c:pt>
                <c:pt idx="3912">
                  <c:v>43060</c:v>
                </c:pt>
                <c:pt idx="3913">
                  <c:v>43061</c:v>
                </c:pt>
                <c:pt idx="3914">
                  <c:v>43062</c:v>
                </c:pt>
                <c:pt idx="3915">
                  <c:v>43063</c:v>
                </c:pt>
                <c:pt idx="3916">
                  <c:v>43066</c:v>
                </c:pt>
                <c:pt idx="3917">
                  <c:v>43067</c:v>
                </c:pt>
                <c:pt idx="3918">
                  <c:v>43068</c:v>
                </c:pt>
                <c:pt idx="3919">
                  <c:v>43069</c:v>
                </c:pt>
                <c:pt idx="3920">
                  <c:v>43070</c:v>
                </c:pt>
                <c:pt idx="3921">
                  <c:v>43073</c:v>
                </c:pt>
                <c:pt idx="3922">
                  <c:v>43074</c:v>
                </c:pt>
                <c:pt idx="3923">
                  <c:v>43075</c:v>
                </c:pt>
                <c:pt idx="3924">
                  <c:v>43076</c:v>
                </c:pt>
                <c:pt idx="3925">
                  <c:v>43077</c:v>
                </c:pt>
                <c:pt idx="3926">
                  <c:v>43080</c:v>
                </c:pt>
                <c:pt idx="3927">
                  <c:v>43081</c:v>
                </c:pt>
                <c:pt idx="3928">
                  <c:v>43082</c:v>
                </c:pt>
                <c:pt idx="3929">
                  <c:v>43083</c:v>
                </c:pt>
                <c:pt idx="3930">
                  <c:v>43084</c:v>
                </c:pt>
                <c:pt idx="3931">
                  <c:v>43087</c:v>
                </c:pt>
                <c:pt idx="3932">
                  <c:v>43088</c:v>
                </c:pt>
                <c:pt idx="3933">
                  <c:v>43089</c:v>
                </c:pt>
                <c:pt idx="3934">
                  <c:v>43090</c:v>
                </c:pt>
                <c:pt idx="3935">
                  <c:v>43091</c:v>
                </c:pt>
                <c:pt idx="3936">
                  <c:v>43095</c:v>
                </c:pt>
                <c:pt idx="3937">
                  <c:v>43096</c:v>
                </c:pt>
                <c:pt idx="3938">
                  <c:v>43097</c:v>
                </c:pt>
                <c:pt idx="3939">
                  <c:v>43102</c:v>
                </c:pt>
                <c:pt idx="3940">
                  <c:v>43103</c:v>
                </c:pt>
                <c:pt idx="3941">
                  <c:v>43104</c:v>
                </c:pt>
                <c:pt idx="3942">
                  <c:v>43105</c:v>
                </c:pt>
                <c:pt idx="3943">
                  <c:v>43108</c:v>
                </c:pt>
                <c:pt idx="3944">
                  <c:v>43109</c:v>
                </c:pt>
                <c:pt idx="3945">
                  <c:v>43110</c:v>
                </c:pt>
                <c:pt idx="3946">
                  <c:v>43111</c:v>
                </c:pt>
                <c:pt idx="3947">
                  <c:v>43112</c:v>
                </c:pt>
                <c:pt idx="3948">
                  <c:v>43115</c:v>
                </c:pt>
                <c:pt idx="3949">
                  <c:v>43116</c:v>
                </c:pt>
                <c:pt idx="3950">
                  <c:v>43117</c:v>
                </c:pt>
                <c:pt idx="3951">
                  <c:v>43118</c:v>
                </c:pt>
                <c:pt idx="3952">
                  <c:v>43119</c:v>
                </c:pt>
                <c:pt idx="3953">
                  <c:v>43122</c:v>
                </c:pt>
                <c:pt idx="3954">
                  <c:v>43123</c:v>
                </c:pt>
                <c:pt idx="3955">
                  <c:v>43124</c:v>
                </c:pt>
                <c:pt idx="3956">
                  <c:v>43126</c:v>
                </c:pt>
                <c:pt idx="3957">
                  <c:v>43129</c:v>
                </c:pt>
                <c:pt idx="3958">
                  <c:v>43130</c:v>
                </c:pt>
                <c:pt idx="3959">
                  <c:v>43131</c:v>
                </c:pt>
                <c:pt idx="3960">
                  <c:v>43132</c:v>
                </c:pt>
                <c:pt idx="3961">
                  <c:v>43133</c:v>
                </c:pt>
                <c:pt idx="3962">
                  <c:v>43136</c:v>
                </c:pt>
                <c:pt idx="3963">
                  <c:v>43137</c:v>
                </c:pt>
                <c:pt idx="3964">
                  <c:v>43138</c:v>
                </c:pt>
                <c:pt idx="3965">
                  <c:v>43139</c:v>
                </c:pt>
                <c:pt idx="3966">
                  <c:v>43140</c:v>
                </c:pt>
                <c:pt idx="3967">
                  <c:v>43145</c:v>
                </c:pt>
                <c:pt idx="3968">
                  <c:v>43146</c:v>
                </c:pt>
                <c:pt idx="3969">
                  <c:v>43147</c:v>
                </c:pt>
                <c:pt idx="3970">
                  <c:v>43150</c:v>
                </c:pt>
                <c:pt idx="3971">
                  <c:v>43151</c:v>
                </c:pt>
                <c:pt idx="3972">
                  <c:v>43152</c:v>
                </c:pt>
                <c:pt idx="3973">
                  <c:v>43153</c:v>
                </c:pt>
                <c:pt idx="3974">
                  <c:v>43154</c:v>
                </c:pt>
                <c:pt idx="3975">
                  <c:v>43157</c:v>
                </c:pt>
                <c:pt idx="3976">
                  <c:v>43158</c:v>
                </c:pt>
                <c:pt idx="3977">
                  <c:v>43159</c:v>
                </c:pt>
                <c:pt idx="3978">
                  <c:v>43160</c:v>
                </c:pt>
                <c:pt idx="3979">
                  <c:v>43161</c:v>
                </c:pt>
                <c:pt idx="3980">
                  <c:v>43164</c:v>
                </c:pt>
                <c:pt idx="3981">
                  <c:v>43165</c:v>
                </c:pt>
                <c:pt idx="3982">
                  <c:v>43166</c:v>
                </c:pt>
                <c:pt idx="3983">
                  <c:v>43167</c:v>
                </c:pt>
                <c:pt idx="3984">
                  <c:v>43168</c:v>
                </c:pt>
                <c:pt idx="3985">
                  <c:v>43171</c:v>
                </c:pt>
                <c:pt idx="3986">
                  <c:v>43172</c:v>
                </c:pt>
                <c:pt idx="3987">
                  <c:v>43173</c:v>
                </c:pt>
                <c:pt idx="3988">
                  <c:v>43174</c:v>
                </c:pt>
                <c:pt idx="3989">
                  <c:v>43175</c:v>
                </c:pt>
                <c:pt idx="3990">
                  <c:v>43178</c:v>
                </c:pt>
                <c:pt idx="3991">
                  <c:v>43179</c:v>
                </c:pt>
                <c:pt idx="3992">
                  <c:v>43180</c:v>
                </c:pt>
                <c:pt idx="3993">
                  <c:v>43181</c:v>
                </c:pt>
                <c:pt idx="3994">
                  <c:v>43182</c:v>
                </c:pt>
                <c:pt idx="3995">
                  <c:v>43185</c:v>
                </c:pt>
                <c:pt idx="3996">
                  <c:v>43186</c:v>
                </c:pt>
                <c:pt idx="3997">
                  <c:v>43187</c:v>
                </c:pt>
                <c:pt idx="3998">
                  <c:v>43188</c:v>
                </c:pt>
                <c:pt idx="3999">
                  <c:v>43192</c:v>
                </c:pt>
                <c:pt idx="4000">
                  <c:v>43193</c:v>
                </c:pt>
                <c:pt idx="4001">
                  <c:v>43194</c:v>
                </c:pt>
                <c:pt idx="4002">
                  <c:v>43195</c:v>
                </c:pt>
                <c:pt idx="4003">
                  <c:v>43196</c:v>
                </c:pt>
                <c:pt idx="4004">
                  <c:v>43199</c:v>
                </c:pt>
                <c:pt idx="4005">
                  <c:v>43200</c:v>
                </c:pt>
                <c:pt idx="4006">
                  <c:v>43201</c:v>
                </c:pt>
                <c:pt idx="4007">
                  <c:v>43202</c:v>
                </c:pt>
                <c:pt idx="4008">
                  <c:v>43203</c:v>
                </c:pt>
                <c:pt idx="4009">
                  <c:v>43206</c:v>
                </c:pt>
                <c:pt idx="4010">
                  <c:v>43207</c:v>
                </c:pt>
                <c:pt idx="4011">
                  <c:v>43208</c:v>
                </c:pt>
                <c:pt idx="4012">
                  <c:v>43209</c:v>
                </c:pt>
                <c:pt idx="4013">
                  <c:v>43210</c:v>
                </c:pt>
                <c:pt idx="4014">
                  <c:v>43213</c:v>
                </c:pt>
                <c:pt idx="4015">
                  <c:v>43214</c:v>
                </c:pt>
                <c:pt idx="4016">
                  <c:v>43215</c:v>
                </c:pt>
                <c:pt idx="4017">
                  <c:v>43216</c:v>
                </c:pt>
                <c:pt idx="4018">
                  <c:v>43217</c:v>
                </c:pt>
                <c:pt idx="4019">
                  <c:v>43220</c:v>
                </c:pt>
                <c:pt idx="4020">
                  <c:v>43222</c:v>
                </c:pt>
                <c:pt idx="4021">
                  <c:v>43223</c:v>
                </c:pt>
                <c:pt idx="4022">
                  <c:v>43224</c:v>
                </c:pt>
                <c:pt idx="4023">
                  <c:v>43227</c:v>
                </c:pt>
                <c:pt idx="4024">
                  <c:v>43228</c:v>
                </c:pt>
                <c:pt idx="4025">
                  <c:v>43229</c:v>
                </c:pt>
                <c:pt idx="4026">
                  <c:v>43230</c:v>
                </c:pt>
                <c:pt idx="4027">
                  <c:v>43231</c:v>
                </c:pt>
                <c:pt idx="4028">
                  <c:v>43234</c:v>
                </c:pt>
                <c:pt idx="4029">
                  <c:v>43235</c:v>
                </c:pt>
                <c:pt idx="4030">
                  <c:v>43236</c:v>
                </c:pt>
                <c:pt idx="4031">
                  <c:v>43237</c:v>
                </c:pt>
                <c:pt idx="4032">
                  <c:v>43238</c:v>
                </c:pt>
                <c:pt idx="4033">
                  <c:v>43241</c:v>
                </c:pt>
                <c:pt idx="4034">
                  <c:v>43242</c:v>
                </c:pt>
                <c:pt idx="4035">
                  <c:v>43243</c:v>
                </c:pt>
                <c:pt idx="4036">
                  <c:v>43244</c:v>
                </c:pt>
                <c:pt idx="4037">
                  <c:v>43245</c:v>
                </c:pt>
                <c:pt idx="4038">
                  <c:v>43248</c:v>
                </c:pt>
                <c:pt idx="4039">
                  <c:v>43249</c:v>
                </c:pt>
                <c:pt idx="4040">
                  <c:v>43250</c:v>
                </c:pt>
                <c:pt idx="4041">
                  <c:v>43252</c:v>
                </c:pt>
                <c:pt idx="4042">
                  <c:v>43255</c:v>
                </c:pt>
                <c:pt idx="4043">
                  <c:v>43256</c:v>
                </c:pt>
                <c:pt idx="4044">
                  <c:v>43257</c:v>
                </c:pt>
                <c:pt idx="4045">
                  <c:v>43258</c:v>
                </c:pt>
                <c:pt idx="4046">
                  <c:v>43259</c:v>
                </c:pt>
                <c:pt idx="4047">
                  <c:v>43262</c:v>
                </c:pt>
                <c:pt idx="4048">
                  <c:v>43263</c:v>
                </c:pt>
                <c:pt idx="4049">
                  <c:v>43264</c:v>
                </c:pt>
                <c:pt idx="4050">
                  <c:v>43265</c:v>
                </c:pt>
                <c:pt idx="4051">
                  <c:v>43266</c:v>
                </c:pt>
                <c:pt idx="4052">
                  <c:v>43269</c:v>
                </c:pt>
                <c:pt idx="4053">
                  <c:v>43270</c:v>
                </c:pt>
                <c:pt idx="4054">
                  <c:v>43271</c:v>
                </c:pt>
                <c:pt idx="4055">
                  <c:v>43272</c:v>
                </c:pt>
                <c:pt idx="4056">
                  <c:v>43273</c:v>
                </c:pt>
                <c:pt idx="4057">
                  <c:v>43276</c:v>
                </c:pt>
                <c:pt idx="4058">
                  <c:v>43277</c:v>
                </c:pt>
                <c:pt idx="4059">
                  <c:v>43278</c:v>
                </c:pt>
                <c:pt idx="4060">
                  <c:v>43279</c:v>
                </c:pt>
                <c:pt idx="4061">
                  <c:v>43280</c:v>
                </c:pt>
                <c:pt idx="4062">
                  <c:v>43283</c:v>
                </c:pt>
                <c:pt idx="4063">
                  <c:v>43284</c:v>
                </c:pt>
                <c:pt idx="4064">
                  <c:v>43285</c:v>
                </c:pt>
                <c:pt idx="4065">
                  <c:v>43286</c:v>
                </c:pt>
                <c:pt idx="4066">
                  <c:v>43287</c:v>
                </c:pt>
                <c:pt idx="4067">
                  <c:v>43291</c:v>
                </c:pt>
                <c:pt idx="4068">
                  <c:v>43292</c:v>
                </c:pt>
                <c:pt idx="4069">
                  <c:v>43293</c:v>
                </c:pt>
                <c:pt idx="4070">
                  <c:v>43294</c:v>
                </c:pt>
                <c:pt idx="4071">
                  <c:v>43297</c:v>
                </c:pt>
                <c:pt idx="4072">
                  <c:v>43298</c:v>
                </c:pt>
                <c:pt idx="4073">
                  <c:v>43299</c:v>
                </c:pt>
                <c:pt idx="4074">
                  <c:v>43300</c:v>
                </c:pt>
                <c:pt idx="4075">
                  <c:v>43301</c:v>
                </c:pt>
                <c:pt idx="4076">
                  <c:v>43304</c:v>
                </c:pt>
                <c:pt idx="4077">
                  <c:v>43305</c:v>
                </c:pt>
                <c:pt idx="4078">
                  <c:v>43306</c:v>
                </c:pt>
                <c:pt idx="4079">
                  <c:v>43307</c:v>
                </c:pt>
                <c:pt idx="4080">
                  <c:v>43308</c:v>
                </c:pt>
                <c:pt idx="4081">
                  <c:v>43311</c:v>
                </c:pt>
                <c:pt idx="4082">
                  <c:v>43312</c:v>
                </c:pt>
                <c:pt idx="4083">
                  <c:v>43313</c:v>
                </c:pt>
                <c:pt idx="4084">
                  <c:v>43314</c:v>
                </c:pt>
                <c:pt idx="4085">
                  <c:v>43315</c:v>
                </c:pt>
                <c:pt idx="4086">
                  <c:v>43318</c:v>
                </c:pt>
                <c:pt idx="4087">
                  <c:v>43319</c:v>
                </c:pt>
                <c:pt idx="4088">
                  <c:v>43320</c:v>
                </c:pt>
                <c:pt idx="4089">
                  <c:v>43321</c:v>
                </c:pt>
                <c:pt idx="4090">
                  <c:v>43322</c:v>
                </c:pt>
                <c:pt idx="4091">
                  <c:v>43325</c:v>
                </c:pt>
                <c:pt idx="4092">
                  <c:v>43326</c:v>
                </c:pt>
                <c:pt idx="4093">
                  <c:v>43327</c:v>
                </c:pt>
                <c:pt idx="4094">
                  <c:v>43328</c:v>
                </c:pt>
                <c:pt idx="4095">
                  <c:v>43329</c:v>
                </c:pt>
                <c:pt idx="4096">
                  <c:v>43332</c:v>
                </c:pt>
                <c:pt idx="4097">
                  <c:v>43333</c:v>
                </c:pt>
                <c:pt idx="4098">
                  <c:v>43334</c:v>
                </c:pt>
                <c:pt idx="4099">
                  <c:v>43335</c:v>
                </c:pt>
                <c:pt idx="4100">
                  <c:v>43336</c:v>
                </c:pt>
                <c:pt idx="4101">
                  <c:v>43339</c:v>
                </c:pt>
                <c:pt idx="4102">
                  <c:v>43340</c:v>
                </c:pt>
                <c:pt idx="4103">
                  <c:v>43341</c:v>
                </c:pt>
                <c:pt idx="4104">
                  <c:v>43342</c:v>
                </c:pt>
                <c:pt idx="4105">
                  <c:v>43343</c:v>
                </c:pt>
                <c:pt idx="4106">
                  <c:v>43346</c:v>
                </c:pt>
                <c:pt idx="4107">
                  <c:v>43347</c:v>
                </c:pt>
                <c:pt idx="4108">
                  <c:v>43348</c:v>
                </c:pt>
                <c:pt idx="4109">
                  <c:v>43349</c:v>
                </c:pt>
                <c:pt idx="4110">
                  <c:v>43353</c:v>
                </c:pt>
                <c:pt idx="4111">
                  <c:v>43354</c:v>
                </c:pt>
                <c:pt idx="4112">
                  <c:v>43355</c:v>
                </c:pt>
                <c:pt idx="4113">
                  <c:v>43356</c:v>
                </c:pt>
                <c:pt idx="4114">
                  <c:v>43357</c:v>
                </c:pt>
                <c:pt idx="4115">
                  <c:v>43360</c:v>
                </c:pt>
                <c:pt idx="4116">
                  <c:v>43361</c:v>
                </c:pt>
                <c:pt idx="4117">
                  <c:v>43362</c:v>
                </c:pt>
                <c:pt idx="4118">
                  <c:v>43363</c:v>
                </c:pt>
                <c:pt idx="4119">
                  <c:v>43364</c:v>
                </c:pt>
                <c:pt idx="4120">
                  <c:v>43367</c:v>
                </c:pt>
                <c:pt idx="4121">
                  <c:v>43368</c:v>
                </c:pt>
                <c:pt idx="4122">
                  <c:v>43369</c:v>
                </c:pt>
                <c:pt idx="4123">
                  <c:v>43370</c:v>
                </c:pt>
                <c:pt idx="4124">
                  <c:v>43371</c:v>
                </c:pt>
                <c:pt idx="4125">
                  <c:v>43374</c:v>
                </c:pt>
                <c:pt idx="4126">
                  <c:v>43375</c:v>
                </c:pt>
                <c:pt idx="4127">
                  <c:v>43376</c:v>
                </c:pt>
                <c:pt idx="4128">
                  <c:v>43377</c:v>
                </c:pt>
                <c:pt idx="4129">
                  <c:v>43378</c:v>
                </c:pt>
                <c:pt idx="4130">
                  <c:v>43381</c:v>
                </c:pt>
                <c:pt idx="4131">
                  <c:v>43382</c:v>
                </c:pt>
                <c:pt idx="4132">
                  <c:v>43383</c:v>
                </c:pt>
                <c:pt idx="4133">
                  <c:v>43384</c:v>
                </c:pt>
                <c:pt idx="4134">
                  <c:v>43388</c:v>
                </c:pt>
                <c:pt idx="4135">
                  <c:v>43389</c:v>
                </c:pt>
                <c:pt idx="4136">
                  <c:v>43390</c:v>
                </c:pt>
                <c:pt idx="4137">
                  <c:v>43391</c:v>
                </c:pt>
                <c:pt idx="4138">
                  <c:v>43392</c:v>
                </c:pt>
                <c:pt idx="4139">
                  <c:v>43395</c:v>
                </c:pt>
                <c:pt idx="4140">
                  <c:v>43396</c:v>
                </c:pt>
                <c:pt idx="4141">
                  <c:v>43397</c:v>
                </c:pt>
                <c:pt idx="4142">
                  <c:v>43398</c:v>
                </c:pt>
                <c:pt idx="4143">
                  <c:v>43399</c:v>
                </c:pt>
                <c:pt idx="4144">
                  <c:v>43402</c:v>
                </c:pt>
                <c:pt idx="4145">
                  <c:v>43403</c:v>
                </c:pt>
                <c:pt idx="4146">
                  <c:v>43404</c:v>
                </c:pt>
                <c:pt idx="4147">
                  <c:v>43405</c:v>
                </c:pt>
                <c:pt idx="4148">
                  <c:v>43409</c:v>
                </c:pt>
                <c:pt idx="4149">
                  <c:v>43410</c:v>
                </c:pt>
                <c:pt idx="4150">
                  <c:v>43411</c:v>
                </c:pt>
                <c:pt idx="4151">
                  <c:v>43412</c:v>
                </c:pt>
                <c:pt idx="4152">
                  <c:v>43413</c:v>
                </c:pt>
                <c:pt idx="4153">
                  <c:v>43416</c:v>
                </c:pt>
                <c:pt idx="4154">
                  <c:v>43417</c:v>
                </c:pt>
                <c:pt idx="4155">
                  <c:v>43418</c:v>
                </c:pt>
                <c:pt idx="4156">
                  <c:v>43420</c:v>
                </c:pt>
                <c:pt idx="4157">
                  <c:v>43423</c:v>
                </c:pt>
                <c:pt idx="4158">
                  <c:v>43425</c:v>
                </c:pt>
                <c:pt idx="4159">
                  <c:v>43426</c:v>
                </c:pt>
                <c:pt idx="4160">
                  <c:v>43427</c:v>
                </c:pt>
                <c:pt idx="4161">
                  <c:v>43430</c:v>
                </c:pt>
                <c:pt idx="4162">
                  <c:v>43431</c:v>
                </c:pt>
                <c:pt idx="4163">
                  <c:v>43432</c:v>
                </c:pt>
                <c:pt idx="4164">
                  <c:v>43433</c:v>
                </c:pt>
                <c:pt idx="4165">
                  <c:v>43434</c:v>
                </c:pt>
                <c:pt idx="4166">
                  <c:v>43437</c:v>
                </c:pt>
                <c:pt idx="4167">
                  <c:v>43438</c:v>
                </c:pt>
                <c:pt idx="4168">
                  <c:v>43439</c:v>
                </c:pt>
                <c:pt idx="4169">
                  <c:v>43440</c:v>
                </c:pt>
                <c:pt idx="4170">
                  <c:v>43441</c:v>
                </c:pt>
                <c:pt idx="4171">
                  <c:v>43444</c:v>
                </c:pt>
                <c:pt idx="4172">
                  <c:v>43445</c:v>
                </c:pt>
                <c:pt idx="4173">
                  <c:v>43446</c:v>
                </c:pt>
                <c:pt idx="4174">
                  <c:v>43447</c:v>
                </c:pt>
                <c:pt idx="4175">
                  <c:v>43448</c:v>
                </c:pt>
                <c:pt idx="4176">
                  <c:v>43451</c:v>
                </c:pt>
                <c:pt idx="4177">
                  <c:v>43452</c:v>
                </c:pt>
                <c:pt idx="4178">
                  <c:v>43453</c:v>
                </c:pt>
                <c:pt idx="4179">
                  <c:v>43454</c:v>
                </c:pt>
                <c:pt idx="4180">
                  <c:v>43455</c:v>
                </c:pt>
                <c:pt idx="4181">
                  <c:v>43460</c:v>
                </c:pt>
                <c:pt idx="4182">
                  <c:v>43461</c:v>
                </c:pt>
                <c:pt idx="4183">
                  <c:v>43462</c:v>
                </c:pt>
                <c:pt idx="4184">
                  <c:v>43467</c:v>
                </c:pt>
                <c:pt idx="4185">
                  <c:v>43468</c:v>
                </c:pt>
                <c:pt idx="4186">
                  <c:v>43469</c:v>
                </c:pt>
                <c:pt idx="4187">
                  <c:v>43472</c:v>
                </c:pt>
                <c:pt idx="4188">
                  <c:v>43473</c:v>
                </c:pt>
                <c:pt idx="4189">
                  <c:v>43474</c:v>
                </c:pt>
                <c:pt idx="4190">
                  <c:v>43475</c:v>
                </c:pt>
                <c:pt idx="4191">
                  <c:v>43476</c:v>
                </c:pt>
                <c:pt idx="4192">
                  <c:v>43479</c:v>
                </c:pt>
                <c:pt idx="4193">
                  <c:v>43480</c:v>
                </c:pt>
                <c:pt idx="4194">
                  <c:v>43481</c:v>
                </c:pt>
                <c:pt idx="4195">
                  <c:v>43482</c:v>
                </c:pt>
                <c:pt idx="4196">
                  <c:v>43483</c:v>
                </c:pt>
                <c:pt idx="4197">
                  <c:v>43486</c:v>
                </c:pt>
                <c:pt idx="4198">
                  <c:v>43487</c:v>
                </c:pt>
                <c:pt idx="4199">
                  <c:v>43488</c:v>
                </c:pt>
                <c:pt idx="4200">
                  <c:v>43489</c:v>
                </c:pt>
                <c:pt idx="4201">
                  <c:v>43493</c:v>
                </c:pt>
                <c:pt idx="4202">
                  <c:v>43494</c:v>
                </c:pt>
                <c:pt idx="4203">
                  <c:v>43495</c:v>
                </c:pt>
                <c:pt idx="4204">
                  <c:v>43496</c:v>
                </c:pt>
                <c:pt idx="4205">
                  <c:v>43497</c:v>
                </c:pt>
                <c:pt idx="4206">
                  <c:v>43500</c:v>
                </c:pt>
                <c:pt idx="4207">
                  <c:v>43501</c:v>
                </c:pt>
                <c:pt idx="4208">
                  <c:v>43502</c:v>
                </c:pt>
                <c:pt idx="4209">
                  <c:v>43503</c:v>
                </c:pt>
                <c:pt idx="4210">
                  <c:v>43504</c:v>
                </c:pt>
                <c:pt idx="4211">
                  <c:v>43507</c:v>
                </c:pt>
                <c:pt idx="4212">
                  <c:v>43508</c:v>
                </c:pt>
                <c:pt idx="4213">
                  <c:v>43509</c:v>
                </c:pt>
                <c:pt idx="4214">
                  <c:v>43510</c:v>
                </c:pt>
                <c:pt idx="4215">
                  <c:v>43511</c:v>
                </c:pt>
                <c:pt idx="4216">
                  <c:v>43514</c:v>
                </c:pt>
                <c:pt idx="4217">
                  <c:v>43515</c:v>
                </c:pt>
                <c:pt idx="4218">
                  <c:v>43516</c:v>
                </c:pt>
                <c:pt idx="4219">
                  <c:v>43517</c:v>
                </c:pt>
                <c:pt idx="4220">
                  <c:v>43518</c:v>
                </c:pt>
                <c:pt idx="4221">
                  <c:v>43521</c:v>
                </c:pt>
                <c:pt idx="4222">
                  <c:v>43522</c:v>
                </c:pt>
                <c:pt idx="4223">
                  <c:v>43523</c:v>
                </c:pt>
                <c:pt idx="4224">
                  <c:v>43524</c:v>
                </c:pt>
                <c:pt idx="4225">
                  <c:v>43525</c:v>
                </c:pt>
                <c:pt idx="4226">
                  <c:v>43530</c:v>
                </c:pt>
                <c:pt idx="4227">
                  <c:v>43531</c:v>
                </c:pt>
                <c:pt idx="4228">
                  <c:v>43532</c:v>
                </c:pt>
                <c:pt idx="4229">
                  <c:v>43535</c:v>
                </c:pt>
                <c:pt idx="4230">
                  <c:v>43536</c:v>
                </c:pt>
                <c:pt idx="4231">
                  <c:v>43537</c:v>
                </c:pt>
                <c:pt idx="4232">
                  <c:v>43538</c:v>
                </c:pt>
                <c:pt idx="4233">
                  <c:v>43539</c:v>
                </c:pt>
                <c:pt idx="4234">
                  <c:v>43542</c:v>
                </c:pt>
                <c:pt idx="4235">
                  <c:v>43543</c:v>
                </c:pt>
                <c:pt idx="4236">
                  <c:v>43544</c:v>
                </c:pt>
                <c:pt idx="4237">
                  <c:v>43545</c:v>
                </c:pt>
                <c:pt idx="4238">
                  <c:v>43546</c:v>
                </c:pt>
                <c:pt idx="4239">
                  <c:v>43549</c:v>
                </c:pt>
                <c:pt idx="4240">
                  <c:v>43550</c:v>
                </c:pt>
                <c:pt idx="4241">
                  <c:v>43551</c:v>
                </c:pt>
                <c:pt idx="4242">
                  <c:v>43552</c:v>
                </c:pt>
                <c:pt idx="4243">
                  <c:v>43553</c:v>
                </c:pt>
                <c:pt idx="4244">
                  <c:v>43556</c:v>
                </c:pt>
                <c:pt idx="4245">
                  <c:v>43557</c:v>
                </c:pt>
                <c:pt idx="4246">
                  <c:v>43558</c:v>
                </c:pt>
                <c:pt idx="4247">
                  <c:v>43559</c:v>
                </c:pt>
                <c:pt idx="4248">
                  <c:v>43560</c:v>
                </c:pt>
                <c:pt idx="4249">
                  <c:v>43563</c:v>
                </c:pt>
                <c:pt idx="4250">
                  <c:v>43564</c:v>
                </c:pt>
                <c:pt idx="4251">
                  <c:v>43565</c:v>
                </c:pt>
                <c:pt idx="4252">
                  <c:v>43566</c:v>
                </c:pt>
                <c:pt idx="4253">
                  <c:v>43567</c:v>
                </c:pt>
                <c:pt idx="4254">
                  <c:v>43570</c:v>
                </c:pt>
                <c:pt idx="4255">
                  <c:v>43571</c:v>
                </c:pt>
                <c:pt idx="4256">
                  <c:v>43572</c:v>
                </c:pt>
                <c:pt idx="4257">
                  <c:v>43573</c:v>
                </c:pt>
                <c:pt idx="4258">
                  <c:v>43577</c:v>
                </c:pt>
                <c:pt idx="4259">
                  <c:v>43578</c:v>
                </c:pt>
                <c:pt idx="4260">
                  <c:v>43579</c:v>
                </c:pt>
                <c:pt idx="4261">
                  <c:v>43580</c:v>
                </c:pt>
                <c:pt idx="4262">
                  <c:v>43581</c:v>
                </c:pt>
                <c:pt idx="4263">
                  <c:v>43584</c:v>
                </c:pt>
                <c:pt idx="4264">
                  <c:v>43585</c:v>
                </c:pt>
                <c:pt idx="4265">
                  <c:v>43587</c:v>
                </c:pt>
                <c:pt idx="4266">
                  <c:v>43588</c:v>
                </c:pt>
                <c:pt idx="4267">
                  <c:v>43591</c:v>
                </c:pt>
                <c:pt idx="4268">
                  <c:v>43592</c:v>
                </c:pt>
                <c:pt idx="4269">
                  <c:v>43593</c:v>
                </c:pt>
                <c:pt idx="4270">
                  <c:v>43594</c:v>
                </c:pt>
                <c:pt idx="4271">
                  <c:v>43595</c:v>
                </c:pt>
                <c:pt idx="4272">
                  <c:v>43598</c:v>
                </c:pt>
                <c:pt idx="4273">
                  <c:v>43599</c:v>
                </c:pt>
                <c:pt idx="4274">
                  <c:v>43600</c:v>
                </c:pt>
                <c:pt idx="4275">
                  <c:v>43601</c:v>
                </c:pt>
                <c:pt idx="4276">
                  <c:v>43602</c:v>
                </c:pt>
                <c:pt idx="4277">
                  <c:v>43605</c:v>
                </c:pt>
                <c:pt idx="4278">
                  <c:v>43606</c:v>
                </c:pt>
                <c:pt idx="4279">
                  <c:v>43607</c:v>
                </c:pt>
                <c:pt idx="4280">
                  <c:v>43608</c:v>
                </c:pt>
                <c:pt idx="4281">
                  <c:v>43609</c:v>
                </c:pt>
                <c:pt idx="4282">
                  <c:v>43612</c:v>
                </c:pt>
                <c:pt idx="4283">
                  <c:v>43613</c:v>
                </c:pt>
                <c:pt idx="4284">
                  <c:v>43614</c:v>
                </c:pt>
                <c:pt idx="4285">
                  <c:v>43615</c:v>
                </c:pt>
                <c:pt idx="4286">
                  <c:v>43616</c:v>
                </c:pt>
                <c:pt idx="4287">
                  <c:v>43619</c:v>
                </c:pt>
                <c:pt idx="4288">
                  <c:v>43620</c:v>
                </c:pt>
                <c:pt idx="4289">
                  <c:v>43621</c:v>
                </c:pt>
                <c:pt idx="4290">
                  <c:v>43622</c:v>
                </c:pt>
                <c:pt idx="4291">
                  <c:v>43623</c:v>
                </c:pt>
                <c:pt idx="4292">
                  <c:v>43626</c:v>
                </c:pt>
                <c:pt idx="4293">
                  <c:v>43627</c:v>
                </c:pt>
                <c:pt idx="4294">
                  <c:v>43628</c:v>
                </c:pt>
                <c:pt idx="4295">
                  <c:v>43629</c:v>
                </c:pt>
                <c:pt idx="4296">
                  <c:v>43630</c:v>
                </c:pt>
                <c:pt idx="4297">
                  <c:v>43633</c:v>
                </c:pt>
                <c:pt idx="4298">
                  <c:v>43634</c:v>
                </c:pt>
                <c:pt idx="4299">
                  <c:v>43635</c:v>
                </c:pt>
                <c:pt idx="4300">
                  <c:v>43637</c:v>
                </c:pt>
                <c:pt idx="4301">
                  <c:v>43640</c:v>
                </c:pt>
                <c:pt idx="4302">
                  <c:v>43641</c:v>
                </c:pt>
                <c:pt idx="4303">
                  <c:v>43642</c:v>
                </c:pt>
                <c:pt idx="4304">
                  <c:v>43643</c:v>
                </c:pt>
                <c:pt idx="4305">
                  <c:v>43644</c:v>
                </c:pt>
                <c:pt idx="4306">
                  <c:v>43647</c:v>
                </c:pt>
                <c:pt idx="4307">
                  <c:v>43648</c:v>
                </c:pt>
                <c:pt idx="4308">
                  <c:v>43649</c:v>
                </c:pt>
                <c:pt idx="4309">
                  <c:v>43650</c:v>
                </c:pt>
                <c:pt idx="4310">
                  <c:v>43651</c:v>
                </c:pt>
                <c:pt idx="4311">
                  <c:v>43654</c:v>
                </c:pt>
                <c:pt idx="4312">
                  <c:v>43656</c:v>
                </c:pt>
                <c:pt idx="4313">
                  <c:v>43657</c:v>
                </c:pt>
                <c:pt idx="4314">
                  <c:v>43658</c:v>
                </c:pt>
                <c:pt idx="4315">
                  <c:v>43661</c:v>
                </c:pt>
                <c:pt idx="4316">
                  <c:v>43662</c:v>
                </c:pt>
                <c:pt idx="4317">
                  <c:v>43663</c:v>
                </c:pt>
                <c:pt idx="4318">
                  <c:v>43664</c:v>
                </c:pt>
                <c:pt idx="4319">
                  <c:v>43665</c:v>
                </c:pt>
                <c:pt idx="4320">
                  <c:v>43668</c:v>
                </c:pt>
                <c:pt idx="4321">
                  <c:v>43669</c:v>
                </c:pt>
                <c:pt idx="4322">
                  <c:v>43670</c:v>
                </c:pt>
                <c:pt idx="4323">
                  <c:v>43671</c:v>
                </c:pt>
                <c:pt idx="4324">
                  <c:v>43672</c:v>
                </c:pt>
                <c:pt idx="4325">
                  <c:v>43675</c:v>
                </c:pt>
                <c:pt idx="4326">
                  <c:v>43676</c:v>
                </c:pt>
                <c:pt idx="4327">
                  <c:v>43677</c:v>
                </c:pt>
                <c:pt idx="4328">
                  <c:v>43678</c:v>
                </c:pt>
                <c:pt idx="4329">
                  <c:v>43679</c:v>
                </c:pt>
                <c:pt idx="4330">
                  <c:v>43682</c:v>
                </c:pt>
                <c:pt idx="4331">
                  <c:v>43683</c:v>
                </c:pt>
                <c:pt idx="4332">
                  <c:v>43684</c:v>
                </c:pt>
                <c:pt idx="4333">
                  <c:v>43685</c:v>
                </c:pt>
                <c:pt idx="4334">
                  <c:v>43686</c:v>
                </c:pt>
                <c:pt idx="4335">
                  <c:v>43689</c:v>
                </c:pt>
                <c:pt idx="4336">
                  <c:v>43690</c:v>
                </c:pt>
                <c:pt idx="4337">
                  <c:v>43691</c:v>
                </c:pt>
                <c:pt idx="4338">
                  <c:v>43692</c:v>
                </c:pt>
                <c:pt idx="4339">
                  <c:v>43693</c:v>
                </c:pt>
                <c:pt idx="4340">
                  <c:v>43696</c:v>
                </c:pt>
                <c:pt idx="4341">
                  <c:v>43697</c:v>
                </c:pt>
                <c:pt idx="4342">
                  <c:v>43698</c:v>
                </c:pt>
                <c:pt idx="4343">
                  <c:v>43699</c:v>
                </c:pt>
                <c:pt idx="4344">
                  <c:v>43700</c:v>
                </c:pt>
                <c:pt idx="4345">
                  <c:v>43703</c:v>
                </c:pt>
                <c:pt idx="4346">
                  <c:v>43704</c:v>
                </c:pt>
                <c:pt idx="4347">
                  <c:v>43705</c:v>
                </c:pt>
                <c:pt idx="4348">
                  <c:v>43706</c:v>
                </c:pt>
                <c:pt idx="4349">
                  <c:v>43707</c:v>
                </c:pt>
                <c:pt idx="4350">
                  <c:v>43710</c:v>
                </c:pt>
                <c:pt idx="4351">
                  <c:v>43711</c:v>
                </c:pt>
                <c:pt idx="4352">
                  <c:v>43712</c:v>
                </c:pt>
                <c:pt idx="4353">
                  <c:v>43713</c:v>
                </c:pt>
                <c:pt idx="4354">
                  <c:v>43714</c:v>
                </c:pt>
                <c:pt idx="4355">
                  <c:v>43717</c:v>
                </c:pt>
                <c:pt idx="4356">
                  <c:v>43718</c:v>
                </c:pt>
                <c:pt idx="4357">
                  <c:v>43719</c:v>
                </c:pt>
                <c:pt idx="4358">
                  <c:v>43720</c:v>
                </c:pt>
                <c:pt idx="4359">
                  <c:v>43721</c:v>
                </c:pt>
                <c:pt idx="4360">
                  <c:v>43724</c:v>
                </c:pt>
                <c:pt idx="4361">
                  <c:v>43725</c:v>
                </c:pt>
                <c:pt idx="4362">
                  <c:v>43726</c:v>
                </c:pt>
                <c:pt idx="4363">
                  <c:v>43727</c:v>
                </c:pt>
                <c:pt idx="4364">
                  <c:v>43728</c:v>
                </c:pt>
                <c:pt idx="4365">
                  <c:v>43731</c:v>
                </c:pt>
                <c:pt idx="4366">
                  <c:v>43732</c:v>
                </c:pt>
                <c:pt idx="4367">
                  <c:v>43733</c:v>
                </c:pt>
                <c:pt idx="4368">
                  <c:v>43734</c:v>
                </c:pt>
                <c:pt idx="4369">
                  <c:v>43735</c:v>
                </c:pt>
                <c:pt idx="4370">
                  <c:v>43738</c:v>
                </c:pt>
                <c:pt idx="4371">
                  <c:v>43739</c:v>
                </c:pt>
                <c:pt idx="4372">
                  <c:v>43740</c:v>
                </c:pt>
                <c:pt idx="4373">
                  <c:v>43741</c:v>
                </c:pt>
                <c:pt idx="4374">
                  <c:v>43742</c:v>
                </c:pt>
                <c:pt idx="4375">
                  <c:v>43745</c:v>
                </c:pt>
                <c:pt idx="4376">
                  <c:v>43746</c:v>
                </c:pt>
                <c:pt idx="4377">
                  <c:v>43747</c:v>
                </c:pt>
                <c:pt idx="4378">
                  <c:v>43748</c:v>
                </c:pt>
                <c:pt idx="4379">
                  <c:v>43749</c:v>
                </c:pt>
                <c:pt idx="4380">
                  <c:v>43752</c:v>
                </c:pt>
                <c:pt idx="4381">
                  <c:v>43753</c:v>
                </c:pt>
                <c:pt idx="4382">
                  <c:v>43754</c:v>
                </c:pt>
                <c:pt idx="4383">
                  <c:v>43755</c:v>
                </c:pt>
                <c:pt idx="4384">
                  <c:v>43756</c:v>
                </c:pt>
                <c:pt idx="4385">
                  <c:v>43759</c:v>
                </c:pt>
                <c:pt idx="4386">
                  <c:v>43760</c:v>
                </c:pt>
                <c:pt idx="4387">
                  <c:v>43761</c:v>
                </c:pt>
                <c:pt idx="4388">
                  <c:v>43762</c:v>
                </c:pt>
                <c:pt idx="4389">
                  <c:v>43763</c:v>
                </c:pt>
                <c:pt idx="4390">
                  <c:v>43766</c:v>
                </c:pt>
                <c:pt idx="4391">
                  <c:v>43767</c:v>
                </c:pt>
                <c:pt idx="4392">
                  <c:v>43768</c:v>
                </c:pt>
                <c:pt idx="4393">
                  <c:v>43769</c:v>
                </c:pt>
                <c:pt idx="4394">
                  <c:v>43770</c:v>
                </c:pt>
                <c:pt idx="4395">
                  <c:v>43773</c:v>
                </c:pt>
                <c:pt idx="4396">
                  <c:v>43774</c:v>
                </c:pt>
                <c:pt idx="4397">
                  <c:v>43775</c:v>
                </c:pt>
                <c:pt idx="4398">
                  <c:v>43776</c:v>
                </c:pt>
                <c:pt idx="4399">
                  <c:v>43777</c:v>
                </c:pt>
                <c:pt idx="4400">
                  <c:v>43780</c:v>
                </c:pt>
                <c:pt idx="4401">
                  <c:v>43781</c:v>
                </c:pt>
                <c:pt idx="4402">
                  <c:v>43782</c:v>
                </c:pt>
                <c:pt idx="4403">
                  <c:v>43783</c:v>
                </c:pt>
                <c:pt idx="4404">
                  <c:v>43787</c:v>
                </c:pt>
                <c:pt idx="4405">
                  <c:v>43788</c:v>
                </c:pt>
                <c:pt idx="4406">
                  <c:v>43790</c:v>
                </c:pt>
                <c:pt idx="4407">
                  <c:v>43791</c:v>
                </c:pt>
                <c:pt idx="4408">
                  <c:v>43794</c:v>
                </c:pt>
                <c:pt idx="4409">
                  <c:v>43795</c:v>
                </c:pt>
                <c:pt idx="4410">
                  <c:v>43796</c:v>
                </c:pt>
                <c:pt idx="4411">
                  <c:v>43797</c:v>
                </c:pt>
                <c:pt idx="4412">
                  <c:v>43798</c:v>
                </c:pt>
                <c:pt idx="4413">
                  <c:v>43801</c:v>
                </c:pt>
                <c:pt idx="4414">
                  <c:v>43802</c:v>
                </c:pt>
                <c:pt idx="4415">
                  <c:v>43803</c:v>
                </c:pt>
                <c:pt idx="4416">
                  <c:v>43804</c:v>
                </c:pt>
                <c:pt idx="4417">
                  <c:v>43805</c:v>
                </c:pt>
                <c:pt idx="4418">
                  <c:v>43808</c:v>
                </c:pt>
                <c:pt idx="4419">
                  <c:v>43809</c:v>
                </c:pt>
                <c:pt idx="4420">
                  <c:v>43810</c:v>
                </c:pt>
                <c:pt idx="4421">
                  <c:v>43811</c:v>
                </c:pt>
                <c:pt idx="4422">
                  <c:v>43812</c:v>
                </c:pt>
                <c:pt idx="4423">
                  <c:v>43815</c:v>
                </c:pt>
                <c:pt idx="4424">
                  <c:v>43816</c:v>
                </c:pt>
                <c:pt idx="4425">
                  <c:v>43817</c:v>
                </c:pt>
                <c:pt idx="4426">
                  <c:v>43818</c:v>
                </c:pt>
                <c:pt idx="4427">
                  <c:v>43819</c:v>
                </c:pt>
                <c:pt idx="4428">
                  <c:v>43822</c:v>
                </c:pt>
                <c:pt idx="4429">
                  <c:v>43825</c:v>
                </c:pt>
                <c:pt idx="4430">
                  <c:v>43826</c:v>
                </c:pt>
                <c:pt idx="4431">
                  <c:v>43829</c:v>
                </c:pt>
                <c:pt idx="4432">
                  <c:v>43832</c:v>
                </c:pt>
                <c:pt idx="4433">
                  <c:v>43833</c:v>
                </c:pt>
                <c:pt idx="4434">
                  <c:v>43836</c:v>
                </c:pt>
                <c:pt idx="4435">
                  <c:v>43837</c:v>
                </c:pt>
                <c:pt idx="4436">
                  <c:v>43838</c:v>
                </c:pt>
                <c:pt idx="4437">
                  <c:v>43839</c:v>
                </c:pt>
                <c:pt idx="4438">
                  <c:v>43840</c:v>
                </c:pt>
                <c:pt idx="4439">
                  <c:v>43843</c:v>
                </c:pt>
                <c:pt idx="4440">
                  <c:v>43844</c:v>
                </c:pt>
                <c:pt idx="4441">
                  <c:v>43845</c:v>
                </c:pt>
                <c:pt idx="4442">
                  <c:v>43846</c:v>
                </c:pt>
                <c:pt idx="4443">
                  <c:v>43847</c:v>
                </c:pt>
                <c:pt idx="4444">
                  <c:v>43850</c:v>
                </c:pt>
                <c:pt idx="4445">
                  <c:v>43851</c:v>
                </c:pt>
                <c:pt idx="4446">
                  <c:v>43852</c:v>
                </c:pt>
                <c:pt idx="4447">
                  <c:v>43853</c:v>
                </c:pt>
                <c:pt idx="4448">
                  <c:v>43854</c:v>
                </c:pt>
                <c:pt idx="4449">
                  <c:v>43857</c:v>
                </c:pt>
                <c:pt idx="4450">
                  <c:v>43858</c:v>
                </c:pt>
                <c:pt idx="4451">
                  <c:v>43859</c:v>
                </c:pt>
                <c:pt idx="4452">
                  <c:v>43860</c:v>
                </c:pt>
                <c:pt idx="4453">
                  <c:v>43861</c:v>
                </c:pt>
                <c:pt idx="4454">
                  <c:v>43864</c:v>
                </c:pt>
                <c:pt idx="4455">
                  <c:v>43865</c:v>
                </c:pt>
                <c:pt idx="4456">
                  <c:v>43866</c:v>
                </c:pt>
                <c:pt idx="4457">
                  <c:v>43867</c:v>
                </c:pt>
                <c:pt idx="4458">
                  <c:v>43868</c:v>
                </c:pt>
                <c:pt idx="4459">
                  <c:v>43871</c:v>
                </c:pt>
                <c:pt idx="4460">
                  <c:v>43872</c:v>
                </c:pt>
                <c:pt idx="4461">
                  <c:v>43873</c:v>
                </c:pt>
                <c:pt idx="4462">
                  <c:v>43874</c:v>
                </c:pt>
                <c:pt idx="4463">
                  <c:v>43875</c:v>
                </c:pt>
                <c:pt idx="4464">
                  <c:v>43878</c:v>
                </c:pt>
                <c:pt idx="4465">
                  <c:v>43879</c:v>
                </c:pt>
                <c:pt idx="4466">
                  <c:v>43880</c:v>
                </c:pt>
                <c:pt idx="4467">
                  <c:v>43881</c:v>
                </c:pt>
                <c:pt idx="4468">
                  <c:v>43882</c:v>
                </c:pt>
                <c:pt idx="4469">
                  <c:v>43887</c:v>
                </c:pt>
                <c:pt idx="4470">
                  <c:v>43888</c:v>
                </c:pt>
                <c:pt idx="4471">
                  <c:v>43889</c:v>
                </c:pt>
                <c:pt idx="4472">
                  <c:v>43892</c:v>
                </c:pt>
                <c:pt idx="4473">
                  <c:v>43893</c:v>
                </c:pt>
                <c:pt idx="4474">
                  <c:v>43894</c:v>
                </c:pt>
                <c:pt idx="4475">
                  <c:v>43895</c:v>
                </c:pt>
                <c:pt idx="4476">
                  <c:v>43896</c:v>
                </c:pt>
                <c:pt idx="4477">
                  <c:v>43899</c:v>
                </c:pt>
                <c:pt idx="4478">
                  <c:v>43900</c:v>
                </c:pt>
                <c:pt idx="4479">
                  <c:v>43901</c:v>
                </c:pt>
                <c:pt idx="4480">
                  <c:v>43902</c:v>
                </c:pt>
                <c:pt idx="4481">
                  <c:v>43903</c:v>
                </c:pt>
                <c:pt idx="4482">
                  <c:v>43906</c:v>
                </c:pt>
                <c:pt idx="4483">
                  <c:v>43907</c:v>
                </c:pt>
                <c:pt idx="4484">
                  <c:v>43908</c:v>
                </c:pt>
                <c:pt idx="4485">
                  <c:v>43909</c:v>
                </c:pt>
                <c:pt idx="4486">
                  <c:v>43910</c:v>
                </c:pt>
                <c:pt idx="4487">
                  <c:v>43913</c:v>
                </c:pt>
                <c:pt idx="4488">
                  <c:v>43914</c:v>
                </c:pt>
                <c:pt idx="4489">
                  <c:v>43915</c:v>
                </c:pt>
                <c:pt idx="4490">
                  <c:v>43916</c:v>
                </c:pt>
                <c:pt idx="4491">
                  <c:v>43917</c:v>
                </c:pt>
                <c:pt idx="4492">
                  <c:v>43920</c:v>
                </c:pt>
                <c:pt idx="4493">
                  <c:v>43921</c:v>
                </c:pt>
                <c:pt idx="4494">
                  <c:v>43922</c:v>
                </c:pt>
                <c:pt idx="4495">
                  <c:v>43923</c:v>
                </c:pt>
                <c:pt idx="4496">
                  <c:v>43924</c:v>
                </c:pt>
                <c:pt idx="4497">
                  <c:v>43927</c:v>
                </c:pt>
                <c:pt idx="4498">
                  <c:v>43928</c:v>
                </c:pt>
                <c:pt idx="4499">
                  <c:v>43929</c:v>
                </c:pt>
                <c:pt idx="4500">
                  <c:v>43930</c:v>
                </c:pt>
                <c:pt idx="4501">
                  <c:v>43934</c:v>
                </c:pt>
                <c:pt idx="4502">
                  <c:v>43935</c:v>
                </c:pt>
                <c:pt idx="4503">
                  <c:v>43936</c:v>
                </c:pt>
                <c:pt idx="4504">
                  <c:v>43937</c:v>
                </c:pt>
                <c:pt idx="4505">
                  <c:v>43938</c:v>
                </c:pt>
                <c:pt idx="4506">
                  <c:v>43941</c:v>
                </c:pt>
                <c:pt idx="4507">
                  <c:v>43943</c:v>
                </c:pt>
                <c:pt idx="4508">
                  <c:v>43944</c:v>
                </c:pt>
                <c:pt idx="4509">
                  <c:v>43945</c:v>
                </c:pt>
                <c:pt idx="4510">
                  <c:v>43948</c:v>
                </c:pt>
                <c:pt idx="4511">
                  <c:v>43949</c:v>
                </c:pt>
                <c:pt idx="4512">
                  <c:v>43950</c:v>
                </c:pt>
                <c:pt idx="4513">
                  <c:v>43951</c:v>
                </c:pt>
                <c:pt idx="4514">
                  <c:v>43955</c:v>
                </c:pt>
                <c:pt idx="4515">
                  <c:v>43956</c:v>
                </c:pt>
                <c:pt idx="4516">
                  <c:v>43957</c:v>
                </c:pt>
                <c:pt idx="4517">
                  <c:v>43958</c:v>
                </c:pt>
                <c:pt idx="4518">
                  <c:v>43959</c:v>
                </c:pt>
                <c:pt idx="4519">
                  <c:v>43962</c:v>
                </c:pt>
                <c:pt idx="4520">
                  <c:v>43963</c:v>
                </c:pt>
                <c:pt idx="4521">
                  <c:v>43964</c:v>
                </c:pt>
                <c:pt idx="4522">
                  <c:v>43965</c:v>
                </c:pt>
                <c:pt idx="4523">
                  <c:v>43966</c:v>
                </c:pt>
                <c:pt idx="4524">
                  <c:v>43969</c:v>
                </c:pt>
                <c:pt idx="4525">
                  <c:v>43970</c:v>
                </c:pt>
                <c:pt idx="4526">
                  <c:v>43971</c:v>
                </c:pt>
                <c:pt idx="4527">
                  <c:v>43972</c:v>
                </c:pt>
                <c:pt idx="4528">
                  <c:v>43973</c:v>
                </c:pt>
                <c:pt idx="4529">
                  <c:v>43976</c:v>
                </c:pt>
                <c:pt idx="4530">
                  <c:v>43977</c:v>
                </c:pt>
                <c:pt idx="4531">
                  <c:v>43978</c:v>
                </c:pt>
                <c:pt idx="4532">
                  <c:v>43979</c:v>
                </c:pt>
                <c:pt idx="4533">
                  <c:v>43980</c:v>
                </c:pt>
                <c:pt idx="4534">
                  <c:v>43983</c:v>
                </c:pt>
                <c:pt idx="4535">
                  <c:v>43984</c:v>
                </c:pt>
                <c:pt idx="4536">
                  <c:v>43985</c:v>
                </c:pt>
                <c:pt idx="4537">
                  <c:v>43986</c:v>
                </c:pt>
                <c:pt idx="4538">
                  <c:v>43987</c:v>
                </c:pt>
                <c:pt idx="4539">
                  <c:v>43990</c:v>
                </c:pt>
                <c:pt idx="4540">
                  <c:v>43991</c:v>
                </c:pt>
                <c:pt idx="4541">
                  <c:v>43992</c:v>
                </c:pt>
                <c:pt idx="4542">
                  <c:v>43994</c:v>
                </c:pt>
                <c:pt idx="4543">
                  <c:v>43997</c:v>
                </c:pt>
                <c:pt idx="4544">
                  <c:v>43998</c:v>
                </c:pt>
                <c:pt idx="4545">
                  <c:v>43999</c:v>
                </c:pt>
                <c:pt idx="4546">
                  <c:v>44000</c:v>
                </c:pt>
                <c:pt idx="4547">
                  <c:v>44001</c:v>
                </c:pt>
                <c:pt idx="4548">
                  <c:v>44004</c:v>
                </c:pt>
                <c:pt idx="4549">
                  <c:v>44005</c:v>
                </c:pt>
                <c:pt idx="4550">
                  <c:v>44006</c:v>
                </c:pt>
                <c:pt idx="4551">
                  <c:v>44007</c:v>
                </c:pt>
                <c:pt idx="4552">
                  <c:v>44008</c:v>
                </c:pt>
                <c:pt idx="4553">
                  <c:v>44011</c:v>
                </c:pt>
                <c:pt idx="4554">
                  <c:v>44012</c:v>
                </c:pt>
                <c:pt idx="4555">
                  <c:v>44013</c:v>
                </c:pt>
                <c:pt idx="4556">
                  <c:v>44014</c:v>
                </c:pt>
                <c:pt idx="4557">
                  <c:v>44015</c:v>
                </c:pt>
                <c:pt idx="4558">
                  <c:v>44018</c:v>
                </c:pt>
                <c:pt idx="4559">
                  <c:v>44019</c:v>
                </c:pt>
                <c:pt idx="4560">
                  <c:v>44020</c:v>
                </c:pt>
                <c:pt idx="4561">
                  <c:v>44021</c:v>
                </c:pt>
                <c:pt idx="4562">
                  <c:v>44022</c:v>
                </c:pt>
                <c:pt idx="4563">
                  <c:v>44025</c:v>
                </c:pt>
                <c:pt idx="4564">
                  <c:v>44026</c:v>
                </c:pt>
                <c:pt idx="4565">
                  <c:v>44027</c:v>
                </c:pt>
                <c:pt idx="4566">
                  <c:v>44028</c:v>
                </c:pt>
                <c:pt idx="4567">
                  <c:v>44029</c:v>
                </c:pt>
                <c:pt idx="4568">
                  <c:v>44032</c:v>
                </c:pt>
                <c:pt idx="4569">
                  <c:v>44033</c:v>
                </c:pt>
                <c:pt idx="4570">
                  <c:v>44034</c:v>
                </c:pt>
                <c:pt idx="4571">
                  <c:v>44035</c:v>
                </c:pt>
                <c:pt idx="4572">
                  <c:v>44036</c:v>
                </c:pt>
                <c:pt idx="4573">
                  <c:v>44039</c:v>
                </c:pt>
                <c:pt idx="4574">
                  <c:v>44040</c:v>
                </c:pt>
                <c:pt idx="4575">
                  <c:v>44041</c:v>
                </c:pt>
                <c:pt idx="4576">
                  <c:v>44042</c:v>
                </c:pt>
                <c:pt idx="4577">
                  <c:v>44043</c:v>
                </c:pt>
                <c:pt idx="4578">
                  <c:v>44046</c:v>
                </c:pt>
                <c:pt idx="4579">
                  <c:v>44047</c:v>
                </c:pt>
                <c:pt idx="4580">
                  <c:v>44048</c:v>
                </c:pt>
                <c:pt idx="4581">
                  <c:v>44049</c:v>
                </c:pt>
                <c:pt idx="4582">
                  <c:v>44050</c:v>
                </c:pt>
                <c:pt idx="4583">
                  <c:v>44053</c:v>
                </c:pt>
                <c:pt idx="4584">
                  <c:v>44054</c:v>
                </c:pt>
                <c:pt idx="4585">
                  <c:v>44055</c:v>
                </c:pt>
                <c:pt idx="4586">
                  <c:v>44056</c:v>
                </c:pt>
                <c:pt idx="4587">
                  <c:v>44057</c:v>
                </c:pt>
                <c:pt idx="4588">
                  <c:v>44060</c:v>
                </c:pt>
                <c:pt idx="4589">
                  <c:v>44061</c:v>
                </c:pt>
                <c:pt idx="4590">
                  <c:v>44062</c:v>
                </c:pt>
                <c:pt idx="4591">
                  <c:v>44063</c:v>
                </c:pt>
                <c:pt idx="4592">
                  <c:v>44064</c:v>
                </c:pt>
                <c:pt idx="4593">
                  <c:v>44067</c:v>
                </c:pt>
                <c:pt idx="4594">
                  <c:v>44068</c:v>
                </c:pt>
                <c:pt idx="4595">
                  <c:v>44069</c:v>
                </c:pt>
                <c:pt idx="4596">
                  <c:v>44070</c:v>
                </c:pt>
                <c:pt idx="4597">
                  <c:v>44071</c:v>
                </c:pt>
                <c:pt idx="4598">
                  <c:v>44074</c:v>
                </c:pt>
                <c:pt idx="4599">
                  <c:v>44075</c:v>
                </c:pt>
                <c:pt idx="4600">
                  <c:v>44076</c:v>
                </c:pt>
                <c:pt idx="4601">
                  <c:v>44077</c:v>
                </c:pt>
                <c:pt idx="4602">
                  <c:v>44078</c:v>
                </c:pt>
                <c:pt idx="4603">
                  <c:v>44082</c:v>
                </c:pt>
                <c:pt idx="4604">
                  <c:v>44083</c:v>
                </c:pt>
                <c:pt idx="4605">
                  <c:v>44084</c:v>
                </c:pt>
                <c:pt idx="4606">
                  <c:v>44085</c:v>
                </c:pt>
                <c:pt idx="4607">
                  <c:v>44088</c:v>
                </c:pt>
                <c:pt idx="4608">
                  <c:v>44089</c:v>
                </c:pt>
                <c:pt idx="4609">
                  <c:v>44090</c:v>
                </c:pt>
                <c:pt idx="4610">
                  <c:v>44091</c:v>
                </c:pt>
                <c:pt idx="4611">
                  <c:v>44092</c:v>
                </c:pt>
                <c:pt idx="4612">
                  <c:v>44095</c:v>
                </c:pt>
                <c:pt idx="4613">
                  <c:v>44096</c:v>
                </c:pt>
                <c:pt idx="4614">
                  <c:v>44097</c:v>
                </c:pt>
                <c:pt idx="4615">
                  <c:v>44098</c:v>
                </c:pt>
                <c:pt idx="4616">
                  <c:v>44099</c:v>
                </c:pt>
                <c:pt idx="4617">
                  <c:v>44102</c:v>
                </c:pt>
                <c:pt idx="4618">
                  <c:v>44103</c:v>
                </c:pt>
                <c:pt idx="4619">
                  <c:v>44104</c:v>
                </c:pt>
                <c:pt idx="4620">
                  <c:v>44105</c:v>
                </c:pt>
                <c:pt idx="4621">
                  <c:v>44106</c:v>
                </c:pt>
                <c:pt idx="4622">
                  <c:v>44109</c:v>
                </c:pt>
                <c:pt idx="4623">
                  <c:v>44110</c:v>
                </c:pt>
                <c:pt idx="4624">
                  <c:v>44111</c:v>
                </c:pt>
                <c:pt idx="4625">
                  <c:v>44112</c:v>
                </c:pt>
                <c:pt idx="4626">
                  <c:v>44113</c:v>
                </c:pt>
                <c:pt idx="4627">
                  <c:v>44117</c:v>
                </c:pt>
                <c:pt idx="4628">
                  <c:v>44118</c:v>
                </c:pt>
                <c:pt idx="4629">
                  <c:v>44119</c:v>
                </c:pt>
                <c:pt idx="4630">
                  <c:v>44120</c:v>
                </c:pt>
                <c:pt idx="4631">
                  <c:v>44123</c:v>
                </c:pt>
                <c:pt idx="4632">
                  <c:v>44124</c:v>
                </c:pt>
                <c:pt idx="4633">
                  <c:v>44125</c:v>
                </c:pt>
                <c:pt idx="4634">
                  <c:v>44126</c:v>
                </c:pt>
                <c:pt idx="4635">
                  <c:v>44127</c:v>
                </c:pt>
                <c:pt idx="4636">
                  <c:v>44130</c:v>
                </c:pt>
                <c:pt idx="4637">
                  <c:v>44131</c:v>
                </c:pt>
                <c:pt idx="4638">
                  <c:v>44132</c:v>
                </c:pt>
                <c:pt idx="4639">
                  <c:v>44133</c:v>
                </c:pt>
                <c:pt idx="4640">
                  <c:v>44134</c:v>
                </c:pt>
                <c:pt idx="4641">
                  <c:v>44138</c:v>
                </c:pt>
                <c:pt idx="4642">
                  <c:v>44139</c:v>
                </c:pt>
                <c:pt idx="4643">
                  <c:v>44140</c:v>
                </c:pt>
                <c:pt idx="4644">
                  <c:v>44141</c:v>
                </c:pt>
                <c:pt idx="4645">
                  <c:v>44144</c:v>
                </c:pt>
                <c:pt idx="4646">
                  <c:v>44145</c:v>
                </c:pt>
                <c:pt idx="4647">
                  <c:v>44146</c:v>
                </c:pt>
                <c:pt idx="4648">
                  <c:v>44147</c:v>
                </c:pt>
                <c:pt idx="4649">
                  <c:v>44148</c:v>
                </c:pt>
                <c:pt idx="4650">
                  <c:v>44151</c:v>
                </c:pt>
                <c:pt idx="4651">
                  <c:v>44152</c:v>
                </c:pt>
                <c:pt idx="4652">
                  <c:v>44153</c:v>
                </c:pt>
                <c:pt idx="4653">
                  <c:v>44154</c:v>
                </c:pt>
                <c:pt idx="4654">
                  <c:v>44155</c:v>
                </c:pt>
                <c:pt idx="4655">
                  <c:v>44158</c:v>
                </c:pt>
                <c:pt idx="4656">
                  <c:v>44159</c:v>
                </c:pt>
                <c:pt idx="4657">
                  <c:v>44160</c:v>
                </c:pt>
                <c:pt idx="4658">
                  <c:v>44161</c:v>
                </c:pt>
                <c:pt idx="4659">
                  <c:v>44162</c:v>
                </c:pt>
                <c:pt idx="4660">
                  <c:v>44165</c:v>
                </c:pt>
                <c:pt idx="4661">
                  <c:v>44166</c:v>
                </c:pt>
                <c:pt idx="4662">
                  <c:v>44167</c:v>
                </c:pt>
                <c:pt idx="4663">
                  <c:v>44168</c:v>
                </c:pt>
                <c:pt idx="4664">
                  <c:v>44169</c:v>
                </c:pt>
                <c:pt idx="4665">
                  <c:v>44172</c:v>
                </c:pt>
                <c:pt idx="4666">
                  <c:v>44173</c:v>
                </c:pt>
                <c:pt idx="4667">
                  <c:v>44174</c:v>
                </c:pt>
                <c:pt idx="4668">
                  <c:v>44175</c:v>
                </c:pt>
                <c:pt idx="4669">
                  <c:v>44176</c:v>
                </c:pt>
                <c:pt idx="4670">
                  <c:v>44179</c:v>
                </c:pt>
                <c:pt idx="4671">
                  <c:v>44180</c:v>
                </c:pt>
                <c:pt idx="4672">
                  <c:v>44181</c:v>
                </c:pt>
                <c:pt idx="4673">
                  <c:v>44182</c:v>
                </c:pt>
                <c:pt idx="4674">
                  <c:v>44183</c:v>
                </c:pt>
                <c:pt idx="4675">
                  <c:v>44186</c:v>
                </c:pt>
                <c:pt idx="4676">
                  <c:v>44187</c:v>
                </c:pt>
                <c:pt idx="4677">
                  <c:v>44188</c:v>
                </c:pt>
                <c:pt idx="4678">
                  <c:v>44193</c:v>
                </c:pt>
                <c:pt idx="4679">
                  <c:v>44194</c:v>
                </c:pt>
                <c:pt idx="4680">
                  <c:v>44195</c:v>
                </c:pt>
                <c:pt idx="4681">
                  <c:v>44200</c:v>
                </c:pt>
                <c:pt idx="4682">
                  <c:v>44201</c:v>
                </c:pt>
                <c:pt idx="4683">
                  <c:v>44202</c:v>
                </c:pt>
                <c:pt idx="4684">
                  <c:v>44203</c:v>
                </c:pt>
                <c:pt idx="4685">
                  <c:v>44204</c:v>
                </c:pt>
                <c:pt idx="4686">
                  <c:v>44207</c:v>
                </c:pt>
                <c:pt idx="4687">
                  <c:v>44208</c:v>
                </c:pt>
                <c:pt idx="4688">
                  <c:v>44209</c:v>
                </c:pt>
                <c:pt idx="4689">
                  <c:v>44210</c:v>
                </c:pt>
                <c:pt idx="4690">
                  <c:v>44211</c:v>
                </c:pt>
                <c:pt idx="4691">
                  <c:v>44214</c:v>
                </c:pt>
                <c:pt idx="4692">
                  <c:v>44215</c:v>
                </c:pt>
                <c:pt idx="4693">
                  <c:v>44216</c:v>
                </c:pt>
                <c:pt idx="4694">
                  <c:v>44217</c:v>
                </c:pt>
                <c:pt idx="4695">
                  <c:v>44218</c:v>
                </c:pt>
                <c:pt idx="4696">
                  <c:v>44222</c:v>
                </c:pt>
                <c:pt idx="4697">
                  <c:v>44223</c:v>
                </c:pt>
                <c:pt idx="4698">
                  <c:v>44224</c:v>
                </c:pt>
                <c:pt idx="4699">
                  <c:v>44225</c:v>
                </c:pt>
                <c:pt idx="4700">
                  <c:v>44228</c:v>
                </c:pt>
                <c:pt idx="4701">
                  <c:v>44229</c:v>
                </c:pt>
                <c:pt idx="4702">
                  <c:v>44230</c:v>
                </c:pt>
                <c:pt idx="4703">
                  <c:v>44231</c:v>
                </c:pt>
                <c:pt idx="4704">
                  <c:v>44232</c:v>
                </c:pt>
                <c:pt idx="4705">
                  <c:v>44235</c:v>
                </c:pt>
                <c:pt idx="4706">
                  <c:v>44236</c:v>
                </c:pt>
                <c:pt idx="4707">
                  <c:v>44237</c:v>
                </c:pt>
                <c:pt idx="4708">
                  <c:v>44238</c:v>
                </c:pt>
                <c:pt idx="4709">
                  <c:v>44239</c:v>
                </c:pt>
                <c:pt idx="4710">
                  <c:v>44244</c:v>
                </c:pt>
                <c:pt idx="4711">
                  <c:v>44245</c:v>
                </c:pt>
                <c:pt idx="4712">
                  <c:v>44246</c:v>
                </c:pt>
                <c:pt idx="4713">
                  <c:v>44249</c:v>
                </c:pt>
                <c:pt idx="4714">
                  <c:v>44250</c:v>
                </c:pt>
                <c:pt idx="4715">
                  <c:v>44251</c:v>
                </c:pt>
                <c:pt idx="4716">
                  <c:v>44252</c:v>
                </c:pt>
                <c:pt idx="4717">
                  <c:v>44253</c:v>
                </c:pt>
                <c:pt idx="4718">
                  <c:v>44256</c:v>
                </c:pt>
                <c:pt idx="4719">
                  <c:v>44257</c:v>
                </c:pt>
                <c:pt idx="4720">
                  <c:v>44258</c:v>
                </c:pt>
                <c:pt idx="4721">
                  <c:v>44259</c:v>
                </c:pt>
                <c:pt idx="4722">
                  <c:v>44260</c:v>
                </c:pt>
                <c:pt idx="4723">
                  <c:v>44263</c:v>
                </c:pt>
                <c:pt idx="4724">
                  <c:v>44264</c:v>
                </c:pt>
                <c:pt idx="4725">
                  <c:v>44265</c:v>
                </c:pt>
                <c:pt idx="4726">
                  <c:v>44266</c:v>
                </c:pt>
                <c:pt idx="4727">
                  <c:v>44267</c:v>
                </c:pt>
                <c:pt idx="4728">
                  <c:v>44270</c:v>
                </c:pt>
                <c:pt idx="4729">
                  <c:v>44271</c:v>
                </c:pt>
                <c:pt idx="4730">
                  <c:v>44272</c:v>
                </c:pt>
                <c:pt idx="4731">
                  <c:v>44273</c:v>
                </c:pt>
                <c:pt idx="4732">
                  <c:v>44274</c:v>
                </c:pt>
                <c:pt idx="4733">
                  <c:v>44277</c:v>
                </c:pt>
                <c:pt idx="4734">
                  <c:v>44278</c:v>
                </c:pt>
                <c:pt idx="4735">
                  <c:v>44279</c:v>
                </c:pt>
                <c:pt idx="4736">
                  <c:v>44280</c:v>
                </c:pt>
                <c:pt idx="4737">
                  <c:v>44281</c:v>
                </c:pt>
                <c:pt idx="4738">
                  <c:v>44284</c:v>
                </c:pt>
                <c:pt idx="4739">
                  <c:v>44285</c:v>
                </c:pt>
                <c:pt idx="4740">
                  <c:v>44286</c:v>
                </c:pt>
                <c:pt idx="4741">
                  <c:v>44287</c:v>
                </c:pt>
                <c:pt idx="4742">
                  <c:v>44291</c:v>
                </c:pt>
                <c:pt idx="4743">
                  <c:v>44292</c:v>
                </c:pt>
                <c:pt idx="4744">
                  <c:v>44293</c:v>
                </c:pt>
                <c:pt idx="4745">
                  <c:v>44294</c:v>
                </c:pt>
                <c:pt idx="4746">
                  <c:v>44295</c:v>
                </c:pt>
                <c:pt idx="4747">
                  <c:v>44298</c:v>
                </c:pt>
                <c:pt idx="4748">
                  <c:v>44299</c:v>
                </c:pt>
                <c:pt idx="4749">
                  <c:v>44300</c:v>
                </c:pt>
                <c:pt idx="4750">
                  <c:v>44301</c:v>
                </c:pt>
                <c:pt idx="4751">
                  <c:v>44302</c:v>
                </c:pt>
                <c:pt idx="4752">
                  <c:v>44305</c:v>
                </c:pt>
                <c:pt idx="4753">
                  <c:v>44306</c:v>
                </c:pt>
                <c:pt idx="4754">
                  <c:v>44308</c:v>
                </c:pt>
                <c:pt idx="4755">
                  <c:v>44309</c:v>
                </c:pt>
                <c:pt idx="4756">
                  <c:v>44312</c:v>
                </c:pt>
                <c:pt idx="4757">
                  <c:v>44313</c:v>
                </c:pt>
                <c:pt idx="4758">
                  <c:v>44314</c:v>
                </c:pt>
                <c:pt idx="4759">
                  <c:v>44315</c:v>
                </c:pt>
                <c:pt idx="4760">
                  <c:v>44316</c:v>
                </c:pt>
                <c:pt idx="4761">
                  <c:v>44319</c:v>
                </c:pt>
                <c:pt idx="4762">
                  <c:v>44320</c:v>
                </c:pt>
                <c:pt idx="4763">
                  <c:v>44321</c:v>
                </c:pt>
                <c:pt idx="4764">
                  <c:v>44322</c:v>
                </c:pt>
                <c:pt idx="4765">
                  <c:v>44323</c:v>
                </c:pt>
                <c:pt idx="4766">
                  <c:v>44326</c:v>
                </c:pt>
                <c:pt idx="4767">
                  <c:v>44327</c:v>
                </c:pt>
                <c:pt idx="4768">
                  <c:v>44328</c:v>
                </c:pt>
                <c:pt idx="4769">
                  <c:v>44329</c:v>
                </c:pt>
                <c:pt idx="4770">
                  <c:v>44330</c:v>
                </c:pt>
                <c:pt idx="4771">
                  <c:v>44333</c:v>
                </c:pt>
                <c:pt idx="4772">
                  <c:v>44334</c:v>
                </c:pt>
                <c:pt idx="4773">
                  <c:v>44335</c:v>
                </c:pt>
                <c:pt idx="4774">
                  <c:v>44336</c:v>
                </c:pt>
                <c:pt idx="4775">
                  <c:v>44337</c:v>
                </c:pt>
                <c:pt idx="4776">
                  <c:v>44340</c:v>
                </c:pt>
                <c:pt idx="4777">
                  <c:v>44341</c:v>
                </c:pt>
                <c:pt idx="4778">
                  <c:v>44342</c:v>
                </c:pt>
                <c:pt idx="4779">
                  <c:v>44343</c:v>
                </c:pt>
                <c:pt idx="4780">
                  <c:v>44344</c:v>
                </c:pt>
                <c:pt idx="4781">
                  <c:v>44347</c:v>
                </c:pt>
                <c:pt idx="4782">
                  <c:v>44348</c:v>
                </c:pt>
                <c:pt idx="4783">
                  <c:v>44349</c:v>
                </c:pt>
                <c:pt idx="4784">
                  <c:v>44351</c:v>
                </c:pt>
                <c:pt idx="4785">
                  <c:v>44354</c:v>
                </c:pt>
                <c:pt idx="4786">
                  <c:v>44355</c:v>
                </c:pt>
                <c:pt idx="4787">
                  <c:v>44356</c:v>
                </c:pt>
                <c:pt idx="4788">
                  <c:v>44357</c:v>
                </c:pt>
                <c:pt idx="4789">
                  <c:v>44358</c:v>
                </c:pt>
                <c:pt idx="4790">
                  <c:v>44361</c:v>
                </c:pt>
                <c:pt idx="4791">
                  <c:v>44362</c:v>
                </c:pt>
                <c:pt idx="4792">
                  <c:v>44363</c:v>
                </c:pt>
                <c:pt idx="4793">
                  <c:v>44364</c:v>
                </c:pt>
                <c:pt idx="4794">
                  <c:v>44365</c:v>
                </c:pt>
                <c:pt idx="4795">
                  <c:v>44368</c:v>
                </c:pt>
                <c:pt idx="4796">
                  <c:v>44369</c:v>
                </c:pt>
                <c:pt idx="4797">
                  <c:v>44370</c:v>
                </c:pt>
                <c:pt idx="4798">
                  <c:v>44371</c:v>
                </c:pt>
                <c:pt idx="4799">
                  <c:v>44372</c:v>
                </c:pt>
                <c:pt idx="4800">
                  <c:v>44375</c:v>
                </c:pt>
                <c:pt idx="4801">
                  <c:v>44376</c:v>
                </c:pt>
                <c:pt idx="4802">
                  <c:v>44377</c:v>
                </c:pt>
                <c:pt idx="4803">
                  <c:v>44378</c:v>
                </c:pt>
                <c:pt idx="4804">
                  <c:v>44379</c:v>
                </c:pt>
                <c:pt idx="4805">
                  <c:v>44382</c:v>
                </c:pt>
                <c:pt idx="4806">
                  <c:v>44383</c:v>
                </c:pt>
                <c:pt idx="4807">
                  <c:v>44384</c:v>
                </c:pt>
                <c:pt idx="4808">
                  <c:v>44385</c:v>
                </c:pt>
                <c:pt idx="4809">
                  <c:v>44389</c:v>
                </c:pt>
                <c:pt idx="4810">
                  <c:v>44390</c:v>
                </c:pt>
                <c:pt idx="4811">
                  <c:v>44391</c:v>
                </c:pt>
                <c:pt idx="4812">
                  <c:v>44392</c:v>
                </c:pt>
                <c:pt idx="4813">
                  <c:v>44393</c:v>
                </c:pt>
                <c:pt idx="4814">
                  <c:v>44396</c:v>
                </c:pt>
                <c:pt idx="4815">
                  <c:v>44397</c:v>
                </c:pt>
                <c:pt idx="4816">
                  <c:v>44398</c:v>
                </c:pt>
                <c:pt idx="4817">
                  <c:v>44399</c:v>
                </c:pt>
                <c:pt idx="4818">
                  <c:v>44400</c:v>
                </c:pt>
                <c:pt idx="4819">
                  <c:v>44403</c:v>
                </c:pt>
                <c:pt idx="4820">
                  <c:v>44404</c:v>
                </c:pt>
                <c:pt idx="4821">
                  <c:v>44405</c:v>
                </c:pt>
                <c:pt idx="4822">
                  <c:v>44406</c:v>
                </c:pt>
                <c:pt idx="4823">
                  <c:v>44407</c:v>
                </c:pt>
                <c:pt idx="4824">
                  <c:v>44410</c:v>
                </c:pt>
                <c:pt idx="4825">
                  <c:v>44411</c:v>
                </c:pt>
                <c:pt idx="4826">
                  <c:v>44412</c:v>
                </c:pt>
                <c:pt idx="4827">
                  <c:v>44413</c:v>
                </c:pt>
                <c:pt idx="4828">
                  <c:v>44414</c:v>
                </c:pt>
                <c:pt idx="4829">
                  <c:v>44417</c:v>
                </c:pt>
                <c:pt idx="4830">
                  <c:v>44418</c:v>
                </c:pt>
                <c:pt idx="4831">
                  <c:v>44419</c:v>
                </c:pt>
                <c:pt idx="4832">
                  <c:v>44420</c:v>
                </c:pt>
                <c:pt idx="4833">
                  <c:v>44421</c:v>
                </c:pt>
                <c:pt idx="4834">
                  <c:v>44424</c:v>
                </c:pt>
                <c:pt idx="4835">
                  <c:v>44425</c:v>
                </c:pt>
                <c:pt idx="4836">
                  <c:v>44426</c:v>
                </c:pt>
                <c:pt idx="4837">
                  <c:v>44427</c:v>
                </c:pt>
                <c:pt idx="4838">
                  <c:v>44428</c:v>
                </c:pt>
                <c:pt idx="4839">
                  <c:v>44431</c:v>
                </c:pt>
                <c:pt idx="4840">
                  <c:v>44432</c:v>
                </c:pt>
                <c:pt idx="4841">
                  <c:v>44433</c:v>
                </c:pt>
                <c:pt idx="4842">
                  <c:v>44434</c:v>
                </c:pt>
                <c:pt idx="4843">
                  <c:v>44435</c:v>
                </c:pt>
                <c:pt idx="4844">
                  <c:v>44438</c:v>
                </c:pt>
                <c:pt idx="4845">
                  <c:v>44439</c:v>
                </c:pt>
                <c:pt idx="4846">
                  <c:v>44440</c:v>
                </c:pt>
                <c:pt idx="4847">
                  <c:v>44441</c:v>
                </c:pt>
                <c:pt idx="4848">
                  <c:v>44442</c:v>
                </c:pt>
                <c:pt idx="4849">
                  <c:v>44445</c:v>
                </c:pt>
                <c:pt idx="4850">
                  <c:v>44447</c:v>
                </c:pt>
                <c:pt idx="4851">
                  <c:v>44448</c:v>
                </c:pt>
                <c:pt idx="4852">
                  <c:v>44449</c:v>
                </c:pt>
                <c:pt idx="4853">
                  <c:v>44452</c:v>
                </c:pt>
                <c:pt idx="4854">
                  <c:v>44453</c:v>
                </c:pt>
                <c:pt idx="4855">
                  <c:v>44454</c:v>
                </c:pt>
                <c:pt idx="4856">
                  <c:v>44455</c:v>
                </c:pt>
                <c:pt idx="4857">
                  <c:v>44456</c:v>
                </c:pt>
                <c:pt idx="4858">
                  <c:v>44459</c:v>
                </c:pt>
                <c:pt idx="4859">
                  <c:v>44460</c:v>
                </c:pt>
                <c:pt idx="4860">
                  <c:v>44461</c:v>
                </c:pt>
                <c:pt idx="4861">
                  <c:v>44462</c:v>
                </c:pt>
                <c:pt idx="4862">
                  <c:v>44463</c:v>
                </c:pt>
                <c:pt idx="4863">
                  <c:v>44466</c:v>
                </c:pt>
                <c:pt idx="4864">
                  <c:v>44467</c:v>
                </c:pt>
                <c:pt idx="4865">
                  <c:v>44468</c:v>
                </c:pt>
                <c:pt idx="4866">
                  <c:v>44469</c:v>
                </c:pt>
                <c:pt idx="4867">
                  <c:v>44470</c:v>
                </c:pt>
                <c:pt idx="4868">
                  <c:v>44473</c:v>
                </c:pt>
                <c:pt idx="4869">
                  <c:v>44474</c:v>
                </c:pt>
                <c:pt idx="4870">
                  <c:v>44475</c:v>
                </c:pt>
                <c:pt idx="4871">
                  <c:v>44476</c:v>
                </c:pt>
                <c:pt idx="4872">
                  <c:v>44477</c:v>
                </c:pt>
                <c:pt idx="4873">
                  <c:v>44480</c:v>
                </c:pt>
                <c:pt idx="4874">
                  <c:v>44482</c:v>
                </c:pt>
                <c:pt idx="4875">
                  <c:v>44483</c:v>
                </c:pt>
                <c:pt idx="4876">
                  <c:v>44484</c:v>
                </c:pt>
                <c:pt idx="4877">
                  <c:v>44487</c:v>
                </c:pt>
                <c:pt idx="4878">
                  <c:v>44488</c:v>
                </c:pt>
                <c:pt idx="4879">
                  <c:v>44489</c:v>
                </c:pt>
                <c:pt idx="4880">
                  <c:v>44490</c:v>
                </c:pt>
                <c:pt idx="4881">
                  <c:v>44491</c:v>
                </c:pt>
                <c:pt idx="4882">
                  <c:v>44494</c:v>
                </c:pt>
                <c:pt idx="4883">
                  <c:v>44495</c:v>
                </c:pt>
                <c:pt idx="4884">
                  <c:v>44496</c:v>
                </c:pt>
                <c:pt idx="4885">
                  <c:v>44497</c:v>
                </c:pt>
                <c:pt idx="4886">
                  <c:v>44498</c:v>
                </c:pt>
                <c:pt idx="4887">
                  <c:v>44501</c:v>
                </c:pt>
                <c:pt idx="4888">
                  <c:v>44503</c:v>
                </c:pt>
                <c:pt idx="4889">
                  <c:v>44504</c:v>
                </c:pt>
                <c:pt idx="4890">
                  <c:v>44505</c:v>
                </c:pt>
                <c:pt idx="4891">
                  <c:v>44508</c:v>
                </c:pt>
                <c:pt idx="4892">
                  <c:v>44509</c:v>
                </c:pt>
                <c:pt idx="4893">
                  <c:v>44510</c:v>
                </c:pt>
                <c:pt idx="4894">
                  <c:v>44511</c:v>
                </c:pt>
                <c:pt idx="4895">
                  <c:v>44512</c:v>
                </c:pt>
                <c:pt idx="4896">
                  <c:v>44516</c:v>
                </c:pt>
                <c:pt idx="4897">
                  <c:v>44517</c:v>
                </c:pt>
                <c:pt idx="4898">
                  <c:v>44518</c:v>
                </c:pt>
                <c:pt idx="4899">
                  <c:v>44519</c:v>
                </c:pt>
                <c:pt idx="4900">
                  <c:v>44522</c:v>
                </c:pt>
                <c:pt idx="4901">
                  <c:v>44523</c:v>
                </c:pt>
                <c:pt idx="4902">
                  <c:v>44524</c:v>
                </c:pt>
                <c:pt idx="4903">
                  <c:v>44525</c:v>
                </c:pt>
                <c:pt idx="4904">
                  <c:v>44526</c:v>
                </c:pt>
                <c:pt idx="4905">
                  <c:v>44529</c:v>
                </c:pt>
                <c:pt idx="4906">
                  <c:v>44530</c:v>
                </c:pt>
                <c:pt idx="4907">
                  <c:v>44531</c:v>
                </c:pt>
                <c:pt idx="4908">
                  <c:v>44532</c:v>
                </c:pt>
                <c:pt idx="4909">
                  <c:v>44533</c:v>
                </c:pt>
                <c:pt idx="4910">
                  <c:v>44536</c:v>
                </c:pt>
                <c:pt idx="4911">
                  <c:v>44537</c:v>
                </c:pt>
                <c:pt idx="4912">
                  <c:v>44538</c:v>
                </c:pt>
                <c:pt idx="4913">
                  <c:v>44539</c:v>
                </c:pt>
                <c:pt idx="4914">
                  <c:v>44540</c:v>
                </c:pt>
                <c:pt idx="4915">
                  <c:v>44543</c:v>
                </c:pt>
                <c:pt idx="4916">
                  <c:v>44544</c:v>
                </c:pt>
                <c:pt idx="4917">
                  <c:v>44545</c:v>
                </c:pt>
                <c:pt idx="4918">
                  <c:v>44546</c:v>
                </c:pt>
                <c:pt idx="4919">
                  <c:v>44547</c:v>
                </c:pt>
                <c:pt idx="4920">
                  <c:v>44550</c:v>
                </c:pt>
                <c:pt idx="4921">
                  <c:v>44551</c:v>
                </c:pt>
                <c:pt idx="4922">
                  <c:v>44552</c:v>
                </c:pt>
                <c:pt idx="4923">
                  <c:v>44553</c:v>
                </c:pt>
                <c:pt idx="4924">
                  <c:v>44557</c:v>
                </c:pt>
                <c:pt idx="4925">
                  <c:v>44558</c:v>
                </c:pt>
                <c:pt idx="4926">
                  <c:v>44559</c:v>
                </c:pt>
                <c:pt idx="4927">
                  <c:v>44560</c:v>
                </c:pt>
                <c:pt idx="4928">
                  <c:v>44564</c:v>
                </c:pt>
                <c:pt idx="4929">
                  <c:v>44565</c:v>
                </c:pt>
                <c:pt idx="4930">
                  <c:v>44566</c:v>
                </c:pt>
                <c:pt idx="4931">
                  <c:v>44567</c:v>
                </c:pt>
                <c:pt idx="4932">
                  <c:v>44568</c:v>
                </c:pt>
                <c:pt idx="4933">
                  <c:v>44571</c:v>
                </c:pt>
                <c:pt idx="4934">
                  <c:v>44572</c:v>
                </c:pt>
                <c:pt idx="4935">
                  <c:v>44573</c:v>
                </c:pt>
                <c:pt idx="4936">
                  <c:v>44574</c:v>
                </c:pt>
                <c:pt idx="4937">
                  <c:v>44575</c:v>
                </c:pt>
                <c:pt idx="4938">
                  <c:v>44578</c:v>
                </c:pt>
                <c:pt idx="4939">
                  <c:v>44579</c:v>
                </c:pt>
                <c:pt idx="4940">
                  <c:v>44580</c:v>
                </c:pt>
                <c:pt idx="4941">
                  <c:v>44581</c:v>
                </c:pt>
                <c:pt idx="4942">
                  <c:v>44582</c:v>
                </c:pt>
                <c:pt idx="4943">
                  <c:v>44585</c:v>
                </c:pt>
                <c:pt idx="4944">
                  <c:v>44586</c:v>
                </c:pt>
                <c:pt idx="4945">
                  <c:v>44587</c:v>
                </c:pt>
                <c:pt idx="4946">
                  <c:v>44588</c:v>
                </c:pt>
                <c:pt idx="4947">
                  <c:v>44589</c:v>
                </c:pt>
                <c:pt idx="4948">
                  <c:v>44592</c:v>
                </c:pt>
                <c:pt idx="4949">
                  <c:v>44593</c:v>
                </c:pt>
                <c:pt idx="4950">
                  <c:v>44594</c:v>
                </c:pt>
                <c:pt idx="4951">
                  <c:v>44595</c:v>
                </c:pt>
                <c:pt idx="4952">
                  <c:v>44596</c:v>
                </c:pt>
                <c:pt idx="4953">
                  <c:v>44599</c:v>
                </c:pt>
                <c:pt idx="4954">
                  <c:v>44600</c:v>
                </c:pt>
                <c:pt idx="4955">
                  <c:v>44601</c:v>
                </c:pt>
                <c:pt idx="4956">
                  <c:v>44602</c:v>
                </c:pt>
                <c:pt idx="4957">
                  <c:v>44603</c:v>
                </c:pt>
                <c:pt idx="4958">
                  <c:v>44606</c:v>
                </c:pt>
                <c:pt idx="4959">
                  <c:v>44607</c:v>
                </c:pt>
                <c:pt idx="4960">
                  <c:v>44608</c:v>
                </c:pt>
                <c:pt idx="4961">
                  <c:v>44609</c:v>
                </c:pt>
                <c:pt idx="4962">
                  <c:v>44610</c:v>
                </c:pt>
                <c:pt idx="4963">
                  <c:v>44613</c:v>
                </c:pt>
                <c:pt idx="4964">
                  <c:v>44614</c:v>
                </c:pt>
                <c:pt idx="4965">
                  <c:v>44615</c:v>
                </c:pt>
                <c:pt idx="4966">
                  <c:v>44616</c:v>
                </c:pt>
                <c:pt idx="4967">
                  <c:v>44617</c:v>
                </c:pt>
                <c:pt idx="4968">
                  <c:v>44622</c:v>
                </c:pt>
                <c:pt idx="4969">
                  <c:v>44623</c:v>
                </c:pt>
                <c:pt idx="4970">
                  <c:v>44624</c:v>
                </c:pt>
                <c:pt idx="4971">
                  <c:v>44627</c:v>
                </c:pt>
                <c:pt idx="4972">
                  <c:v>44628</c:v>
                </c:pt>
                <c:pt idx="4973">
                  <c:v>44629</c:v>
                </c:pt>
                <c:pt idx="4974">
                  <c:v>44630</c:v>
                </c:pt>
                <c:pt idx="4975">
                  <c:v>44631</c:v>
                </c:pt>
                <c:pt idx="4976">
                  <c:v>44634</c:v>
                </c:pt>
                <c:pt idx="4977">
                  <c:v>44635</c:v>
                </c:pt>
                <c:pt idx="4978">
                  <c:v>44636</c:v>
                </c:pt>
                <c:pt idx="4979">
                  <c:v>44637</c:v>
                </c:pt>
                <c:pt idx="4980">
                  <c:v>44638</c:v>
                </c:pt>
                <c:pt idx="4981">
                  <c:v>44641</c:v>
                </c:pt>
                <c:pt idx="4982">
                  <c:v>44642</c:v>
                </c:pt>
                <c:pt idx="4983">
                  <c:v>44643</c:v>
                </c:pt>
                <c:pt idx="4984">
                  <c:v>44644</c:v>
                </c:pt>
                <c:pt idx="4985">
                  <c:v>44645</c:v>
                </c:pt>
                <c:pt idx="4986">
                  <c:v>44648</c:v>
                </c:pt>
                <c:pt idx="4987">
                  <c:v>44649</c:v>
                </c:pt>
                <c:pt idx="4988">
                  <c:v>44650</c:v>
                </c:pt>
                <c:pt idx="4989">
                  <c:v>44651</c:v>
                </c:pt>
                <c:pt idx="4990">
                  <c:v>44652</c:v>
                </c:pt>
                <c:pt idx="4991">
                  <c:v>44655</c:v>
                </c:pt>
                <c:pt idx="4992">
                  <c:v>44656</c:v>
                </c:pt>
                <c:pt idx="4993">
                  <c:v>44657</c:v>
                </c:pt>
                <c:pt idx="4994">
                  <c:v>44658</c:v>
                </c:pt>
                <c:pt idx="4995">
                  <c:v>44659</c:v>
                </c:pt>
                <c:pt idx="4996">
                  <c:v>44662</c:v>
                </c:pt>
                <c:pt idx="4997">
                  <c:v>44663</c:v>
                </c:pt>
                <c:pt idx="4998">
                  <c:v>44664</c:v>
                </c:pt>
                <c:pt idx="4999">
                  <c:v>44665</c:v>
                </c:pt>
                <c:pt idx="5000">
                  <c:v>44669</c:v>
                </c:pt>
                <c:pt idx="5001">
                  <c:v>44670</c:v>
                </c:pt>
                <c:pt idx="5002">
                  <c:v>44671</c:v>
                </c:pt>
                <c:pt idx="5003">
                  <c:v>44673</c:v>
                </c:pt>
                <c:pt idx="5004">
                  <c:v>44676</c:v>
                </c:pt>
                <c:pt idx="5005">
                  <c:v>44677</c:v>
                </c:pt>
                <c:pt idx="5006">
                  <c:v>44678</c:v>
                </c:pt>
                <c:pt idx="5007">
                  <c:v>44679</c:v>
                </c:pt>
                <c:pt idx="5008">
                  <c:v>44680</c:v>
                </c:pt>
                <c:pt idx="5009">
                  <c:v>44683</c:v>
                </c:pt>
                <c:pt idx="5010">
                  <c:v>44684</c:v>
                </c:pt>
                <c:pt idx="5011">
                  <c:v>44685</c:v>
                </c:pt>
                <c:pt idx="5012">
                  <c:v>44686</c:v>
                </c:pt>
                <c:pt idx="5013">
                  <c:v>44687</c:v>
                </c:pt>
                <c:pt idx="5014">
                  <c:v>44690</c:v>
                </c:pt>
                <c:pt idx="5015">
                  <c:v>44691</c:v>
                </c:pt>
                <c:pt idx="5016">
                  <c:v>44692</c:v>
                </c:pt>
                <c:pt idx="5017">
                  <c:v>44693</c:v>
                </c:pt>
                <c:pt idx="5018">
                  <c:v>44694</c:v>
                </c:pt>
                <c:pt idx="5019">
                  <c:v>44697</c:v>
                </c:pt>
                <c:pt idx="5020">
                  <c:v>44698</c:v>
                </c:pt>
                <c:pt idx="5021">
                  <c:v>44699</c:v>
                </c:pt>
                <c:pt idx="5022">
                  <c:v>44700</c:v>
                </c:pt>
                <c:pt idx="5023">
                  <c:v>44701</c:v>
                </c:pt>
                <c:pt idx="5024">
                  <c:v>44704</c:v>
                </c:pt>
                <c:pt idx="5025">
                  <c:v>44705</c:v>
                </c:pt>
                <c:pt idx="5026">
                  <c:v>44706</c:v>
                </c:pt>
                <c:pt idx="5027">
                  <c:v>44707</c:v>
                </c:pt>
                <c:pt idx="5028">
                  <c:v>44708</c:v>
                </c:pt>
                <c:pt idx="5029">
                  <c:v>44711</c:v>
                </c:pt>
                <c:pt idx="5030">
                  <c:v>44712</c:v>
                </c:pt>
                <c:pt idx="5031">
                  <c:v>44713</c:v>
                </c:pt>
                <c:pt idx="5032">
                  <c:v>44714</c:v>
                </c:pt>
                <c:pt idx="5033">
                  <c:v>44715</c:v>
                </c:pt>
                <c:pt idx="5034">
                  <c:v>44718</c:v>
                </c:pt>
                <c:pt idx="5035">
                  <c:v>44719</c:v>
                </c:pt>
                <c:pt idx="5036">
                  <c:v>44720</c:v>
                </c:pt>
                <c:pt idx="5037">
                  <c:v>44721</c:v>
                </c:pt>
                <c:pt idx="5038">
                  <c:v>44722</c:v>
                </c:pt>
                <c:pt idx="5039">
                  <c:v>44725</c:v>
                </c:pt>
                <c:pt idx="5040">
                  <c:v>44726</c:v>
                </c:pt>
                <c:pt idx="5041">
                  <c:v>44727</c:v>
                </c:pt>
                <c:pt idx="5042">
                  <c:v>44729</c:v>
                </c:pt>
                <c:pt idx="5043">
                  <c:v>44732</c:v>
                </c:pt>
                <c:pt idx="5044">
                  <c:v>44733</c:v>
                </c:pt>
                <c:pt idx="5045">
                  <c:v>44734</c:v>
                </c:pt>
                <c:pt idx="5046">
                  <c:v>44735</c:v>
                </c:pt>
                <c:pt idx="5047">
                  <c:v>44736</c:v>
                </c:pt>
                <c:pt idx="5048">
                  <c:v>44739</c:v>
                </c:pt>
                <c:pt idx="5049">
                  <c:v>44740</c:v>
                </c:pt>
                <c:pt idx="5050">
                  <c:v>44741</c:v>
                </c:pt>
                <c:pt idx="5051">
                  <c:v>44742</c:v>
                </c:pt>
                <c:pt idx="5052">
                  <c:v>44743</c:v>
                </c:pt>
                <c:pt idx="5053">
                  <c:v>44746</c:v>
                </c:pt>
                <c:pt idx="5054">
                  <c:v>44747</c:v>
                </c:pt>
                <c:pt idx="5055">
                  <c:v>44748</c:v>
                </c:pt>
                <c:pt idx="5056">
                  <c:v>44749</c:v>
                </c:pt>
                <c:pt idx="5057">
                  <c:v>44750</c:v>
                </c:pt>
                <c:pt idx="5058">
                  <c:v>44753</c:v>
                </c:pt>
                <c:pt idx="5059">
                  <c:v>44754</c:v>
                </c:pt>
                <c:pt idx="5060">
                  <c:v>44755</c:v>
                </c:pt>
                <c:pt idx="5061">
                  <c:v>44756</c:v>
                </c:pt>
                <c:pt idx="5062">
                  <c:v>44757</c:v>
                </c:pt>
                <c:pt idx="5063">
                  <c:v>44760</c:v>
                </c:pt>
                <c:pt idx="5064">
                  <c:v>44761</c:v>
                </c:pt>
                <c:pt idx="5065">
                  <c:v>44762</c:v>
                </c:pt>
                <c:pt idx="5066">
                  <c:v>44763</c:v>
                </c:pt>
                <c:pt idx="5067">
                  <c:v>44764</c:v>
                </c:pt>
                <c:pt idx="5068">
                  <c:v>44767</c:v>
                </c:pt>
                <c:pt idx="5069">
                  <c:v>44768</c:v>
                </c:pt>
                <c:pt idx="5070">
                  <c:v>44769</c:v>
                </c:pt>
                <c:pt idx="5071">
                  <c:v>44770</c:v>
                </c:pt>
                <c:pt idx="5072">
                  <c:v>44771</c:v>
                </c:pt>
                <c:pt idx="5073">
                  <c:v>44774</c:v>
                </c:pt>
                <c:pt idx="5074">
                  <c:v>44775</c:v>
                </c:pt>
                <c:pt idx="5075">
                  <c:v>44776</c:v>
                </c:pt>
                <c:pt idx="5076">
                  <c:v>44777</c:v>
                </c:pt>
                <c:pt idx="5077">
                  <c:v>44778</c:v>
                </c:pt>
                <c:pt idx="5078">
                  <c:v>44781</c:v>
                </c:pt>
                <c:pt idx="5079">
                  <c:v>44782</c:v>
                </c:pt>
                <c:pt idx="5080">
                  <c:v>44783</c:v>
                </c:pt>
                <c:pt idx="5081">
                  <c:v>44784</c:v>
                </c:pt>
                <c:pt idx="5082">
                  <c:v>44785</c:v>
                </c:pt>
                <c:pt idx="5083">
                  <c:v>44788</c:v>
                </c:pt>
                <c:pt idx="5084">
                  <c:v>44789</c:v>
                </c:pt>
                <c:pt idx="5085">
                  <c:v>44790</c:v>
                </c:pt>
                <c:pt idx="5086">
                  <c:v>44791</c:v>
                </c:pt>
                <c:pt idx="5087">
                  <c:v>44792</c:v>
                </c:pt>
                <c:pt idx="5088">
                  <c:v>44795</c:v>
                </c:pt>
                <c:pt idx="5089">
                  <c:v>44796</c:v>
                </c:pt>
                <c:pt idx="5090">
                  <c:v>44797</c:v>
                </c:pt>
                <c:pt idx="5091">
                  <c:v>44798</c:v>
                </c:pt>
                <c:pt idx="5092">
                  <c:v>44799</c:v>
                </c:pt>
                <c:pt idx="5093">
                  <c:v>44802</c:v>
                </c:pt>
                <c:pt idx="5094">
                  <c:v>44803</c:v>
                </c:pt>
                <c:pt idx="5095">
                  <c:v>44804</c:v>
                </c:pt>
                <c:pt idx="5096">
                  <c:v>44805</c:v>
                </c:pt>
                <c:pt idx="5097">
                  <c:v>44806</c:v>
                </c:pt>
                <c:pt idx="5098">
                  <c:v>44809</c:v>
                </c:pt>
                <c:pt idx="5099">
                  <c:v>44810</c:v>
                </c:pt>
                <c:pt idx="5100">
                  <c:v>44812</c:v>
                </c:pt>
                <c:pt idx="5101">
                  <c:v>44813</c:v>
                </c:pt>
                <c:pt idx="5102">
                  <c:v>44816</c:v>
                </c:pt>
                <c:pt idx="5103">
                  <c:v>44817</c:v>
                </c:pt>
                <c:pt idx="5104">
                  <c:v>44818</c:v>
                </c:pt>
                <c:pt idx="5105">
                  <c:v>44819</c:v>
                </c:pt>
                <c:pt idx="5106">
                  <c:v>44820</c:v>
                </c:pt>
                <c:pt idx="5107">
                  <c:v>44823</c:v>
                </c:pt>
                <c:pt idx="5108">
                  <c:v>44824</c:v>
                </c:pt>
                <c:pt idx="5109">
                  <c:v>44825</c:v>
                </c:pt>
                <c:pt idx="5110">
                  <c:v>44826</c:v>
                </c:pt>
                <c:pt idx="5111">
                  <c:v>44827</c:v>
                </c:pt>
                <c:pt idx="5112">
                  <c:v>44830</c:v>
                </c:pt>
                <c:pt idx="5113">
                  <c:v>44831</c:v>
                </c:pt>
                <c:pt idx="5114">
                  <c:v>44832</c:v>
                </c:pt>
                <c:pt idx="5115">
                  <c:v>44833</c:v>
                </c:pt>
                <c:pt idx="5116">
                  <c:v>44834</c:v>
                </c:pt>
                <c:pt idx="5117">
                  <c:v>44837</c:v>
                </c:pt>
                <c:pt idx="5118">
                  <c:v>44838</c:v>
                </c:pt>
                <c:pt idx="5119">
                  <c:v>44839</c:v>
                </c:pt>
                <c:pt idx="5120">
                  <c:v>44840</c:v>
                </c:pt>
                <c:pt idx="5121">
                  <c:v>44841</c:v>
                </c:pt>
                <c:pt idx="5122">
                  <c:v>44844</c:v>
                </c:pt>
                <c:pt idx="5123">
                  <c:v>44845</c:v>
                </c:pt>
                <c:pt idx="5124">
                  <c:v>44847</c:v>
                </c:pt>
                <c:pt idx="5125">
                  <c:v>44848</c:v>
                </c:pt>
                <c:pt idx="5126">
                  <c:v>44851</c:v>
                </c:pt>
                <c:pt idx="5127">
                  <c:v>44852</c:v>
                </c:pt>
                <c:pt idx="5128">
                  <c:v>44853</c:v>
                </c:pt>
                <c:pt idx="5129">
                  <c:v>44854</c:v>
                </c:pt>
                <c:pt idx="5130">
                  <c:v>44855</c:v>
                </c:pt>
                <c:pt idx="5131">
                  <c:v>44858</c:v>
                </c:pt>
                <c:pt idx="5132">
                  <c:v>44859</c:v>
                </c:pt>
                <c:pt idx="5133">
                  <c:v>44860</c:v>
                </c:pt>
                <c:pt idx="5134">
                  <c:v>44861</c:v>
                </c:pt>
                <c:pt idx="5135">
                  <c:v>44862</c:v>
                </c:pt>
                <c:pt idx="5136">
                  <c:v>44865</c:v>
                </c:pt>
                <c:pt idx="5137">
                  <c:v>44866</c:v>
                </c:pt>
                <c:pt idx="5138">
                  <c:v>44868</c:v>
                </c:pt>
                <c:pt idx="5139">
                  <c:v>44869</c:v>
                </c:pt>
                <c:pt idx="5140">
                  <c:v>44872</c:v>
                </c:pt>
                <c:pt idx="5141">
                  <c:v>44873</c:v>
                </c:pt>
                <c:pt idx="5142">
                  <c:v>44874</c:v>
                </c:pt>
                <c:pt idx="5143">
                  <c:v>44875</c:v>
                </c:pt>
                <c:pt idx="5144">
                  <c:v>44876</c:v>
                </c:pt>
                <c:pt idx="5145">
                  <c:v>44879</c:v>
                </c:pt>
                <c:pt idx="5146">
                  <c:v>44881</c:v>
                </c:pt>
                <c:pt idx="5147">
                  <c:v>44882</c:v>
                </c:pt>
                <c:pt idx="5148">
                  <c:v>44883</c:v>
                </c:pt>
                <c:pt idx="5149">
                  <c:v>44886</c:v>
                </c:pt>
                <c:pt idx="5150">
                  <c:v>44887</c:v>
                </c:pt>
                <c:pt idx="5151">
                  <c:v>44888</c:v>
                </c:pt>
                <c:pt idx="5152">
                  <c:v>44889</c:v>
                </c:pt>
                <c:pt idx="5153">
                  <c:v>44890</c:v>
                </c:pt>
                <c:pt idx="5154">
                  <c:v>44893</c:v>
                </c:pt>
                <c:pt idx="5155">
                  <c:v>44894</c:v>
                </c:pt>
                <c:pt idx="5156">
                  <c:v>44895</c:v>
                </c:pt>
                <c:pt idx="5157">
                  <c:v>44896</c:v>
                </c:pt>
                <c:pt idx="5158">
                  <c:v>44897</c:v>
                </c:pt>
                <c:pt idx="5159">
                  <c:v>44900</c:v>
                </c:pt>
                <c:pt idx="5160">
                  <c:v>44901</c:v>
                </c:pt>
                <c:pt idx="5161">
                  <c:v>44902</c:v>
                </c:pt>
                <c:pt idx="5162">
                  <c:v>44903</c:v>
                </c:pt>
                <c:pt idx="5163">
                  <c:v>44904</c:v>
                </c:pt>
                <c:pt idx="5164">
                  <c:v>44907</c:v>
                </c:pt>
                <c:pt idx="5165">
                  <c:v>44908</c:v>
                </c:pt>
                <c:pt idx="5166">
                  <c:v>44909</c:v>
                </c:pt>
                <c:pt idx="5167">
                  <c:v>44910</c:v>
                </c:pt>
                <c:pt idx="5168">
                  <c:v>44911</c:v>
                </c:pt>
                <c:pt idx="5169">
                  <c:v>44914</c:v>
                </c:pt>
                <c:pt idx="5170">
                  <c:v>44915</c:v>
                </c:pt>
                <c:pt idx="5171">
                  <c:v>44916</c:v>
                </c:pt>
                <c:pt idx="5172">
                  <c:v>44917</c:v>
                </c:pt>
                <c:pt idx="5173">
                  <c:v>44918</c:v>
                </c:pt>
                <c:pt idx="5174">
                  <c:v>44921</c:v>
                </c:pt>
                <c:pt idx="5175">
                  <c:v>44922</c:v>
                </c:pt>
                <c:pt idx="5176">
                  <c:v>44923</c:v>
                </c:pt>
                <c:pt idx="5177">
                  <c:v>44924</c:v>
                </c:pt>
                <c:pt idx="5178">
                  <c:v>44928</c:v>
                </c:pt>
                <c:pt idx="5179">
                  <c:v>44929</c:v>
                </c:pt>
                <c:pt idx="5180">
                  <c:v>44930</c:v>
                </c:pt>
                <c:pt idx="5181">
                  <c:v>44931</c:v>
                </c:pt>
                <c:pt idx="5182">
                  <c:v>44932</c:v>
                </c:pt>
                <c:pt idx="5183">
                  <c:v>44935</c:v>
                </c:pt>
                <c:pt idx="5184">
                  <c:v>44936</c:v>
                </c:pt>
                <c:pt idx="5185">
                  <c:v>44937</c:v>
                </c:pt>
                <c:pt idx="5186">
                  <c:v>44938</c:v>
                </c:pt>
                <c:pt idx="5187">
                  <c:v>44939</c:v>
                </c:pt>
                <c:pt idx="5188">
                  <c:v>44942</c:v>
                </c:pt>
                <c:pt idx="5189">
                  <c:v>44943</c:v>
                </c:pt>
                <c:pt idx="5190">
                  <c:v>44944</c:v>
                </c:pt>
                <c:pt idx="5191">
                  <c:v>44945</c:v>
                </c:pt>
                <c:pt idx="5192">
                  <c:v>44946</c:v>
                </c:pt>
                <c:pt idx="5193">
                  <c:v>44949</c:v>
                </c:pt>
                <c:pt idx="5194">
                  <c:v>44950</c:v>
                </c:pt>
                <c:pt idx="5195">
                  <c:v>44951</c:v>
                </c:pt>
                <c:pt idx="5196">
                  <c:v>44952</c:v>
                </c:pt>
                <c:pt idx="5197">
                  <c:v>44953</c:v>
                </c:pt>
                <c:pt idx="5198">
                  <c:v>44956</c:v>
                </c:pt>
                <c:pt idx="5199">
                  <c:v>44957</c:v>
                </c:pt>
                <c:pt idx="5200">
                  <c:v>44958</c:v>
                </c:pt>
                <c:pt idx="5201">
                  <c:v>44959</c:v>
                </c:pt>
                <c:pt idx="5202">
                  <c:v>44960</c:v>
                </c:pt>
                <c:pt idx="5203">
                  <c:v>44963</c:v>
                </c:pt>
                <c:pt idx="5204">
                  <c:v>44964</c:v>
                </c:pt>
                <c:pt idx="5205">
                  <c:v>44965</c:v>
                </c:pt>
                <c:pt idx="5206">
                  <c:v>44966</c:v>
                </c:pt>
                <c:pt idx="5207">
                  <c:v>44967</c:v>
                </c:pt>
                <c:pt idx="5208">
                  <c:v>44970</c:v>
                </c:pt>
                <c:pt idx="5209">
                  <c:v>44971</c:v>
                </c:pt>
                <c:pt idx="5210">
                  <c:v>44972</c:v>
                </c:pt>
                <c:pt idx="5211">
                  <c:v>44973</c:v>
                </c:pt>
                <c:pt idx="5212">
                  <c:v>44974</c:v>
                </c:pt>
                <c:pt idx="5213">
                  <c:v>44979</c:v>
                </c:pt>
                <c:pt idx="5214">
                  <c:v>44980</c:v>
                </c:pt>
                <c:pt idx="5215">
                  <c:v>44981</c:v>
                </c:pt>
                <c:pt idx="5216">
                  <c:v>44984</c:v>
                </c:pt>
                <c:pt idx="5217">
                  <c:v>44985</c:v>
                </c:pt>
                <c:pt idx="5218">
                  <c:v>44986</c:v>
                </c:pt>
                <c:pt idx="5219">
                  <c:v>44987</c:v>
                </c:pt>
                <c:pt idx="5220">
                  <c:v>44988</c:v>
                </c:pt>
                <c:pt idx="5221">
                  <c:v>44991</c:v>
                </c:pt>
                <c:pt idx="5222">
                  <c:v>44992</c:v>
                </c:pt>
                <c:pt idx="5223">
                  <c:v>44993</c:v>
                </c:pt>
                <c:pt idx="5224">
                  <c:v>44994</c:v>
                </c:pt>
                <c:pt idx="5225">
                  <c:v>44995</c:v>
                </c:pt>
                <c:pt idx="5226">
                  <c:v>44998</c:v>
                </c:pt>
                <c:pt idx="5227">
                  <c:v>44999</c:v>
                </c:pt>
                <c:pt idx="5228">
                  <c:v>45000</c:v>
                </c:pt>
                <c:pt idx="5229">
                  <c:v>45001</c:v>
                </c:pt>
                <c:pt idx="5230">
                  <c:v>45002</c:v>
                </c:pt>
                <c:pt idx="5231">
                  <c:v>45005</c:v>
                </c:pt>
                <c:pt idx="5232">
                  <c:v>45006</c:v>
                </c:pt>
                <c:pt idx="5233">
                  <c:v>45007</c:v>
                </c:pt>
                <c:pt idx="5234">
                  <c:v>45008</c:v>
                </c:pt>
                <c:pt idx="5235">
                  <c:v>45009</c:v>
                </c:pt>
                <c:pt idx="5236">
                  <c:v>45012</c:v>
                </c:pt>
                <c:pt idx="5237">
                  <c:v>45013</c:v>
                </c:pt>
                <c:pt idx="5238">
                  <c:v>45014</c:v>
                </c:pt>
                <c:pt idx="5239">
                  <c:v>45015</c:v>
                </c:pt>
                <c:pt idx="5240">
                  <c:v>45016</c:v>
                </c:pt>
                <c:pt idx="5241">
                  <c:v>45019</c:v>
                </c:pt>
                <c:pt idx="5242">
                  <c:v>45020</c:v>
                </c:pt>
                <c:pt idx="5243">
                  <c:v>45021</c:v>
                </c:pt>
                <c:pt idx="5244">
                  <c:v>45022</c:v>
                </c:pt>
                <c:pt idx="5245">
                  <c:v>45026</c:v>
                </c:pt>
                <c:pt idx="5246">
                  <c:v>45027</c:v>
                </c:pt>
                <c:pt idx="5247">
                  <c:v>45028</c:v>
                </c:pt>
                <c:pt idx="5248">
                  <c:v>45029</c:v>
                </c:pt>
                <c:pt idx="5249">
                  <c:v>45030</c:v>
                </c:pt>
                <c:pt idx="5250">
                  <c:v>45033</c:v>
                </c:pt>
                <c:pt idx="5251">
                  <c:v>45034</c:v>
                </c:pt>
                <c:pt idx="5252">
                  <c:v>45035</c:v>
                </c:pt>
                <c:pt idx="5253">
                  <c:v>45036</c:v>
                </c:pt>
                <c:pt idx="5254">
                  <c:v>45040</c:v>
                </c:pt>
                <c:pt idx="5255">
                  <c:v>45041</c:v>
                </c:pt>
                <c:pt idx="5256">
                  <c:v>45042</c:v>
                </c:pt>
                <c:pt idx="5257">
                  <c:v>45043</c:v>
                </c:pt>
                <c:pt idx="5258">
                  <c:v>45044</c:v>
                </c:pt>
                <c:pt idx="5259">
                  <c:v>45048</c:v>
                </c:pt>
                <c:pt idx="5260">
                  <c:v>45049</c:v>
                </c:pt>
                <c:pt idx="5261">
                  <c:v>45050</c:v>
                </c:pt>
                <c:pt idx="5262">
                  <c:v>45051</c:v>
                </c:pt>
                <c:pt idx="5263">
                  <c:v>45054</c:v>
                </c:pt>
                <c:pt idx="5264">
                  <c:v>45055</c:v>
                </c:pt>
                <c:pt idx="5265">
                  <c:v>45056</c:v>
                </c:pt>
                <c:pt idx="5266">
                  <c:v>45057</c:v>
                </c:pt>
                <c:pt idx="5267">
                  <c:v>45058</c:v>
                </c:pt>
                <c:pt idx="5268">
                  <c:v>45061</c:v>
                </c:pt>
                <c:pt idx="5269">
                  <c:v>45062</c:v>
                </c:pt>
                <c:pt idx="5270">
                  <c:v>45063</c:v>
                </c:pt>
                <c:pt idx="5271">
                  <c:v>45064</c:v>
                </c:pt>
                <c:pt idx="5272">
                  <c:v>45065</c:v>
                </c:pt>
                <c:pt idx="5273">
                  <c:v>45068</c:v>
                </c:pt>
                <c:pt idx="5274">
                  <c:v>45069</c:v>
                </c:pt>
                <c:pt idx="5275">
                  <c:v>45070</c:v>
                </c:pt>
                <c:pt idx="5276">
                  <c:v>45071</c:v>
                </c:pt>
                <c:pt idx="5277">
                  <c:v>45072</c:v>
                </c:pt>
                <c:pt idx="5278">
                  <c:v>45075</c:v>
                </c:pt>
                <c:pt idx="5279">
                  <c:v>45076</c:v>
                </c:pt>
                <c:pt idx="5280">
                  <c:v>45077</c:v>
                </c:pt>
                <c:pt idx="5281">
                  <c:v>45078</c:v>
                </c:pt>
                <c:pt idx="5282">
                  <c:v>45079</c:v>
                </c:pt>
                <c:pt idx="5283">
                  <c:v>45082</c:v>
                </c:pt>
                <c:pt idx="5284">
                  <c:v>45083</c:v>
                </c:pt>
                <c:pt idx="5285">
                  <c:v>45084</c:v>
                </c:pt>
                <c:pt idx="5286">
                  <c:v>45086</c:v>
                </c:pt>
                <c:pt idx="5287">
                  <c:v>45089</c:v>
                </c:pt>
                <c:pt idx="5288">
                  <c:v>45090</c:v>
                </c:pt>
                <c:pt idx="5289">
                  <c:v>45091</c:v>
                </c:pt>
                <c:pt idx="5290">
                  <c:v>45092</c:v>
                </c:pt>
                <c:pt idx="5291">
                  <c:v>45093</c:v>
                </c:pt>
                <c:pt idx="5292">
                  <c:v>45096</c:v>
                </c:pt>
                <c:pt idx="5293">
                  <c:v>45097</c:v>
                </c:pt>
                <c:pt idx="5294">
                  <c:v>45098</c:v>
                </c:pt>
                <c:pt idx="5295">
                  <c:v>45099</c:v>
                </c:pt>
                <c:pt idx="5296">
                  <c:v>45100</c:v>
                </c:pt>
                <c:pt idx="5297">
                  <c:v>45103</c:v>
                </c:pt>
                <c:pt idx="5298">
                  <c:v>45104</c:v>
                </c:pt>
                <c:pt idx="5299">
                  <c:v>45105</c:v>
                </c:pt>
                <c:pt idx="5300">
                  <c:v>45106</c:v>
                </c:pt>
                <c:pt idx="5301">
                  <c:v>45107</c:v>
                </c:pt>
                <c:pt idx="5302">
                  <c:v>45110</c:v>
                </c:pt>
                <c:pt idx="5303">
                  <c:v>45111</c:v>
                </c:pt>
                <c:pt idx="5304">
                  <c:v>45112</c:v>
                </c:pt>
                <c:pt idx="5305">
                  <c:v>45113</c:v>
                </c:pt>
                <c:pt idx="5306">
                  <c:v>45114</c:v>
                </c:pt>
                <c:pt idx="5307">
                  <c:v>45117</c:v>
                </c:pt>
                <c:pt idx="5308">
                  <c:v>45118</c:v>
                </c:pt>
                <c:pt idx="5309">
                  <c:v>45119</c:v>
                </c:pt>
                <c:pt idx="5310">
                  <c:v>45120</c:v>
                </c:pt>
                <c:pt idx="5311">
                  <c:v>45121</c:v>
                </c:pt>
                <c:pt idx="5312">
                  <c:v>45124</c:v>
                </c:pt>
                <c:pt idx="5313">
                  <c:v>45125</c:v>
                </c:pt>
                <c:pt idx="5314">
                  <c:v>45126</c:v>
                </c:pt>
                <c:pt idx="5315">
                  <c:v>45127</c:v>
                </c:pt>
                <c:pt idx="5316">
                  <c:v>45128</c:v>
                </c:pt>
                <c:pt idx="5317">
                  <c:v>45131</c:v>
                </c:pt>
                <c:pt idx="5318">
                  <c:v>45132</c:v>
                </c:pt>
                <c:pt idx="5319">
                  <c:v>45133</c:v>
                </c:pt>
                <c:pt idx="5320">
                  <c:v>45134</c:v>
                </c:pt>
                <c:pt idx="5321">
                  <c:v>45135</c:v>
                </c:pt>
                <c:pt idx="5322">
                  <c:v>45138</c:v>
                </c:pt>
                <c:pt idx="5323">
                  <c:v>45139</c:v>
                </c:pt>
                <c:pt idx="5324">
                  <c:v>45140</c:v>
                </c:pt>
                <c:pt idx="5325">
                  <c:v>45141</c:v>
                </c:pt>
                <c:pt idx="5326">
                  <c:v>45142</c:v>
                </c:pt>
                <c:pt idx="5327">
                  <c:v>45145</c:v>
                </c:pt>
                <c:pt idx="5328">
                  <c:v>45146</c:v>
                </c:pt>
                <c:pt idx="5329">
                  <c:v>45147</c:v>
                </c:pt>
                <c:pt idx="5330">
                  <c:v>45148</c:v>
                </c:pt>
                <c:pt idx="5331">
                  <c:v>45149</c:v>
                </c:pt>
                <c:pt idx="5332">
                  <c:v>45152</c:v>
                </c:pt>
                <c:pt idx="5333">
                  <c:v>45153</c:v>
                </c:pt>
                <c:pt idx="5334">
                  <c:v>45154</c:v>
                </c:pt>
                <c:pt idx="5335">
                  <c:v>45155</c:v>
                </c:pt>
                <c:pt idx="5336">
                  <c:v>45156</c:v>
                </c:pt>
                <c:pt idx="5337">
                  <c:v>45159</c:v>
                </c:pt>
                <c:pt idx="5338">
                  <c:v>45160</c:v>
                </c:pt>
                <c:pt idx="5339">
                  <c:v>45161</c:v>
                </c:pt>
                <c:pt idx="5340">
                  <c:v>45162</c:v>
                </c:pt>
                <c:pt idx="5341">
                  <c:v>45163</c:v>
                </c:pt>
                <c:pt idx="5342">
                  <c:v>45166</c:v>
                </c:pt>
                <c:pt idx="5343">
                  <c:v>45167</c:v>
                </c:pt>
                <c:pt idx="5344">
                  <c:v>45168</c:v>
                </c:pt>
                <c:pt idx="5345">
                  <c:v>45169</c:v>
                </c:pt>
                <c:pt idx="5346">
                  <c:v>45170</c:v>
                </c:pt>
                <c:pt idx="5347">
                  <c:v>45173</c:v>
                </c:pt>
                <c:pt idx="5348">
                  <c:v>45174</c:v>
                </c:pt>
                <c:pt idx="5349">
                  <c:v>45175</c:v>
                </c:pt>
                <c:pt idx="5350">
                  <c:v>45177</c:v>
                </c:pt>
                <c:pt idx="5351">
                  <c:v>45180</c:v>
                </c:pt>
                <c:pt idx="5352">
                  <c:v>45181</c:v>
                </c:pt>
                <c:pt idx="5353">
                  <c:v>45182</c:v>
                </c:pt>
                <c:pt idx="5354">
                  <c:v>45183</c:v>
                </c:pt>
                <c:pt idx="5355">
                  <c:v>45184</c:v>
                </c:pt>
                <c:pt idx="5356">
                  <c:v>45187</c:v>
                </c:pt>
                <c:pt idx="5357">
                  <c:v>45188</c:v>
                </c:pt>
                <c:pt idx="5358">
                  <c:v>45189</c:v>
                </c:pt>
                <c:pt idx="5359">
                  <c:v>45190</c:v>
                </c:pt>
                <c:pt idx="5360">
                  <c:v>45191</c:v>
                </c:pt>
                <c:pt idx="5361">
                  <c:v>45194</c:v>
                </c:pt>
                <c:pt idx="5362">
                  <c:v>45195</c:v>
                </c:pt>
                <c:pt idx="5363">
                  <c:v>45196</c:v>
                </c:pt>
                <c:pt idx="5364">
                  <c:v>45197</c:v>
                </c:pt>
                <c:pt idx="5365">
                  <c:v>45198</c:v>
                </c:pt>
                <c:pt idx="5366">
                  <c:v>45201</c:v>
                </c:pt>
                <c:pt idx="5367">
                  <c:v>45202</c:v>
                </c:pt>
                <c:pt idx="5368">
                  <c:v>45203</c:v>
                </c:pt>
                <c:pt idx="5369">
                  <c:v>45204</c:v>
                </c:pt>
                <c:pt idx="5370">
                  <c:v>45205</c:v>
                </c:pt>
                <c:pt idx="5371">
                  <c:v>45208</c:v>
                </c:pt>
                <c:pt idx="5372">
                  <c:v>45209</c:v>
                </c:pt>
                <c:pt idx="5373">
                  <c:v>45210</c:v>
                </c:pt>
                <c:pt idx="5374">
                  <c:v>45212</c:v>
                </c:pt>
                <c:pt idx="5375">
                  <c:v>45215</c:v>
                </c:pt>
                <c:pt idx="5376">
                  <c:v>45216</c:v>
                </c:pt>
                <c:pt idx="5377">
                  <c:v>45217</c:v>
                </c:pt>
                <c:pt idx="5378">
                  <c:v>45218</c:v>
                </c:pt>
                <c:pt idx="5379">
                  <c:v>45219</c:v>
                </c:pt>
                <c:pt idx="5380">
                  <c:v>45222</c:v>
                </c:pt>
                <c:pt idx="5381">
                  <c:v>45223</c:v>
                </c:pt>
                <c:pt idx="5382">
                  <c:v>45224</c:v>
                </c:pt>
                <c:pt idx="5383">
                  <c:v>45225</c:v>
                </c:pt>
                <c:pt idx="5384">
                  <c:v>45226</c:v>
                </c:pt>
                <c:pt idx="5385">
                  <c:v>45229</c:v>
                </c:pt>
                <c:pt idx="5386">
                  <c:v>45230</c:v>
                </c:pt>
                <c:pt idx="5387">
                  <c:v>45231</c:v>
                </c:pt>
                <c:pt idx="5388">
                  <c:v>45233</c:v>
                </c:pt>
                <c:pt idx="5389">
                  <c:v>45236</c:v>
                </c:pt>
                <c:pt idx="5390">
                  <c:v>45237</c:v>
                </c:pt>
                <c:pt idx="5391">
                  <c:v>45238</c:v>
                </c:pt>
                <c:pt idx="5392">
                  <c:v>45239</c:v>
                </c:pt>
                <c:pt idx="5393">
                  <c:v>45240</c:v>
                </c:pt>
                <c:pt idx="5394">
                  <c:v>45243</c:v>
                </c:pt>
                <c:pt idx="5395">
                  <c:v>45244</c:v>
                </c:pt>
                <c:pt idx="5396">
                  <c:v>45246</c:v>
                </c:pt>
                <c:pt idx="5397">
                  <c:v>45247</c:v>
                </c:pt>
                <c:pt idx="5398">
                  <c:v>45250</c:v>
                </c:pt>
                <c:pt idx="5399">
                  <c:v>45251</c:v>
                </c:pt>
                <c:pt idx="5400">
                  <c:v>45252</c:v>
                </c:pt>
                <c:pt idx="5401">
                  <c:v>45253</c:v>
                </c:pt>
                <c:pt idx="5402">
                  <c:v>45254</c:v>
                </c:pt>
                <c:pt idx="5403">
                  <c:v>45257</c:v>
                </c:pt>
                <c:pt idx="5404">
                  <c:v>45258</c:v>
                </c:pt>
                <c:pt idx="5405">
                  <c:v>45259</c:v>
                </c:pt>
                <c:pt idx="5406">
                  <c:v>45260</c:v>
                </c:pt>
                <c:pt idx="5407">
                  <c:v>45261</c:v>
                </c:pt>
                <c:pt idx="5408">
                  <c:v>45264</c:v>
                </c:pt>
                <c:pt idx="5409">
                  <c:v>45265</c:v>
                </c:pt>
                <c:pt idx="5410">
                  <c:v>45266</c:v>
                </c:pt>
                <c:pt idx="5411">
                  <c:v>45267</c:v>
                </c:pt>
                <c:pt idx="5412">
                  <c:v>45268</c:v>
                </c:pt>
                <c:pt idx="5413">
                  <c:v>45271</c:v>
                </c:pt>
                <c:pt idx="5414">
                  <c:v>45272</c:v>
                </c:pt>
                <c:pt idx="5415">
                  <c:v>45273</c:v>
                </c:pt>
                <c:pt idx="5416">
                  <c:v>45274</c:v>
                </c:pt>
                <c:pt idx="5417">
                  <c:v>45275</c:v>
                </c:pt>
                <c:pt idx="5418">
                  <c:v>45278</c:v>
                </c:pt>
                <c:pt idx="5419">
                  <c:v>45279</c:v>
                </c:pt>
                <c:pt idx="5420">
                  <c:v>45280</c:v>
                </c:pt>
                <c:pt idx="5421">
                  <c:v>45281</c:v>
                </c:pt>
                <c:pt idx="5422">
                  <c:v>45282</c:v>
                </c:pt>
                <c:pt idx="5423">
                  <c:v>45286</c:v>
                </c:pt>
                <c:pt idx="5424">
                  <c:v>45287</c:v>
                </c:pt>
                <c:pt idx="5425">
                  <c:v>45288</c:v>
                </c:pt>
                <c:pt idx="5426">
                  <c:v>45293</c:v>
                </c:pt>
                <c:pt idx="5427">
                  <c:v>45294</c:v>
                </c:pt>
                <c:pt idx="5428">
                  <c:v>45295</c:v>
                </c:pt>
                <c:pt idx="5429">
                  <c:v>45296</c:v>
                </c:pt>
                <c:pt idx="5430">
                  <c:v>45299</c:v>
                </c:pt>
                <c:pt idx="5431">
                  <c:v>45300</c:v>
                </c:pt>
                <c:pt idx="5432">
                  <c:v>45301</c:v>
                </c:pt>
                <c:pt idx="5433">
                  <c:v>45302</c:v>
                </c:pt>
                <c:pt idx="5434">
                  <c:v>45303</c:v>
                </c:pt>
                <c:pt idx="5435">
                  <c:v>45306</c:v>
                </c:pt>
                <c:pt idx="5436">
                  <c:v>45307</c:v>
                </c:pt>
                <c:pt idx="5437">
                  <c:v>45308</c:v>
                </c:pt>
                <c:pt idx="5438">
                  <c:v>45309</c:v>
                </c:pt>
                <c:pt idx="5439">
                  <c:v>45310</c:v>
                </c:pt>
                <c:pt idx="5440">
                  <c:v>45313</c:v>
                </c:pt>
                <c:pt idx="5441">
                  <c:v>45314</c:v>
                </c:pt>
                <c:pt idx="5442">
                  <c:v>45315</c:v>
                </c:pt>
                <c:pt idx="5443">
                  <c:v>45316</c:v>
                </c:pt>
                <c:pt idx="5444">
                  <c:v>45317</c:v>
                </c:pt>
                <c:pt idx="5445">
                  <c:v>45320</c:v>
                </c:pt>
                <c:pt idx="5446">
                  <c:v>45321</c:v>
                </c:pt>
                <c:pt idx="5447">
                  <c:v>45322</c:v>
                </c:pt>
                <c:pt idx="5448">
                  <c:v>45323</c:v>
                </c:pt>
                <c:pt idx="5449">
                  <c:v>45324</c:v>
                </c:pt>
                <c:pt idx="5450">
                  <c:v>45327</c:v>
                </c:pt>
                <c:pt idx="5451">
                  <c:v>45328</c:v>
                </c:pt>
                <c:pt idx="5452">
                  <c:v>45329</c:v>
                </c:pt>
                <c:pt idx="5453">
                  <c:v>45330</c:v>
                </c:pt>
                <c:pt idx="5454">
                  <c:v>45331</c:v>
                </c:pt>
                <c:pt idx="5455">
                  <c:v>45336</c:v>
                </c:pt>
                <c:pt idx="5456">
                  <c:v>45337</c:v>
                </c:pt>
                <c:pt idx="5457">
                  <c:v>45338</c:v>
                </c:pt>
                <c:pt idx="5458">
                  <c:v>45341</c:v>
                </c:pt>
                <c:pt idx="5459">
                  <c:v>45342</c:v>
                </c:pt>
                <c:pt idx="5460">
                  <c:v>45343</c:v>
                </c:pt>
                <c:pt idx="5461">
                  <c:v>45344</c:v>
                </c:pt>
                <c:pt idx="5462">
                  <c:v>45345</c:v>
                </c:pt>
                <c:pt idx="5463">
                  <c:v>45348</c:v>
                </c:pt>
                <c:pt idx="5464">
                  <c:v>45349</c:v>
                </c:pt>
                <c:pt idx="5465">
                  <c:v>45350</c:v>
                </c:pt>
                <c:pt idx="5466">
                  <c:v>45351</c:v>
                </c:pt>
                <c:pt idx="5467">
                  <c:v>45352</c:v>
                </c:pt>
                <c:pt idx="5468">
                  <c:v>45355</c:v>
                </c:pt>
                <c:pt idx="5469">
                  <c:v>45356</c:v>
                </c:pt>
                <c:pt idx="5470">
                  <c:v>45357</c:v>
                </c:pt>
                <c:pt idx="5471">
                  <c:v>45358</c:v>
                </c:pt>
                <c:pt idx="5472">
                  <c:v>45359</c:v>
                </c:pt>
                <c:pt idx="5473">
                  <c:v>45362</c:v>
                </c:pt>
                <c:pt idx="5474">
                  <c:v>45363</c:v>
                </c:pt>
                <c:pt idx="5475">
                  <c:v>45364</c:v>
                </c:pt>
                <c:pt idx="5476">
                  <c:v>45365</c:v>
                </c:pt>
                <c:pt idx="5477">
                  <c:v>45366</c:v>
                </c:pt>
                <c:pt idx="5478">
                  <c:v>45369</c:v>
                </c:pt>
                <c:pt idx="5479">
                  <c:v>45370</c:v>
                </c:pt>
                <c:pt idx="5480">
                  <c:v>45371</c:v>
                </c:pt>
                <c:pt idx="5481">
                  <c:v>45372</c:v>
                </c:pt>
                <c:pt idx="5482">
                  <c:v>45373</c:v>
                </c:pt>
                <c:pt idx="5483">
                  <c:v>45376</c:v>
                </c:pt>
                <c:pt idx="5484">
                  <c:v>45377</c:v>
                </c:pt>
                <c:pt idx="5485">
                  <c:v>45378</c:v>
                </c:pt>
                <c:pt idx="5486">
                  <c:v>45379</c:v>
                </c:pt>
                <c:pt idx="5487">
                  <c:v>45383</c:v>
                </c:pt>
                <c:pt idx="5488">
                  <c:v>45384</c:v>
                </c:pt>
                <c:pt idx="5489">
                  <c:v>45385</c:v>
                </c:pt>
                <c:pt idx="5490">
                  <c:v>45386</c:v>
                </c:pt>
                <c:pt idx="5491">
                  <c:v>45387</c:v>
                </c:pt>
                <c:pt idx="5492">
                  <c:v>45390</c:v>
                </c:pt>
                <c:pt idx="5493">
                  <c:v>45391</c:v>
                </c:pt>
                <c:pt idx="5494">
                  <c:v>45392</c:v>
                </c:pt>
                <c:pt idx="5495">
                  <c:v>45393</c:v>
                </c:pt>
                <c:pt idx="5496">
                  <c:v>45394</c:v>
                </c:pt>
                <c:pt idx="5497">
                  <c:v>45397</c:v>
                </c:pt>
                <c:pt idx="5498">
                  <c:v>45398</c:v>
                </c:pt>
                <c:pt idx="5499">
                  <c:v>45399</c:v>
                </c:pt>
                <c:pt idx="5500">
                  <c:v>45400</c:v>
                </c:pt>
                <c:pt idx="5501">
                  <c:v>45401</c:v>
                </c:pt>
                <c:pt idx="5502">
                  <c:v>45404</c:v>
                </c:pt>
                <c:pt idx="5503">
                  <c:v>45405</c:v>
                </c:pt>
                <c:pt idx="5504">
                  <c:v>45406</c:v>
                </c:pt>
                <c:pt idx="5505">
                  <c:v>45407</c:v>
                </c:pt>
                <c:pt idx="5506">
                  <c:v>45408</c:v>
                </c:pt>
                <c:pt idx="5507">
                  <c:v>45411</c:v>
                </c:pt>
                <c:pt idx="5508">
                  <c:v>45412</c:v>
                </c:pt>
                <c:pt idx="5509">
                  <c:v>45414</c:v>
                </c:pt>
                <c:pt idx="5510">
                  <c:v>45415</c:v>
                </c:pt>
                <c:pt idx="5511">
                  <c:v>45418</c:v>
                </c:pt>
                <c:pt idx="5512">
                  <c:v>45419</c:v>
                </c:pt>
                <c:pt idx="5513">
                  <c:v>45420</c:v>
                </c:pt>
                <c:pt idx="5514">
                  <c:v>45421</c:v>
                </c:pt>
                <c:pt idx="5515">
                  <c:v>45422</c:v>
                </c:pt>
                <c:pt idx="5516">
                  <c:v>45425</c:v>
                </c:pt>
                <c:pt idx="5517">
                  <c:v>45426</c:v>
                </c:pt>
                <c:pt idx="5518">
                  <c:v>45427</c:v>
                </c:pt>
                <c:pt idx="5519">
                  <c:v>45428</c:v>
                </c:pt>
                <c:pt idx="5520">
                  <c:v>45429</c:v>
                </c:pt>
                <c:pt idx="5521">
                  <c:v>45432</c:v>
                </c:pt>
                <c:pt idx="5522">
                  <c:v>45433</c:v>
                </c:pt>
                <c:pt idx="5523">
                  <c:v>45434</c:v>
                </c:pt>
                <c:pt idx="5524">
                  <c:v>45435</c:v>
                </c:pt>
                <c:pt idx="5525">
                  <c:v>45436</c:v>
                </c:pt>
                <c:pt idx="5526">
                  <c:v>45439</c:v>
                </c:pt>
                <c:pt idx="5527">
                  <c:v>45440</c:v>
                </c:pt>
                <c:pt idx="5528">
                  <c:v>45441</c:v>
                </c:pt>
                <c:pt idx="5529">
                  <c:v>45443</c:v>
                </c:pt>
                <c:pt idx="5530">
                  <c:v>45446</c:v>
                </c:pt>
                <c:pt idx="5531">
                  <c:v>45447</c:v>
                </c:pt>
                <c:pt idx="5532">
                  <c:v>45448</c:v>
                </c:pt>
                <c:pt idx="5533">
                  <c:v>45449</c:v>
                </c:pt>
                <c:pt idx="5534">
                  <c:v>45450</c:v>
                </c:pt>
                <c:pt idx="5535">
                  <c:v>45453</c:v>
                </c:pt>
                <c:pt idx="5536">
                  <c:v>45454</c:v>
                </c:pt>
                <c:pt idx="5537">
                  <c:v>45455</c:v>
                </c:pt>
                <c:pt idx="5538">
                  <c:v>45456</c:v>
                </c:pt>
                <c:pt idx="5539">
                  <c:v>45457</c:v>
                </c:pt>
                <c:pt idx="5540">
                  <c:v>45460</c:v>
                </c:pt>
                <c:pt idx="5541">
                  <c:v>45461</c:v>
                </c:pt>
                <c:pt idx="5542">
                  <c:v>45462</c:v>
                </c:pt>
                <c:pt idx="5543">
                  <c:v>45463</c:v>
                </c:pt>
                <c:pt idx="5544">
                  <c:v>45464</c:v>
                </c:pt>
                <c:pt idx="5545">
                  <c:v>45467</c:v>
                </c:pt>
                <c:pt idx="5546">
                  <c:v>45468</c:v>
                </c:pt>
                <c:pt idx="5547">
                  <c:v>45469</c:v>
                </c:pt>
                <c:pt idx="5548">
                  <c:v>45470</c:v>
                </c:pt>
                <c:pt idx="5549">
                  <c:v>45471</c:v>
                </c:pt>
                <c:pt idx="5550">
                  <c:v>45474</c:v>
                </c:pt>
                <c:pt idx="5551">
                  <c:v>45475</c:v>
                </c:pt>
                <c:pt idx="5552">
                  <c:v>45476</c:v>
                </c:pt>
                <c:pt idx="5553">
                  <c:v>45477</c:v>
                </c:pt>
                <c:pt idx="5554">
                  <c:v>45478</c:v>
                </c:pt>
                <c:pt idx="5555">
                  <c:v>45481</c:v>
                </c:pt>
                <c:pt idx="5556">
                  <c:v>45482</c:v>
                </c:pt>
                <c:pt idx="5557">
                  <c:v>45483</c:v>
                </c:pt>
                <c:pt idx="5558">
                  <c:v>45484</c:v>
                </c:pt>
                <c:pt idx="5559">
                  <c:v>45485</c:v>
                </c:pt>
                <c:pt idx="5560">
                  <c:v>45488</c:v>
                </c:pt>
                <c:pt idx="5561">
                  <c:v>45489</c:v>
                </c:pt>
                <c:pt idx="5562">
                  <c:v>45490</c:v>
                </c:pt>
                <c:pt idx="5563">
                  <c:v>45491</c:v>
                </c:pt>
                <c:pt idx="5564">
                  <c:v>45492</c:v>
                </c:pt>
                <c:pt idx="5565">
                  <c:v>45495</c:v>
                </c:pt>
                <c:pt idx="5566">
                  <c:v>45496</c:v>
                </c:pt>
                <c:pt idx="5567">
                  <c:v>45497</c:v>
                </c:pt>
                <c:pt idx="5568">
                  <c:v>45498</c:v>
                </c:pt>
                <c:pt idx="5569">
                  <c:v>45499</c:v>
                </c:pt>
                <c:pt idx="5570">
                  <c:v>45502</c:v>
                </c:pt>
                <c:pt idx="5571">
                  <c:v>45503</c:v>
                </c:pt>
                <c:pt idx="5572">
                  <c:v>45504</c:v>
                </c:pt>
                <c:pt idx="5573">
                  <c:v>45505</c:v>
                </c:pt>
                <c:pt idx="5574">
                  <c:v>45506</c:v>
                </c:pt>
                <c:pt idx="5575">
                  <c:v>45509</c:v>
                </c:pt>
                <c:pt idx="5576">
                  <c:v>45510</c:v>
                </c:pt>
                <c:pt idx="5577">
                  <c:v>45511</c:v>
                </c:pt>
                <c:pt idx="5578">
                  <c:v>45512</c:v>
                </c:pt>
                <c:pt idx="5579">
                  <c:v>45513</c:v>
                </c:pt>
                <c:pt idx="5580">
                  <c:v>45516</c:v>
                </c:pt>
                <c:pt idx="5581">
                  <c:v>45517</c:v>
                </c:pt>
                <c:pt idx="5582">
                  <c:v>45518</c:v>
                </c:pt>
                <c:pt idx="5583">
                  <c:v>45519</c:v>
                </c:pt>
                <c:pt idx="5584">
                  <c:v>45520</c:v>
                </c:pt>
                <c:pt idx="5585">
                  <c:v>45523</c:v>
                </c:pt>
                <c:pt idx="5586">
                  <c:v>45524</c:v>
                </c:pt>
                <c:pt idx="5587">
                  <c:v>45525</c:v>
                </c:pt>
                <c:pt idx="5588">
                  <c:v>45526</c:v>
                </c:pt>
                <c:pt idx="5589">
                  <c:v>45527</c:v>
                </c:pt>
                <c:pt idx="5590">
                  <c:v>45530</c:v>
                </c:pt>
                <c:pt idx="5591">
                  <c:v>45531</c:v>
                </c:pt>
                <c:pt idx="5592">
                  <c:v>45532</c:v>
                </c:pt>
                <c:pt idx="5593">
                  <c:v>45533</c:v>
                </c:pt>
                <c:pt idx="5594">
                  <c:v>45534</c:v>
                </c:pt>
                <c:pt idx="5595">
                  <c:v>45537</c:v>
                </c:pt>
                <c:pt idx="5596">
                  <c:v>45538</c:v>
                </c:pt>
                <c:pt idx="5597">
                  <c:v>45539</c:v>
                </c:pt>
                <c:pt idx="5598">
                  <c:v>45540</c:v>
                </c:pt>
                <c:pt idx="5599">
                  <c:v>45541</c:v>
                </c:pt>
                <c:pt idx="5600">
                  <c:v>45544</c:v>
                </c:pt>
                <c:pt idx="5601">
                  <c:v>45545</c:v>
                </c:pt>
                <c:pt idx="5602">
                  <c:v>45546</c:v>
                </c:pt>
                <c:pt idx="5603">
                  <c:v>45547</c:v>
                </c:pt>
                <c:pt idx="5604">
                  <c:v>45548</c:v>
                </c:pt>
                <c:pt idx="5605">
                  <c:v>45551</c:v>
                </c:pt>
                <c:pt idx="5606">
                  <c:v>45552</c:v>
                </c:pt>
                <c:pt idx="5607">
                  <c:v>45553</c:v>
                </c:pt>
                <c:pt idx="5608">
                  <c:v>45554</c:v>
                </c:pt>
                <c:pt idx="5609">
                  <c:v>45555</c:v>
                </c:pt>
                <c:pt idx="5610">
                  <c:v>45558</c:v>
                </c:pt>
                <c:pt idx="5611">
                  <c:v>45559</c:v>
                </c:pt>
                <c:pt idx="5612">
                  <c:v>45560</c:v>
                </c:pt>
                <c:pt idx="5613">
                  <c:v>45561</c:v>
                </c:pt>
                <c:pt idx="5614">
                  <c:v>45562</c:v>
                </c:pt>
                <c:pt idx="5615">
                  <c:v>45565</c:v>
                </c:pt>
                <c:pt idx="5616">
                  <c:v>45566</c:v>
                </c:pt>
                <c:pt idx="5617">
                  <c:v>45567</c:v>
                </c:pt>
                <c:pt idx="5618">
                  <c:v>45568</c:v>
                </c:pt>
                <c:pt idx="5619">
                  <c:v>45569</c:v>
                </c:pt>
                <c:pt idx="5620">
                  <c:v>45572</c:v>
                </c:pt>
                <c:pt idx="5621">
                  <c:v>45573</c:v>
                </c:pt>
                <c:pt idx="5622">
                  <c:v>45574</c:v>
                </c:pt>
                <c:pt idx="5623">
                  <c:v>45575</c:v>
                </c:pt>
                <c:pt idx="5624">
                  <c:v>45576</c:v>
                </c:pt>
                <c:pt idx="5625">
                  <c:v>45579</c:v>
                </c:pt>
                <c:pt idx="5626">
                  <c:v>45580</c:v>
                </c:pt>
                <c:pt idx="5627">
                  <c:v>45581</c:v>
                </c:pt>
                <c:pt idx="5628">
                  <c:v>45582</c:v>
                </c:pt>
                <c:pt idx="5629">
                  <c:v>45583</c:v>
                </c:pt>
                <c:pt idx="5630">
                  <c:v>45586</c:v>
                </c:pt>
                <c:pt idx="5631">
                  <c:v>45587</c:v>
                </c:pt>
                <c:pt idx="5632">
                  <c:v>45588</c:v>
                </c:pt>
                <c:pt idx="5633">
                  <c:v>45589</c:v>
                </c:pt>
                <c:pt idx="5634">
                  <c:v>45590</c:v>
                </c:pt>
                <c:pt idx="5635">
                  <c:v>45593</c:v>
                </c:pt>
                <c:pt idx="5636">
                  <c:v>45594</c:v>
                </c:pt>
                <c:pt idx="5637">
                  <c:v>45595</c:v>
                </c:pt>
                <c:pt idx="5638">
                  <c:v>45596</c:v>
                </c:pt>
                <c:pt idx="5639">
                  <c:v>45597</c:v>
                </c:pt>
                <c:pt idx="5640">
                  <c:v>45600</c:v>
                </c:pt>
                <c:pt idx="5641">
                  <c:v>45601</c:v>
                </c:pt>
                <c:pt idx="5642">
                  <c:v>45602</c:v>
                </c:pt>
                <c:pt idx="5643">
                  <c:v>45603</c:v>
                </c:pt>
                <c:pt idx="5644">
                  <c:v>45604</c:v>
                </c:pt>
                <c:pt idx="5645">
                  <c:v>45607</c:v>
                </c:pt>
                <c:pt idx="5646">
                  <c:v>45608</c:v>
                </c:pt>
                <c:pt idx="5647">
                  <c:v>45609</c:v>
                </c:pt>
                <c:pt idx="5648">
                  <c:v>45610</c:v>
                </c:pt>
                <c:pt idx="5649">
                  <c:v>45614</c:v>
                </c:pt>
                <c:pt idx="5650">
                  <c:v>45615</c:v>
                </c:pt>
                <c:pt idx="5651">
                  <c:v>45617</c:v>
                </c:pt>
                <c:pt idx="5652">
                  <c:v>45618</c:v>
                </c:pt>
                <c:pt idx="5653">
                  <c:v>45621</c:v>
                </c:pt>
                <c:pt idx="5654">
                  <c:v>45622</c:v>
                </c:pt>
                <c:pt idx="5655">
                  <c:v>45623</c:v>
                </c:pt>
                <c:pt idx="5656">
                  <c:v>45624</c:v>
                </c:pt>
                <c:pt idx="5657">
                  <c:v>45625</c:v>
                </c:pt>
                <c:pt idx="5658">
                  <c:v>45628</c:v>
                </c:pt>
                <c:pt idx="5659">
                  <c:v>45629</c:v>
                </c:pt>
                <c:pt idx="5660">
                  <c:v>45630</c:v>
                </c:pt>
                <c:pt idx="5661">
                  <c:v>45631</c:v>
                </c:pt>
                <c:pt idx="5662">
                  <c:v>45632</c:v>
                </c:pt>
                <c:pt idx="5663">
                  <c:v>45635</c:v>
                </c:pt>
                <c:pt idx="5664">
                  <c:v>45636</c:v>
                </c:pt>
                <c:pt idx="5665">
                  <c:v>45637</c:v>
                </c:pt>
                <c:pt idx="5666">
                  <c:v>45638</c:v>
                </c:pt>
                <c:pt idx="5667">
                  <c:v>45639</c:v>
                </c:pt>
                <c:pt idx="5668">
                  <c:v>45642</c:v>
                </c:pt>
                <c:pt idx="5669">
                  <c:v>45643</c:v>
                </c:pt>
                <c:pt idx="5670">
                  <c:v>45644</c:v>
                </c:pt>
                <c:pt idx="5671">
                  <c:v>45645</c:v>
                </c:pt>
                <c:pt idx="5672">
                  <c:v>45646</c:v>
                </c:pt>
                <c:pt idx="5673">
                  <c:v>45649</c:v>
                </c:pt>
                <c:pt idx="5674">
                  <c:v>45652</c:v>
                </c:pt>
                <c:pt idx="5675">
                  <c:v>45653</c:v>
                </c:pt>
                <c:pt idx="5676">
                  <c:v>45656</c:v>
                </c:pt>
                <c:pt idx="5677">
                  <c:v>45659</c:v>
                </c:pt>
                <c:pt idx="5678">
                  <c:v>45660</c:v>
                </c:pt>
                <c:pt idx="5679">
                  <c:v>45663</c:v>
                </c:pt>
                <c:pt idx="5680">
                  <c:v>45664</c:v>
                </c:pt>
                <c:pt idx="5681">
                  <c:v>45665</c:v>
                </c:pt>
                <c:pt idx="5682">
                  <c:v>45666</c:v>
                </c:pt>
                <c:pt idx="5683">
                  <c:v>45667</c:v>
                </c:pt>
                <c:pt idx="5684">
                  <c:v>45670</c:v>
                </c:pt>
                <c:pt idx="5685">
                  <c:v>45671</c:v>
                </c:pt>
                <c:pt idx="5686">
                  <c:v>45672</c:v>
                </c:pt>
                <c:pt idx="5687">
                  <c:v>45673</c:v>
                </c:pt>
                <c:pt idx="5688">
                  <c:v>45674</c:v>
                </c:pt>
                <c:pt idx="5689">
                  <c:v>45677</c:v>
                </c:pt>
                <c:pt idx="5690">
                  <c:v>45678</c:v>
                </c:pt>
                <c:pt idx="5691">
                  <c:v>45679</c:v>
                </c:pt>
                <c:pt idx="5692">
                  <c:v>45680</c:v>
                </c:pt>
                <c:pt idx="5693">
                  <c:v>45681</c:v>
                </c:pt>
                <c:pt idx="5694">
                  <c:v>45684</c:v>
                </c:pt>
                <c:pt idx="5695">
                  <c:v>45685</c:v>
                </c:pt>
                <c:pt idx="5696">
                  <c:v>45686</c:v>
                </c:pt>
                <c:pt idx="5697">
                  <c:v>45687</c:v>
                </c:pt>
                <c:pt idx="5698">
                  <c:v>45688</c:v>
                </c:pt>
                <c:pt idx="5699">
                  <c:v>45691</c:v>
                </c:pt>
                <c:pt idx="5700">
                  <c:v>45692</c:v>
                </c:pt>
                <c:pt idx="5701">
                  <c:v>45693</c:v>
                </c:pt>
                <c:pt idx="5702">
                  <c:v>45694</c:v>
                </c:pt>
                <c:pt idx="5703">
                  <c:v>45695</c:v>
                </c:pt>
                <c:pt idx="5704">
                  <c:v>45698</c:v>
                </c:pt>
                <c:pt idx="5705">
                  <c:v>45699</c:v>
                </c:pt>
                <c:pt idx="5706">
                  <c:v>45700</c:v>
                </c:pt>
                <c:pt idx="5707">
                  <c:v>45701</c:v>
                </c:pt>
                <c:pt idx="5708">
                  <c:v>45702</c:v>
                </c:pt>
                <c:pt idx="5709">
                  <c:v>45705</c:v>
                </c:pt>
                <c:pt idx="5710">
                  <c:v>45706</c:v>
                </c:pt>
                <c:pt idx="5711">
                  <c:v>45707</c:v>
                </c:pt>
                <c:pt idx="5712">
                  <c:v>45708</c:v>
                </c:pt>
                <c:pt idx="5713">
                  <c:v>45709</c:v>
                </c:pt>
                <c:pt idx="5714">
                  <c:v>45712</c:v>
                </c:pt>
                <c:pt idx="5715">
                  <c:v>45713</c:v>
                </c:pt>
                <c:pt idx="5716">
                  <c:v>45714</c:v>
                </c:pt>
                <c:pt idx="5717">
                  <c:v>45715</c:v>
                </c:pt>
                <c:pt idx="5718">
                  <c:v>45716</c:v>
                </c:pt>
                <c:pt idx="5719">
                  <c:v>45721</c:v>
                </c:pt>
                <c:pt idx="5720">
                  <c:v>45722</c:v>
                </c:pt>
                <c:pt idx="5721">
                  <c:v>45723</c:v>
                </c:pt>
                <c:pt idx="5722">
                  <c:v>45726</c:v>
                </c:pt>
                <c:pt idx="5723">
                  <c:v>45727</c:v>
                </c:pt>
                <c:pt idx="5724">
                  <c:v>45728</c:v>
                </c:pt>
                <c:pt idx="5725">
                  <c:v>45729</c:v>
                </c:pt>
                <c:pt idx="5726">
                  <c:v>45730</c:v>
                </c:pt>
                <c:pt idx="5727">
                  <c:v>45733</c:v>
                </c:pt>
                <c:pt idx="5728">
                  <c:v>45734</c:v>
                </c:pt>
                <c:pt idx="5729">
                  <c:v>45735</c:v>
                </c:pt>
                <c:pt idx="5730">
                  <c:v>45736</c:v>
                </c:pt>
                <c:pt idx="5731">
                  <c:v>45737</c:v>
                </c:pt>
                <c:pt idx="5732">
                  <c:v>45740</c:v>
                </c:pt>
                <c:pt idx="5733">
                  <c:v>45741</c:v>
                </c:pt>
                <c:pt idx="5734">
                  <c:v>45742</c:v>
                </c:pt>
                <c:pt idx="5735">
                  <c:v>45743</c:v>
                </c:pt>
                <c:pt idx="5736">
                  <c:v>45744</c:v>
                </c:pt>
                <c:pt idx="5737">
                  <c:v>45747</c:v>
                </c:pt>
                <c:pt idx="5738">
                  <c:v>45748</c:v>
                </c:pt>
                <c:pt idx="5739">
                  <c:v>45749</c:v>
                </c:pt>
                <c:pt idx="5740">
                  <c:v>45750</c:v>
                </c:pt>
                <c:pt idx="5741">
                  <c:v>45751</c:v>
                </c:pt>
                <c:pt idx="5742">
                  <c:v>45754</c:v>
                </c:pt>
                <c:pt idx="5743">
                  <c:v>45755</c:v>
                </c:pt>
                <c:pt idx="5744">
                  <c:v>45756</c:v>
                </c:pt>
                <c:pt idx="5745">
                  <c:v>45757</c:v>
                </c:pt>
                <c:pt idx="5746">
                  <c:v>45758</c:v>
                </c:pt>
                <c:pt idx="5747">
                  <c:v>45761</c:v>
                </c:pt>
                <c:pt idx="5748">
                  <c:v>45762</c:v>
                </c:pt>
                <c:pt idx="5749">
                  <c:v>45763</c:v>
                </c:pt>
                <c:pt idx="5750">
                  <c:v>45764</c:v>
                </c:pt>
                <c:pt idx="5751">
                  <c:v>45769</c:v>
                </c:pt>
                <c:pt idx="5752">
                  <c:v>45770</c:v>
                </c:pt>
                <c:pt idx="5753">
                  <c:v>45771</c:v>
                </c:pt>
                <c:pt idx="5754">
                  <c:v>45772</c:v>
                </c:pt>
                <c:pt idx="5755">
                  <c:v>45775</c:v>
                </c:pt>
                <c:pt idx="5756">
                  <c:v>45776</c:v>
                </c:pt>
                <c:pt idx="5757">
                  <c:v>45777</c:v>
                </c:pt>
                <c:pt idx="5758">
                  <c:v>45779</c:v>
                </c:pt>
                <c:pt idx="5759">
                  <c:v>45782</c:v>
                </c:pt>
                <c:pt idx="5760">
                  <c:v>45783</c:v>
                </c:pt>
                <c:pt idx="5761">
                  <c:v>45784</c:v>
                </c:pt>
                <c:pt idx="5762">
                  <c:v>45785</c:v>
                </c:pt>
                <c:pt idx="5763">
                  <c:v>45786</c:v>
                </c:pt>
                <c:pt idx="5764">
                  <c:v>45789</c:v>
                </c:pt>
                <c:pt idx="5765">
                  <c:v>45790</c:v>
                </c:pt>
                <c:pt idx="5766">
                  <c:v>45791</c:v>
                </c:pt>
                <c:pt idx="5767">
                  <c:v>45792</c:v>
                </c:pt>
                <c:pt idx="5768">
                  <c:v>45793</c:v>
                </c:pt>
                <c:pt idx="5769">
                  <c:v>45796</c:v>
                </c:pt>
                <c:pt idx="5770">
                  <c:v>45797</c:v>
                </c:pt>
                <c:pt idx="5771">
                  <c:v>45798</c:v>
                </c:pt>
                <c:pt idx="5772">
                  <c:v>45799</c:v>
                </c:pt>
                <c:pt idx="5773">
                  <c:v>45800</c:v>
                </c:pt>
                <c:pt idx="5774">
                  <c:v>45803</c:v>
                </c:pt>
                <c:pt idx="5775">
                  <c:v>45804</c:v>
                </c:pt>
                <c:pt idx="5776">
                  <c:v>45805</c:v>
                </c:pt>
                <c:pt idx="5777">
                  <c:v>45806</c:v>
                </c:pt>
                <c:pt idx="5778">
                  <c:v>45807</c:v>
                </c:pt>
                <c:pt idx="5779">
                  <c:v>45810</c:v>
                </c:pt>
                <c:pt idx="5780">
                  <c:v>45811</c:v>
                </c:pt>
                <c:pt idx="5781">
                  <c:v>45812</c:v>
                </c:pt>
                <c:pt idx="5782">
                  <c:v>45813</c:v>
                </c:pt>
                <c:pt idx="5783">
                  <c:v>45814</c:v>
                </c:pt>
                <c:pt idx="5784">
                  <c:v>45817</c:v>
                </c:pt>
                <c:pt idx="5785">
                  <c:v>45818</c:v>
                </c:pt>
                <c:pt idx="5786">
                  <c:v>45819</c:v>
                </c:pt>
                <c:pt idx="5787">
                  <c:v>45820</c:v>
                </c:pt>
                <c:pt idx="5788">
                  <c:v>45821</c:v>
                </c:pt>
                <c:pt idx="5789">
                  <c:v>45824</c:v>
                </c:pt>
                <c:pt idx="5790">
                  <c:v>45825</c:v>
                </c:pt>
                <c:pt idx="5791">
                  <c:v>45826</c:v>
                </c:pt>
                <c:pt idx="5792">
                  <c:v>45828</c:v>
                </c:pt>
                <c:pt idx="5793">
                  <c:v>45831</c:v>
                </c:pt>
                <c:pt idx="5794">
                  <c:v>45832</c:v>
                </c:pt>
                <c:pt idx="5795">
                  <c:v>45833</c:v>
                </c:pt>
                <c:pt idx="5796">
                  <c:v>45834</c:v>
                </c:pt>
                <c:pt idx="5797">
                  <c:v>45835</c:v>
                </c:pt>
                <c:pt idx="5798">
                  <c:v>45838</c:v>
                </c:pt>
                <c:pt idx="5799">
                  <c:v>45839</c:v>
                </c:pt>
                <c:pt idx="5800">
                  <c:v>45840</c:v>
                </c:pt>
                <c:pt idx="5801">
                  <c:v>45841</c:v>
                </c:pt>
                <c:pt idx="5802">
                  <c:v>45842</c:v>
                </c:pt>
                <c:pt idx="5803">
                  <c:v>45845</c:v>
                </c:pt>
                <c:pt idx="5804">
                  <c:v>45846</c:v>
                </c:pt>
                <c:pt idx="5805">
                  <c:v>45847</c:v>
                </c:pt>
                <c:pt idx="5806">
                  <c:v>45848</c:v>
                </c:pt>
                <c:pt idx="5807">
                  <c:v>45849</c:v>
                </c:pt>
                <c:pt idx="5808">
                  <c:v>45852</c:v>
                </c:pt>
                <c:pt idx="5809">
                  <c:v>45853</c:v>
                </c:pt>
                <c:pt idx="5810">
                  <c:v>45854</c:v>
                </c:pt>
                <c:pt idx="5811">
                  <c:v>45855</c:v>
                </c:pt>
                <c:pt idx="5812">
                  <c:v>45856</c:v>
                </c:pt>
                <c:pt idx="5813">
                  <c:v>45859</c:v>
                </c:pt>
                <c:pt idx="5814">
                  <c:v>45860</c:v>
                </c:pt>
                <c:pt idx="5815">
                  <c:v>45861</c:v>
                </c:pt>
                <c:pt idx="5816">
                  <c:v>45862</c:v>
                </c:pt>
                <c:pt idx="5817">
                  <c:v>45863</c:v>
                </c:pt>
                <c:pt idx="5818">
                  <c:v>45866</c:v>
                </c:pt>
                <c:pt idx="5819">
                  <c:v>45867</c:v>
                </c:pt>
                <c:pt idx="5820">
                  <c:v>45868</c:v>
                </c:pt>
                <c:pt idx="5821">
                  <c:v>45869</c:v>
                </c:pt>
                <c:pt idx="5822">
                  <c:v>45870</c:v>
                </c:pt>
                <c:pt idx="5823">
                  <c:v>45873</c:v>
                </c:pt>
                <c:pt idx="5824">
                  <c:v>45874</c:v>
                </c:pt>
                <c:pt idx="5825">
                  <c:v>45875</c:v>
                </c:pt>
                <c:pt idx="5826">
                  <c:v>45876</c:v>
                </c:pt>
                <c:pt idx="5827">
                  <c:v>45877</c:v>
                </c:pt>
                <c:pt idx="5828">
                  <c:v>45880</c:v>
                </c:pt>
                <c:pt idx="5829">
                  <c:v>45881</c:v>
                </c:pt>
                <c:pt idx="5830">
                  <c:v>45882</c:v>
                </c:pt>
                <c:pt idx="5831">
                  <c:v>45883</c:v>
                </c:pt>
                <c:pt idx="5832">
                  <c:v>45884</c:v>
                </c:pt>
                <c:pt idx="5833">
                  <c:v>45887</c:v>
                </c:pt>
                <c:pt idx="5834">
                  <c:v>45888</c:v>
                </c:pt>
                <c:pt idx="5835">
                  <c:v>45889</c:v>
                </c:pt>
                <c:pt idx="5836">
                  <c:v>45890</c:v>
                </c:pt>
                <c:pt idx="5837">
                  <c:v>45891</c:v>
                </c:pt>
                <c:pt idx="5838">
                  <c:v>45894</c:v>
                </c:pt>
                <c:pt idx="5839">
                  <c:v>45895</c:v>
                </c:pt>
                <c:pt idx="5840">
                  <c:v>45896</c:v>
                </c:pt>
                <c:pt idx="5841">
                  <c:v>45897</c:v>
                </c:pt>
                <c:pt idx="5842">
                  <c:v>45898</c:v>
                </c:pt>
                <c:pt idx="5843">
                  <c:v>45901</c:v>
                </c:pt>
                <c:pt idx="5844">
                  <c:v>45902</c:v>
                </c:pt>
                <c:pt idx="5845">
                  <c:v>45903</c:v>
                </c:pt>
                <c:pt idx="5846">
                  <c:v>45904</c:v>
                </c:pt>
                <c:pt idx="5847">
                  <c:v>45905</c:v>
                </c:pt>
                <c:pt idx="5848">
                  <c:v>45908</c:v>
                </c:pt>
                <c:pt idx="5849">
                  <c:v>45909</c:v>
                </c:pt>
                <c:pt idx="5850">
                  <c:v>45910</c:v>
                </c:pt>
                <c:pt idx="5851">
                  <c:v>45911</c:v>
                </c:pt>
                <c:pt idx="5852">
                  <c:v>45912</c:v>
                </c:pt>
                <c:pt idx="5853">
                  <c:v>45915</c:v>
                </c:pt>
                <c:pt idx="5854">
                  <c:v>45916</c:v>
                </c:pt>
                <c:pt idx="5855">
                  <c:v>45917</c:v>
                </c:pt>
                <c:pt idx="5856">
                  <c:v>45918</c:v>
                </c:pt>
                <c:pt idx="5857">
                  <c:v>45919</c:v>
                </c:pt>
                <c:pt idx="5858">
                  <c:v>45922</c:v>
                </c:pt>
                <c:pt idx="5859">
                  <c:v>45923</c:v>
                </c:pt>
                <c:pt idx="5860">
                  <c:v>45924</c:v>
                </c:pt>
                <c:pt idx="5861">
                  <c:v>45925</c:v>
                </c:pt>
                <c:pt idx="5862">
                  <c:v>45926</c:v>
                </c:pt>
                <c:pt idx="5863">
                  <c:v>45929</c:v>
                </c:pt>
                <c:pt idx="5864">
                  <c:v>45930</c:v>
                </c:pt>
                <c:pt idx="5865">
                  <c:v>45931</c:v>
                </c:pt>
                <c:pt idx="5866">
                  <c:v>45932</c:v>
                </c:pt>
                <c:pt idx="5867">
                  <c:v>45933</c:v>
                </c:pt>
                <c:pt idx="5868">
                  <c:v>45936</c:v>
                </c:pt>
                <c:pt idx="5869">
                  <c:v>45937</c:v>
                </c:pt>
                <c:pt idx="5870">
                  <c:v>45938</c:v>
                </c:pt>
                <c:pt idx="5871">
                  <c:v>45939</c:v>
                </c:pt>
                <c:pt idx="5872">
                  <c:v>45940</c:v>
                </c:pt>
                <c:pt idx="5873">
                  <c:v>45943</c:v>
                </c:pt>
                <c:pt idx="5874">
                  <c:v>45944</c:v>
                </c:pt>
                <c:pt idx="5875">
                  <c:v>45945</c:v>
                </c:pt>
                <c:pt idx="5876">
                  <c:v>45946</c:v>
                </c:pt>
                <c:pt idx="5877">
                  <c:v>45947</c:v>
                </c:pt>
                <c:pt idx="5878">
                  <c:v>45950</c:v>
                </c:pt>
                <c:pt idx="5879">
                  <c:v>45951</c:v>
                </c:pt>
                <c:pt idx="5880">
                  <c:v>45952</c:v>
                </c:pt>
                <c:pt idx="5881">
                  <c:v>45953</c:v>
                </c:pt>
                <c:pt idx="5882">
                  <c:v>45954</c:v>
                </c:pt>
                <c:pt idx="5883">
                  <c:v>45957</c:v>
                </c:pt>
                <c:pt idx="5884">
                  <c:v>45958</c:v>
                </c:pt>
                <c:pt idx="5885">
                  <c:v>45959</c:v>
                </c:pt>
                <c:pt idx="5886">
                  <c:v>45960</c:v>
                </c:pt>
                <c:pt idx="5887">
                  <c:v>45961</c:v>
                </c:pt>
                <c:pt idx="5888">
                  <c:v>45964</c:v>
                </c:pt>
                <c:pt idx="5889">
                  <c:v>45965</c:v>
                </c:pt>
                <c:pt idx="5890">
                  <c:v>45966</c:v>
                </c:pt>
                <c:pt idx="5891">
                  <c:v>45967</c:v>
                </c:pt>
                <c:pt idx="5892">
                  <c:v>45968</c:v>
                </c:pt>
                <c:pt idx="5893">
                  <c:v>45971</c:v>
                </c:pt>
                <c:pt idx="5894">
                  <c:v>45972</c:v>
                </c:pt>
                <c:pt idx="5895">
                  <c:v>45973</c:v>
                </c:pt>
                <c:pt idx="5896">
                  <c:v>45974</c:v>
                </c:pt>
                <c:pt idx="5897">
                  <c:v>45975</c:v>
                </c:pt>
                <c:pt idx="5898">
                  <c:v>45978</c:v>
                </c:pt>
                <c:pt idx="5899">
                  <c:v>45979</c:v>
                </c:pt>
                <c:pt idx="5900">
                  <c:v>45980</c:v>
                </c:pt>
                <c:pt idx="5901">
                  <c:v>45982</c:v>
                </c:pt>
                <c:pt idx="5902">
                  <c:v>45985</c:v>
                </c:pt>
                <c:pt idx="5903">
                  <c:v>45986</c:v>
                </c:pt>
                <c:pt idx="5904">
                  <c:v>45987</c:v>
                </c:pt>
                <c:pt idx="5905">
                  <c:v>45988</c:v>
                </c:pt>
                <c:pt idx="5906">
                  <c:v>45989</c:v>
                </c:pt>
                <c:pt idx="5907">
                  <c:v>45992</c:v>
                </c:pt>
                <c:pt idx="5908">
                  <c:v>45993</c:v>
                </c:pt>
                <c:pt idx="5909">
                  <c:v>45994</c:v>
                </c:pt>
                <c:pt idx="5910">
                  <c:v>45995</c:v>
                </c:pt>
                <c:pt idx="5911">
                  <c:v>45996</c:v>
                </c:pt>
                <c:pt idx="5912">
                  <c:v>45999</c:v>
                </c:pt>
                <c:pt idx="5913">
                  <c:v>46000</c:v>
                </c:pt>
                <c:pt idx="5914">
                  <c:v>46001</c:v>
                </c:pt>
                <c:pt idx="5915">
                  <c:v>46002</c:v>
                </c:pt>
                <c:pt idx="5916">
                  <c:v>46003</c:v>
                </c:pt>
                <c:pt idx="5917">
                  <c:v>46006</c:v>
                </c:pt>
                <c:pt idx="5918">
                  <c:v>46007</c:v>
                </c:pt>
                <c:pt idx="5919">
                  <c:v>46008</c:v>
                </c:pt>
                <c:pt idx="5920">
                  <c:v>46009</c:v>
                </c:pt>
                <c:pt idx="5921">
                  <c:v>46010</c:v>
                </c:pt>
                <c:pt idx="5922">
                  <c:v>46013</c:v>
                </c:pt>
                <c:pt idx="5923">
                  <c:v>46014</c:v>
                </c:pt>
                <c:pt idx="5924">
                  <c:v>46017</c:v>
                </c:pt>
                <c:pt idx="5925">
                  <c:v>46020</c:v>
                </c:pt>
                <c:pt idx="5926">
                  <c:v>46021</c:v>
                </c:pt>
                <c:pt idx="5927">
                  <c:v>46024</c:v>
                </c:pt>
                <c:pt idx="5928">
                  <c:v>46027</c:v>
                </c:pt>
                <c:pt idx="5929">
                  <c:v>46028</c:v>
                </c:pt>
                <c:pt idx="5930">
                  <c:v>46029</c:v>
                </c:pt>
                <c:pt idx="5931">
                  <c:v>46030</c:v>
                </c:pt>
                <c:pt idx="5932">
                  <c:v>46031</c:v>
                </c:pt>
                <c:pt idx="5933">
                  <c:v>46034</c:v>
                </c:pt>
                <c:pt idx="5934">
                  <c:v>46035</c:v>
                </c:pt>
                <c:pt idx="5935">
                  <c:v>46036</c:v>
                </c:pt>
                <c:pt idx="5936">
                  <c:v>46037</c:v>
                </c:pt>
                <c:pt idx="5937">
                  <c:v>46038</c:v>
                </c:pt>
                <c:pt idx="5938">
                  <c:v>46041</c:v>
                </c:pt>
                <c:pt idx="5939">
                  <c:v>46042</c:v>
                </c:pt>
                <c:pt idx="5940">
                  <c:v>46043</c:v>
                </c:pt>
                <c:pt idx="5941">
                  <c:v>46044</c:v>
                </c:pt>
                <c:pt idx="5942">
                  <c:v>46045</c:v>
                </c:pt>
                <c:pt idx="5943">
                  <c:v>46048</c:v>
                </c:pt>
                <c:pt idx="5944">
                  <c:v>46049</c:v>
                </c:pt>
                <c:pt idx="5945">
                  <c:v>46050</c:v>
                </c:pt>
                <c:pt idx="5946">
                  <c:v>46051</c:v>
                </c:pt>
                <c:pt idx="5947">
                  <c:v>46052</c:v>
                </c:pt>
                <c:pt idx="5948">
                  <c:v>46055</c:v>
                </c:pt>
                <c:pt idx="5949">
                  <c:v>46056</c:v>
                </c:pt>
                <c:pt idx="5950">
                  <c:v>46057</c:v>
                </c:pt>
                <c:pt idx="5951">
                  <c:v>46058</c:v>
                </c:pt>
                <c:pt idx="5952">
                  <c:v>46059</c:v>
                </c:pt>
                <c:pt idx="5953">
                  <c:v>46062</c:v>
                </c:pt>
                <c:pt idx="5954">
                  <c:v>46063</c:v>
                </c:pt>
                <c:pt idx="5955">
                  <c:v>46064</c:v>
                </c:pt>
                <c:pt idx="5956">
                  <c:v>46065</c:v>
                </c:pt>
                <c:pt idx="5957">
                  <c:v>46066</c:v>
                </c:pt>
                <c:pt idx="5958">
                  <c:v>46071</c:v>
                </c:pt>
                <c:pt idx="5959">
                  <c:v>46072</c:v>
                </c:pt>
                <c:pt idx="5960">
                  <c:v>46073</c:v>
                </c:pt>
                <c:pt idx="5961">
                  <c:v>46076</c:v>
                </c:pt>
                <c:pt idx="5962">
                  <c:v>46077</c:v>
                </c:pt>
                <c:pt idx="5963">
                  <c:v>46078</c:v>
                </c:pt>
                <c:pt idx="5964">
                  <c:v>46079</c:v>
                </c:pt>
                <c:pt idx="5965">
                  <c:v>46080</c:v>
                </c:pt>
                <c:pt idx="5966">
                  <c:v>46083</c:v>
                </c:pt>
                <c:pt idx="5967">
                  <c:v>46084</c:v>
                </c:pt>
                <c:pt idx="5968">
                  <c:v>46085</c:v>
                </c:pt>
                <c:pt idx="5969">
                  <c:v>46086</c:v>
                </c:pt>
                <c:pt idx="5970">
                  <c:v>46087</c:v>
                </c:pt>
                <c:pt idx="5971">
                  <c:v>46090</c:v>
                </c:pt>
                <c:pt idx="5972">
                  <c:v>46091</c:v>
                </c:pt>
                <c:pt idx="5973">
                  <c:v>46092</c:v>
                </c:pt>
                <c:pt idx="5974">
                  <c:v>46093</c:v>
                </c:pt>
                <c:pt idx="5975">
                  <c:v>46094</c:v>
                </c:pt>
                <c:pt idx="5976">
                  <c:v>46097</c:v>
                </c:pt>
                <c:pt idx="5977">
                  <c:v>46098</c:v>
                </c:pt>
                <c:pt idx="5978">
                  <c:v>46099</c:v>
                </c:pt>
                <c:pt idx="5979">
                  <c:v>46100</c:v>
                </c:pt>
                <c:pt idx="5980">
                  <c:v>46101</c:v>
                </c:pt>
                <c:pt idx="5981">
                  <c:v>46104</c:v>
                </c:pt>
                <c:pt idx="5982">
                  <c:v>46105</c:v>
                </c:pt>
                <c:pt idx="5983">
                  <c:v>46106</c:v>
                </c:pt>
                <c:pt idx="5984">
                  <c:v>46107</c:v>
                </c:pt>
                <c:pt idx="5985">
                  <c:v>46108</c:v>
                </c:pt>
                <c:pt idx="5986">
                  <c:v>46111</c:v>
                </c:pt>
                <c:pt idx="5987">
                  <c:v>46112</c:v>
                </c:pt>
                <c:pt idx="5988">
                  <c:v>46113</c:v>
                </c:pt>
                <c:pt idx="5989">
                  <c:v>46114</c:v>
                </c:pt>
                <c:pt idx="5990">
                  <c:v>46118</c:v>
                </c:pt>
                <c:pt idx="5991">
                  <c:v>46119</c:v>
                </c:pt>
                <c:pt idx="5992">
                  <c:v>46120</c:v>
                </c:pt>
                <c:pt idx="5993">
                  <c:v>46121</c:v>
                </c:pt>
                <c:pt idx="5994">
                  <c:v>46122</c:v>
                </c:pt>
                <c:pt idx="5995">
                  <c:v>46125</c:v>
                </c:pt>
                <c:pt idx="5996">
                  <c:v>46126</c:v>
                </c:pt>
                <c:pt idx="5997">
                  <c:v>46127</c:v>
                </c:pt>
                <c:pt idx="5998">
                  <c:v>46128</c:v>
                </c:pt>
                <c:pt idx="5999">
                  <c:v>46129</c:v>
                </c:pt>
                <c:pt idx="6000">
                  <c:v>46132</c:v>
                </c:pt>
                <c:pt idx="6001">
                  <c:v>46134</c:v>
                </c:pt>
                <c:pt idx="6002">
                  <c:v>46135</c:v>
                </c:pt>
                <c:pt idx="6003">
                  <c:v>46136</c:v>
                </c:pt>
                <c:pt idx="6004">
                  <c:v>46139</c:v>
                </c:pt>
                <c:pt idx="6005">
                  <c:v>46140</c:v>
                </c:pt>
                <c:pt idx="6006">
                  <c:v>46141</c:v>
                </c:pt>
                <c:pt idx="6007">
                  <c:v>46142</c:v>
                </c:pt>
                <c:pt idx="6008">
                  <c:v>46146</c:v>
                </c:pt>
                <c:pt idx="6009">
                  <c:v>46147</c:v>
                </c:pt>
                <c:pt idx="6010">
                  <c:v>46148</c:v>
                </c:pt>
                <c:pt idx="6011">
                  <c:v>46149</c:v>
                </c:pt>
                <c:pt idx="6012">
                  <c:v>46150</c:v>
                </c:pt>
                <c:pt idx="6013">
                  <c:v>46153</c:v>
                </c:pt>
                <c:pt idx="6014">
                  <c:v>46154</c:v>
                </c:pt>
                <c:pt idx="6015">
                  <c:v>46155</c:v>
                </c:pt>
                <c:pt idx="6016">
                  <c:v>46156</c:v>
                </c:pt>
                <c:pt idx="6017">
                  <c:v>46157</c:v>
                </c:pt>
                <c:pt idx="6018">
                  <c:v>46160</c:v>
                </c:pt>
                <c:pt idx="6019">
                  <c:v>46161</c:v>
                </c:pt>
                <c:pt idx="6020">
                  <c:v>46162</c:v>
                </c:pt>
                <c:pt idx="6021">
                  <c:v>46163</c:v>
                </c:pt>
                <c:pt idx="6022">
                  <c:v>46164</c:v>
                </c:pt>
                <c:pt idx="6023">
                  <c:v>46167</c:v>
                </c:pt>
                <c:pt idx="6024">
                  <c:v>46168</c:v>
                </c:pt>
                <c:pt idx="6025">
                  <c:v>46169</c:v>
                </c:pt>
                <c:pt idx="6026">
                  <c:v>46170</c:v>
                </c:pt>
                <c:pt idx="6027">
                  <c:v>46171</c:v>
                </c:pt>
                <c:pt idx="6028">
                  <c:v>46174</c:v>
                </c:pt>
                <c:pt idx="6029">
                  <c:v>46175</c:v>
                </c:pt>
                <c:pt idx="6030">
                  <c:v>46176</c:v>
                </c:pt>
                <c:pt idx="6031">
                  <c:v>46178</c:v>
                </c:pt>
                <c:pt idx="6032">
                  <c:v>46181</c:v>
                </c:pt>
                <c:pt idx="6033">
                  <c:v>46182</c:v>
                </c:pt>
                <c:pt idx="6034">
                  <c:v>46183</c:v>
                </c:pt>
                <c:pt idx="6035">
                  <c:v>46184</c:v>
                </c:pt>
                <c:pt idx="6036">
                  <c:v>46185</c:v>
                </c:pt>
                <c:pt idx="6037">
                  <c:v>46188</c:v>
                </c:pt>
                <c:pt idx="6038">
                  <c:v>46189</c:v>
                </c:pt>
                <c:pt idx="6039">
                  <c:v>46190</c:v>
                </c:pt>
                <c:pt idx="6040">
                  <c:v>46191</c:v>
                </c:pt>
                <c:pt idx="6041">
                  <c:v>46192</c:v>
                </c:pt>
                <c:pt idx="6042">
                  <c:v>46195</c:v>
                </c:pt>
                <c:pt idx="6043">
                  <c:v>46196</c:v>
                </c:pt>
                <c:pt idx="6044">
                  <c:v>46197</c:v>
                </c:pt>
                <c:pt idx="6045">
                  <c:v>46198</c:v>
                </c:pt>
                <c:pt idx="6046">
                  <c:v>46199</c:v>
                </c:pt>
                <c:pt idx="6047">
                  <c:v>46202</c:v>
                </c:pt>
                <c:pt idx="6048">
                  <c:v>46203</c:v>
                </c:pt>
                <c:pt idx="6049">
                  <c:v>46204</c:v>
                </c:pt>
                <c:pt idx="6050">
                  <c:v>46205</c:v>
                </c:pt>
                <c:pt idx="6051">
                  <c:v>46206</c:v>
                </c:pt>
                <c:pt idx="6052">
                  <c:v>46209</c:v>
                </c:pt>
                <c:pt idx="6053">
                  <c:v>46210</c:v>
                </c:pt>
                <c:pt idx="6054">
                  <c:v>46211</c:v>
                </c:pt>
                <c:pt idx="6055">
                  <c:v>46212</c:v>
                </c:pt>
                <c:pt idx="6056">
                  <c:v>46213</c:v>
                </c:pt>
                <c:pt idx="6057">
                  <c:v>46216</c:v>
                </c:pt>
                <c:pt idx="6058">
                  <c:v>46217</c:v>
                </c:pt>
                <c:pt idx="6059">
                  <c:v>46218</c:v>
                </c:pt>
                <c:pt idx="6060">
                  <c:v>46219</c:v>
                </c:pt>
                <c:pt idx="6061">
                  <c:v>46220</c:v>
                </c:pt>
                <c:pt idx="6062">
                  <c:v>46223</c:v>
                </c:pt>
                <c:pt idx="6063">
                  <c:v>46224</c:v>
                </c:pt>
                <c:pt idx="6064">
                  <c:v>46225</c:v>
                </c:pt>
                <c:pt idx="6065">
                  <c:v>46226</c:v>
                </c:pt>
                <c:pt idx="6066">
                  <c:v>46227</c:v>
                </c:pt>
                <c:pt idx="6067">
                  <c:v>46230</c:v>
                </c:pt>
                <c:pt idx="6068">
                  <c:v>46231</c:v>
                </c:pt>
                <c:pt idx="6069">
                  <c:v>46232</c:v>
                </c:pt>
                <c:pt idx="6070">
                  <c:v>46233</c:v>
                </c:pt>
                <c:pt idx="6071">
                  <c:v>46234</c:v>
                </c:pt>
                <c:pt idx="6072">
                  <c:v>46237</c:v>
                </c:pt>
                <c:pt idx="6073">
                  <c:v>46238</c:v>
                </c:pt>
                <c:pt idx="6074">
                  <c:v>46239</c:v>
                </c:pt>
                <c:pt idx="6075">
                  <c:v>46240</c:v>
                </c:pt>
                <c:pt idx="6076">
                  <c:v>46241</c:v>
                </c:pt>
                <c:pt idx="6077">
                  <c:v>46244</c:v>
                </c:pt>
                <c:pt idx="6078">
                  <c:v>46245</c:v>
                </c:pt>
                <c:pt idx="6079">
                  <c:v>46246</c:v>
                </c:pt>
                <c:pt idx="6080">
                  <c:v>46247</c:v>
                </c:pt>
                <c:pt idx="6081">
                  <c:v>46248</c:v>
                </c:pt>
                <c:pt idx="6082">
                  <c:v>46251</c:v>
                </c:pt>
                <c:pt idx="6083">
                  <c:v>46252</c:v>
                </c:pt>
                <c:pt idx="6084">
                  <c:v>46253</c:v>
                </c:pt>
                <c:pt idx="6085">
                  <c:v>46254</c:v>
                </c:pt>
                <c:pt idx="6086">
                  <c:v>46255</c:v>
                </c:pt>
                <c:pt idx="6087">
                  <c:v>46258</c:v>
                </c:pt>
                <c:pt idx="6088">
                  <c:v>46259</c:v>
                </c:pt>
                <c:pt idx="6089">
                  <c:v>46260</c:v>
                </c:pt>
                <c:pt idx="6090">
                  <c:v>46261</c:v>
                </c:pt>
                <c:pt idx="6091">
                  <c:v>46262</c:v>
                </c:pt>
                <c:pt idx="6092">
                  <c:v>46265</c:v>
                </c:pt>
                <c:pt idx="6093">
                  <c:v>46266</c:v>
                </c:pt>
                <c:pt idx="6094">
                  <c:v>46267</c:v>
                </c:pt>
                <c:pt idx="6095">
                  <c:v>46268</c:v>
                </c:pt>
                <c:pt idx="6096">
                  <c:v>46269</c:v>
                </c:pt>
                <c:pt idx="6097">
                  <c:v>46273</c:v>
                </c:pt>
                <c:pt idx="6098">
                  <c:v>46274</c:v>
                </c:pt>
                <c:pt idx="6099">
                  <c:v>46275</c:v>
                </c:pt>
                <c:pt idx="6100">
                  <c:v>46276</c:v>
                </c:pt>
                <c:pt idx="6101">
                  <c:v>46279</c:v>
                </c:pt>
                <c:pt idx="6102">
                  <c:v>46280</c:v>
                </c:pt>
                <c:pt idx="6103">
                  <c:v>46281</c:v>
                </c:pt>
                <c:pt idx="6104">
                  <c:v>46282</c:v>
                </c:pt>
                <c:pt idx="6105">
                  <c:v>46283</c:v>
                </c:pt>
                <c:pt idx="6106">
                  <c:v>46286</c:v>
                </c:pt>
                <c:pt idx="6107">
                  <c:v>46287</c:v>
                </c:pt>
                <c:pt idx="6108">
                  <c:v>46288</c:v>
                </c:pt>
                <c:pt idx="6109">
                  <c:v>46289</c:v>
                </c:pt>
                <c:pt idx="6110">
                  <c:v>46290</c:v>
                </c:pt>
                <c:pt idx="6111">
                  <c:v>46293</c:v>
                </c:pt>
                <c:pt idx="6112">
                  <c:v>46294</c:v>
                </c:pt>
                <c:pt idx="6113">
                  <c:v>46295</c:v>
                </c:pt>
                <c:pt idx="6114">
                  <c:v>46296</c:v>
                </c:pt>
                <c:pt idx="6115">
                  <c:v>46297</c:v>
                </c:pt>
                <c:pt idx="6116">
                  <c:v>46300</c:v>
                </c:pt>
                <c:pt idx="6117">
                  <c:v>46301</c:v>
                </c:pt>
                <c:pt idx="6118">
                  <c:v>46302</c:v>
                </c:pt>
                <c:pt idx="6119">
                  <c:v>46303</c:v>
                </c:pt>
                <c:pt idx="6120">
                  <c:v>46304</c:v>
                </c:pt>
                <c:pt idx="6121">
                  <c:v>46308</c:v>
                </c:pt>
                <c:pt idx="6122">
                  <c:v>46309</c:v>
                </c:pt>
                <c:pt idx="6123">
                  <c:v>46310</c:v>
                </c:pt>
                <c:pt idx="6124">
                  <c:v>46311</c:v>
                </c:pt>
                <c:pt idx="6125">
                  <c:v>46314</c:v>
                </c:pt>
                <c:pt idx="6126">
                  <c:v>46315</c:v>
                </c:pt>
                <c:pt idx="6127">
                  <c:v>46316</c:v>
                </c:pt>
                <c:pt idx="6128">
                  <c:v>46317</c:v>
                </c:pt>
                <c:pt idx="6129">
                  <c:v>46318</c:v>
                </c:pt>
                <c:pt idx="6130">
                  <c:v>46321</c:v>
                </c:pt>
              </c:numCache>
            </c:numRef>
          </c:cat>
          <c:val>
            <c:numRef>
              <c:f>'L1'!$B$2:$B$6132</c:f>
              <c:numCache>
                <c:formatCode>General</c:formatCode>
                <c:ptCount val="6131"/>
                <c:pt idx="0">
                  <c:v>-3</c:v>
                </c:pt>
                <c:pt idx="1">
                  <c:v>-3</c:v>
                </c:pt>
                <c:pt idx="2">
                  <c:v>-3</c:v>
                </c:pt>
                <c:pt idx="3">
                  <c:v>-3</c:v>
                </c:pt>
                <c:pt idx="4">
                  <c:v>-3</c:v>
                </c:pt>
                <c:pt idx="5">
                  <c:v>-3</c:v>
                </c:pt>
                <c:pt idx="6">
                  <c:v>-3</c:v>
                </c:pt>
                <c:pt idx="7">
                  <c:v>-3</c:v>
                </c:pt>
                <c:pt idx="8">
                  <c:v>-3</c:v>
                </c:pt>
                <c:pt idx="9">
                  <c:v>-3</c:v>
                </c:pt>
                <c:pt idx="10">
                  <c:v>-3</c:v>
                </c:pt>
                <c:pt idx="11">
                  <c:v>-3</c:v>
                </c:pt>
                <c:pt idx="12">
                  <c:v>-3</c:v>
                </c:pt>
                <c:pt idx="13">
                  <c:v>-3</c:v>
                </c:pt>
                <c:pt idx="14">
                  <c:v>-3</c:v>
                </c:pt>
                <c:pt idx="15">
                  <c:v>-3</c:v>
                </c:pt>
                <c:pt idx="16">
                  <c:v>-3</c:v>
                </c:pt>
                <c:pt idx="17">
                  <c:v>-3</c:v>
                </c:pt>
                <c:pt idx="18">
                  <c:v>-3</c:v>
                </c:pt>
                <c:pt idx="19">
                  <c:v>-3</c:v>
                </c:pt>
                <c:pt idx="20">
                  <c:v>-3</c:v>
                </c:pt>
                <c:pt idx="21">
                  <c:v>-3</c:v>
                </c:pt>
                <c:pt idx="22">
                  <c:v>-3</c:v>
                </c:pt>
                <c:pt idx="23">
                  <c:v>-3</c:v>
                </c:pt>
                <c:pt idx="24">
                  <c:v>-3</c:v>
                </c:pt>
                <c:pt idx="25">
                  <c:v>-3</c:v>
                </c:pt>
                <c:pt idx="26">
                  <c:v>-3</c:v>
                </c:pt>
                <c:pt idx="27">
                  <c:v>-3</c:v>
                </c:pt>
                <c:pt idx="28">
                  <c:v>-3</c:v>
                </c:pt>
                <c:pt idx="29">
                  <c:v>-3</c:v>
                </c:pt>
                <c:pt idx="30">
                  <c:v>-3</c:v>
                </c:pt>
                <c:pt idx="31">
                  <c:v>-3</c:v>
                </c:pt>
                <c:pt idx="32">
                  <c:v>-3</c:v>
                </c:pt>
                <c:pt idx="33">
                  <c:v>-3</c:v>
                </c:pt>
                <c:pt idx="34">
                  <c:v>-3</c:v>
                </c:pt>
                <c:pt idx="35">
                  <c:v>-3</c:v>
                </c:pt>
                <c:pt idx="36">
                  <c:v>-3</c:v>
                </c:pt>
                <c:pt idx="37">
                  <c:v>-3</c:v>
                </c:pt>
                <c:pt idx="38">
                  <c:v>-3</c:v>
                </c:pt>
                <c:pt idx="39">
                  <c:v>-3</c:v>
                </c:pt>
                <c:pt idx="40">
                  <c:v>-3</c:v>
                </c:pt>
                <c:pt idx="41">
                  <c:v>-3</c:v>
                </c:pt>
                <c:pt idx="42">
                  <c:v>-3</c:v>
                </c:pt>
                <c:pt idx="43">
                  <c:v>-3</c:v>
                </c:pt>
                <c:pt idx="44">
                  <c:v>-3</c:v>
                </c:pt>
                <c:pt idx="45">
                  <c:v>-3</c:v>
                </c:pt>
                <c:pt idx="46">
                  <c:v>-3</c:v>
                </c:pt>
                <c:pt idx="47">
                  <c:v>-3</c:v>
                </c:pt>
                <c:pt idx="48">
                  <c:v>-3</c:v>
                </c:pt>
                <c:pt idx="49">
                  <c:v>-3</c:v>
                </c:pt>
                <c:pt idx="50">
                  <c:v>-3</c:v>
                </c:pt>
                <c:pt idx="51">
                  <c:v>-3</c:v>
                </c:pt>
                <c:pt idx="52">
                  <c:v>-3</c:v>
                </c:pt>
                <c:pt idx="53">
                  <c:v>-3</c:v>
                </c:pt>
                <c:pt idx="54">
                  <c:v>-3</c:v>
                </c:pt>
                <c:pt idx="55">
                  <c:v>-3</c:v>
                </c:pt>
                <c:pt idx="56">
                  <c:v>-3</c:v>
                </c:pt>
                <c:pt idx="57">
                  <c:v>-3</c:v>
                </c:pt>
                <c:pt idx="58">
                  <c:v>-3</c:v>
                </c:pt>
                <c:pt idx="59">
                  <c:v>-3</c:v>
                </c:pt>
                <c:pt idx="60">
                  <c:v>-3</c:v>
                </c:pt>
                <c:pt idx="61">
                  <c:v>-3</c:v>
                </c:pt>
                <c:pt idx="62">
                  <c:v>-3</c:v>
                </c:pt>
                <c:pt idx="63">
                  <c:v>-3</c:v>
                </c:pt>
                <c:pt idx="64">
                  <c:v>-3</c:v>
                </c:pt>
                <c:pt idx="65">
                  <c:v>-3</c:v>
                </c:pt>
                <c:pt idx="66">
                  <c:v>-3</c:v>
                </c:pt>
                <c:pt idx="67">
                  <c:v>-3</c:v>
                </c:pt>
                <c:pt idx="68">
                  <c:v>-3</c:v>
                </c:pt>
                <c:pt idx="69">
                  <c:v>-3</c:v>
                </c:pt>
                <c:pt idx="70">
                  <c:v>-3</c:v>
                </c:pt>
                <c:pt idx="71">
                  <c:v>-3</c:v>
                </c:pt>
                <c:pt idx="72">
                  <c:v>-3</c:v>
                </c:pt>
                <c:pt idx="73">
                  <c:v>-3</c:v>
                </c:pt>
                <c:pt idx="74">
                  <c:v>-3</c:v>
                </c:pt>
                <c:pt idx="75">
                  <c:v>-3</c:v>
                </c:pt>
                <c:pt idx="76">
                  <c:v>-3</c:v>
                </c:pt>
                <c:pt idx="77">
                  <c:v>-3</c:v>
                </c:pt>
                <c:pt idx="78">
                  <c:v>-3</c:v>
                </c:pt>
                <c:pt idx="79">
                  <c:v>-3</c:v>
                </c:pt>
                <c:pt idx="80">
                  <c:v>-3</c:v>
                </c:pt>
                <c:pt idx="81">
                  <c:v>-3</c:v>
                </c:pt>
                <c:pt idx="82">
                  <c:v>-3</c:v>
                </c:pt>
                <c:pt idx="83">
                  <c:v>-3</c:v>
                </c:pt>
                <c:pt idx="84">
                  <c:v>-3</c:v>
                </c:pt>
                <c:pt idx="85">
                  <c:v>-3</c:v>
                </c:pt>
                <c:pt idx="86">
                  <c:v>-3</c:v>
                </c:pt>
                <c:pt idx="87">
                  <c:v>-3</c:v>
                </c:pt>
                <c:pt idx="88">
                  <c:v>-3</c:v>
                </c:pt>
                <c:pt idx="89">
                  <c:v>-3</c:v>
                </c:pt>
                <c:pt idx="90">
                  <c:v>-3</c:v>
                </c:pt>
                <c:pt idx="91">
                  <c:v>-3</c:v>
                </c:pt>
                <c:pt idx="92">
                  <c:v>-3</c:v>
                </c:pt>
                <c:pt idx="93">
                  <c:v>-3</c:v>
                </c:pt>
                <c:pt idx="94">
                  <c:v>-3</c:v>
                </c:pt>
                <c:pt idx="95">
                  <c:v>-3</c:v>
                </c:pt>
                <c:pt idx="96">
                  <c:v>-3</c:v>
                </c:pt>
                <c:pt idx="97">
                  <c:v>-3</c:v>
                </c:pt>
                <c:pt idx="98">
                  <c:v>-3</c:v>
                </c:pt>
                <c:pt idx="99">
                  <c:v>-3</c:v>
                </c:pt>
                <c:pt idx="100">
                  <c:v>-3</c:v>
                </c:pt>
                <c:pt idx="101">
                  <c:v>-3</c:v>
                </c:pt>
                <c:pt idx="102">
                  <c:v>-3</c:v>
                </c:pt>
                <c:pt idx="103">
                  <c:v>-3</c:v>
                </c:pt>
                <c:pt idx="104">
                  <c:v>-3</c:v>
                </c:pt>
                <c:pt idx="105">
                  <c:v>-3</c:v>
                </c:pt>
                <c:pt idx="106">
                  <c:v>-3</c:v>
                </c:pt>
                <c:pt idx="107">
                  <c:v>-3</c:v>
                </c:pt>
                <c:pt idx="108">
                  <c:v>-3</c:v>
                </c:pt>
                <c:pt idx="109">
                  <c:v>-3</c:v>
                </c:pt>
                <c:pt idx="110">
                  <c:v>-3</c:v>
                </c:pt>
                <c:pt idx="111">
                  <c:v>-3</c:v>
                </c:pt>
                <c:pt idx="112">
                  <c:v>-3</c:v>
                </c:pt>
                <c:pt idx="113">
                  <c:v>-3</c:v>
                </c:pt>
                <c:pt idx="114">
                  <c:v>-3</c:v>
                </c:pt>
                <c:pt idx="115">
                  <c:v>-3</c:v>
                </c:pt>
                <c:pt idx="116">
                  <c:v>-3</c:v>
                </c:pt>
                <c:pt idx="117">
                  <c:v>-3</c:v>
                </c:pt>
                <c:pt idx="118">
                  <c:v>-3</c:v>
                </c:pt>
                <c:pt idx="119">
                  <c:v>-3</c:v>
                </c:pt>
                <c:pt idx="120">
                  <c:v>-3</c:v>
                </c:pt>
                <c:pt idx="121">
                  <c:v>-3</c:v>
                </c:pt>
                <c:pt idx="122">
                  <c:v>-3</c:v>
                </c:pt>
                <c:pt idx="123">
                  <c:v>-3</c:v>
                </c:pt>
                <c:pt idx="124">
                  <c:v>-3</c:v>
                </c:pt>
                <c:pt idx="125">
                  <c:v>-3</c:v>
                </c:pt>
                <c:pt idx="126">
                  <c:v>-3</c:v>
                </c:pt>
                <c:pt idx="127">
                  <c:v>-3</c:v>
                </c:pt>
                <c:pt idx="128">
                  <c:v>-3</c:v>
                </c:pt>
                <c:pt idx="129">
                  <c:v>-3</c:v>
                </c:pt>
                <c:pt idx="130">
                  <c:v>-3</c:v>
                </c:pt>
                <c:pt idx="131">
                  <c:v>-3</c:v>
                </c:pt>
                <c:pt idx="132">
                  <c:v>-3</c:v>
                </c:pt>
                <c:pt idx="133">
                  <c:v>-3</c:v>
                </c:pt>
                <c:pt idx="134">
                  <c:v>-3</c:v>
                </c:pt>
                <c:pt idx="135">
                  <c:v>-3</c:v>
                </c:pt>
                <c:pt idx="136">
                  <c:v>-3</c:v>
                </c:pt>
                <c:pt idx="137">
                  <c:v>-3</c:v>
                </c:pt>
                <c:pt idx="138">
                  <c:v>-3</c:v>
                </c:pt>
                <c:pt idx="139">
                  <c:v>-3</c:v>
                </c:pt>
                <c:pt idx="140">
                  <c:v>-3</c:v>
                </c:pt>
                <c:pt idx="141">
                  <c:v>-3</c:v>
                </c:pt>
                <c:pt idx="142">
                  <c:v>-3</c:v>
                </c:pt>
                <c:pt idx="143">
                  <c:v>-3</c:v>
                </c:pt>
                <c:pt idx="144">
                  <c:v>-3</c:v>
                </c:pt>
                <c:pt idx="145">
                  <c:v>-3</c:v>
                </c:pt>
                <c:pt idx="146">
                  <c:v>-3</c:v>
                </c:pt>
                <c:pt idx="147">
                  <c:v>-3</c:v>
                </c:pt>
                <c:pt idx="148">
                  <c:v>-3</c:v>
                </c:pt>
                <c:pt idx="149">
                  <c:v>-3</c:v>
                </c:pt>
                <c:pt idx="150">
                  <c:v>-3</c:v>
                </c:pt>
                <c:pt idx="151">
                  <c:v>-3</c:v>
                </c:pt>
                <c:pt idx="152">
                  <c:v>-3</c:v>
                </c:pt>
                <c:pt idx="153">
                  <c:v>-3</c:v>
                </c:pt>
                <c:pt idx="154">
                  <c:v>-3</c:v>
                </c:pt>
                <c:pt idx="155">
                  <c:v>-3</c:v>
                </c:pt>
                <c:pt idx="156">
                  <c:v>-3</c:v>
                </c:pt>
                <c:pt idx="157">
                  <c:v>-3</c:v>
                </c:pt>
                <c:pt idx="158">
                  <c:v>-3</c:v>
                </c:pt>
                <c:pt idx="159">
                  <c:v>-3</c:v>
                </c:pt>
                <c:pt idx="160">
                  <c:v>-3</c:v>
                </c:pt>
                <c:pt idx="161">
                  <c:v>-3</c:v>
                </c:pt>
                <c:pt idx="162">
                  <c:v>-3</c:v>
                </c:pt>
                <c:pt idx="163">
                  <c:v>-3</c:v>
                </c:pt>
                <c:pt idx="164">
                  <c:v>-3</c:v>
                </c:pt>
                <c:pt idx="165">
                  <c:v>-3</c:v>
                </c:pt>
                <c:pt idx="166">
                  <c:v>-3</c:v>
                </c:pt>
                <c:pt idx="167">
                  <c:v>-3</c:v>
                </c:pt>
                <c:pt idx="168">
                  <c:v>-3</c:v>
                </c:pt>
                <c:pt idx="169">
                  <c:v>-3</c:v>
                </c:pt>
                <c:pt idx="170">
                  <c:v>-3</c:v>
                </c:pt>
                <c:pt idx="171">
                  <c:v>-3</c:v>
                </c:pt>
                <c:pt idx="172">
                  <c:v>-3</c:v>
                </c:pt>
                <c:pt idx="173">
                  <c:v>-3</c:v>
                </c:pt>
                <c:pt idx="174">
                  <c:v>-3</c:v>
                </c:pt>
                <c:pt idx="175">
                  <c:v>-3</c:v>
                </c:pt>
                <c:pt idx="176">
                  <c:v>-3</c:v>
                </c:pt>
                <c:pt idx="177">
                  <c:v>-3</c:v>
                </c:pt>
                <c:pt idx="178">
                  <c:v>-3</c:v>
                </c:pt>
                <c:pt idx="179">
                  <c:v>-3</c:v>
                </c:pt>
                <c:pt idx="180">
                  <c:v>-3</c:v>
                </c:pt>
                <c:pt idx="181">
                  <c:v>-3</c:v>
                </c:pt>
                <c:pt idx="182">
                  <c:v>-3</c:v>
                </c:pt>
                <c:pt idx="183">
                  <c:v>-3</c:v>
                </c:pt>
                <c:pt idx="184">
                  <c:v>-3</c:v>
                </c:pt>
                <c:pt idx="185">
                  <c:v>-3</c:v>
                </c:pt>
                <c:pt idx="186">
                  <c:v>-3</c:v>
                </c:pt>
                <c:pt idx="187">
                  <c:v>-3</c:v>
                </c:pt>
                <c:pt idx="188">
                  <c:v>-3</c:v>
                </c:pt>
                <c:pt idx="189">
                  <c:v>-3</c:v>
                </c:pt>
                <c:pt idx="190">
                  <c:v>-3</c:v>
                </c:pt>
                <c:pt idx="191">
                  <c:v>-3</c:v>
                </c:pt>
                <c:pt idx="192">
                  <c:v>-3</c:v>
                </c:pt>
                <c:pt idx="193">
                  <c:v>-3</c:v>
                </c:pt>
                <c:pt idx="194">
                  <c:v>-3</c:v>
                </c:pt>
                <c:pt idx="195">
                  <c:v>-3</c:v>
                </c:pt>
                <c:pt idx="196">
                  <c:v>-3</c:v>
                </c:pt>
                <c:pt idx="197">
                  <c:v>-3</c:v>
                </c:pt>
                <c:pt idx="198">
                  <c:v>-3</c:v>
                </c:pt>
                <c:pt idx="199">
                  <c:v>-3</c:v>
                </c:pt>
                <c:pt idx="200">
                  <c:v>-3</c:v>
                </c:pt>
                <c:pt idx="201">
                  <c:v>-3</c:v>
                </c:pt>
                <c:pt idx="202">
                  <c:v>-3</c:v>
                </c:pt>
                <c:pt idx="203">
                  <c:v>-3</c:v>
                </c:pt>
                <c:pt idx="204">
                  <c:v>-3</c:v>
                </c:pt>
                <c:pt idx="205">
                  <c:v>-3</c:v>
                </c:pt>
                <c:pt idx="206">
                  <c:v>-3</c:v>
                </c:pt>
                <c:pt idx="207">
                  <c:v>-3</c:v>
                </c:pt>
                <c:pt idx="208">
                  <c:v>-3</c:v>
                </c:pt>
                <c:pt idx="209">
                  <c:v>-3</c:v>
                </c:pt>
                <c:pt idx="210">
                  <c:v>-3</c:v>
                </c:pt>
                <c:pt idx="211">
                  <c:v>-3</c:v>
                </c:pt>
                <c:pt idx="212">
                  <c:v>-3</c:v>
                </c:pt>
                <c:pt idx="213">
                  <c:v>-3</c:v>
                </c:pt>
                <c:pt idx="214">
                  <c:v>-3</c:v>
                </c:pt>
                <c:pt idx="215">
                  <c:v>-3</c:v>
                </c:pt>
                <c:pt idx="216">
                  <c:v>-3</c:v>
                </c:pt>
                <c:pt idx="217">
                  <c:v>-3</c:v>
                </c:pt>
                <c:pt idx="218">
                  <c:v>-3</c:v>
                </c:pt>
                <c:pt idx="219">
                  <c:v>-3</c:v>
                </c:pt>
                <c:pt idx="220">
                  <c:v>-3</c:v>
                </c:pt>
                <c:pt idx="221">
                  <c:v>-3</c:v>
                </c:pt>
                <c:pt idx="222">
                  <c:v>-3</c:v>
                </c:pt>
                <c:pt idx="223">
                  <c:v>-3</c:v>
                </c:pt>
                <c:pt idx="224">
                  <c:v>-3</c:v>
                </c:pt>
                <c:pt idx="225">
                  <c:v>-3</c:v>
                </c:pt>
                <c:pt idx="226">
                  <c:v>-3</c:v>
                </c:pt>
                <c:pt idx="227">
                  <c:v>-3</c:v>
                </c:pt>
                <c:pt idx="228">
                  <c:v>-3</c:v>
                </c:pt>
                <c:pt idx="229">
                  <c:v>-3</c:v>
                </c:pt>
                <c:pt idx="230">
                  <c:v>-3</c:v>
                </c:pt>
                <c:pt idx="231">
                  <c:v>-3</c:v>
                </c:pt>
                <c:pt idx="232">
                  <c:v>-3</c:v>
                </c:pt>
                <c:pt idx="233">
                  <c:v>-3</c:v>
                </c:pt>
                <c:pt idx="234">
                  <c:v>-3</c:v>
                </c:pt>
                <c:pt idx="235">
                  <c:v>-3</c:v>
                </c:pt>
                <c:pt idx="236">
                  <c:v>-3</c:v>
                </c:pt>
                <c:pt idx="237">
                  <c:v>-3</c:v>
                </c:pt>
                <c:pt idx="238">
                  <c:v>-3</c:v>
                </c:pt>
                <c:pt idx="239">
                  <c:v>-3</c:v>
                </c:pt>
                <c:pt idx="240">
                  <c:v>-3</c:v>
                </c:pt>
                <c:pt idx="241">
                  <c:v>-3</c:v>
                </c:pt>
                <c:pt idx="242">
                  <c:v>-3</c:v>
                </c:pt>
                <c:pt idx="243">
                  <c:v>-3</c:v>
                </c:pt>
                <c:pt idx="244">
                  <c:v>-3</c:v>
                </c:pt>
                <c:pt idx="245">
                  <c:v>-3</c:v>
                </c:pt>
                <c:pt idx="246">
                  <c:v>-3</c:v>
                </c:pt>
                <c:pt idx="247">
                  <c:v>-3</c:v>
                </c:pt>
                <c:pt idx="248">
                  <c:v>-3</c:v>
                </c:pt>
                <c:pt idx="249">
                  <c:v>-3</c:v>
                </c:pt>
                <c:pt idx="250">
                  <c:v>-3</c:v>
                </c:pt>
                <c:pt idx="251">
                  <c:v>-3</c:v>
                </c:pt>
                <c:pt idx="252">
                  <c:v>-3</c:v>
                </c:pt>
                <c:pt idx="253">
                  <c:v>-3</c:v>
                </c:pt>
                <c:pt idx="254">
                  <c:v>-3</c:v>
                </c:pt>
                <c:pt idx="255">
                  <c:v>-3</c:v>
                </c:pt>
                <c:pt idx="256">
                  <c:v>-3</c:v>
                </c:pt>
                <c:pt idx="257">
                  <c:v>-3</c:v>
                </c:pt>
                <c:pt idx="258">
                  <c:v>-3</c:v>
                </c:pt>
                <c:pt idx="259">
                  <c:v>-3</c:v>
                </c:pt>
                <c:pt idx="260">
                  <c:v>-3</c:v>
                </c:pt>
                <c:pt idx="261">
                  <c:v>-3</c:v>
                </c:pt>
                <c:pt idx="262">
                  <c:v>-3</c:v>
                </c:pt>
                <c:pt idx="263">
                  <c:v>-3</c:v>
                </c:pt>
                <c:pt idx="264">
                  <c:v>-3</c:v>
                </c:pt>
                <c:pt idx="265">
                  <c:v>-3</c:v>
                </c:pt>
                <c:pt idx="266">
                  <c:v>-3</c:v>
                </c:pt>
                <c:pt idx="267">
                  <c:v>-3</c:v>
                </c:pt>
                <c:pt idx="268">
                  <c:v>-3</c:v>
                </c:pt>
                <c:pt idx="269">
                  <c:v>-3</c:v>
                </c:pt>
                <c:pt idx="270">
                  <c:v>-3</c:v>
                </c:pt>
                <c:pt idx="271">
                  <c:v>-3</c:v>
                </c:pt>
                <c:pt idx="272">
                  <c:v>-3</c:v>
                </c:pt>
                <c:pt idx="273">
                  <c:v>-3</c:v>
                </c:pt>
                <c:pt idx="274">
                  <c:v>-3</c:v>
                </c:pt>
                <c:pt idx="275">
                  <c:v>-3</c:v>
                </c:pt>
                <c:pt idx="276">
                  <c:v>-3</c:v>
                </c:pt>
                <c:pt idx="277">
                  <c:v>-3</c:v>
                </c:pt>
                <c:pt idx="278">
                  <c:v>-3</c:v>
                </c:pt>
                <c:pt idx="279">
                  <c:v>-3</c:v>
                </c:pt>
                <c:pt idx="280">
                  <c:v>-3</c:v>
                </c:pt>
                <c:pt idx="281">
                  <c:v>-3</c:v>
                </c:pt>
                <c:pt idx="282">
                  <c:v>-3</c:v>
                </c:pt>
                <c:pt idx="283">
                  <c:v>-3</c:v>
                </c:pt>
                <c:pt idx="284">
                  <c:v>-3</c:v>
                </c:pt>
                <c:pt idx="285">
                  <c:v>-3</c:v>
                </c:pt>
                <c:pt idx="286">
                  <c:v>-3</c:v>
                </c:pt>
                <c:pt idx="287">
                  <c:v>-3</c:v>
                </c:pt>
                <c:pt idx="288">
                  <c:v>-3</c:v>
                </c:pt>
                <c:pt idx="289">
                  <c:v>-3</c:v>
                </c:pt>
                <c:pt idx="290">
                  <c:v>-3</c:v>
                </c:pt>
                <c:pt idx="291">
                  <c:v>-3</c:v>
                </c:pt>
                <c:pt idx="292">
                  <c:v>-3</c:v>
                </c:pt>
                <c:pt idx="293">
                  <c:v>-3</c:v>
                </c:pt>
                <c:pt idx="294">
                  <c:v>-3</c:v>
                </c:pt>
                <c:pt idx="295">
                  <c:v>-3</c:v>
                </c:pt>
                <c:pt idx="296">
                  <c:v>-3</c:v>
                </c:pt>
                <c:pt idx="297">
                  <c:v>-3</c:v>
                </c:pt>
                <c:pt idx="298">
                  <c:v>-3</c:v>
                </c:pt>
                <c:pt idx="299">
                  <c:v>-3</c:v>
                </c:pt>
                <c:pt idx="300">
                  <c:v>-3</c:v>
                </c:pt>
                <c:pt idx="301">
                  <c:v>-3</c:v>
                </c:pt>
                <c:pt idx="302">
                  <c:v>-3</c:v>
                </c:pt>
                <c:pt idx="303">
                  <c:v>-3</c:v>
                </c:pt>
                <c:pt idx="304">
                  <c:v>-3</c:v>
                </c:pt>
                <c:pt idx="305">
                  <c:v>-3</c:v>
                </c:pt>
                <c:pt idx="306">
                  <c:v>-3</c:v>
                </c:pt>
                <c:pt idx="307">
                  <c:v>-3</c:v>
                </c:pt>
                <c:pt idx="308">
                  <c:v>-3</c:v>
                </c:pt>
                <c:pt idx="309">
                  <c:v>-3</c:v>
                </c:pt>
                <c:pt idx="310">
                  <c:v>-3</c:v>
                </c:pt>
                <c:pt idx="311">
                  <c:v>-3</c:v>
                </c:pt>
                <c:pt idx="312">
                  <c:v>-3</c:v>
                </c:pt>
                <c:pt idx="313">
                  <c:v>-3</c:v>
                </c:pt>
                <c:pt idx="314">
                  <c:v>-3</c:v>
                </c:pt>
                <c:pt idx="315">
                  <c:v>-3</c:v>
                </c:pt>
                <c:pt idx="316">
                  <c:v>-3</c:v>
                </c:pt>
                <c:pt idx="317">
                  <c:v>-3</c:v>
                </c:pt>
                <c:pt idx="318">
                  <c:v>-3</c:v>
                </c:pt>
                <c:pt idx="319">
                  <c:v>-3</c:v>
                </c:pt>
                <c:pt idx="320">
                  <c:v>-3</c:v>
                </c:pt>
                <c:pt idx="321">
                  <c:v>-3</c:v>
                </c:pt>
                <c:pt idx="322">
                  <c:v>-3</c:v>
                </c:pt>
                <c:pt idx="323">
                  <c:v>-3</c:v>
                </c:pt>
                <c:pt idx="324">
                  <c:v>-3</c:v>
                </c:pt>
                <c:pt idx="325">
                  <c:v>-3</c:v>
                </c:pt>
                <c:pt idx="326">
                  <c:v>-3</c:v>
                </c:pt>
                <c:pt idx="327">
                  <c:v>-3</c:v>
                </c:pt>
                <c:pt idx="328">
                  <c:v>-3</c:v>
                </c:pt>
                <c:pt idx="329">
                  <c:v>-3</c:v>
                </c:pt>
                <c:pt idx="330">
                  <c:v>-3</c:v>
                </c:pt>
                <c:pt idx="331">
                  <c:v>-3</c:v>
                </c:pt>
                <c:pt idx="332">
                  <c:v>-3</c:v>
                </c:pt>
                <c:pt idx="333">
                  <c:v>-3</c:v>
                </c:pt>
                <c:pt idx="334">
                  <c:v>-3</c:v>
                </c:pt>
                <c:pt idx="335">
                  <c:v>-3</c:v>
                </c:pt>
                <c:pt idx="336">
                  <c:v>-3</c:v>
                </c:pt>
                <c:pt idx="337">
                  <c:v>-3</c:v>
                </c:pt>
                <c:pt idx="338">
                  <c:v>-3</c:v>
                </c:pt>
                <c:pt idx="339">
                  <c:v>-3</c:v>
                </c:pt>
                <c:pt idx="340">
                  <c:v>-3</c:v>
                </c:pt>
                <c:pt idx="341">
                  <c:v>-3</c:v>
                </c:pt>
                <c:pt idx="342">
                  <c:v>-3</c:v>
                </c:pt>
                <c:pt idx="343">
                  <c:v>-3</c:v>
                </c:pt>
                <c:pt idx="344">
                  <c:v>-3</c:v>
                </c:pt>
                <c:pt idx="345">
                  <c:v>-3</c:v>
                </c:pt>
                <c:pt idx="346">
                  <c:v>-3</c:v>
                </c:pt>
                <c:pt idx="347">
                  <c:v>-3</c:v>
                </c:pt>
                <c:pt idx="348">
                  <c:v>-3</c:v>
                </c:pt>
                <c:pt idx="349">
                  <c:v>-3</c:v>
                </c:pt>
                <c:pt idx="350">
                  <c:v>-3</c:v>
                </c:pt>
                <c:pt idx="351">
                  <c:v>-3</c:v>
                </c:pt>
                <c:pt idx="352">
                  <c:v>-3</c:v>
                </c:pt>
                <c:pt idx="353">
                  <c:v>-3</c:v>
                </c:pt>
                <c:pt idx="354">
                  <c:v>-3</c:v>
                </c:pt>
                <c:pt idx="355">
                  <c:v>-3</c:v>
                </c:pt>
                <c:pt idx="356">
                  <c:v>-3</c:v>
                </c:pt>
                <c:pt idx="357">
                  <c:v>-3</c:v>
                </c:pt>
                <c:pt idx="358">
                  <c:v>-3</c:v>
                </c:pt>
                <c:pt idx="359">
                  <c:v>-3</c:v>
                </c:pt>
                <c:pt idx="360">
                  <c:v>-3</c:v>
                </c:pt>
                <c:pt idx="361">
                  <c:v>-3</c:v>
                </c:pt>
                <c:pt idx="362">
                  <c:v>-3</c:v>
                </c:pt>
                <c:pt idx="363">
                  <c:v>-3</c:v>
                </c:pt>
                <c:pt idx="364">
                  <c:v>-3</c:v>
                </c:pt>
                <c:pt idx="365">
                  <c:v>-3</c:v>
                </c:pt>
                <c:pt idx="366">
                  <c:v>-3</c:v>
                </c:pt>
                <c:pt idx="367">
                  <c:v>-3</c:v>
                </c:pt>
                <c:pt idx="368">
                  <c:v>-3</c:v>
                </c:pt>
                <c:pt idx="369">
                  <c:v>-3</c:v>
                </c:pt>
                <c:pt idx="370">
                  <c:v>-3</c:v>
                </c:pt>
                <c:pt idx="371">
                  <c:v>-3</c:v>
                </c:pt>
                <c:pt idx="372">
                  <c:v>-3</c:v>
                </c:pt>
                <c:pt idx="373">
                  <c:v>-3</c:v>
                </c:pt>
                <c:pt idx="374">
                  <c:v>-3</c:v>
                </c:pt>
                <c:pt idx="375">
                  <c:v>-3</c:v>
                </c:pt>
                <c:pt idx="376">
                  <c:v>-3</c:v>
                </c:pt>
                <c:pt idx="377">
                  <c:v>-3</c:v>
                </c:pt>
                <c:pt idx="378">
                  <c:v>-3</c:v>
                </c:pt>
                <c:pt idx="379">
                  <c:v>-3</c:v>
                </c:pt>
                <c:pt idx="380">
                  <c:v>-3</c:v>
                </c:pt>
                <c:pt idx="381">
                  <c:v>-3</c:v>
                </c:pt>
                <c:pt idx="382">
                  <c:v>-3</c:v>
                </c:pt>
                <c:pt idx="383">
                  <c:v>-3</c:v>
                </c:pt>
                <c:pt idx="384">
                  <c:v>-3</c:v>
                </c:pt>
                <c:pt idx="385">
                  <c:v>-3</c:v>
                </c:pt>
                <c:pt idx="386">
                  <c:v>-3</c:v>
                </c:pt>
                <c:pt idx="387">
                  <c:v>-3</c:v>
                </c:pt>
                <c:pt idx="388">
                  <c:v>-3</c:v>
                </c:pt>
                <c:pt idx="389">
                  <c:v>-3</c:v>
                </c:pt>
                <c:pt idx="390">
                  <c:v>-3</c:v>
                </c:pt>
                <c:pt idx="391">
                  <c:v>-3</c:v>
                </c:pt>
                <c:pt idx="392">
                  <c:v>-3</c:v>
                </c:pt>
                <c:pt idx="393">
                  <c:v>-3</c:v>
                </c:pt>
                <c:pt idx="394">
                  <c:v>-3</c:v>
                </c:pt>
                <c:pt idx="395">
                  <c:v>-3</c:v>
                </c:pt>
                <c:pt idx="396">
                  <c:v>-3</c:v>
                </c:pt>
                <c:pt idx="397">
                  <c:v>-3</c:v>
                </c:pt>
                <c:pt idx="398">
                  <c:v>-3</c:v>
                </c:pt>
                <c:pt idx="399">
                  <c:v>-3</c:v>
                </c:pt>
                <c:pt idx="400">
                  <c:v>-3</c:v>
                </c:pt>
                <c:pt idx="401">
                  <c:v>-3</c:v>
                </c:pt>
                <c:pt idx="402">
                  <c:v>-3</c:v>
                </c:pt>
                <c:pt idx="403">
                  <c:v>-3</c:v>
                </c:pt>
                <c:pt idx="404">
                  <c:v>-3</c:v>
                </c:pt>
                <c:pt idx="405">
                  <c:v>-3</c:v>
                </c:pt>
                <c:pt idx="406">
                  <c:v>-3</c:v>
                </c:pt>
                <c:pt idx="407">
                  <c:v>-3</c:v>
                </c:pt>
                <c:pt idx="408">
                  <c:v>-3</c:v>
                </c:pt>
                <c:pt idx="409">
                  <c:v>-3</c:v>
                </c:pt>
                <c:pt idx="410">
                  <c:v>-3</c:v>
                </c:pt>
                <c:pt idx="411">
                  <c:v>-3</c:v>
                </c:pt>
                <c:pt idx="412">
                  <c:v>-3</c:v>
                </c:pt>
                <c:pt idx="413">
                  <c:v>-3</c:v>
                </c:pt>
                <c:pt idx="414">
                  <c:v>-3</c:v>
                </c:pt>
                <c:pt idx="415">
                  <c:v>-3</c:v>
                </c:pt>
                <c:pt idx="416">
                  <c:v>-3</c:v>
                </c:pt>
                <c:pt idx="417">
                  <c:v>-3</c:v>
                </c:pt>
                <c:pt idx="418">
                  <c:v>-3</c:v>
                </c:pt>
                <c:pt idx="419">
                  <c:v>-3</c:v>
                </c:pt>
                <c:pt idx="420">
                  <c:v>-3</c:v>
                </c:pt>
                <c:pt idx="421">
                  <c:v>-3</c:v>
                </c:pt>
                <c:pt idx="422">
                  <c:v>-3</c:v>
                </c:pt>
                <c:pt idx="423">
                  <c:v>-3</c:v>
                </c:pt>
                <c:pt idx="424">
                  <c:v>-3</c:v>
                </c:pt>
                <c:pt idx="425">
                  <c:v>-3</c:v>
                </c:pt>
                <c:pt idx="426">
                  <c:v>-3</c:v>
                </c:pt>
                <c:pt idx="427">
                  <c:v>-3</c:v>
                </c:pt>
                <c:pt idx="428">
                  <c:v>-3</c:v>
                </c:pt>
                <c:pt idx="429">
                  <c:v>-3</c:v>
                </c:pt>
                <c:pt idx="430">
                  <c:v>-3</c:v>
                </c:pt>
                <c:pt idx="431">
                  <c:v>-3</c:v>
                </c:pt>
                <c:pt idx="432">
                  <c:v>-3</c:v>
                </c:pt>
                <c:pt idx="433">
                  <c:v>-3</c:v>
                </c:pt>
                <c:pt idx="434">
                  <c:v>-3</c:v>
                </c:pt>
                <c:pt idx="435">
                  <c:v>-3</c:v>
                </c:pt>
                <c:pt idx="436">
                  <c:v>-3</c:v>
                </c:pt>
                <c:pt idx="437">
                  <c:v>-3</c:v>
                </c:pt>
                <c:pt idx="438">
                  <c:v>-3</c:v>
                </c:pt>
                <c:pt idx="439">
                  <c:v>-3</c:v>
                </c:pt>
                <c:pt idx="440">
                  <c:v>-3</c:v>
                </c:pt>
                <c:pt idx="441">
                  <c:v>-3</c:v>
                </c:pt>
                <c:pt idx="442">
                  <c:v>-3</c:v>
                </c:pt>
                <c:pt idx="443">
                  <c:v>-3</c:v>
                </c:pt>
                <c:pt idx="444">
                  <c:v>-3</c:v>
                </c:pt>
                <c:pt idx="445">
                  <c:v>-3</c:v>
                </c:pt>
                <c:pt idx="446">
                  <c:v>-3</c:v>
                </c:pt>
                <c:pt idx="447">
                  <c:v>-3</c:v>
                </c:pt>
                <c:pt idx="448">
                  <c:v>-3</c:v>
                </c:pt>
                <c:pt idx="449">
                  <c:v>-3</c:v>
                </c:pt>
                <c:pt idx="450">
                  <c:v>-3</c:v>
                </c:pt>
                <c:pt idx="451">
                  <c:v>-3</c:v>
                </c:pt>
                <c:pt idx="452">
                  <c:v>-3</c:v>
                </c:pt>
                <c:pt idx="453">
                  <c:v>-3</c:v>
                </c:pt>
                <c:pt idx="454">
                  <c:v>-3</c:v>
                </c:pt>
                <c:pt idx="455">
                  <c:v>-3</c:v>
                </c:pt>
                <c:pt idx="456">
                  <c:v>-3</c:v>
                </c:pt>
                <c:pt idx="457">
                  <c:v>-3</c:v>
                </c:pt>
                <c:pt idx="458">
                  <c:v>-3</c:v>
                </c:pt>
                <c:pt idx="459">
                  <c:v>-3</c:v>
                </c:pt>
                <c:pt idx="460">
                  <c:v>-3</c:v>
                </c:pt>
                <c:pt idx="461">
                  <c:v>-3</c:v>
                </c:pt>
                <c:pt idx="462">
                  <c:v>-3</c:v>
                </c:pt>
                <c:pt idx="463">
                  <c:v>-3</c:v>
                </c:pt>
                <c:pt idx="464">
                  <c:v>-3</c:v>
                </c:pt>
                <c:pt idx="465">
                  <c:v>-3</c:v>
                </c:pt>
                <c:pt idx="466">
                  <c:v>-3</c:v>
                </c:pt>
                <c:pt idx="467">
                  <c:v>-3</c:v>
                </c:pt>
                <c:pt idx="468">
                  <c:v>-3</c:v>
                </c:pt>
                <c:pt idx="469">
                  <c:v>-3</c:v>
                </c:pt>
                <c:pt idx="470">
                  <c:v>-3</c:v>
                </c:pt>
                <c:pt idx="471">
                  <c:v>-3</c:v>
                </c:pt>
                <c:pt idx="472">
                  <c:v>-3</c:v>
                </c:pt>
                <c:pt idx="473">
                  <c:v>-3</c:v>
                </c:pt>
                <c:pt idx="474">
                  <c:v>-3</c:v>
                </c:pt>
                <c:pt idx="475">
                  <c:v>-3</c:v>
                </c:pt>
                <c:pt idx="476">
                  <c:v>-3</c:v>
                </c:pt>
                <c:pt idx="477">
                  <c:v>-3</c:v>
                </c:pt>
                <c:pt idx="478">
                  <c:v>-3</c:v>
                </c:pt>
                <c:pt idx="479">
                  <c:v>-3</c:v>
                </c:pt>
                <c:pt idx="480">
                  <c:v>-3</c:v>
                </c:pt>
                <c:pt idx="481">
                  <c:v>-3</c:v>
                </c:pt>
                <c:pt idx="482">
                  <c:v>-3</c:v>
                </c:pt>
                <c:pt idx="483">
                  <c:v>-3</c:v>
                </c:pt>
                <c:pt idx="484">
                  <c:v>-3</c:v>
                </c:pt>
                <c:pt idx="485">
                  <c:v>-3</c:v>
                </c:pt>
                <c:pt idx="486">
                  <c:v>-3</c:v>
                </c:pt>
                <c:pt idx="487">
                  <c:v>-3</c:v>
                </c:pt>
                <c:pt idx="488">
                  <c:v>-3</c:v>
                </c:pt>
                <c:pt idx="489">
                  <c:v>-3</c:v>
                </c:pt>
                <c:pt idx="490">
                  <c:v>-3</c:v>
                </c:pt>
                <c:pt idx="491">
                  <c:v>-3</c:v>
                </c:pt>
                <c:pt idx="492">
                  <c:v>-3</c:v>
                </c:pt>
                <c:pt idx="493">
                  <c:v>-3</c:v>
                </c:pt>
                <c:pt idx="494">
                  <c:v>-3</c:v>
                </c:pt>
                <c:pt idx="495">
                  <c:v>-3</c:v>
                </c:pt>
                <c:pt idx="496">
                  <c:v>-3</c:v>
                </c:pt>
                <c:pt idx="497">
                  <c:v>-3</c:v>
                </c:pt>
                <c:pt idx="498">
                  <c:v>-3</c:v>
                </c:pt>
                <c:pt idx="499">
                  <c:v>-3</c:v>
                </c:pt>
                <c:pt idx="500">
                  <c:v>-3</c:v>
                </c:pt>
                <c:pt idx="501">
                  <c:v>-3</c:v>
                </c:pt>
                <c:pt idx="502">
                  <c:v>-3</c:v>
                </c:pt>
                <c:pt idx="503">
                  <c:v>-3</c:v>
                </c:pt>
                <c:pt idx="504">
                  <c:v>-3</c:v>
                </c:pt>
                <c:pt idx="505">
                  <c:v>-3</c:v>
                </c:pt>
                <c:pt idx="506">
                  <c:v>-3</c:v>
                </c:pt>
                <c:pt idx="507">
                  <c:v>-3</c:v>
                </c:pt>
                <c:pt idx="508">
                  <c:v>-3</c:v>
                </c:pt>
                <c:pt idx="509">
                  <c:v>-3</c:v>
                </c:pt>
                <c:pt idx="510">
                  <c:v>-3</c:v>
                </c:pt>
                <c:pt idx="511">
                  <c:v>-3</c:v>
                </c:pt>
                <c:pt idx="512">
                  <c:v>-3</c:v>
                </c:pt>
                <c:pt idx="513">
                  <c:v>-3</c:v>
                </c:pt>
                <c:pt idx="514">
                  <c:v>-3</c:v>
                </c:pt>
                <c:pt idx="515">
                  <c:v>-3</c:v>
                </c:pt>
                <c:pt idx="516">
                  <c:v>-3</c:v>
                </c:pt>
                <c:pt idx="517">
                  <c:v>-3</c:v>
                </c:pt>
                <c:pt idx="518">
                  <c:v>-3</c:v>
                </c:pt>
                <c:pt idx="519">
                  <c:v>-3</c:v>
                </c:pt>
                <c:pt idx="520">
                  <c:v>-3</c:v>
                </c:pt>
                <c:pt idx="521">
                  <c:v>-3</c:v>
                </c:pt>
                <c:pt idx="522">
                  <c:v>-3</c:v>
                </c:pt>
                <c:pt idx="523">
                  <c:v>-3</c:v>
                </c:pt>
                <c:pt idx="524">
                  <c:v>-3</c:v>
                </c:pt>
                <c:pt idx="525">
                  <c:v>-3</c:v>
                </c:pt>
                <c:pt idx="526">
                  <c:v>-3</c:v>
                </c:pt>
                <c:pt idx="527">
                  <c:v>-3</c:v>
                </c:pt>
                <c:pt idx="528">
                  <c:v>-3</c:v>
                </c:pt>
                <c:pt idx="529">
                  <c:v>-3</c:v>
                </c:pt>
                <c:pt idx="530">
                  <c:v>-3</c:v>
                </c:pt>
                <c:pt idx="531">
                  <c:v>-3</c:v>
                </c:pt>
                <c:pt idx="532">
                  <c:v>-3</c:v>
                </c:pt>
                <c:pt idx="533">
                  <c:v>-3</c:v>
                </c:pt>
                <c:pt idx="534">
                  <c:v>-3</c:v>
                </c:pt>
                <c:pt idx="535">
                  <c:v>-3</c:v>
                </c:pt>
                <c:pt idx="536">
                  <c:v>-3</c:v>
                </c:pt>
                <c:pt idx="537">
                  <c:v>-3</c:v>
                </c:pt>
                <c:pt idx="538">
                  <c:v>-3</c:v>
                </c:pt>
                <c:pt idx="539">
                  <c:v>-3</c:v>
                </c:pt>
                <c:pt idx="540">
                  <c:v>-3</c:v>
                </c:pt>
                <c:pt idx="541">
                  <c:v>-3</c:v>
                </c:pt>
                <c:pt idx="542">
                  <c:v>-3</c:v>
                </c:pt>
                <c:pt idx="543">
                  <c:v>-3</c:v>
                </c:pt>
                <c:pt idx="544">
                  <c:v>-3</c:v>
                </c:pt>
                <c:pt idx="545">
                  <c:v>-3</c:v>
                </c:pt>
                <c:pt idx="546">
                  <c:v>-3</c:v>
                </c:pt>
                <c:pt idx="547">
                  <c:v>-3</c:v>
                </c:pt>
                <c:pt idx="548">
                  <c:v>-3</c:v>
                </c:pt>
                <c:pt idx="549">
                  <c:v>-3</c:v>
                </c:pt>
                <c:pt idx="550">
                  <c:v>-3</c:v>
                </c:pt>
                <c:pt idx="551">
                  <c:v>-3</c:v>
                </c:pt>
                <c:pt idx="552">
                  <c:v>-3</c:v>
                </c:pt>
                <c:pt idx="553">
                  <c:v>-3</c:v>
                </c:pt>
                <c:pt idx="554">
                  <c:v>-3</c:v>
                </c:pt>
                <c:pt idx="555">
                  <c:v>-3</c:v>
                </c:pt>
                <c:pt idx="556">
                  <c:v>-3</c:v>
                </c:pt>
                <c:pt idx="557">
                  <c:v>-3</c:v>
                </c:pt>
                <c:pt idx="558">
                  <c:v>-3</c:v>
                </c:pt>
                <c:pt idx="559">
                  <c:v>-3</c:v>
                </c:pt>
                <c:pt idx="560">
                  <c:v>-3</c:v>
                </c:pt>
                <c:pt idx="561">
                  <c:v>-3</c:v>
                </c:pt>
                <c:pt idx="562">
                  <c:v>-3</c:v>
                </c:pt>
                <c:pt idx="563">
                  <c:v>-3</c:v>
                </c:pt>
                <c:pt idx="564">
                  <c:v>-3</c:v>
                </c:pt>
                <c:pt idx="565">
                  <c:v>-3</c:v>
                </c:pt>
                <c:pt idx="566">
                  <c:v>-3</c:v>
                </c:pt>
                <c:pt idx="567">
                  <c:v>-3</c:v>
                </c:pt>
                <c:pt idx="568">
                  <c:v>-3</c:v>
                </c:pt>
                <c:pt idx="569">
                  <c:v>-3</c:v>
                </c:pt>
                <c:pt idx="570">
                  <c:v>-3</c:v>
                </c:pt>
                <c:pt idx="571">
                  <c:v>-3</c:v>
                </c:pt>
                <c:pt idx="572">
                  <c:v>-3</c:v>
                </c:pt>
                <c:pt idx="573">
                  <c:v>-3</c:v>
                </c:pt>
                <c:pt idx="574">
                  <c:v>-3</c:v>
                </c:pt>
                <c:pt idx="575">
                  <c:v>-3</c:v>
                </c:pt>
                <c:pt idx="576">
                  <c:v>-3</c:v>
                </c:pt>
                <c:pt idx="577">
                  <c:v>-3</c:v>
                </c:pt>
                <c:pt idx="578">
                  <c:v>-3</c:v>
                </c:pt>
                <c:pt idx="579">
                  <c:v>-3</c:v>
                </c:pt>
                <c:pt idx="580">
                  <c:v>-3</c:v>
                </c:pt>
                <c:pt idx="581">
                  <c:v>-3</c:v>
                </c:pt>
                <c:pt idx="582">
                  <c:v>-3</c:v>
                </c:pt>
                <c:pt idx="583">
                  <c:v>-3</c:v>
                </c:pt>
                <c:pt idx="584">
                  <c:v>-3</c:v>
                </c:pt>
                <c:pt idx="585">
                  <c:v>-3</c:v>
                </c:pt>
                <c:pt idx="586">
                  <c:v>-3</c:v>
                </c:pt>
                <c:pt idx="587">
                  <c:v>-3</c:v>
                </c:pt>
                <c:pt idx="588">
                  <c:v>-3</c:v>
                </c:pt>
                <c:pt idx="589">
                  <c:v>-3</c:v>
                </c:pt>
                <c:pt idx="590">
                  <c:v>-3</c:v>
                </c:pt>
                <c:pt idx="591">
                  <c:v>-3</c:v>
                </c:pt>
                <c:pt idx="592">
                  <c:v>-3</c:v>
                </c:pt>
                <c:pt idx="593">
                  <c:v>-3</c:v>
                </c:pt>
                <c:pt idx="594">
                  <c:v>-3</c:v>
                </c:pt>
                <c:pt idx="595">
                  <c:v>-3</c:v>
                </c:pt>
                <c:pt idx="596">
                  <c:v>-3</c:v>
                </c:pt>
                <c:pt idx="597">
                  <c:v>-3</c:v>
                </c:pt>
                <c:pt idx="598">
                  <c:v>-3</c:v>
                </c:pt>
                <c:pt idx="599">
                  <c:v>-3</c:v>
                </c:pt>
                <c:pt idx="600">
                  <c:v>-3</c:v>
                </c:pt>
                <c:pt idx="601">
                  <c:v>-3</c:v>
                </c:pt>
                <c:pt idx="602">
                  <c:v>-3</c:v>
                </c:pt>
                <c:pt idx="603">
                  <c:v>-3</c:v>
                </c:pt>
                <c:pt idx="604">
                  <c:v>-3</c:v>
                </c:pt>
                <c:pt idx="605">
                  <c:v>-3</c:v>
                </c:pt>
                <c:pt idx="606">
                  <c:v>-3</c:v>
                </c:pt>
                <c:pt idx="607">
                  <c:v>-3</c:v>
                </c:pt>
                <c:pt idx="608">
                  <c:v>-3</c:v>
                </c:pt>
                <c:pt idx="609">
                  <c:v>-3</c:v>
                </c:pt>
                <c:pt idx="610">
                  <c:v>-3</c:v>
                </c:pt>
                <c:pt idx="611">
                  <c:v>-3</c:v>
                </c:pt>
                <c:pt idx="612">
                  <c:v>-3</c:v>
                </c:pt>
                <c:pt idx="613">
                  <c:v>-3</c:v>
                </c:pt>
                <c:pt idx="614">
                  <c:v>-3</c:v>
                </c:pt>
                <c:pt idx="615">
                  <c:v>-3</c:v>
                </c:pt>
                <c:pt idx="616">
                  <c:v>-3</c:v>
                </c:pt>
                <c:pt idx="617">
                  <c:v>-3</c:v>
                </c:pt>
                <c:pt idx="618">
                  <c:v>-3</c:v>
                </c:pt>
                <c:pt idx="619">
                  <c:v>-3</c:v>
                </c:pt>
                <c:pt idx="620">
                  <c:v>-3</c:v>
                </c:pt>
                <c:pt idx="621">
                  <c:v>-3</c:v>
                </c:pt>
                <c:pt idx="622">
                  <c:v>-3</c:v>
                </c:pt>
                <c:pt idx="623">
                  <c:v>-3</c:v>
                </c:pt>
                <c:pt idx="624">
                  <c:v>-3</c:v>
                </c:pt>
                <c:pt idx="625">
                  <c:v>-3</c:v>
                </c:pt>
                <c:pt idx="626">
                  <c:v>-3</c:v>
                </c:pt>
                <c:pt idx="627">
                  <c:v>-3</c:v>
                </c:pt>
                <c:pt idx="628">
                  <c:v>-3</c:v>
                </c:pt>
                <c:pt idx="629">
                  <c:v>-3</c:v>
                </c:pt>
                <c:pt idx="630">
                  <c:v>-3</c:v>
                </c:pt>
                <c:pt idx="631">
                  <c:v>-3</c:v>
                </c:pt>
                <c:pt idx="632">
                  <c:v>-3</c:v>
                </c:pt>
                <c:pt idx="633">
                  <c:v>-3</c:v>
                </c:pt>
                <c:pt idx="634">
                  <c:v>-3</c:v>
                </c:pt>
                <c:pt idx="635">
                  <c:v>-3</c:v>
                </c:pt>
                <c:pt idx="636">
                  <c:v>-3</c:v>
                </c:pt>
                <c:pt idx="637">
                  <c:v>-3</c:v>
                </c:pt>
                <c:pt idx="638">
                  <c:v>-3</c:v>
                </c:pt>
                <c:pt idx="639">
                  <c:v>-3</c:v>
                </c:pt>
                <c:pt idx="640">
                  <c:v>-3</c:v>
                </c:pt>
                <c:pt idx="641">
                  <c:v>-3</c:v>
                </c:pt>
                <c:pt idx="642">
                  <c:v>-3</c:v>
                </c:pt>
                <c:pt idx="643">
                  <c:v>-3</c:v>
                </c:pt>
                <c:pt idx="644">
                  <c:v>-3</c:v>
                </c:pt>
                <c:pt idx="645">
                  <c:v>-3</c:v>
                </c:pt>
                <c:pt idx="646">
                  <c:v>-3</c:v>
                </c:pt>
                <c:pt idx="647">
                  <c:v>-3</c:v>
                </c:pt>
                <c:pt idx="648">
                  <c:v>-3</c:v>
                </c:pt>
                <c:pt idx="649">
                  <c:v>-3</c:v>
                </c:pt>
                <c:pt idx="650">
                  <c:v>-3</c:v>
                </c:pt>
                <c:pt idx="651">
                  <c:v>-3</c:v>
                </c:pt>
                <c:pt idx="652">
                  <c:v>-3</c:v>
                </c:pt>
                <c:pt idx="653">
                  <c:v>-3</c:v>
                </c:pt>
                <c:pt idx="654">
                  <c:v>-3</c:v>
                </c:pt>
                <c:pt idx="655">
                  <c:v>-3</c:v>
                </c:pt>
                <c:pt idx="656">
                  <c:v>-3</c:v>
                </c:pt>
                <c:pt idx="657">
                  <c:v>-3</c:v>
                </c:pt>
                <c:pt idx="658">
                  <c:v>-3</c:v>
                </c:pt>
                <c:pt idx="659">
                  <c:v>-3</c:v>
                </c:pt>
                <c:pt idx="660">
                  <c:v>-3</c:v>
                </c:pt>
                <c:pt idx="661">
                  <c:v>-3</c:v>
                </c:pt>
                <c:pt idx="662">
                  <c:v>-3</c:v>
                </c:pt>
                <c:pt idx="663">
                  <c:v>-3</c:v>
                </c:pt>
                <c:pt idx="664">
                  <c:v>-3</c:v>
                </c:pt>
                <c:pt idx="665">
                  <c:v>-3</c:v>
                </c:pt>
                <c:pt idx="666">
                  <c:v>-3</c:v>
                </c:pt>
                <c:pt idx="667">
                  <c:v>-3</c:v>
                </c:pt>
                <c:pt idx="668">
                  <c:v>-3</c:v>
                </c:pt>
                <c:pt idx="669">
                  <c:v>-3</c:v>
                </c:pt>
                <c:pt idx="670">
                  <c:v>-3</c:v>
                </c:pt>
                <c:pt idx="671">
                  <c:v>-3</c:v>
                </c:pt>
                <c:pt idx="672">
                  <c:v>-3</c:v>
                </c:pt>
                <c:pt idx="673">
                  <c:v>-3</c:v>
                </c:pt>
                <c:pt idx="674">
                  <c:v>-3</c:v>
                </c:pt>
                <c:pt idx="675">
                  <c:v>-3</c:v>
                </c:pt>
                <c:pt idx="676">
                  <c:v>-3</c:v>
                </c:pt>
                <c:pt idx="677">
                  <c:v>-3</c:v>
                </c:pt>
                <c:pt idx="678">
                  <c:v>-3</c:v>
                </c:pt>
                <c:pt idx="679">
                  <c:v>-3</c:v>
                </c:pt>
                <c:pt idx="680">
                  <c:v>-3</c:v>
                </c:pt>
                <c:pt idx="681">
                  <c:v>-3</c:v>
                </c:pt>
                <c:pt idx="682">
                  <c:v>-3</c:v>
                </c:pt>
                <c:pt idx="683">
                  <c:v>-3</c:v>
                </c:pt>
                <c:pt idx="684">
                  <c:v>-3</c:v>
                </c:pt>
                <c:pt idx="685">
                  <c:v>-3</c:v>
                </c:pt>
                <c:pt idx="686">
                  <c:v>-3</c:v>
                </c:pt>
                <c:pt idx="687">
                  <c:v>-3</c:v>
                </c:pt>
                <c:pt idx="688">
                  <c:v>-3</c:v>
                </c:pt>
                <c:pt idx="689">
                  <c:v>-3</c:v>
                </c:pt>
                <c:pt idx="690">
                  <c:v>-3</c:v>
                </c:pt>
                <c:pt idx="691">
                  <c:v>-3</c:v>
                </c:pt>
                <c:pt idx="692">
                  <c:v>-3</c:v>
                </c:pt>
                <c:pt idx="693">
                  <c:v>-3</c:v>
                </c:pt>
                <c:pt idx="694">
                  <c:v>-3</c:v>
                </c:pt>
                <c:pt idx="695">
                  <c:v>-3</c:v>
                </c:pt>
                <c:pt idx="696">
                  <c:v>-3</c:v>
                </c:pt>
                <c:pt idx="697">
                  <c:v>-3</c:v>
                </c:pt>
                <c:pt idx="698">
                  <c:v>-3</c:v>
                </c:pt>
                <c:pt idx="699">
                  <c:v>-3</c:v>
                </c:pt>
                <c:pt idx="700">
                  <c:v>-3</c:v>
                </c:pt>
                <c:pt idx="701">
                  <c:v>-3</c:v>
                </c:pt>
                <c:pt idx="702">
                  <c:v>-3</c:v>
                </c:pt>
                <c:pt idx="703">
                  <c:v>-3</c:v>
                </c:pt>
                <c:pt idx="704">
                  <c:v>-3</c:v>
                </c:pt>
                <c:pt idx="705">
                  <c:v>-3</c:v>
                </c:pt>
                <c:pt idx="706">
                  <c:v>-3</c:v>
                </c:pt>
                <c:pt idx="707">
                  <c:v>-3</c:v>
                </c:pt>
                <c:pt idx="708">
                  <c:v>-3</c:v>
                </c:pt>
                <c:pt idx="709">
                  <c:v>-3</c:v>
                </c:pt>
                <c:pt idx="710">
                  <c:v>-3</c:v>
                </c:pt>
                <c:pt idx="711">
                  <c:v>-3</c:v>
                </c:pt>
                <c:pt idx="712">
                  <c:v>-3</c:v>
                </c:pt>
                <c:pt idx="713">
                  <c:v>-3</c:v>
                </c:pt>
                <c:pt idx="714">
                  <c:v>-3</c:v>
                </c:pt>
                <c:pt idx="715">
                  <c:v>-3</c:v>
                </c:pt>
                <c:pt idx="716">
                  <c:v>-3</c:v>
                </c:pt>
                <c:pt idx="717">
                  <c:v>-3</c:v>
                </c:pt>
                <c:pt idx="718">
                  <c:v>-3</c:v>
                </c:pt>
                <c:pt idx="719">
                  <c:v>-3</c:v>
                </c:pt>
                <c:pt idx="720">
                  <c:v>-3</c:v>
                </c:pt>
                <c:pt idx="721">
                  <c:v>-3</c:v>
                </c:pt>
                <c:pt idx="722">
                  <c:v>-3</c:v>
                </c:pt>
                <c:pt idx="723">
                  <c:v>-3</c:v>
                </c:pt>
                <c:pt idx="724">
                  <c:v>-3</c:v>
                </c:pt>
                <c:pt idx="725">
                  <c:v>-3</c:v>
                </c:pt>
                <c:pt idx="726">
                  <c:v>-3</c:v>
                </c:pt>
                <c:pt idx="727">
                  <c:v>-3</c:v>
                </c:pt>
                <c:pt idx="728">
                  <c:v>-3</c:v>
                </c:pt>
                <c:pt idx="729">
                  <c:v>-3</c:v>
                </c:pt>
                <c:pt idx="730">
                  <c:v>-3</c:v>
                </c:pt>
                <c:pt idx="731">
                  <c:v>-3</c:v>
                </c:pt>
                <c:pt idx="732">
                  <c:v>-3</c:v>
                </c:pt>
                <c:pt idx="733">
                  <c:v>-3</c:v>
                </c:pt>
                <c:pt idx="734">
                  <c:v>-3</c:v>
                </c:pt>
                <c:pt idx="735">
                  <c:v>-3</c:v>
                </c:pt>
                <c:pt idx="736">
                  <c:v>-3</c:v>
                </c:pt>
                <c:pt idx="737">
                  <c:v>-3</c:v>
                </c:pt>
                <c:pt idx="738">
                  <c:v>-3</c:v>
                </c:pt>
                <c:pt idx="739">
                  <c:v>-3</c:v>
                </c:pt>
                <c:pt idx="740">
                  <c:v>-3</c:v>
                </c:pt>
                <c:pt idx="741">
                  <c:v>-3</c:v>
                </c:pt>
                <c:pt idx="742">
                  <c:v>-3</c:v>
                </c:pt>
                <c:pt idx="743">
                  <c:v>-3</c:v>
                </c:pt>
                <c:pt idx="744">
                  <c:v>-3</c:v>
                </c:pt>
                <c:pt idx="745">
                  <c:v>-3</c:v>
                </c:pt>
                <c:pt idx="746">
                  <c:v>-3</c:v>
                </c:pt>
                <c:pt idx="747">
                  <c:v>-3</c:v>
                </c:pt>
                <c:pt idx="748">
                  <c:v>-3</c:v>
                </c:pt>
                <c:pt idx="749">
                  <c:v>-3</c:v>
                </c:pt>
                <c:pt idx="750">
                  <c:v>-3</c:v>
                </c:pt>
                <c:pt idx="751">
                  <c:v>-3</c:v>
                </c:pt>
                <c:pt idx="752">
                  <c:v>-3</c:v>
                </c:pt>
                <c:pt idx="753">
                  <c:v>-3</c:v>
                </c:pt>
                <c:pt idx="754">
                  <c:v>-3</c:v>
                </c:pt>
                <c:pt idx="755">
                  <c:v>-3</c:v>
                </c:pt>
                <c:pt idx="756">
                  <c:v>-3</c:v>
                </c:pt>
                <c:pt idx="757">
                  <c:v>-3</c:v>
                </c:pt>
                <c:pt idx="758">
                  <c:v>-3</c:v>
                </c:pt>
                <c:pt idx="759">
                  <c:v>-3</c:v>
                </c:pt>
                <c:pt idx="760">
                  <c:v>-3</c:v>
                </c:pt>
                <c:pt idx="761">
                  <c:v>-3</c:v>
                </c:pt>
                <c:pt idx="762">
                  <c:v>-3</c:v>
                </c:pt>
                <c:pt idx="763">
                  <c:v>-3</c:v>
                </c:pt>
                <c:pt idx="764">
                  <c:v>-3</c:v>
                </c:pt>
                <c:pt idx="765">
                  <c:v>-3</c:v>
                </c:pt>
                <c:pt idx="766">
                  <c:v>-3</c:v>
                </c:pt>
                <c:pt idx="767">
                  <c:v>-3</c:v>
                </c:pt>
                <c:pt idx="768">
                  <c:v>-3</c:v>
                </c:pt>
                <c:pt idx="769">
                  <c:v>-3</c:v>
                </c:pt>
                <c:pt idx="770">
                  <c:v>-3</c:v>
                </c:pt>
                <c:pt idx="771">
                  <c:v>-3</c:v>
                </c:pt>
                <c:pt idx="772">
                  <c:v>-3</c:v>
                </c:pt>
                <c:pt idx="773">
                  <c:v>-3</c:v>
                </c:pt>
                <c:pt idx="774">
                  <c:v>-3</c:v>
                </c:pt>
                <c:pt idx="775">
                  <c:v>-3</c:v>
                </c:pt>
                <c:pt idx="776">
                  <c:v>-3</c:v>
                </c:pt>
                <c:pt idx="777">
                  <c:v>-3</c:v>
                </c:pt>
                <c:pt idx="778">
                  <c:v>-3</c:v>
                </c:pt>
                <c:pt idx="779">
                  <c:v>-3</c:v>
                </c:pt>
                <c:pt idx="780">
                  <c:v>-3</c:v>
                </c:pt>
                <c:pt idx="781">
                  <c:v>-3</c:v>
                </c:pt>
                <c:pt idx="782">
                  <c:v>-3</c:v>
                </c:pt>
                <c:pt idx="783">
                  <c:v>-3</c:v>
                </c:pt>
                <c:pt idx="784">
                  <c:v>-3</c:v>
                </c:pt>
                <c:pt idx="785">
                  <c:v>-3</c:v>
                </c:pt>
                <c:pt idx="786">
                  <c:v>-3</c:v>
                </c:pt>
                <c:pt idx="787">
                  <c:v>-3</c:v>
                </c:pt>
                <c:pt idx="788">
                  <c:v>-3</c:v>
                </c:pt>
                <c:pt idx="789">
                  <c:v>-3</c:v>
                </c:pt>
                <c:pt idx="790">
                  <c:v>-3</c:v>
                </c:pt>
                <c:pt idx="791">
                  <c:v>-3</c:v>
                </c:pt>
                <c:pt idx="792">
                  <c:v>-3</c:v>
                </c:pt>
                <c:pt idx="793">
                  <c:v>-3</c:v>
                </c:pt>
                <c:pt idx="794">
                  <c:v>-3</c:v>
                </c:pt>
                <c:pt idx="795">
                  <c:v>-3</c:v>
                </c:pt>
                <c:pt idx="796">
                  <c:v>-3</c:v>
                </c:pt>
                <c:pt idx="797">
                  <c:v>-3</c:v>
                </c:pt>
                <c:pt idx="798">
                  <c:v>-3</c:v>
                </c:pt>
                <c:pt idx="799">
                  <c:v>-3</c:v>
                </c:pt>
                <c:pt idx="800">
                  <c:v>-3</c:v>
                </c:pt>
                <c:pt idx="801">
                  <c:v>-3</c:v>
                </c:pt>
                <c:pt idx="802">
                  <c:v>-3</c:v>
                </c:pt>
                <c:pt idx="803">
                  <c:v>-3</c:v>
                </c:pt>
                <c:pt idx="804">
                  <c:v>-3</c:v>
                </c:pt>
                <c:pt idx="805">
                  <c:v>-3</c:v>
                </c:pt>
                <c:pt idx="806">
                  <c:v>-3</c:v>
                </c:pt>
                <c:pt idx="807">
                  <c:v>-3</c:v>
                </c:pt>
                <c:pt idx="808">
                  <c:v>-3</c:v>
                </c:pt>
                <c:pt idx="809">
                  <c:v>-3</c:v>
                </c:pt>
                <c:pt idx="810">
                  <c:v>-3</c:v>
                </c:pt>
                <c:pt idx="811">
                  <c:v>-3</c:v>
                </c:pt>
                <c:pt idx="812">
                  <c:v>-3</c:v>
                </c:pt>
                <c:pt idx="813">
                  <c:v>-3</c:v>
                </c:pt>
                <c:pt idx="814">
                  <c:v>-3</c:v>
                </c:pt>
                <c:pt idx="815">
                  <c:v>-3</c:v>
                </c:pt>
                <c:pt idx="816">
                  <c:v>-3</c:v>
                </c:pt>
                <c:pt idx="817">
                  <c:v>-3</c:v>
                </c:pt>
                <c:pt idx="818">
                  <c:v>-3</c:v>
                </c:pt>
                <c:pt idx="819">
                  <c:v>-3</c:v>
                </c:pt>
                <c:pt idx="820">
                  <c:v>-3</c:v>
                </c:pt>
                <c:pt idx="821">
                  <c:v>-3</c:v>
                </c:pt>
                <c:pt idx="822">
                  <c:v>-3</c:v>
                </c:pt>
                <c:pt idx="823">
                  <c:v>-3</c:v>
                </c:pt>
                <c:pt idx="824">
                  <c:v>-3</c:v>
                </c:pt>
                <c:pt idx="825">
                  <c:v>-3</c:v>
                </c:pt>
                <c:pt idx="826">
                  <c:v>-3</c:v>
                </c:pt>
                <c:pt idx="827">
                  <c:v>-3</c:v>
                </c:pt>
                <c:pt idx="828">
                  <c:v>-3</c:v>
                </c:pt>
                <c:pt idx="829">
                  <c:v>-3</c:v>
                </c:pt>
                <c:pt idx="830">
                  <c:v>-3</c:v>
                </c:pt>
                <c:pt idx="831">
                  <c:v>-3</c:v>
                </c:pt>
                <c:pt idx="832">
                  <c:v>-3</c:v>
                </c:pt>
                <c:pt idx="833">
                  <c:v>-3</c:v>
                </c:pt>
                <c:pt idx="834">
                  <c:v>-3</c:v>
                </c:pt>
                <c:pt idx="835">
                  <c:v>-3</c:v>
                </c:pt>
                <c:pt idx="836">
                  <c:v>-3</c:v>
                </c:pt>
                <c:pt idx="837">
                  <c:v>-3</c:v>
                </c:pt>
                <c:pt idx="838">
                  <c:v>-3</c:v>
                </c:pt>
                <c:pt idx="839">
                  <c:v>-3</c:v>
                </c:pt>
                <c:pt idx="840">
                  <c:v>-3</c:v>
                </c:pt>
                <c:pt idx="841">
                  <c:v>-3</c:v>
                </c:pt>
                <c:pt idx="842">
                  <c:v>-3</c:v>
                </c:pt>
                <c:pt idx="843">
                  <c:v>-3</c:v>
                </c:pt>
                <c:pt idx="844">
                  <c:v>-3</c:v>
                </c:pt>
                <c:pt idx="845">
                  <c:v>-3</c:v>
                </c:pt>
                <c:pt idx="846">
                  <c:v>-3</c:v>
                </c:pt>
                <c:pt idx="847">
                  <c:v>-3</c:v>
                </c:pt>
                <c:pt idx="848">
                  <c:v>-3</c:v>
                </c:pt>
                <c:pt idx="849">
                  <c:v>-3</c:v>
                </c:pt>
                <c:pt idx="850">
                  <c:v>-3</c:v>
                </c:pt>
                <c:pt idx="851">
                  <c:v>-3</c:v>
                </c:pt>
                <c:pt idx="852">
                  <c:v>-3</c:v>
                </c:pt>
                <c:pt idx="853">
                  <c:v>-3</c:v>
                </c:pt>
                <c:pt idx="854">
                  <c:v>-3</c:v>
                </c:pt>
                <c:pt idx="855">
                  <c:v>-3</c:v>
                </c:pt>
                <c:pt idx="856">
                  <c:v>-3</c:v>
                </c:pt>
                <c:pt idx="857">
                  <c:v>-3</c:v>
                </c:pt>
                <c:pt idx="858">
                  <c:v>-3</c:v>
                </c:pt>
                <c:pt idx="859">
                  <c:v>-3</c:v>
                </c:pt>
                <c:pt idx="860">
                  <c:v>-3</c:v>
                </c:pt>
                <c:pt idx="861">
                  <c:v>-3</c:v>
                </c:pt>
                <c:pt idx="862">
                  <c:v>-3</c:v>
                </c:pt>
                <c:pt idx="863">
                  <c:v>-3</c:v>
                </c:pt>
                <c:pt idx="864">
                  <c:v>-3</c:v>
                </c:pt>
                <c:pt idx="865">
                  <c:v>-3</c:v>
                </c:pt>
                <c:pt idx="866">
                  <c:v>-3</c:v>
                </c:pt>
                <c:pt idx="867">
                  <c:v>-3</c:v>
                </c:pt>
                <c:pt idx="868">
                  <c:v>-3</c:v>
                </c:pt>
                <c:pt idx="869">
                  <c:v>-3</c:v>
                </c:pt>
                <c:pt idx="870">
                  <c:v>-3</c:v>
                </c:pt>
                <c:pt idx="871">
                  <c:v>-3</c:v>
                </c:pt>
                <c:pt idx="872">
                  <c:v>-3</c:v>
                </c:pt>
                <c:pt idx="873">
                  <c:v>-3</c:v>
                </c:pt>
                <c:pt idx="874">
                  <c:v>-3</c:v>
                </c:pt>
                <c:pt idx="875">
                  <c:v>-3</c:v>
                </c:pt>
                <c:pt idx="876">
                  <c:v>-3</c:v>
                </c:pt>
                <c:pt idx="877">
                  <c:v>-3</c:v>
                </c:pt>
                <c:pt idx="878">
                  <c:v>-3</c:v>
                </c:pt>
                <c:pt idx="879">
                  <c:v>-3</c:v>
                </c:pt>
                <c:pt idx="880">
                  <c:v>-3</c:v>
                </c:pt>
                <c:pt idx="881">
                  <c:v>-3</c:v>
                </c:pt>
                <c:pt idx="882">
                  <c:v>-3</c:v>
                </c:pt>
                <c:pt idx="883">
                  <c:v>-3</c:v>
                </c:pt>
                <c:pt idx="884">
                  <c:v>-3</c:v>
                </c:pt>
                <c:pt idx="885">
                  <c:v>-3</c:v>
                </c:pt>
                <c:pt idx="886">
                  <c:v>-3</c:v>
                </c:pt>
                <c:pt idx="887">
                  <c:v>-3</c:v>
                </c:pt>
                <c:pt idx="888">
                  <c:v>-3</c:v>
                </c:pt>
                <c:pt idx="889">
                  <c:v>-3</c:v>
                </c:pt>
                <c:pt idx="890">
                  <c:v>-3</c:v>
                </c:pt>
                <c:pt idx="891">
                  <c:v>-3</c:v>
                </c:pt>
                <c:pt idx="892">
                  <c:v>-3</c:v>
                </c:pt>
                <c:pt idx="893">
                  <c:v>-3</c:v>
                </c:pt>
                <c:pt idx="894">
                  <c:v>-3</c:v>
                </c:pt>
                <c:pt idx="895">
                  <c:v>-3</c:v>
                </c:pt>
                <c:pt idx="896">
                  <c:v>-3</c:v>
                </c:pt>
                <c:pt idx="897">
                  <c:v>-3</c:v>
                </c:pt>
                <c:pt idx="898">
                  <c:v>-3</c:v>
                </c:pt>
                <c:pt idx="899">
                  <c:v>-3</c:v>
                </c:pt>
                <c:pt idx="900">
                  <c:v>-3</c:v>
                </c:pt>
                <c:pt idx="901">
                  <c:v>-3</c:v>
                </c:pt>
                <c:pt idx="902">
                  <c:v>-3</c:v>
                </c:pt>
                <c:pt idx="903">
                  <c:v>-3</c:v>
                </c:pt>
                <c:pt idx="904">
                  <c:v>-3</c:v>
                </c:pt>
                <c:pt idx="905">
                  <c:v>-3</c:v>
                </c:pt>
                <c:pt idx="906">
                  <c:v>-3</c:v>
                </c:pt>
                <c:pt idx="907">
                  <c:v>-3</c:v>
                </c:pt>
                <c:pt idx="908">
                  <c:v>-3</c:v>
                </c:pt>
                <c:pt idx="909">
                  <c:v>-3</c:v>
                </c:pt>
                <c:pt idx="910">
                  <c:v>-3</c:v>
                </c:pt>
                <c:pt idx="911">
                  <c:v>-3</c:v>
                </c:pt>
                <c:pt idx="912">
                  <c:v>-3</c:v>
                </c:pt>
                <c:pt idx="913">
                  <c:v>-3</c:v>
                </c:pt>
                <c:pt idx="914">
                  <c:v>-3</c:v>
                </c:pt>
                <c:pt idx="915">
                  <c:v>-3</c:v>
                </c:pt>
                <c:pt idx="916">
                  <c:v>-3</c:v>
                </c:pt>
                <c:pt idx="917">
                  <c:v>-3</c:v>
                </c:pt>
                <c:pt idx="918">
                  <c:v>-3</c:v>
                </c:pt>
                <c:pt idx="919">
                  <c:v>-3</c:v>
                </c:pt>
                <c:pt idx="920">
                  <c:v>-3</c:v>
                </c:pt>
                <c:pt idx="921">
                  <c:v>-3</c:v>
                </c:pt>
                <c:pt idx="922">
                  <c:v>-3</c:v>
                </c:pt>
                <c:pt idx="923">
                  <c:v>-3</c:v>
                </c:pt>
                <c:pt idx="924">
                  <c:v>-3</c:v>
                </c:pt>
                <c:pt idx="925">
                  <c:v>-3</c:v>
                </c:pt>
                <c:pt idx="926">
                  <c:v>-3</c:v>
                </c:pt>
                <c:pt idx="927">
                  <c:v>-3</c:v>
                </c:pt>
                <c:pt idx="928">
                  <c:v>-3</c:v>
                </c:pt>
                <c:pt idx="929">
                  <c:v>-3</c:v>
                </c:pt>
                <c:pt idx="930">
                  <c:v>-3</c:v>
                </c:pt>
                <c:pt idx="931">
                  <c:v>-3</c:v>
                </c:pt>
                <c:pt idx="932">
                  <c:v>-3</c:v>
                </c:pt>
                <c:pt idx="933">
                  <c:v>-3</c:v>
                </c:pt>
                <c:pt idx="934">
                  <c:v>-3</c:v>
                </c:pt>
                <c:pt idx="935">
                  <c:v>-3</c:v>
                </c:pt>
                <c:pt idx="936">
                  <c:v>-3</c:v>
                </c:pt>
                <c:pt idx="937">
                  <c:v>-3</c:v>
                </c:pt>
                <c:pt idx="938">
                  <c:v>-3</c:v>
                </c:pt>
                <c:pt idx="939">
                  <c:v>-3</c:v>
                </c:pt>
                <c:pt idx="940">
                  <c:v>-3</c:v>
                </c:pt>
                <c:pt idx="941">
                  <c:v>-3</c:v>
                </c:pt>
                <c:pt idx="942">
                  <c:v>-3</c:v>
                </c:pt>
                <c:pt idx="943">
                  <c:v>-3</c:v>
                </c:pt>
                <c:pt idx="944">
                  <c:v>-3</c:v>
                </c:pt>
                <c:pt idx="945">
                  <c:v>-3</c:v>
                </c:pt>
                <c:pt idx="946">
                  <c:v>-3</c:v>
                </c:pt>
                <c:pt idx="947">
                  <c:v>-3</c:v>
                </c:pt>
                <c:pt idx="948">
                  <c:v>-3</c:v>
                </c:pt>
                <c:pt idx="949">
                  <c:v>-3</c:v>
                </c:pt>
                <c:pt idx="950">
                  <c:v>-3</c:v>
                </c:pt>
                <c:pt idx="951">
                  <c:v>-3</c:v>
                </c:pt>
                <c:pt idx="952">
                  <c:v>-3</c:v>
                </c:pt>
                <c:pt idx="953">
                  <c:v>-3</c:v>
                </c:pt>
                <c:pt idx="954">
                  <c:v>-3</c:v>
                </c:pt>
                <c:pt idx="955">
                  <c:v>-3</c:v>
                </c:pt>
                <c:pt idx="956">
                  <c:v>-3</c:v>
                </c:pt>
                <c:pt idx="957">
                  <c:v>-3</c:v>
                </c:pt>
                <c:pt idx="958">
                  <c:v>-3</c:v>
                </c:pt>
                <c:pt idx="959">
                  <c:v>-3</c:v>
                </c:pt>
                <c:pt idx="960">
                  <c:v>-3</c:v>
                </c:pt>
                <c:pt idx="961">
                  <c:v>-3</c:v>
                </c:pt>
                <c:pt idx="962">
                  <c:v>-3</c:v>
                </c:pt>
                <c:pt idx="963">
                  <c:v>-3</c:v>
                </c:pt>
                <c:pt idx="964">
                  <c:v>-3</c:v>
                </c:pt>
                <c:pt idx="965">
                  <c:v>-3</c:v>
                </c:pt>
                <c:pt idx="966">
                  <c:v>-3</c:v>
                </c:pt>
                <c:pt idx="967">
                  <c:v>-3</c:v>
                </c:pt>
                <c:pt idx="968">
                  <c:v>-3</c:v>
                </c:pt>
                <c:pt idx="969">
                  <c:v>-3</c:v>
                </c:pt>
                <c:pt idx="970">
                  <c:v>-3</c:v>
                </c:pt>
                <c:pt idx="971">
                  <c:v>-3</c:v>
                </c:pt>
                <c:pt idx="972">
                  <c:v>-3</c:v>
                </c:pt>
                <c:pt idx="973">
                  <c:v>-3</c:v>
                </c:pt>
                <c:pt idx="974">
                  <c:v>-3</c:v>
                </c:pt>
                <c:pt idx="975">
                  <c:v>-3</c:v>
                </c:pt>
                <c:pt idx="976">
                  <c:v>-3</c:v>
                </c:pt>
                <c:pt idx="977">
                  <c:v>-3</c:v>
                </c:pt>
                <c:pt idx="978">
                  <c:v>-3</c:v>
                </c:pt>
                <c:pt idx="979">
                  <c:v>-3</c:v>
                </c:pt>
                <c:pt idx="980">
                  <c:v>-3</c:v>
                </c:pt>
                <c:pt idx="981">
                  <c:v>-3</c:v>
                </c:pt>
                <c:pt idx="982">
                  <c:v>-3</c:v>
                </c:pt>
                <c:pt idx="983">
                  <c:v>-3</c:v>
                </c:pt>
                <c:pt idx="984">
                  <c:v>-3</c:v>
                </c:pt>
                <c:pt idx="985">
                  <c:v>-3</c:v>
                </c:pt>
                <c:pt idx="986">
                  <c:v>-3</c:v>
                </c:pt>
                <c:pt idx="987">
                  <c:v>-3</c:v>
                </c:pt>
                <c:pt idx="988">
                  <c:v>-3</c:v>
                </c:pt>
                <c:pt idx="989">
                  <c:v>-3</c:v>
                </c:pt>
                <c:pt idx="990">
                  <c:v>-3</c:v>
                </c:pt>
                <c:pt idx="991">
                  <c:v>-3</c:v>
                </c:pt>
                <c:pt idx="992">
                  <c:v>-3</c:v>
                </c:pt>
                <c:pt idx="993">
                  <c:v>-3</c:v>
                </c:pt>
                <c:pt idx="994">
                  <c:v>-3</c:v>
                </c:pt>
                <c:pt idx="995">
                  <c:v>-3</c:v>
                </c:pt>
                <c:pt idx="996">
                  <c:v>-3</c:v>
                </c:pt>
                <c:pt idx="997">
                  <c:v>-3</c:v>
                </c:pt>
                <c:pt idx="998">
                  <c:v>-3</c:v>
                </c:pt>
                <c:pt idx="999">
                  <c:v>-3</c:v>
                </c:pt>
                <c:pt idx="1000">
                  <c:v>-3</c:v>
                </c:pt>
                <c:pt idx="1001">
                  <c:v>-3</c:v>
                </c:pt>
                <c:pt idx="1002">
                  <c:v>-3</c:v>
                </c:pt>
                <c:pt idx="1003">
                  <c:v>-3</c:v>
                </c:pt>
                <c:pt idx="1004">
                  <c:v>-3</c:v>
                </c:pt>
                <c:pt idx="1005">
                  <c:v>-3</c:v>
                </c:pt>
                <c:pt idx="1006">
                  <c:v>-3</c:v>
                </c:pt>
                <c:pt idx="1007">
                  <c:v>-3</c:v>
                </c:pt>
                <c:pt idx="1008">
                  <c:v>-3</c:v>
                </c:pt>
                <c:pt idx="1009">
                  <c:v>-3</c:v>
                </c:pt>
                <c:pt idx="1010">
                  <c:v>-3</c:v>
                </c:pt>
                <c:pt idx="1011">
                  <c:v>-3</c:v>
                </c:pt>
                <c:pt idx="1012">
                  <c:v>-3</c:v>
                </c:pt>
                <c:pt idx="1013">
                  <c:v>-3</c:v>
                </c:pt>
                <c:pt idx="1014">
                  <c:v>-3</c:v>
                </c:pt>
                <c:pt idx="1015">
                  <c:v>-3</c:v>
                </c:pt>
                <c:pt idx="1016">
                  <c:v>-3</c:v>
                </c:pt>
                <c:pt idx="1017">
                  <c:v>-3</c:v>
                </c:pt>
                <c:pt idx="1018">
                  <c:v>-3</c:v>
                </c:pt>
                <c:pt idx="1019">
                  <c:v>-3</c:v>
                </c:pt>
                <c:pt idx="1020">
                  <c:v>-3</c:v>
                </c:pt>
                <c:pt idx="1021">
                  <c:v>-3</c:v>
                </c:pt>
                <c:pt idx="1022">
                  <c:v>-3</c:v>
                </c:pt>
                <c:pt idx="1023">
                  <c:v>-3</c:v>
                </c:pt>
                <c:pt idx="1024">
                  <c:v>-3</c:v>
                </c:pt>
                <c:pt idx="1025">
                  <c:v>-3</c:v>
                </c:pt>
                <c:pt idx="1026">
                  <c:v>-3</c:v>
                </c:pt>
                <c:pt idx="1027">
                  <c:v>-3</c:v>
                </c:pt>
                <c:pt idx="1028">
                  <c:v>-3</c:v>
                </c:pt>
                <c:pt idx="1029">
                  <c:v>-3</c:v>
                </c:pt>
                <c:pt idx="1030">
                  <c:v>-3</c:v>
                </c:pt>
                <c:pt idx="1031">
                  <c:v>-3</c:v>
                </c:pt>
                <c:pt idx="1032">
                  <c:v>-3</c:v>
                </c:pt>
                <c:pt idx="1033">
                  <c:v>-3</c:v>
                </c:pt>
                <c:pt idx="1034">
                  <c:v>-3</c:v>
                </c:pt>
                <c:pt idx="1035">
                  <c:v>-3</c:v>
                </c:pt>
                <c:pt idx="1036">
                  <c:v>-3</c:v>
                </c:pt>
                <c:pt idx="1037">
                  <c:v>-3</c:v>
                </c:pt>
                <c:pt idx="1038">
                  <c:v>-3</c:v>
                </c:pt>
                <c:pt idx="1039">
                  <c:v>-3</c:v>
                </c:pt>
                <c:pt idx="1040">
                  <c:v>-3</c:v>
                </c:pt>
                <c:pt idx="1041">
                  <c:v>-3</c:v>
                </c:pt>
                <c:pt idx="1042">
                  <c:v>-3</c:v>
                </c:pt>
                <c:pt idx="1043">
                  <c:v>-3</c:v>
                </c:pt>
                <c:pt idx="1044">
                  <c:v>-3</c:v>
                </c:pt>
                <c:pt idx="1045">
                  <c:v>-3</c:v>
                </c:pt>
                <c:pt idx="1046">
                  <c:v>-3</c:v>
                </c:pt>
                <c:pt idx="1047">
                  <c:v>-3</c:v>
                </c:pt>
                <c:pt idx="1048">
                  <c:v>-3</c:v>
                </c:pt>
                <c:pt idx="1049">
                  <c:v>-3</c:v>
                </c:pt>
                <c:pt idx="1050">
                  <c:v>-3</c:v>
                </c:pt>
                <c:pt idx="1051">
                  <c:v>-3</c:v>
                </c:pt>
                <c:pt idx="1052">
                  <c:v>-3</c:v>
                </c:pt>
                <c:pt idx="1053">
                  <c:v>-3</c:v>
                </c:pt>
                <c:pt idx="1054">
                  <c:v>-3</c:v>
                </c:pt>
                <c:pt idx="1055">
                  <c:v>-3</c:v>
                </c:pt>
                <c:pt idx="1056">
                  <c:v>-3</c:v>
                </c:pt>
                <c:pt idx="1057">
                  <c:v>-3</c:v>
                </c:pt>
                <c:pt idx="1058">
                  <c:v>-3</c:v>
                </c:pt>
                <c:pt idx="1059">
                  <c:v>-3</c:v>
                </c:pt>
                <c:pt idx="1060">
                  <c:v>-3</c:v>
                </c:pt>
                <c:pt idx="1061">
                  <c:v>-3</c:v>
                </c:pt>
                <c:pt idx="1062">
                  <c:v>-3</c:v>
                </c:pt>
                <c:pt idx="1063">
                  <c:v>-3</c:v>
                </c:pt>
                <c:pt idx="1064">
                  <c:v>-3</c:v>
                </c:pt>
                <c:pt idx="1065">
                  <c:v>-3</c:v>
                </c:pt>
                <c:pt idx="1066">
                  <c:v>-3</c:v>
                </c:pt>
                <c:pt idx="1067">
                  <c:v>-3</c:v>
                </c:pt>
                <c:pt idx="1068">
                  <c:v>-3</c:v>
                </c:pt>
                <c:pt idx="1069">
                  <c:v>-3</c:v>
                </c:pt>
                <c:pt idx="1070">
                  <c:v>-3</c:v>
                </c:pt>
                <c:pt idx="1071">
                  <c:v>-3</c:v>
                </c:pt>
                <c:pt idx="1072">
                  <c:v>-3</c:v>
                </c:pt>
                <c:pt idx="1073">
                  <c:v>-3</c:v>
                </c:pt>
                <c:pt idx="1074">
                  <c:v>-3</c:v>
                </c:pt>
                <c:pt idx="1075">
                  <c:v>-3</c:v>
                </c:pt>
                <c:pt idx="1076">
                  <c:v>-3</c:v>
                </c:pt>
                <c:pt idx="1077">
                  <c:v>-3</c:v>
                </c:pt>
                <c:pt idx="1078">
                  <c:v>-3</c:v>
                </c:pt>
                <c:pt idx="1079">
                  <c:v>-3</c:v>
                </c:pt>
                <c:pt idx="1080">
                  <c:v>-3</c:v>
                </c:pt>
                <c:pt idx="1081">
                  <c:v>-3</c:v>
                </c:pt>
                <c:pt idx="1082">
                  <c:v>-3</c:v>
                </c:pt>
                <c:pt idx="1083">
                  <c:v>-3</c:v>
                </c:pt>
                <c:pt idx="1084">
                  <c:v>-3</c:v>
                </c:pt>
                <c:pt idx="1085">
                  <c:v>-3</c:v>
                </c:pt>
                <c:pt idx="1086">
                  <c:v>-3</c:v>
                </c:pt>
                <c:pt idx="1087">
                  <c:v>-3</c:v>
                </c:pt>
                <c:pt idx="1088">
                  <c:v>-3</c:v>
                </c:pt>
                <c:pt idx="1089">
                  <c:v>-3</c:v>
                </c:pt>
                <c:pt idx="1090">
                  <c:v>-3</c:v>
                </c:pt>
                <c:pt idx="1091">
                  <c:v>-3</c:v>
                </c:pt>
                <c:pt idx="1092">
                  <c:v>-3</c:v>
                </c:pt>
                <c:pt idx="1093">
                  <c:v>-3</c:v>
                </c:pt>
                <c:pt idx="1094">
                  <c:v>-3</c:v>
                </c:pt>
                <c:pt idx="1095">
                  <c:v>-3</c:v>
                </c:pt>
                <c:pt idx="1096">
                  <c:v>-3</c:v>
                </c:pt>
                <c:pt idx="1097">
                  <c:v>-3</c:v>
                </c:pt>
                <c:pt idx="1098">
                  <c:v>-3</c:v>
                </c:pt>
                <c:pt idx="1099">
                  <c:v>-3</c:v>
                </c:pt>
                <c:pt idx="1100">
                  <c:v>-3</c:v>
                </c:pt>
                <c:pt idx="1101">
                  <c:v>-3</c:v>
                </c:pt>
                <c:pt idx="1102">
                  <c:v>-3</c:v>
                </c:pt>
                <c:pt idx="1103">
                  <c:v>-3</c:v>
                </c:pt>
                <c:pt idx="1104">
                  <c:v>-3</c:v>
                </c:pt>
                <c:pt idx="1105">
                  <c:v>-3</c:v>
                </c:pt>
                <c:pt idx="1106">
                  <c:v>-3</c:v>
                </c:pt>
                <c:pt idx="1107">
                  <c:v>-3</c:v>
                </c:pt>
                <c:pt idx="1108">
                  <c:v>-3</c:v>
                </c:pt>
                <c:pt idx="1109">
                  <c:v>-3</c:v>
                </c:pt>
                <c:pt idx="1110">
                  <c:v>-3</c:v>
                </c:pt>
                <c:pt idx="1111">
                  <c:v>-3</c:v>
                </c:pt>
                <c:pt idx="1112">
                  <c:v>-3</c:v>
                </c:pt>
                <c:pt idx="1113">
                  <c:v>-3</c:v>
                </c:pt>
                <c:pt idx="1114">
                  <c:v>-3</c:v>
                </c:pt>
                <c:pt idx="1115">
                  <c:v>-3</c:v>
                </c:pt>
                <c:pt idx="1116">
                  <c:v>-3</c:v>
                </c:pt>
                <c:pt idx="1117">
                  <c:v>-3</c:v>
                </c:pt>
                <c:pt idx="1118">
                  <c:v>-3</c:v>
                </c:pt>
                <c:pt idx="1119">
                  <c:v>-3</c:v>
                </c:pt>
                <c:pt idx="1120">
                  <c:v>-3</c:v>
                </c:pt>
                <c:pt idx="1121">
                  <c:v>-3</c:v>
                </c:pt>
                <c:pt idx="1122">
                  <c:v>-3</c:v>
                </c:pt>
                <c:pt idx="1123">
                  <c:v>-3</c:v>
                </c:pt>
                <c:pt idx="1124">
                  <c:v>-3</c:v>
                </c:pt>
                <c:pt idx="1125">
                  <c:v>-3</c:v>
                </c:pt>
                <c:pt idx="1126">
                  <c:v>-3</c:v>
                </c:pt>
                <c:pt idx="1127">
                  <c:v>-3</c:v>
                </c:pt>
                <c:pt idx="1128">
                  <c:v>-3</c:v>
                </c:pt>
                <c:pt idx="1129">
                  <c:v>-3</c:v>
                </c:pt>
                <c:pt idx="1130">
                  <c:v>-3</c:v>
                </c:pt>
                <c:pt idx="1131">
                  <c:v>-3</c:v>
                </c:pt>
                <c:pt idx="1132">
                  <c:v>-3</c:v>
                </c:pt>
                <c:pt idx="1133">
                  <c:v>-3</c:v>
                </c:pt>
                <c:pt idx="1134">
                  <c:v>-3</c:v>
                </c:pt>
                <c:pt idx="1135">
                  <c:v>-3</c:v>
                </c:pt>
                <c:pt idx="1136">
                  <c:v>-3</c:v>
                </c:pt>
                <c:pt idx="1137">
                  <c:v>-3</c:v>
                </c:pt>
                <c:pt idx="1138">
                  <c:v>-3</c:v>
                </c:pt>
                <c:pt idx="1139">
                  <c:v>-3</c:v>
                </c:pt>
                <c:pt idx="1140">
                  <c:v>-3</c:v>
                </c:pt>
                <c:pt idx="1141">
                  <c:v>-3</c:v>
                </c:pt>
                <c:pt idx="1142">
                  <c:v>-3</c:v>
                </c:pt>
                <c:pt idx="1143">
                  <c:v>-3</c:v>
                </c:pt>
                <c:pt idx="1144">
                  <c:v>-3</c:v>
                </c:pt>
                <c:pt idx="1145">
                  <c:v>-3</c:v>
                </c:pt>
                <c:pt idx="1146">
                  <c:v>-3</c:v>
                </c:pt>
                <c:pt idx="1147">
                  <c:v>-3</c:v>
                </c:pt>
                <c:pt idx="1148">
                  <c:v>-3</c:v>
                </c:pt>
                <c:pt idx="1149">
                  <c:v>-3</c:v>
                </c:pt>
                <c:pt idx="1150">
                  <c:v>-3</c:v>
                </c:pt>
                <c:pt idx="1151">
                  <c:v>-3</c:v>
                </c:pt>
                <c:pt idx="1152">
                  <c:v>-3</c:v>
                </c:pt>
                <c:pt idx="1153">
                  <c:v>-3</c:v>
                </c:pt>
                <c:pt idx="1154">
                  <c:v>-3</c:v>
                </c:pt>
                <c:pt idx="1155">
                  <c:v>-3</c:v>
                </c:pt>
                <c:pt idx="1156">
                  <c:v>-3</c:v>
                </c:pt>
                <c:pt idx="1157">
                  <c:v>-3</c:v>
                </c:pt>
                <c:pt idx="1158">
                  <c:v>-3</c:v>
                </c:pt>
                <c:pt idx="1159">
                  <c:v>-3</c:v>
                </c:pt>
                <c:pt idx="1160">
                  <c:v>-3</c:v>
                </c:pt>
                <c:pt idx="1161">
                  <c:v>-3</c:v>
                </c:pt>
                <c:pt idx="1162">
                  <c:v>-3</c:v>
                </c:pt>
                <c:pt idx="1163">
                  <c:v>-3</c:v>
                </c:pt>
                <c:pt idx="1164">
                  <c:v>-3</c:v>
                </c:pt>
                <c:pt idx="1165">
                  <c:v>-3</c:v>
                </c:pt>
                <c:pt idx="1166">
                  <c:v>-3</c:v>
                </c:pt>
                <c:pt idx="1167">
                  <c:v>-3</c:v>
                </c:pt>
                <c:pt idx="1168">
                  <c:v>-3</c:v>
                </c:pt>
                <c:pt idx="1169">
                  <c:v>-3</c:v>
                </c:pt>
                <c:pt idx="1170">
                  <c:v>-3</c:v>
                </c:pt>
                <c:pt idx="1171">
                  <c:v>-3</c:v>
                </c:pt>
                <c:pt idx="1172">
                  <c:v>-3</c:v>
                </c:pt>
                <c:pt idx="1173">
                  <c:v>-3</c:v>
                </c:pt>
                <c:pt idx="1174">
                  <c:v>-3</c:v>
                </c:pt>
                <c:pt idx="1175">
                  <c:v>-3</c:v>
                </c:pt>
                <c:pt idx="1176">
                  <c:v>-3</c:v>
                </c:pt>
                <c:pt idx="1177">
                  <c:v>-3</c:v>
                </c:pt>
                <c:pt idx="1178">
                  <c:v>-3</c:v>
                </c:pt>
                <c:pt idx="1179">
                  <c:v>-3</c:v>
                </c:pt>
                <c:pt idx="1180">
                  <c:v>-3</c:v>
                </c:pt>
                <c:pt idx="1181">
                  <c:v>-3</c:v>
                </c:pt>
                <c:pt idx="1182">
                  <c:v>-3</c:v>
                </c:pt>
                <c:pt idx="1183">
                  <c:v>-3</c:v>
                </c:pt>
                <c:pt idx="1184">
                  <c:v>-3</c:v>
                </c:pt>
                <c:pt idx="1185">
                  <c:v>-3</c:v>
                </c:pt>
                <c:pt idx="1186">
                  <c:v>-3</c:v>
                </c:pt>
                <c:pt idx="1187">
                  <c:v>-3</c:v>
                </c:pt>
                <c:pt idx="1188">
                  <c:v>-3</c:v>
                </c:pt>
                <c:pt idx="1189">
                  <c:v>-3</c:v>
                </c:pt>
                <c:pt idx="1190">
                  <c:v>-3</c:v>
                </c:pt>
                <c:pt idx="1191">
                  <c:v>-3</c:v>
                </c:pt>
                <c:pt idx="1192">
                  <c:v>-3</c:v>
                </c:pt>
                <c:pt idx="1193">
                  <c:v>-3</c:v>
                </c:pt>
                <c:pt idx="1194">
                  <c:v>-3</c:v>
                </c:pt>
                <c:pt idx="1195">
                  <c:v>-3</c:v>
                </c:pt>
                <c:pt idx="1196">
                  <c:v>-3</c:v>
                </c:pt>
                <c:pt idx="1197">
                  <c:v>-3</c:v>
                </c:pt>
                <c:pt idx="1198">
                  <c:v>-3</c:v>
                </c:pt>
                <c:pt idx="1199">
                  <c:v>-3</c:v>
                </c:pt>
                <c:pt idx="1200">
                  <c:v>-3</c:v>
                </c:pt>
                <c:pt idx="1201">
                  <c:v>-3</c:v>
                </c:pt>
                <c:pt idx="1202">
                  <c:v>-3</c:v>
                </c:pt>
                <c:pt idx="1203">
                  <c:v>-3</c:v>
                </c:pt>
                <c:pt idx="1204">
                  <c:v>-3</c:v>
                </c:pt>
                <c:pt idx="1205">
                  <c:v>-3</c:v>
                </c:pt>
                <c:pt idx="1206">
                  <c:v>-3</c:v>
                </c:pt>
                <c:pt idx="1207">
                  <c:v>-3</c:v>
                </c:pt>
                <c:pt idx="1208">
                  <c:v>-3</c:v>
                </c:pt>
                <c:pt idx="1209">
                  <c:v>-3</c:v>
                </c:pt>
                <c:pt idx="1210">
                  <c:v>-3</c:v>
                </c:pt>
                <c:pt idx="1211">
                  <c:v>-3</c:v>
                </c:pt>
                <c:pt idx="1212">
                  <c:v>-3</c:v>
                </c:pt>
                <c:pt idx="1213">
                  <c:v>-3</c:v>
                </c:pt>
                <c:pt idx="1214">
                  <c:v>-3</c:v>
                </c:pt>
                <c:pt idx="1215">
                  <c:v>-3</c:v>
                </c:pt>
                <c:pt idx="1216">
                  <c:v>-3</c:v>
                </c:pt>
                <c:pt idx="1217">
                  <c:v>-3</c:v>
                </c:pt>
                <c:pt idx="1218">
                  <c:v>-3</c:v>
                </c:pt>
                <c:pt idx="1219">
                  <c:v>-3</c:v>
                </c:pt>
                <c:pt idx="1220">
                  <c:v>-3</c:v>
                </c:pt>
                <c:pt idx="1221">
                  <c:v>-3</c:v>
                </c:pt>
                <c:pt idx="1222">
                  <c:v>-3</c:v>
                </c:pt>
                <c:pt idx="1223">
                  <c:v>-3</c:v>
                </c:pt>
                <c:pt idx="1224">
                  <c:v>-3</c:v>
                </c:pt>
                <c:pt idx="1225">
                  <c:v>-3</c:v>
                </c:pt>
                <c:pt idx="1226">
                  <c:v>-3</c:v>
                </c:pt>
                <c:pt idx="1227">
                  <c:v>-3</c:v>
                </c:pt>
                <c:pt idx="1228">
                  <c:v>-3</c:v>
                </c:pt>
                <c:pt idx="1229">
                  <c:v>-3</c:v>
                </c:pt>
                <c:pt idx="1230">
                  <c:v>-3</c:v>
                </c:pt>
                <c:pt idx="1231">
                  <c:v>-3</c:v>
                </c:pt>
                <c:pt idx="1232">
                  <c:v>-3</c:v>
                </c:pt>
                <c:pt idx="1233">
                  <c:v>-3</c:v>
                </c:pt>
                <c:pt idx="1234">
                  <c:v>-3</c:v>
                </c:pt>
                <c:pt idx="1235">
                  <c:v>-3</c:v>
                </c:pt>
                <c:pt idx="1236">
                  <c:v>-3</c:v>
                </c:pt>
                <c:pt idx="1237">
                  <c:v>-3</c:v>
                </c:pt>
                <c:pt idx="1238">
                  <c:v>-3</c:v>
                </c:pt>
                <c:pt idx="1239">
                  <c:v>-3</c:v>
                </c:pt>
                <c:pt idx="1240">
                  <c:v>-3</c:v>
                </c:pt>
                <c:pt idx="1241">
                  <c:v>-3</c:v>
                </c:pt>
                <c:pt idx="1242">
                  <c:v>-3</c:v>
                </c:pt>
                <c:pt idx="1243">
                  <c:v>-3</c:v>
                </c:pt>
                <c:pt idx="1244">
                  <c:v>-3</c:v>
                </c:pt>
                <c:pt idx="1245">
                  <c:v>-3</c:v>
                </c:pt>
                <c:pt idx="1246">
                  <c:v>-3</c:v>
                </c:pt>
                <c:pt idx="1247">
                  <c:v>-3</c:v>
                </c:pt>
                <c:pt idx="1248">
                  <c:v>-3</c:v>
                </c:pt>
                <c:pt idx="1249">
                  <c:v>-3</c:v>
                </c:pt>
                <c:pt idx="1250">
                  <c:v>-3</c:v>
                </c:pt>
                <c:pt idx="1251">
                  <c:v>-3</c:v>
                </c:pt>
                <c:pt idx="1252">
                  <c:v>-3</c:v>
                </c:pt>
                <c:pt idx="1253">
                  <c:v>-3</c:v>
                </c:pt>
                <c:pt idx="1254">
                  <c:v>-3</c:v>
                </c:pt>
                <c:pt idx="1255">
                  <c:v>-3</c:v>
                </c:pt>
                <c:pt idx="1256">
                  <c:v>-3</c:v>
                </c:pt>
                <c:pt idx="1257">
                  <c:v>-3</c:v>
                </c:pt>
                <c:pt idx="1258">
                  <c:v>-3</c:v>
                </c:pt>
                <c:pt idx="1259">
                  <c:v>-3</c:v>
                </c:pt>
                <c:pt idx="1260">
                  <c:v>-3</c:v>
                </c:pt>
                <c:pt idx="1261">
                  <c:v>-3</c:v>
                </c:pt>
                <c:pt idx="1262">
                  <c:v>-3</c:v>
                </c:pt>
                <c:pt idx="1263">
                  <c:v>-3</c:v>
                </c:pt>
                <c:pt idx="1264">
                  <c:v>-3</c:v>
                </c:pt>
                <c:pt idx="1265">
                  <c:v>-3</c:v>
                </c:pt>
                <c:pt idx="1266">
                  <c:v>-3</c:v>
                </c:pt>
                <c:pt idx="1267">
                  <c:v>-3</c:v>
                </c:pt>
                <c:pt idx="1268">
                  <c:v>-3</c:v>
                </c:pt>
                <c:pt idx="1269">
                  <c:v>-3</c:v>
                </c:pt>
                <c:pt idx="1270">
                  <c:v>-3</c:v>
                </c:pt>
                <c:pt idx="1271">
                  <c:v>-3</c:v>
                </c:pt>
                <c:pt idx="1272">
                  <c:v>-3</c:v>
                </c:pt>
                <c:pt idx="1273">
                  <c:v>-3</c:v>
                </c:pt>
                <c:pt idx="1274">
                  <c:v>-3</c:v>
                </c:pt>
                <c:pt idx="1275">
                  <c:v>-3</c:v>
                </c:pt>
                <c:pt idx="1276">
                  <c:v>-3</c:v>
                </c:pt>
                <c:pt idx="1277">
                  <c:v>-3</c:v>
                </c:pt>
                <c:pt idx="1278">
                  <c:v>-3</c:v>
                </c:pt>
                <c:pt idx="1279">
                  <c:v>-3</c:v>
                </c:pt>
                <c:pt idx="1280">
                  <c:v>-3</c:v>
                </c:pt>
                <c:pt idx="1281">
                  <c:v>-3</c:v>
                </c:pt>
                <c:pt idx="1282">
                  <c:v>-3</c:v>
                </c:pt>
                <c:pt idx="1283">
                  <c:v>-3</c:v>
                </c:pt>
                <c:pt idx="1284">
                  <c:v>-3</c:v>
                </c:pt>
                <c:pt idx="1285">
                  <c:v>-3</c:v>
                </c:pt>
                <c:pt idx="1286">
                  <c:v>-3</c:v>
                </c:pt>
                <c:pt idx="1287">
                  <c:v>-3</c:v>
                </c:pt>
                <c:pt idx="1288">
                  <c:v>-3</c:v>
                </c:pt>
                <c:pt idx="1289">
                  <c:v>-3</c:v>
                </c:pt>
                <c:pt idx="1290">
                  <c:v>-3</c:v>
                </c:pt>
                <c:pt idx="1291">
                  <c:v>-3</c:v>
                </c:pt>
                <c:pt idx="1292">
                  <c:v>-3</c:v>
                </c:pt>
                <c:pt idx="1293">
                  <c:v>-3</c:v>
                </c:pt>
                <c:pt idx="1294">
                  <c:v>-3</c:v>
                </c:pt>
                <c:pt idx="1295">
                  <c:v>-3</c:v>
                </c:pt>
                <c:pt idx="1296">
                  <c:v>-3</c:v>
                </c:pt>
                <c:pt idx="1297">
                  <c:v>-3</c:v>
                </c:pt>
                <c:pt idx="1298">
                  <c:v>-3</c:v>
                </c:pt>
                <c:pt idx="1299">
                  <c:v>-3</c:v>
                </c:pt>
                <c:pt idx="1300">
                  <c:v>-3</c:v>
                </c:pt>
                <c:pt idx="1301">
                  <c:v>-3</c:v>
                </c:pt>
                <c:pt idx="1302">
                  <c:v>-3</c:v>
                </c:pt>
                <c:pt idx="1303">
                  <c:v>-3</c:v>
                </c:pt>
                <c:pt idx="1304">
                  <c:v>-3</c:v>
                </c:pt>
                <c:pt idx="1305">
                  <c:v>-3</c:v>
                </c:pt>
                <c:pt idx="1306">
                  <c:v>-3</c:v>
                </c:pt>
                <c:pt idx="1307">
                  <c:v>-3</c:v>
                </c:pt>
                <c:pt idx="1308">
                  <c:v>-3</c:v>
                </c:pt>
                <c:pt idx="1309">
                  <c:v>-3</c:v>
                </c:pt>
                <c:pt idx="1310">
                  <c:v>-3</c:v>
                </c:pt>
                <c:pt idx="1311">
                  <c:v>-3</c:v>
                </c:pt>
                <c:pt idx="1312">
                  <c:v>-3</c:v>
                </c:pt>
                <c:pt idx="1313">
                  <c:v>-3</c:v>
                </c:pt>
                <c:pt idx="1314">
                  <c:v>-3</c:v>
                </c:pt>
                <c:pt idx="1315">
                  <c:v>-3</c:v>
                </c:pt>
                <c:pt idx="1316">
                  <c:v>-3</c:v>
                </c:pt>
                <c:pt idx="1317">
                  <c:v>-3</c:v>
                </c:pt>
                <c:pt idx="1318">
                  <c:v>-3</c:v>
                </c:pt>
                <c:pt idx="1319">
                  <c:v>-3</c:v>
                </c:pt>
                <c:pt idx="1320">
                  <c:v>-3</c:v>
                </c:pt>
                <c:pt idx="1321">
                  <c:v>-3</c:v>
                </c:pt>
                <c:pt idx="1322">
                  <c:v>-3</c:v>
                </c:pt>
                <c:pt idx="1323">
                  <c:v>-3</c:v>
                </c:pt>
                <c:pt idx="1324">
                  <c:v>-3</c:v>
                </c:pt>
                <c:pt idx="1325">
                  <c:v>-3</c:v>
                </c:pt>
                <c:pt idx="1326">
                  <c:v>-3</c:v>
                </c:pt>
                <c:pt idx="1327">
                  <c:v>-3</c:v>
                </c:pt>
                <c:pt idx="1328">
                  <c:v>-3</c:v>
                </c:pt>
                <c:pt idx="1329">
                  <c:v>-3</c:v>
                </c:pt>
                <c:pt idx="1330">
                  <c:v>-3</c:v>
                </c:pt>
                <c:pt idx="1331">
                  <c:v>-3</c:v>
                </c:pt>
                <c:pt idx="1332">
                  <c:v>-3</c:v>
                </c:pt>
                <c:pt idx="1333">
                  <c:v>-3</c:v>
                </c:pt>
                <c:pt idx="1334">
                  <c:v>-3</c:v>
                </c:pt>
                <c:pt idx="1335">
                  <c:v>-3</c:v>
                </c:pt>
                <c:pt idx="1336">
                  <c:v>-3</c:v>
                </c:pt>
                <c:pt idx="1337">
                  <c:v>-3</c:v>
                </c:pt>
                <c:pt idx="1338">
                  <c:v>-3</c:v>
                </c:pt>
                <c:pt idx="1339">
                  <c:v>-3</c:v>
                </c:pt>
                <c:pt idx="1340">
                  <c:v>-3</c:v>
                </c:pt>
                <c:pt idx="1341">
                  <c:v>-3</c:v>
                </c:pt>
                <c:pt idx="1342">
                  <c:v>-3</c:v>
                </c:pt>
                <c:pt idx="1343">
                  <c:v>-3</c:v>
                </c:pt>
                <c:pt idx="1344">
                  <c:v>-3</c:v>
                </c:pt>
                <c:pt idx="1345">
                  <c:v>-3</c:v>
                </c:pt>
                <c:pt idx="1346">
                  <c:v>-3</c:v>
                </c:pt>
                <c:pt idx="1347">
                  <c:v>-3</c:v>
                </c:pt>
                <c:pt idx="1348">
                  <c:v>-3</c:v>
                </c:pt>
                <c:pt idx="1349">
                  <c:v>-3</c:v>
                </c:pt>
                <c:pt idx="1350">
                  <c:v>-3</c:v>
                </c:pt>
                <c:pt idx="1351">
                  <c:v>-3</c:v>
                </c:pt>
                <c:pt idx="1352">
                  <c:v>-3</c:v>
                </c:pt>
                <c:pt idx="1353">
                  <c:v>-3</c:v>
                </c:pt>
                <c:pt idx="1354">
                  <c:v>-3</c:v>
                </c:pt>
                <c:pt idx="1355">
                  <c:v>-3</c:v>
                </c:pt>
                <c:pt idx="1356">
                  <c:v>-3</c:v>
                </c:pt>
                <c:pt idx="1357">
                  <c:v>-3</c:v>
                </c:pt>
                <c:pt idx="1358">
                  <c:v>-3</c:v>
                </c:pt>
                <c:pt idx="1359">
                  <c:v>-3</c:v>
                </c:pt>
                <c:pt idx="1360">
                  <c:v>-3</c:v>
                </c:pt>
                <c:pt idx="1361">
                  <c:v>-3</c:v>
                </c:pt>
                <c:pt idx="1362">
                  <c:v>-3</c:v>
                </c:pt>
                <c:pt idx="1363">
                  <c:v>-3</c:v>
                </c:pt>
                <c:pt idx="1364">
                  <c:v>-3</c:v>
                </c:pt>
                <c:pt idx="1365">
                  <c:v>-3</c:v>
                </c:pt>
                <c:pt idx="1366">
                  <c:v>-3</c:v>
                </c:pt>
                <c:pt idx="1367">
                  <c:v>-3</c:v>
                </c:pt>
                <c:pt idx="1368">
                  <c:v>-3</c:v>
                </c:pt>
                <c:pt idx="1369">
                  <c:v>-3</c:v>
                </c:pt>
                <c:pt idx="1370">
                  <c:v>-3</c:v>
                </c:pt>
                <c:pt idx="1371">
                  <c:v>-3</c:v>
                </c:pt>
                <c:pt idx="1372">
                  <c:v>-3</c:v>
                </c:pt>
                <c:pt idx="1373">
                  <c:v>-3</c:v>
                </c:pt>
                <c:pt idx="1374">
                  <c:v>-3</c:v>
                </c:pt>
                <c:pt idx="1375">
                  <c:v>-3</c:v>
                </c:pt>
                <c:pt idx="1376">
                  <c:v>-3</c:v>
                </c:pt>
                <c:pt idx="1377">
                  <c:v>-3</c:v>
                </c:pt>
                <c:pt idx="1378">
                  <c:v>-3</c:v>
                </c:pt>
                <c:pt idx="1379">
                  <c:v>-3</c:v>
                </c:pt>
                <c:pt idx="1380">
                  <c:v>-3</c:v>
                </c:pt>
                <c:pt idx="1381">
                  <c:v>-3</c:v>
                </c:pt>
                <c:pt idx="1382">
                  <c:v>-3</c:v>
                </c:pt>
                <c:pt idx="1383">
                  <c:v>-3</c:v>
                </c:pt>
                <c:pt idx="1384">
                  <c:v>-3</c:v>
                </c:pt>
                <c:pt idx="1385">
                  <c:v>-3</c:v>
                </c:pt>
                <c:pt idx="1386">
                  <c:v>-3</c:v>
                </c:pt>
                <c:pt idx="1387">
                  <c:v>-3</c:v>
                </c:pt>
                <c:pt idx="1388">
                  <c:v>-3</c:v>
                </c:pt>
                <c:pt idx="1389">
                  <c:v>-3</c:v>
                </c:pt>
                <c:pt idx="1390">
                  <c:v>-3</c:v>
                </c:pt>
                <c:pt idx="1391">
                  <c:v>-3</c:v>
                </c:pt>
                <c:pt idx="1392">
                  <c:v>-3</c:v>
                </c:pt>
                <c:pt idx="1393">
                  <c:v>-3</c:v>
                </c:pt>
                <c:pt idx="1394">
                  <c:v>-3</c:v>
                </c:pt>
                <c:pt idx="1395">
                  <c:v>-3</c:v>
                </c:pt>
                <c:pt idx="1396">
                  <c:v>-3</c:v>
                </c:pt>
                <c:pt idx="1397">
                  <c:v>-3</c:v>
                </c:pt>
                <c:pt idx="1398">
                  <c:v>-3</c:v>
                </c:pt>
                <c:pt idx="1399">
                  <c:v>-3</c:v>
                </c:pt>
                <c:pt idx="1400">
                  <c:v>-3</c:v>
                </c:pt>
                <c:pt idx="1401">
                  <c:v>-3</c:v>
                </c:pt>
                <c:pt idx="1402">
                  <c:v>-3</c:v>
                </c:pt>
                <c:pt idx="1403">
                  <c:v>-3</c:v>
                </c:pt>
                <c:pt idx="1404">
                  <c:v>-3</c:v>
                </c:pt>
                <c:pt idx="1405">
                  <c:v>-3</c:v>
                </c:pt>
                <c:pt idx="1406">
                  <c:v>-3</c:v>
                </c:pt>
                <c:pt idx="1407">
                  <c:v>-3</c:v>
                </c:pt>
                <c:pt idx="1408">
                  <c:v>-3</c:v>
                </c:pt>
                <c:pt idx="1409">
                  <c:v>-3</c:v>
                </c:pt>
                <c:pt idx="1410">
                  <c:v>-3</c:v>
                </c:pt>
                <c:pt idx="1411">
                  <c:v>-3</c:v>
                </c:pt>
                <c:pt idx="1412">
                  <c:v>-3</c:v>
                </c:pt>
                <c:pt idx="1413">
                  <c:v>-3</c:v>
                </c:pt>
                <c:pt idx="1414">
                  <c:v>-3</c:v>
                </c:pt>
                <c:pt idx="1415">
                  <c:v>-3</c:v>
                </c:pt>
                <c:pt idx="1416">
                  <c:v>-3</c:v>
                </c:pt>
                <c:pt idx="1417">
                  <c:v>-3</c:v>
                </c:pt>
                <c:pt idx="1418">
                  <c:v>-3</c:v>
                </c:pt>
                <c:pt idx="1419">
                  <c:v>-3</c:v>
                </c:pt>
                <c:pt idx="1420">
                  <c:v>-3</c:v>
                </c:pt>
                <c:pt idx="1421">
                  <c:v>-3</c:v>
                </c:pt>
                <c:pt idx="1422">
                  <c:v>-3</c:v>
                </c:pt>
                <c:pt idx="1423">
                  <c:v>-3</c:v>
                </c:pt>
                <c:pt idx="1424">
                  <c:v>-3</c:v>
                </c:pt>
                <c:pt idx="1425">
                  <c:v>-3</c:v>
                </c:pt>
                <c:pt idx="1426">
                  <c:v>-3</c:v>
                </c:pt>
                <c:pt idx="1427">
                  <c:v>-3</c:v>
                </c:pt>
                <c:pt idx="1428">
                  <c:v>-3</c:v>
                </c:pt>
                <c:pt idx="1429">
                  <c:v>-3</c:v>
                </c:pt>
                <c:pt idx="1430">
                  <c:v>-3</c:v>
                </c:pt>
                <c:pt idx="1431">
                  <c:v>-3</c:v>
                </c:pt>
                <c:pt idx="1432">
                  <c:v>-3</c:v>
                </c:pt>
                <c:pt idx="1433">
                  <c:v>-3</c:v>
                </c:pt>
                <c:pt idx="1434">
                  <c:v>-3</c:v>
                </c:pt>
                <c:pt idx="1435">
                  <c:v>-3</c:v>
                </c:pt>
                <c:pt idx="1436">
                  <c:v>-3</c:v>
                </c:pt>
                <c:pt idx="1437">
                  <c:v>-3</c:v>
                </c:pt>
                <c:pt idx="1438">
                  <c:v>-3</c:v>
                </c:pt>
                <c:pt idx="1439">
                  <c:v>-3</c:v>
                </c:pt>
                <c:pt idx="1440">
                  <c:v>-3</c:v>
                </c:pt>
                <c:pt idx="1441">
                  <c:v>-3</c:v>
                </c:pt>
                <c:pt idx="1442">
                  <c:v>-3</c:v>
                </c:pt>
                <c:pt idx="1443">
                  <c:v>-3</c:v>
                </c:pt>
                <c:pt idx="1444">
                  <c:v>-3</c:v>
                </c:pt>
                <c:pt idx="1445">
                  <c:v>-3</c:v>
                </c:pt>
                <c:pt idx="1446">
                  <c:v>-3</c:v>
                </c:pt>
                <c:pt idx="1447">
                  <c:v>-3</c:v>
                </c:pt>
                <c:pt idx="1448">
                  <c:v>-3</c:v>
                </c:pt>
                <c:pt idx="1449">
                  <c:v>-3</c:v>
                </c:pt>
                <c:pt idx="1450">
                  <c:v>-3</c:v>
                </c:pt>
                <c:pt idx="1451">
                  <c:v>-3</c:v>
                </c:pt>
                <c:pt idx="1452">
                  <c:v>-3</c:v>
                </c:pt>
                <c:pt idx="1453">
                  <c:v>-3</c:v>
                </c:pt>
                <c:pt idx="1454">
                  <c:v>-3</c:v>
                </c:pt>
                <c:pt idx="1455">
                  <c:v>-3</c:v>
                </c:pt>
                <c:pt idx="1456">
                  <c:v>-3</c:v>
                </c:pt>
                <c:pt idx="1457">
                  <c:v>-3</c:v>
                </c:pt>
                <c:pt idx="1458">
                  <c:v>-3</c:v>
                </c:pt>
                <c:pt idx="1459">
                  <c:v>-3</c:v>
                </c:pt>
                <c:pt idx="1460">
                  <c:v>-3</c:v>
                </c:pt>
                <c:pt idx="1461">
                  <c:v>-3</c:v>
                </c:pt>
                <c:pt idx="1462">
                  <c:v>-3</c:v>
                </c:pt>
                <c:pt idx="1463">
                  <c:v>-3</c:v>
                </c:pt>
                <c:pt idx="1464">
                  <c:v>-3</c:v>
                </c:pt>
                <c:pt idx="1465">
                  <c:v>-3</c:v>
                </c:pt>
                <c:pt idx="1466">
                  <c:v>-3</c:v>
                </c:pt>
                <c:pt idx="1467">
                  <c:v>-3</c:v>
                </c:pt>
                <c:pt idx="1468">
                  <c:v>-3</c:v>
                </c:pt>
                <c:pt idx="1469">
                  <c:v>-3</c:v>
                </c:pt>
                <c:pt idx="1470">
                  <c:v>-3</c:v>
                </c:pt>
                <c:pt idx="1471">
                  <c:v>-3</c:v>
                </c:pt>
                <c:pt idx="1472">
                  <c:v>-3</c:v>
                </c:pt>
                <c:pt idx="1473">
                  <c:v>-3</c:v>
                </c:pt>
                <c:pt idx="1474">
                  <c:v>-3</c:v>
                </c:pt>
                <c:pt idx="1475">
                  <c:v>-3</c:v>
                </c:pt>
                <c:pt idx="1476">
                  <c:v>-3</c:v>
                </c:pt>
                <c:pt idx="1477">
                  <c:v>-3</c:v>
                </c:pt>
                <c:pt idx="1478">
                  <c:v>-3</c:v>
                </c:pt>
                <c:pt idx="1479">
                  <c:v>-3</c:v>
                </c:pt>
                <c:pt idx="1480">
                  <c:v>-3</c:v>
                </c:pt>
                <c:pt idx="1481">
                  <c:v>-3</c:v>
                </c:pt>
                <c:pt idx="1482">
                  <c:v>-3</c:v>
                </c:pt>
                <c:pt idx="1483">
                  <c:v>-3</c:v>
                </c:pt>
                <c:pt idx="1484">
                  <c:v>-3</c:v>
                </c:pt>
                <c:pt idx="1485">
                  <c:v>-3</c:v>
                </c:pt>
                <c:pt idx="1486">
                  <c:v>-3</c:v>
                </c:pt>
                <c:pt idx="1487">
                  <c:v>-3</c:v>
                </c:pt>
                <c:pt idx="1488">
                  <c:v>-3</c:v>
                </c:pt>
                <c:pt idx="1489">
                  <c:v>-3</c:v>
                </c:pt>
                <c:pt idx="1490">
                  <c:v>-3</c:v>
                </c:pt>
                <c:pt idx="1491">
                  <c:v>-3</c:v>
                </c:pt>
                <c:pt idx="1492">
                  <c:v>-3</c:v>
                </c:pt>
                <c:pt idx="1493">
                  <c:v>-3</c:v>
                </c:pt>
                <c:pt idx="1494">
                  <c:v>-3</c:v>
                </c:pt>
                <c:pt idx="1495">
                  <c:v>-3</c:v>
                </c:pt>
                <c:pt idx="1496">
                  <c:v>-3</c:v>
                </c:pt>
                <c:pt idx="1497">
                  <c:v>-3</c:v>
                </c:pt>
                <c:pt idx="1498">
                  <c:v>-3</c:v>
                </c:pt>
                <c:pt idx="1499">
                  <c:v>-3</c:v>
                </c:pt>
                <c:pt idx="1500">
                  <c:v>-3</c:v>
                </c:pt>
                <c:pt idx="1501">
                  <c:v>-3</c:v>
                </c:pt>
                <c:pt idx="1502">
                  <c:v>-3</c:v>
                </c:pt>
                <c:pt idx="1503">
                  <c:v>-3</c:v>
                </c:pt>
                <c:pt idx="1504">
                  <c:v>-3</c:v>
                </c:pt>
                <c:pt idx="1505">
                  <c:v>-3</c:v>
                </c:pt>
                <c:pt idx="1506">
                  <c:v>-3</c:v>
                </c:pt>
                <c:pt idx="1507">
                  <c:v>-3</c:v>
                </c:pt>
                <c:pt idx="1508">
                  <c:v>-3</c:v>
                </c:pt>
                <c:pt idx="1509">
                  <c:v>-3</c:v>
                </c:pt>
                <c:pt idx="1510">
                  <c:v>-3</c:v>
                </c:pt>
                <c:pt idx="1511">
                  <c:v>-3</c:v>
                </c:pt>
                <c:pt idx="1512">
                  <c:v>-3</c:v>
                </c:pt>
                <c:pt idx="1513">
                  <c:v>-3</c:v>
                </c:pt>
                <c:pt idx="1514">
                  <c:v>-3</c:v>
                </c:pt>
                <c:pt idx="1515">
                  <c:v>-3</c:v>
                </c:pt>
                <c:pt idx="1516">
                  <c:v>-3</c:v>
                </c:pt>
                <c:pt idx="1517">
                  <c:v>-3</c:v>
                </c:pt>
                <c:pt idx="1518">
                  <c:v>-3</c:v>
                </c:pt>
                <c:pt idx="1519">
                  <c:v>-3</c:v>
                </c:pt>
                <c:pt idx="1520">
                  <c:v>-3</c:v>
                </c:pt>
                <c:pt idx="1521">
                  <c:v>-3</c:v>
                </c:pt>
                <c:pt idx="1522">
                  <c:v>-3</c:v>
                </c:pt>
                <c:pt idx="1523">
                  <c:v>-3</c:v>
                </c:pt>
                <c:pt idx="1524">
                  <c:v>-3</c:v>
                </c:pt>
                <c:pt idx="1525">
                  <c:v>-3</c:v>
                </c:pt>
                <c:pt idx="1526">
                  <c:v>-3</c:v>
                </c:pt>
                <c:pt idx="1527">
                  <c:v>-3</c:v>
                </c:pt>
                <c:pt idx="1528">
                  <c:v>-3</c:v>
                </c:pt>
                <c:pt idx="1529">
                  <c:v>-3</c:v>
                </c:pt>
                <c:pt idx="1530">
                  <c:v>-3</c:v>
                </c:pt>
                <c:pt idx="1531">
                  <c:v>-3</c:v>
                </c:pt>
                <c:pt idx="1532">
                  <c:v>-3</c:v>
                </c:pt>
                <c:pt idx="1533">
                  <c:v>-3</c:v>
                </c:pt>
                <c:pt idx="1534">
                  <c:v>-3</c:v>
                </c:pt>
                <c:pt idx="1535">
                  <c:v>-3</c:v>
                </c:pt>
                <c:pt idx="1536">
                  <c:v>-3</c:v>
                </c:pt>
                <c:pt idx="1537">
                  <c:v>-3</c:v>
                </c:pt>
                <c:pt idx="1538">
                  <c:v>-3</c:v>
                </c:pt>
                <c:pt idx="1539">
                  <c:v>-3</c:v>
                </c:pt>
                <c:pt idx="1540">
                  <c:v>-3</c:v>
                </c:pt>
                <c:pt idx="1541">
                  <c:v>-3</c:v>
                </c:pt>
                <c:pt idx="1542">
                  <c:v>-3</c:v>
                </c:pt>
                <c:pt idx="1543">
                  <c:v>-3</c:v>
                </c:pt>
                <c:pt idx="1544">
                  <c:v>-3</c:v>
                </c:pt>
                <c:pt idx="1545">
                  <c:v>-3</c:v>
                </c:pt>
                <c:pt idx="1546">
                  <c:v>-3</c:v>
                </c:pt>
                <c:pt idx="1547">
                  <c:v>-3</c:v>
                </c:pt>
                <c:pt idx="1548">
                  <c:v>-3</c:v>
                </c:pt>
                <c:pt idx="1549">
                  <c:v>-3</c:v>
                </c:pt>
                <c:pt idx="1550">
                  <c:v>-3</c:v>
                </c:pt>
                <c:pt idx="1551">
                  <c:v>-3</c:v>
                </c:pt>
                <c:pt idx="1552">
                  <c:v>-3</c:v>
                </c:pt>
                <c:pt idx="1553">
                  <c:v>-3</c:v>
                </c:pt>
                <c:pt idx="1554">
                  <c:v>-3</c:v>
                </c:pt>
                <c:pt idx="1555">
                  <c:v>-3</c:v>
                </c:pt>
                <c:pt idx="1556">
                  <c:v>-3</c:v>
                </c:pt>
                <c:pt idx="1557">
                  <c:v>-3</c:v>
                </c:pt>
                <c:pt idx="1558">
                  <c:v>-3</c:v>
                </c:pt>
                <c:pt idx="1559">
                  <c:v>-3</c:v>
                </c:pt>
                <c:pt idx="1560">
                  <c:v>-3</c:v>
                </c:pt>
                <c:pt idx="1561">
                  <c:v>-3</c:v>
                </c:pt>
                <c:pt idx="1562">
                  <c:v>-3</c:v>
                </c:pt>
                <c:pt idx="1563">
                  <c:v>-3</c:v>
                </c:pt>
                <c:pt idx="1564">
                  <c:v>-3</c:v>
                </c:pt>
                <c:pt idx="1565">
                  <c:v>-3</c:v>
                </c:pt>
                <c:pt idx="1566">
                  <c:v>-3</c:v>
                </c:pt>
                <c:pt idx="1567">
                  <c:v>-3</c:v>
                </c:pt>
                <c:pt idx="1568">
                  <c:v>-3</c:v>
                </c:pt>
                <c:pt idx="1569">
                  <c:v>-3</c:v>
                </c:pt>
                <c:pt idx="1570">
                  <c:v>-3</c:v>
                </c:pt>
                <c:pt idx="1571">
                  <c:v>-3</c:v>
                </c:pt>
                <c:pt idx="1572">
                  <c:v>-3</c:v>
                </c:pt>
                <c:pt idx="1573">
                  <c:v>-3</c:v>
                </c:pt>
                <c:pt idx="1574">
                  <c:v>-3</c:v>
                </c:pt>
                <c:pt idx="1575">
                  <c:v>-3</c:v>
                </c:pt>
                <c:pt idx="1576">
                  <c:v>-3</c:v>
                </c:pt>
                <c:pt idx="1577">
                  <c:v>-3</c:v>
                </c:pt>
                <c:pt idx="1578">
                  <c:v>-3</c:v>
                </c:pt>
                <c:pt idx="1579">
                  <c:v>-3</c:v>
                </c:pt>
                <c:pt idx="1580">
                  <c:v>-3</c:v>
                </c:pt>
                <c:pt idx="1581">
                  <c:v>-3</c:v>
                </c:pt>
                <c:pt idx="1582">
                  <c:v>-3</c:v>
                </c:pt>
                <c:pt idx="1583">
                  <c:v>-3</c:v>
                </c:pt>
                <c:pt idx="1584">
                  <c:v>-3</c:v>
                </c:pt>
                <c:pt idx="1585">
                  <c:v>-3</c:v>
                </c:pt>
                <c:pt idx="1586">
                  <c:v>-3</c:v>
                </c:pt>
                <c:pt idx="1587">
                  <c:v>-3</c:v>
                </c:pt>
                <c:pt idx="1588">
                  <c:v>-3</c:v>
                </c:pt>
                <c:pt idx="1589">
                  <c:v>-3</c:v>
                </c:pt>
                <c:pt idx="1590">
                  <c:v>-3</c:v>
                </c:pt>
                <c:pt idx="1591">
                  <c:v>-3</c:v>
                </c:pt>
                <c:pt idx="1592">
                  <c:v>-3</c:v>
                </c:pt>
                <c:pt idx="1593">
                  <c:v>-3</c:v>
                </c:pt>
                <c:pt idx="1594">
                  <c:v>-3</c:v>
                </c:pt>
                <c:pt idx="1595">
                  <c:v>-3</c:v>
                </c:pt>
                <c:pt idx="1596">
                  <c:v>-3</c:v>
                </c:pt>
                <c:pt idx="1597">
                  <c:v>-3</c:v>
                </c:pt>
                <c:pt idx="1598">
                  <c:v>-3</c:v>
                </c:pt>
                <c:pt idx="1599">
                  <c:v>-3</c:v>
                </c:pt>
                <c:pt idx="1600">
                  <c:v>-3</c:v>
                </c:pt>
                <c:pt idx="1601">
                  <c:v>-3</c:v>
                </c:pt>
                <c:pt idx="1602">
                  <c:v>-3</c:v>
                </c:pt>
                <c:pt idx="1603">
                  <c:v>-3</c:v>
                </c:pt>
                <c:pt idx="1604">
                  <c:v>-3</c:v>
                </c:pt>
                <c:pt idx="1605">
                  <c:v>-3</c:v>
                </c:pt>
                <c:pt idx="1606">
                  <c:v>-3</c:v>
                </c:pt>
                <c:pt idx="1607">
                  <c:v>-3</c:v>
                </c:pt>
                <c:pt idx="1608">
                  <c:v>-3</c:v>
                </c:pt>
                <c:pt idx="1609">
                  <c:v>-3</c:v>
                </c:pt>
                <c:pt idx="1610">
                  <c:v>-3</c:v>
                </c:pt>
                <c:pt idx="1611">
                  <c:v>-3</c:v>
                </c:pt>
                <c:pt idx="1612">
                  <c:v>-3</c:v>
                </c:pt>
                <c:pt idx="1613">
                  <c:v>-3</c:v>
                </c:pt>
                <c:pt idx="1614">
                  <c:v>-3</c:v>
                </c:pt>
                <c:pt idx="1615">
                  <c:v>-3</c:v>
                </c:pt>
                <c:pt idx="1616">
                  <c:v>-3</c:v>
                </c:pt>
                <c:pt idx="1617">
                  <c:v>-3</c:v>
                </c:pt>
                <c:pt idx="1618">
                  <c:v>-3</c:v>
                </c:pt>
                <c:pt idx="1619">
                  <c:v>-3</c:v>
                </c:pt>
                <c:pt idx="1620">
                  <c:v>-3</c:v>
                </c:pt>
                <c:pt idx="1621">
                  <c:v>-3</c:v>
                </c:pt>
                <c:pt idx="1622">
                  <c:v>-3</c:v>
                </c:pt>
                <c:pt idx="1623">
                  <c:v>-3</c:v>
                </c:pt>
                <c:pt idx="1624">
                  <c:v>-3</c:v>
                </c:pt>
                <c:pt idx="1625">
                  <c:v>-3</c:v>
                </c:pt>
                <c:pt idx="1626">
                  <c:v>-3</c:v>
                </c:pt>
                <c:pt idx="1627">
                  <c:v>-3</c:v>
                </c:pt>
                <c:pt idx="1628">
                  <c:v>-3</c:v>
                </c:pt>
                <c:pt idx="1629">
                  <c:v>-3</c:v>
                </c:pt>
                <c:pt idx="1630">
                  <c:v>-3</c:v>
                </c:pt>
                <c:pt idx="1631">
                  <c:v>-3</c:v>
                </c:pt>
                <c:pt idx="1632">
                  <c:v>-3</c:v>
                </c:pt>
                <c:pt idx="1633">
                  <c:v>-3</c:v>
                </c:pt>
                <c:pt idx="1634">
                  <c:v>-3</c:v>
                </c:pt>
                <c:pt idx="1635">
                  <c:v>-3</c:v>
                </c:pt>
                <c:pt idx="1636">
                  <c:v>-3</c:v>
                </c:pt>
                <c:pt idx="1637">
                  <c:v>-3</c:v>
                </c:pt>
                <c:pt idx="1638">
                  <c:v>-3</c:v>
                </c:pt>
                <c:pt idx="1639">
                  <c:v>-3</c:v>
                </c:pt>
                <c:pt idx="1640">
                  <c:v>-3</c:v>
                </c:pt>
                <c:pt idx="1641">
                  <c:v>-3</c:v>
                </c:pt>
                <c:pt idx="1642">
                  <c:v>-3</c:v>
                </c:pt>
                <c:pt idx="1643">
                  <c:v>-3</c:v>
                </c:pt>
                <c:pt idx="1644">
                  <c:v>-3</c:v>
                </c:pt>
                <c:pt idx="1645">
                  <c:v>-3</c:v>
                </c:pt>
                <c:pt idx="1646">
                  <c:v>-3</c:v>
                </c:pt>
                <c:pt idx="1647">
                  <c:v>-3</c:v>
                </c:pt>
                <c:pt idx="1648">
                  <c:v>-3</c:v>
                </c:pt>
                <c:pt idx="1649">
                  <c:v>-3</c:v>
                </c:pt>
                <c:pt idx="1650">
                  <c:v>-3</c:v>
                </c:pt>
                <c:pt idx="1651">
                  <c:v>-3</c:v>
                </c:pt>
                <c:pt idx="1652">
                  <c:v>-3</c:v>
                </c:pt>
                <c:pt idx="1653">
                  <c:v>-3</c:v>
                </c:pt>
                <c:pt idx="1654">
                  <c:v>-3</c:v>
                </c:pt>
                <c:pt idx="1655">
                  <c:v>-3</c:v>
                </c:pt>
                <c:pt idx="1656">
                  <c:v>-3</c:v>
                </c:pt>
                <c:pt idx="1657">
                  <c:v>-3</c:v>
                </c:pt>
                <c:pt idx="1658">
                  <c:v>-3</c:v>
                </c:pt>
                <c:pt idx="1659">
                  <c:v>-3</c:v>
                </c:pt>
                <c:pt idx="1660">
                  <c:v>-3</c:v>
                </c:pt>
                <c:pt idx="1661">
                  <c:v>-3</c:v>
                </c:pt>
                <c:pt idx="1662">
                  <c:v>-3</c:v>
                </c:pt>
                <c:pt idx="1663">
                  <c:v>-3</c:v>
                </c:pt>
                <c:pt idx="1664">
                  <c:v>-3</c:v>
                </c:pt>
                <c:pt idx="1665">
                  <c:v>-3</c:v>
                </c:pt>
                <c:pt idx="1666">
                  <c:v>-3</c:v>
                </c:pt>
                <c:pt idx="1667">
                  <c:v>-3</c:v>
                </c:pt>
                <c:pt idx="1668">
                  <c:v>-3</c:v>
                </c:pt>
                <c:pt idx="1669">
                  <c:v>-3</c:v>
                </c:pt>
                <c:pt idx="1670">
                  <c:v>-3</c:v>
                </c:pt>
                <c:pt idx="1671">
                  <c:v>-3</c:v>
                </c:pt>
                <c:pt idx="1672">
                  <c:v>-3</c:v>
                </c:pt>
                <c:pt idx="1673">
                  <c:v>-3</c:v>
                </c:pt>
                <c:pt idx="1674">
                  <c:v>-3</c:v>
                </c:pt>
                <c:pt idx="1675">
                  <c:v>-3</c:v>
                </c:pt>
                <c:pt idx="1676">
                  <c:v>-3</c:v>
                </c:pt>
                <c:pt idx="1677">
                  <c:v>-3</c:v>
                </c:pt>
                <c:pt idx="1678">
                  <c:v>-3</c:v>
                </c:pt>
                <c:pt idx="1679">
                  <c:v>-3</c:v>
                </c:pt>
                <c:pt idx="1680">
                  <c:v>-3</c:v>
                </c:pt>
                <c:pt idx="1681">
                  <c:v>-3</c:v>
                </c:pt>
                <c:pt idx="1682">
                  <c:v>-3</c:v>
                </c:pt>
                <c:pt idx="1683">
                  <c:v>-3</c:v>
                </c:pt>
                <c:pt idx="1684">
                  <c:v>-3</c:v>
                </c:pt>
                <c:pt idx="1685">
                  <c:v>-3</c:v>
                </c:pt>
                <c:pt idx="1686">
                  <c:v>-3</c:v>
                </c:pt>
                <c:pt idx="1687">
                  <c:v>-3</c:v>
                </c:pt>
                <c:pt idx="1688">
                  <c:v>-3</c:v>
                </c:pt>
                <c:pt idx="1689">
                  <c:v>-3</c:v>
                </c:pt>
                <c:pt idx="1690">
                  <c:v>-3</c:v>
                </c:pt>
                <c:pt idx="1691">
                  <c:v>-3</c:v>
                </c:pt>
                <c:pt idx="1692">
                  <c:v>-3</c:v>
                </c:pt>
                <c:pt idx="1693">
                  <c:v>-3</c:v>
                </c:pt>
                <c:pt idx="1694">
                  <c:v>-3</c:v>
                </c:pt>
                <c:pt idx="1695">
                  <c:v>-3</c:v>
                </c:pt>
                <c:pt idx="1696">
                  <c:v>-3</c:v>
                </c:pt>
                <c:pt idx="1697">
                  <c:v>-3</c:v>
                </c:pt>
                <c:pt idx="1698">
                  <c:v>-3</c:v>
                </c:pt>
                <c:pt idx="1699">
                  <c:v>-3</c:v>
                </c:pt>
                <c:pt idx="1700">
                  <c:v>-3</c:v>
                </c:pt>
                <c:pt idx="1701">
                  <c:v>-3</c:v>
                </c:pt>
                <c:pt idx="1702">
                  <c:v>-3</c:v>
                </c:pt>
                <c:pt idx="1703">
                  <c:v>-3</c:v>
                </c:pt>
                <c:pt idx="1704">
                  <c:v>-3</c:v>
                </c:pt>
                <c:pt idx="1705">
                  <c:v>-3</c:v>
                </c:pt>
                <c:pt idx="1706">
                  <c:v>-3</c:v>
                </c:pt>
                <c:pt idx="1707">
                  <c:v>-3</c:v>
                </c:pt>
                <c:pt idx="1708">
                  <c:v>-3</c:v>
                </c:pt>
                <c:pt idx="1709">
                  <c:v>-3</c:v>
                </c:pt>
                <c:pt idx="1710">
                  <c:v>-3</c:v>
                </c:pt>
                <c:pt idx="1711">
                  <c:v>-3</c:v>
                </c:pt>
                <c:pt idx="1712">
                  <c:v>-3</c:v>
                </c:pt>
                <c:pt idx="1713">
                  <c:v>-3</c:v>
                </c:pt>
                <c:pt idx="1714">
                  <c:v>-3</c:v>
                </c:pt>
                <c:pt idx="1715">
                  <c:v>-3</c:v>
                </c:pt>
                <c:pt idx="1716">
                  <c:v>-3</c:v>
                </c:pt>
                <c:pt idx="1717">
                  <c:v>-3</c:v>
                </c:pt>
                <c:pt idx="1718">
                  <c:v>-3</c:v>
                </c:pt>
                <c:pt idx="1719">
                  <c:v>-3</c:v>
                </c:pt>
                <c:pt idx="1720">
                  <c:v>-3</c:v>
                </c:pt>
                <c:pt idx="1721">
                  <c:v>-3</c:v>
                </c:pt>
                <c:pt idx="1722">
                  <c:v>-3</c:v>
                </c:pt>
                <c:pt idx="1723">
                  <c:v>-3</c:v>
                </c:pt>
                <c:pt idx="1724">
                  <c:v>-3</c:v>
                </c:pt>
                <c:pt idx="1725">
                  <c:v>-3</c:v>
                </c:pt>
                <c:pt idx="1726">
                  <c:v>-3</c:v>
                </c:pt>
                <c:pt idx="1727">
                  <c:v>-3</c:v>
                </c:pt>
                <c:pt idx="1728">
                  <c:v>-3</c:v>
                </c:pt>
                <c:pt idx="1729">
                  <c:v>-3</c:v>
                </c:pt>
                <c:pt idx="1730">
                  <c:v>-3</c:v>
                </c:pt>
                <c:pt idx="1731">
                  <c:v>-3</c:v>
                </c:pt>
                <c:pt idx="1732">
                  <c:v>-3</c:v>
                </c:pt>
                <c:pt idx="1733">
                  <c:v>-3</c:v>
                </c:pt>
                <c:pt idx="1734">
                  <c:v>-3</c:v>
                </c:pt>
                <c:pt idx="1735">
                  <c:v>-3</c:v>
                </c:pt>
                <c:pt idx="1736">
                  <c:v>-3</c:v>
                </c:pt>
                <c:pt idx="1737">
                  <c:v>-3</c:v>
                </c:pt>
                <c:pt idx="1738">
                  <c:v>-3</c:v>
                </c:pt>
                <c:pt idx="1739">
                  <c:v>-3</c:v>
                </c:pt>
                <c:pt idx="1740">
                  <c:v>-3</c:v>
                </c:pt>
                <c:pt idx="1741">
                  <c:v>-3</c:v>
                </c:pt>
                <c:pt idx="1742">
                  <c:v>-3</c:v>
                </c:pt>
                <c:pt idx="1743">
                  <c:v>-3</c:v>
                </c:pt>
                <c:pt idx="1744">
                  <c:v>-3</c:v>
                </c:pt>
                <c:pt idx="1745">
                  <c:v>-3</c:v>
                </c:pt>
                <c:pt idx="1746">
                  <c:v>-3</c:v>
                </c:pt>
                <c:pt idx="1747">
                  <c:v>-3</c:v>
                </c:pt>
                <c:pt idx="1748">
                  <c:v>-3</c:v>
                </c:pt>
                <c:pt idx="1749">
                  <c:v>-3</c:v>
                </c:pt>
                <c:pt idx="1750">
                  <c:v>-3</c:v>
                </c:pt>
                <c:pt idx="1751">
                  <c:v>-3</c:v>
                </c:pt>
                <c:pt idx="1752">
                  <c:v>-3</c:v>
                </c:pt>
                <c:pt idx="1753">
                  <c:v>-3</c:v>
                </c:pt>
                <c:pt idx="1754">
                  <c:v>-3</c:v>
                </c:pt>
                <c:pt idx="1755">
                  <c:v>-3</c:v>
                </c:pt>
                <c:pt idx="1756">
                  <c:v>-3</c:v>
                </c:pt>
                <c:pt idx="1757">
                  <c:v>-3</c:v>
                </c:pt>
                <c:pt idx="1758">
                  <c:v>-3</c:v>
                </c:pt>
                <c:pt idx="1759">
                  <c:v>-3</c:v>
                </c:pt>
                <c:pt idx="1760">
                  <c:v>-3</c:v>
                </c:pt>
                <c:pt idx="1761">
                  <c:v>-3</c:v>
                </c:pt>
                <c:pt idx="1762">
                  <c:v>-3</c:v>
                </c:pt>
                <c:pt idx="1763">
                  <c:v>-3</c:v>
                </c:pt>
                <c:pt idx="1764">
                  <c:v>-3</c:v>
                </c:pt>
                <c:pt idx="1765">
                  <c:v>-3</c:v>
                </c:pt>
                <c:pt idx="1766">
                  <c:v>-3</c:v>
                </c:pt>
                <c:pt idx="1767">
                  <c:v>-3</c:v>
                </c:pt>
                <c:pt idx="1768">
                  <c:v>-3</c:v>
                </c:pt>
                <c:pt idx="1769">
                  <c:v>-3</c:v>
                </c:pt>
                <c:pt idx="1770">
                  <c:v>-3</c:v>
                </c:pt>
                <c:pt idx="1771">
                  <c:v>-3</c:v>
                </c:pt>
                <c:pt idx="1772">
                  <c:v>-3</c:v>
                </c:pt>
                <c:pt idx="1773">
                  <c:v>-3</c:v>
                </c:pt>
                <c:pt idx="1774">
                  <c:v>-3</c:v>
                </c:pt>
                <c:pt idx="1775">
                  <c:v>-3</c:v>
                </c:pt>
                <c:pt idx="1776">
                  <c:v>-3</c:v>
                </c:pt>
                <c:pt idx="1777">
                  <c:v>-3</c:v>
                </c:pt>
                <c:pt idx="1778">
                  <c:v>-3</c:v>
                </c:pt>
                <c:pt idx="1779">
                  <c:v>-3</c:v>
                </c:pt>
                <c:pt idx="1780">
                  <c:v>-3</c:v>
                </c:pt>
                <c:pt idx="1781">
                  <c:v>-3</c:v>
                </c:pt>
                <c:pt idx="1782">
                  <c:v>-3</c:v>
                </c:pt>
                <c:pt idx="1783">
                  <c:v>-3</c:v>
                </c:pt>
                <c:pt idx="1784">
                  <c:v>-3</c:v>
                </c:pt>
                <c:pt idx="1785">
                  <c:v>-3</c:v>
                </c:pt>
                <c:pt idx="1786">
                  <c:v>-3</c:v>
                </c:pt>
                <c:pt idx="1787">
                  <c:v>-3</c:v>
                </c:pt>
                <c:pt idx="1788">
                  <c:v>-3</c:v>
                </c:pt>
                <c:pt idx="1789">
                  <c:v>-3</c:v>
                </c:pt>
                <c:pt idx="1790">
                  <c:v>-3</c:v>
                </c:pt>
                <c:pt idx="1791">
                  <c:v>-3</c:v>
                </c:pt>
                <c:pt idx="1792">
                  <c:v>-3</c:v>
                </c:pt>
                <c:pt idx="1793">
                  <c:v>-3</c:v>
                </c:pt>
                <c:pt idx="1794">
                  <c:v>-3</c:v>
                </c:pt>
                <c:pt idx="1795">
                  <c:v>-3</c:v>
                </c:pt>
                <c:pt idx="1796">
                  <c:v>-3</c:v>
                </c:pt>
                <c:pt idx="1797">
                  <c:v>-3</c:v>
                </c:pt>
                <c:pt idx="1798">
                  <c:v>-3</c:v>
                </c:pt>
                <c:pt idx="1799">
                  <c:v>-3</c:v>
                </c:pt>
                <c:pt idx="1800">
                  <c:v>-3</c:v>
                </c:pt>
                <c:pt idx="1801">
                  <c:v>-3</c:v>
                </c:pt>
                <c:pt idx="1802">
                  <c:v>-3</c:v>
                </c:pt>
                <c:pt idx="1803">
                  <c:v>-3</c:v>
                </c:pt>
                <c:pt idx="1804">
                  <c:v>-3</c:v>
                </c:pt>
                <c:pt idx="1805">
                  <c:v>-3</c:v>
                </c:pt>
                <c:pt idx="1806">
                  <c:v>-3</c:v>
                </c:pt>
                <c:pt idx="1807">
                  <c:v>-3</c:v>
                </c:pt>
                <c:pt idx="1808">
                  <c:v>-3</c:v>
                </c:pt>
                <c:pt idx="1809">
                  <c:v>-3</c:v>
                </c:pt>
                <c:pt idx="1810">
                  <c:v>-3</c:v>
                </c:pt>
                <c:pt idx="1811">
                  <c:v>-3</c:v>
                </c:pt>
                <c:pt idx="1812">
                  <c:v>-3</c:v>
                </c:pt>
                <c:pt idx="1813">
                  <c:v>-3</c:v>
                </c:pt>
                <c:pt idx="1814">
                  <c:v>-3</c:v>
                </c:pt>
                <c:pt idx="1815">
                  <c:v>-3</c:v>
                </c:pt>
                <c:pt idx="1816">
                  <c:v>-3</c:v>
                </c:pt>
                <c:pt idx="1817">
                  <c:v>-3</c:v>
                </c:pt>
                <c:pt idx="1818">
                  <c:v>-3</c:v>
                </c:pt>
                <c:pt idx="1819">
                  <c:v>-3</c:v>
                </c:pt>
                <c:pt idx="1820">
                  <c:v>-3</c:v>
                </c:pt>
                <c:pt idx="1821">
                  <c:v>-3</c:v>
                </c:pt>
                <c:pt idx="1822">
                  <c:v>-3</c:v>
                </c:pt>
                <c:pt idx="1823">
                  <c:v>-3</c:v>
                </c:pt>
                <c:pt idx="1824">
                  <c:v>-3</c:v>
                </c:pt>
                <c:pt idx="1825">
                  <c:v>-3</c:v>
                </c:pt>
                <c:pt idx="1826">
                  <c:v>-3</c:v>
                </c:pt>
                <c:pt idx="1827">
                  <c:v>-3</c:v>
                </c:pt>
                <c:pt idx="1828">
                  <c:v>-3</c:v>
                </c:pt>
                <c:pt idx="1829">
                  <c:v>-3</c:v>
                </c:pt>
                <c:pt idx="1830">
                  <c:v>-3</c:v>
                </c:pt>
                <c:pt idx="1831">
                  <c:v>-3</c:v>
                </c:pt>
                <c:pt idx="1832">
                  <c:v>-3</c:v>
                </c:pt>
                <c:pt idx="1833">
                  <c:v>-3</c:v>
                </c:pt>
                <c:pt idx="1834">
                  <c:v>-3</c:v>
                </c:pt>
                <c:pt idx="1835">
                  <c:v>-3</c:v>
                </c:pt>
                <c:pt idx="1836">
                  <c:v>-3</c:v>
                </c:pt>
                <c:pt idx="1837">
                  <c:v>-3</c:v>
                </c:pt>
                <c:pt idx="1838">
                  <c:v>-3</c:v>
                </c:pt>
                <c:pt idx="1839">
                  <c:v>-3</c:v>
                </c:pt>
                <c:pt idx="1840">
                  <c:v>-3</c:v>
                </c:pt>
                <c:pt idx="1841">
                  <c:v>-3</c:v>
                </c:pt>
                <c:pt idx="1842">
                  <c:v>-3</c:v>
                </c:pt>
                <c:pt idx="1843">
                  <c:v>-3</c:v>
                </c:pt>
                <c:pt idx="1844">
                  <c:v>-3</c:v>
                </c:pt>
                <c:pt idx="1845">
                  <c:v>-3</c:v>
                </c:pt>
                <c:pt idx="1846">
                  <c:v>-3</c:v>
                </c:pt>
                <c:pt idx="1847">
                  <c:v>-3</c:v>
                </c:pt>
                <c:pt idx="1848">
                  <c:v>-3</c:v>
                </c:pt>
                <c:pt idx="1849">
                  <c:v>-3</c:v>
                </c:pt>
                <c:pt idx="1850">
                  <c:v>-3</c:v>
                </c:pt>
                <c:pt idx="1851">
                  <c:v>-3</c:v>
                </c:pt>
                <c:pt idx="1852">
                  <c:v>-3</c:v>
                </c:pt>
                <c:pt idx="1853">
                  <c:v>-3</c:v>
                </c:pt>
                <c:pt idx="1854">
                  <c:v>-3</c:v>
                </c:pt>
                <c:pt idx="1855">
                  <c:v>-3</c:v>
                </c:pt>
                <c:pt idx="1856">
                  <c:v>-3</c:v>
                </c:pt>
                <c:pt idx="1857">
                  <c:v>-3</c:v>
                </c:pt>
                <c:pt idx="1858">
                  <c:v>-3</c:v>
                </c:pt>
                <c:pt idx="1859">
                  <c:v>-3</c:v>
                </c:pt>
                <c:pt idx="1860">
                  <c:v>-3</c:v>
                </c:pt>
                <c:pt idx="1861">
                  <c:v>-3</c:v>
                </c:pt>
                <c:pt idx="1862">
                  <c:v>-3</c:v>
                </c:pt>
                <c:pt idx="1863">
                  <c:v>-3</c:v>
                </c:pt>
                <c:pt idx="1864">
                  <c:v>-3</c:v>
                </c:pt>
                <c:pt idx="1865">
                  <c:v>-3</c:v>
                </c:pt>
                <c:pt idx="1866">
                  <c:v>-3</c:v>
                </c:pt>
                <c:pt idx="1867">
                  <c:v>-3</c:v>
                </c:pt>
                <c:pt idx="1868">
                  <c:v>-3</c:v>
                </c:pt>
                <c:pt idx="1869">
                  <c:v>-3</c:v>
                </c:pt>
                <c:pt idx="1870">
                  <c:v>-3</c:v>
                </c:pt>
                <c:pt idx="1871">
                  <c:v>-3</c:v>
                </c:pt>
                <c:pt idx="1872">
                  <c:v>-3</c:v>
                </c:pt>
                <c:pt idx="1873">
                  <c:v>-3</c:v>
                </c:pt>
                <c:pt idx="1874">
                  <c:v>-3</c:v>
                </c:pt>
                <c:pt idx="1875">
                  <c:v>-3</c:v>
                </c:pt>
                <c:pt idx="1876">
                  <c:v>-3</c:v>
                </c:pt>
                <c:pt idx="1877">
                  <c:v>-3</c:v>
                </c:pt>
                <c:pt idx="1878">
                  <c:v>-3</c:v>
                </c:pt>
                <c:pt idx="1879">
                  <c:v>-3</c:v>
                </c:pt>
                <c:pt idx="1880">
                  <c:v>-3</c:v>
                </c:pt>
                <c:pt idx="1881">
                  <c:v>-3</c:v>
                </c:pt>
                <c:pt idx="1882">
                  <c:v>-3</c:v>
                </c:pt>
                <c:pt idx="1883">
                  <c:v>-3</c:v>
                </c:pt>
                <c:pt idx="1884">
                  <c:v>-3</c:v>
                </c:pt>
                <c:pt idx="1885">
                  <c:v>-3</c:v>
                </c:pt>
                <c:pt idx="1886">
                  <c:v>-3</c:v>
                </c:pt>
                <c:pt idx="1887">
                  <c:v>-3</c:v>
                </c:pt>
                <c:pt idx="1888">
                  <c:v>-3</c:v>
                </c:pt>
                <c:pt idx="1889">
                  <c:v>-3</c:v>
                </c:pt>
                <c:pt idx="1890">
                  <c:v>-3</c:v>
                </c:pt>
                <c:pt idx="1891">
                  <c:v>-3</c:v>
                </c:pt>
                <c:pt idx="1892">
                  <c:v>-3</c:v>
                </c:pt>
                <c:pt idx="1893">
                  <c:v>-3</c:v>
                </c:pt>
                <c:pt idx="1894">
                  <c:v>-3</c:v>
                </c:pt>
                <c:pt idx="1895">
                  <c:v>-3</c:v>
                </c:pt>
                <c:pt idx="1896">
                  <c:v>-3</c:v>
                </c:pt>
                <c:pt idx="1897">
                  <c:v>-3</c:v>
                </c:pt>
                <c:pt idx="1898">
                  <c:v>-3</c:v>
                </c:pt>
                <c:pt idx="1899">
                  <c:v>-3</c:v>
                </c:pt>
                <c:pt idx="1900">
                  <c:v>-3</c:v>
                </c:pt>
                <c:pt idx="1901">
                  <c:v>-3</c:v>
                </c:pt>
                <c:pt idx="1902">
                  <c:v>-3</c:v>
                </c:pt>
                <c:pt idx="1903">
                  <c:v>-3</c:v>
                </c:pt>
                <c:pt idx="1904">
                  <c:v>-3</c:v>
                </c:pt>
                <c:pt idx="1905">
                  <c:v>-3</c:v>
                </c:pt>
                <c:pt idx="1906">
                  <c:v>-3</c:v>
                </c:pt>
                <c:pt idx="1907">
                  <c:v>-3</c:v>
                </c:pt>
                <c:pt idx="1908">
                  <c:v>-3</c:v>
                </c:pt>
                <c:pt idx="1909">
                  <c:v>-3</c:v>
                </c:pt>
                <c:pt idx="1910">
                  <c:v>-3</c:v>
                </c:pt>
                <c:pt idx="1911">
                  <c:v>-3</c:v>
                </c:pt>
                <c:pt idx="1912">
                  <c:v>-3</c:v>
                </c:pt>
                <c:pt idx="1913">
                  <c:v>-3</c:v>
                </c:pt>
                <c:pt idx="1914">
                  <c:v>-3</c:v>
                </c:pt>
                <c:pt idx="1915">
                  <c:v>-3</c:v>
                </c:pt>
                <c:pt idx="1916">
                  <c:v>-3</c:v>
                </c:pt>
                <c:pt idx="1917">
                  <c:v>-3</c:v>
                </c:pt>
                <c:pt idx="1918">
                  <c:v>-3</c:v>
                </c:pt>
                <c:pt idx="1919">
                  <c:v>-3</c:v>
                </c:pt>
                <c:pt idx="1920">
                  <c:v>-3</c:v>
                </c:pt>
                <c:pt idx="1921">
                  <c:v>-3</c:v>
                </c:pt>
                <c:pt idx="1922">
                  <c:v>-3</c:v>
                </c:pt>
                <c:pt idx="1923">
                  <c:v>-3</c:v>
                </c:pt>
                <c:pt idx="1924">
                  <c:v>-3</c:v>
                </c:pt>
                <c:pt idx="1925">
                  <c:v>-3</c:v>
                </c:pt>
                <c:pt idx="1926">
                  <c:v>-3</c:v>
                </c:pt>
                <c:pt idx="1927">
                  <c:v>-3</c:v>
                </c:pt>
                <c:pt idx="1928">
                  <c:v>-3</c:v>
                </c:pt>
                <c:pt idx="1929">
                  <c:v>-3</c:v>
                </c:pt>
                <c:pt idx="1930">
                  <c:v>-3</c:v>
                </c:pt>
                <c:pt idx="1931">
                  <c:v>-3</c:v>
                </c:pt>
                <c:pt idx="1932">
                  <c:v>-3</c:v>
                </c:pt>
                <c:pt idx="1933">
                  <c:v>-3</c:v>
                </c:pt>
                <c:pt idx="1934">
                  <c:v>-3</c:v>
                </c:pt>
                <c:pt idx="1935">
                  <c:v>-3</c:v>
                </c:pt>
                <c:pt idx="1936">
                  <c:v>-3</c:v>
                </c:pt>
                <c:pt idx="1937">
                  <c:v>-3</c:v>
                </c:pt>
                <c:pt idx="1938">
                  <c:v>-3</c:v>
                </c:pt>
                <c:pt idx="1939">
                  <c:v>-3</c:v>
                </c:pt>
                <c:pt idx="1940">
                  <c:v>-3</c:v>
                </c:pt>
                <c:pt idx="1941">
                  <c:v>-3</c:v>
                </c:pt>
                <c:pt idx="1942">
                  <c:v>-3</c:v>
                </c:pt>
                <c:pt idx="1943">
                  <c:v>-3</c:v>
                </c:pt>
                <c:pt idx="1944">
                  <c:v>-3</c:v>
                </c:pt>
                <c:pt idx="1945">
                  <c:v>-3</c:v>
                </c:pt>
                <c:pt idx="1946">
                  <c:v>-3</c:v>
                </c:pt>
                <c:pt idx="1947">
                  <c:v>-3</c:v>
                </c:pt>
                <c:pt idx="1948">
                  <c:v>-3</c:v>
                </c:pt>
                <c:pt idx="1949">
                  <c:v>-3</c:v>
                </c:pt>
                <c:pt idx="1950">
                  <c:v>-3</c:v>
                </c:pt>
                <c:pt idx="1951">
                  <c:v>-3</c:v>
                </c:pt>
                <c:pt idx="1952">
                  <c:v>-3</c:v>
                </c:pt>
                <c:pt idx="1953">
                  <c:v>-3</c:v>
                </c:pt>
                <c:pt idx="1954">
                  <c:v>-3</c:v>
                </c:pt>
                <c:pt idx="1955">
                  <c:v>-3</c:v>
                </c:pt>
                <c:pt idx="1956">
                  <c:v>-3</c:v>
                </c:pt>
                <c:pt idx="1957">
                  <c:v>-3</c:v>
                </c:pt>
                <c:pt idx="1958">
                  <c:v>-3</c:v>
                </c:pt>
                <c:pt idx="1959">
                  <c:v>-3</c:v>
                </c:pt>
                <c:pt idx="1960">
                  <c:v>-3</c:v>
                </c:pt>
                <c:pt idx="1961">
                  <c:v>-3</c:v>
                </c:pt>
                <c:pt idx="1962">
                  <c:v>-3</c:v>
                </c:pt>
                <c:pt idx="1963">
                  <c:v>-3</c:v>
                </c:pt>
                <c:pt idx="1964">
                  <c:v>-3</c:v>
                </c:pt>
                <c:pt idx="1965">
                  <c:v>-3</c:v>
                </c:pt>
                <c:pt idx="1966">
                  <c:v>-3</c:v>
                </c:pt>
                <c:pt idx="1967">
                  <c:v>-3</c:v>
                </c:pt>
                <c:pt idx="1968">
                  <c:v>-3</c:v>
                </c:pt>
                <c:pt idx="1969">
                  <c:v>-3</c:v>
                </c:pt>
                <c:pt idx="1970">
                  <c:v>-3</c:v>
                </c:pt>
                <c:pt idx="1971">
                  <c:v>-3</c:v>
                </c:pt>
                <c:pt idx="1972">
                  <c:v>-3</c:v>
                </c:pt>
                <c:pt idx="1973">
                  <c:v>-3</c:v>
                </c:pt>
                <c:pt idx="1974">
                  <c:v>-3</c:v>
                </c:pt>
                <c:pt idx="1975">
                  <c:v>-3</c:v>
                </c:pt>
                <c:pt idx="1976">
                  <c:v>-3</c:v>
                </c:pt>
                <c:pt idx="1977">
                  <c:v>-3</c:v>
                </c:pt>
                <c:pt idx="1978">
                  <c:v>-3</c:v>
                </c:pt>
                <c:pt idx="1979">
                  <c:v>-3</c:v>
                </c:pt>
                <c:pt idx="1980">
                  <c:v>-3</c:v>
                </c:pt>
                <c:pt idx="1981">
                  <c:v>-3</c:v>
                </c:pt>
                <c:pt idx="1982">
                  <c:v>-3</c:v>
                </c:pt>
                <c:pt idx="1983">
                  <c:v>-3</c:v>
                </c:pt>
                <c:pt idx="1984">
                  <c:v>-3</c:v>
                </c:pt>
                <c:pt idx="1985">
                  <c:v>-3</c:v>
                </c:pt>
                <c:pt idx="1986">
                  <c:v>-3</c:v>
                </c:pt>
                <c:pt idx="1987">
                  <c:v>-3</c:v>
                </c:pt>
                <c:pt idx="1988">
                  <c:v>-3</c:v>
                </c:pt>
                <c:pt idx="1989">
                  <c:v>-3</c:v>
                </c:pt>
                <c:pt idx="1990">
                  <c:v>-3</c:v>
                </c:pt>
                <c:pt idx="1991">
                  <c:v>-3</c:v>
                </c:pt>
                <c:pt idx="1992">
                  <c:v>-3</c:v>
                </c:pt>
                <c:pt idx="1993">
                  <c:v>-3</c:v>
                </c:pt>
                <c:pt idx="1994">
                  <c:v>-3</c:v>
                </c:pt>
                <c:pt idx="1995">
                  <c:v>-3</c:v>
                </c:pt>
                <c:pt idx="1996">
                  <c:v>-3</c:v>
                </c:pt>
                <c:pt idx="1997">
                  <c:v>-3</c:v>
                </c:pt>
                <c:pt idx="1998">
                  <c:v>-3</c:v>
                </c:pt>
                <c:pt idx="1999">
                  <c:v>-3</c:v>
                </c:pt>
                <c:pt idx="2000">
                  <c:v>-3</c:v>
                </c:pt>
                <c:pt idx="2001">
                  <c:v>-3</c:v>
                </c:pt>
                <c:pt idx="2002">
                  <c:v>-3</c:v>
                </c:pt>
                <c:pt idx="2003">
                  <c:v>-3</c:v>
                </c:pt>
                <c:pt idx="2004">
                  <c:v>-3</c:v>
                </c:pt>
                <c:pt idx="2005">
                  <c:v>-3</c:v>
                </c:pt>
                <c:pt idx="2006">
                  <c:v>-3</c:v>
                </c:pt>
                <c:pt idx="2007">
                  <c:v>-3</c:v>
                </c:pt>
                <c:pt idx="2008">
                  <c:v>-3</c:v>
                </c:pt>
                <c:pt idx="2009">
                  <c:v>-3</c:v>
                </c:pt>
                <c:pt idx="2010">
                  <c:v>-3</c:v>
                </c:pt>
                <c:pt idx="2011">
                  <c:v>-3</c:v>
                </c:pt>
                <c:pt idx="2012">
                  <c:v>-3</c:v>
                </c:pt>
                <c:pt idx="2013">
                  <c:v>-3</c:v>
                </c:pt>
                <c:pt idx="2014">
                  <c:v>-3</c:v>
                </c:pt>
                <c:pt idx="2015">
                  <c:v>-3</c:v>
                </c:pt>
                <c:pt idx="2016">
                  <c:v>-3</c:v>
                </c:pt>
                <c:pt idx="2017">
                  <c:v>-3</c:v>
                </c:pt>
                <c:pt idx="2018">
                  <c:v>-3</c:v>
                </c:pt>
                <c:pt idx="2019">
                  <c:v>-3</c:v>
                </c:pt>
                <c:pt idx="2020">
                  <c:v>-3</c:v>
                </c:pt>
                <c:pt idx="2021">
                  <c:v>-3</c:v>
                </c:pt>
                <c:pt idx="2022">
                  <c:v>-3</c:v>
                </c:pt>
                <c:pt idx="2023">
                  <c:v>-3</c:v>
                </c:pt>
                <c:pt idx="2024">
                  <c:v>-3</c:v>
                </c:pt>
                <c:pt idx="2025">
                  <c:v>-3</c:v>
                </c:pt>
                <c:pt idx="2026">
                  <c:v>-3</c:v>
                </c:pt>
                <c:pt idx="2027">
                  <c:v>-3</c:v>
                </c:pt>
                <c:pt idx="2028">
                  <c:v>-3</c:v>
                </c:pt>
                <c:pt idx="2029">
                  <c:v>-3</c:v>
                </c:pt>
                <c:pt idx="2030">
                  <c:v>-3</c:v>
                </c:pt>
                <c:pt idx="2031">
                  <c:v>-3</c:v>
                </c:pt>
                <c:pt idx="2032">
                  <c:v>-3</c:v>
                </c:pt>
                <c:pt idx="2033">
                  <c:v>-3</c:v>
                </c:pt>
                <c:pt idx="2034">
                  <c:v>-3</c:v>
                </c:pt>
                <c:pt idx="2035">
                  <c:v>-3</c:v>
                </c:pt>
                <c:pt idx="2036">
                  <c:v>-3</c:v>
                </c:pt>
                <c:pt idx="2037">
                  <c:v>-3</c:v>
                </c:pt>
                <c:pt idx="2038">
                  <c:v>-3</c:v>
                </c:pt>
                <c:pt idx="2039">
                  <c:v>-3</c:v>
                </c:pt>
                <c:pt idx="2040">
                  <c:v>-3</c:v>
                </c:pt>
                <c:pt idx="2041">
                  <c:v>-3</c:v>
                </c:pt>
                <c:pt idx="2042">
                  <c:v>-3</c:v>
                </c:pt>
                <c:pt idx="2043">
                  <c:v>-3</c:v>
                </c:pt>
                <c:pt idx="2044">
                  <c:v>-3</c:v>
                </c:pt>
                <c:pt idx="2045">
                  <c:v>-3</c:v>
                </c:pt>
                <c:pt idx="2046">
                  <c:v>-3</c:v>
                </c:pt>
                <c:pt idx="2047">
                  <c:v>-3</c:v>
                </c:pt>
                <c:pt idx="2048">
                  <c:v>-3</c:v>
                </c:pt>
                <c:pt idx="2049">
                  <c:v>-3</c:v>
                </c:pt>
                <c:pt idx="2050">
                  <c:v>-3</c:v>
                </c:pt>
                <c:pt idx="2051">
                  <c:v>-3</c:v>
                </c:pt>
                <c:pt idx="2052">
                  <c:v>-3</c:v>
                </c:pt>
                <c:pt idx="2053">
                  <c:v>-3</c:v>
                </c:pt>
                <c:pt idx="2054">
                  <c:v>-3</c:v>
                </c:pt>
                <c:pt idx="2055">
                  <c:v>-3</c:v>
                </c:pt>
                <c:pt idx="2056">
                  <c:v>-3</c:v>
                </c:pt>
                <c:pt idx="2057">
                  <c:v>-3</c:v>
                </c:pt>
                <c:pt idx="2058">
                  <c:v>-3</c:v>
                </c:pt>
                <c:pt idx="2059">
                  <c:v>-3</c:v>
                </c:pt>
                <c:pt idx="2060">
                  <c:v>-3</c:v>
                </c:pt>
                <c:pt idx="2061">
                  <c:v>-3</c:v>
                </c:pt>
                <c:pt idx="2062">
                  <c:v>-3</c:v>
                </c:pt>
                <c:pt idx="2063">
                  <c:v>-3</c:v>
                </c:pt>
                <c:pt idx="2064">
                  <c:v>-3</c:v>
                </c:pt>
                <c:pt idx="2065">
                  <c:v>-3</c:v>
                </c:pt>
                <c:pt idx="2066">
                  <c:v>-3</c:v>
                </c:pt>
                <c:pt idx="2067">
                  <c:v>-3</c:v>
                </c:pt>
                <c:pt idx="2068">
                  <c:v>-3</c:v>
                </c:pt>
                <c:pt idx="2069">
                  <c:v>-3</c:v>
                </c:pt>
                <c:pt idx="2070">
                  <c:v>-3</c:v>
                </c:pt>
                <c:pt idx="2071">
                  <c:v>-3</c:v>
                </c:pt>
                <c:pt idx="2072">
                  <c:v>-3</c:v>
                </c:pt>
                <c:pt idx="2073">
                  <c:v>-3</c:v>
                </c:pt>
                <c:pt idx="2074">
                  <c:v>-3</c:v>
                </c:pt>
                <c:pt idx="2075">
                  <c:v>-3</c:v>
                </c:pt>
                <c:pt idx="2076">
                  <c:v>-3</c:v>
                </c:pt>
                <c:pt idx="2077">
                  <c:v>-3</c:v>
                </c:pt>
                <c:pt idx="2078">
                  <c:v>-3</c:v>
                </c:pt>
                <c:pt idx="2079">
                  <c:v>-3</c:v>
                </c:pt>
                <c:pt idx="2080">
                  <c:v>-3</c:v>
                </c:pt>
                <c:pt idx="2081">
                  <c:v>-3</c:v>
                </c:pt>
                <c:pt idx="2082">
                  <c:v>-3</c:v>
                </c:pt>
                <c:pt idx="2083">
                  <c:v>-3</c:v>
                </c:pt>
                <c:pt idx="2084">
                  <c:v>-3</c:v>
                </c:pt>
                <c:pt idx="2085">
                  <c:v>-3</c:v>
                </c:pt>
                <c:pt idx="2086">
                  <c:v>-3</c:v>
                </c:pt>
                <c:pt idx="2087">
                  <c:v>-3</c:v>
                </c:pt>
                <c:pt idx="2088">
                  <c:v>-3</c:v>
                </c:pt>
                <c:pt idx="2089">
                  <c:v>-3</c:v>
                </c:pt>
                <c:pt idx="2090">
                  <c:v>-3</c:v>
                </c:pt>
                <c:pt idx="2091">
                  <c:v>-3</c:v>
                </c:pt>
                <c:pt idx="2092">
                  <c:v>-3</c:v>
                </c:pt>
                <c:pt idx="2093">
                  <c:v>-3</c:v>
                </c:pt>
                <c:pt idx="2094">
                  <c:v>-3</c:v>
                </c:pt>
                <c:pt idx="2095">
                  <c:v>-3</c:v>
                </c:pt>
                <c:pt idx="2096">
                  <c:v>-3</c:v>
                </c:pt>
                <c:pt idx="2097">
                  <c:v>-3</c:v>
                </c:pt>
                <c:pt idx="2098">
                  <c:v>-3</c:v>
                </c:pt>
                <c:pt idx="2099">
                  <c:v>-3</c:v>
                </c:pt>
                <c:pt idx="2100">
                  <c:v>-3</c:v>
                </c:pt>
                <c:pt idx="2101">
                  <c:v>-3</c:v>
                </c:pt>
                <c:pt idx="2102">
                  <c:v>-3</c:v>
                </c:pt>
                <c:pt idx="2103">
                  <c:v>-3</c:v>
                </c:pt>
                <c:pt idx="2104">
                  <c:v>-3</c:v>
                </c:pt>
                <c:pt idx="2105">
                  <c:v>-3</c:v>
                </c:pt>
                <c:pt idx="2106">
                  <c:v>-3</c:v>
                </c:pt>
                <c:pt idx="2107">
                  <c:v>-3</c:v>
                </c:pt>
                <c:pt idx="2108">
                  <c:v>-3</c:v>
                </c:pt>
                <c:pt idx="2109">
                  <c:v>-3</c:v>
                </c:pt>
                <c:pt idx="2110">
                  <c:v>-3</c:v>
                </c:pt>
                <c:pt idx="2111">
                  <c:v>-3</c:v>
                </c:pt>
                <c:pt idx="2112">
                  <c:v>-3</c:v>
                </c:pt>
                <c:pt idx="2113">
                  <c:v>-3</c:v>
                </c:pt>
                <c:pt idx="2114">
                  <c:v>-3</c:v>
                </c:pt>
                <c:pt idx="2115">
                  <c:v>-3</c:v>
                </c:pt>
                <c:pt idx="2116">
                  <c:v>-3</c:v>
                </c:pt>
                <c:pt idx="2117">
                  <c:v>-3</c:v>
                </c:pt>
                <c:pt idx="2118">
                  <c:v>-3</c:v>
                </c:pt>
                <c:pt idx="2119">
                  <c:v>-3</c:v>
                </c:pt>
                <c:pt idx="2120">
                  <c:v>-3</c:v>
                </c:pt>
                <c:pt idx="2121">
                  <c:v>-3</c:v>
                </c:pt>
                <c:pt idx="2122">
                  <c:v>-3</c:v>
                </c:pt>
                <c:pt idx="2123">
                  <c:v>-3</c:v>
                </c:pt>
                <c:pt idx="2124">
                  <c:v>-3</c:v>
                </c:pt>
                <c:pt idx="2125">
                  <c:v>-3</c:v>
                </c:pt>
                <c:pt idx="2126">
                  <c:v>-3</c:v>
                </c:pt>
                <c:pt idx="2127">
                  <c:v>-3</c:v>
                </c:pt>
                <c:pt idx="2128">
                  <c:v>-3</c:v>
                </c:pt>
                <c:pt idx="2129">
                  <c:v>-3</c:v>
                </c:pt>
                <c:pt idx="2130">
                  <c:v>-3</c:v>
                </c:pt>
                <c:pt idx="2131">
                  <c:v>-3</c:v>
                </c:pt>
                <c:pt idx="2132">
                  <c:v>-3</c:v>
                </c:pt>
                <c:pt idx="2133">
                  <c:v>-3</c:v>
                </c:pt>
                <c:pt idx="2134">
                  <c:v>-3</c:v>
                </c:pt>
                <c:pt idx="2135">
                  <c:v>-3</c:v>
                </c:pt>
                <c:pt idx="2136">
                  <c:v>-3</c:v>
                </c:pt>
                <c:pt idx="2137">
                  <c:v>-3</c:v>
                </c:pt>
                <c:pt idx="2138">
                  <c:v>-3</c:v>
                </c:pt>
                <c:pt idx="2139">
                  <c:v>-3</c:v>
                </c:pt>
                <c:pt idx="2140">
                  <c:v>-3</c:v>
                </c:pt>
                <c:pt idx="2141">
                  <c:v>-3</c:v>
                </c:pt>
                <c:pt idx="2142">
                  <c:v>-3</c:v>
                </c:pt>
                <c:pt idx="2143">
                  <c:v>-3</c:v>
                </c:pt>
                <c:pt idx="2144">
                  <c:v>-3</c:v>
                </c:pt>
                <c:pt idx="2145">
                  <c:v>-3</c:v>
                </c:pt>
                <c:pt idx="2146">
                  <c:v>-3</c:v>
                </c:pt>
                <c:pt idx="2147">
                  <c:v>-3</c:v>
                </c:pt>
                <c:pt idx="2148">
                  <c:v>-3</c:v>
                </c:pt>
                <c:pt idx="2149">
                  <c:v>-3</c:v>
                </c:pt>
                <c:pt idx="2150">
                  <c:v>-3</c:v>
                </c:pt>
                <c:pt idx="2151">
                  <c:v>-3</c:v>
                </c:pt>
                <c:pt idx="2152">
                  <c:v>-3</c:v>
                </c:pt>
                <c:pt idx="2153">
                  <c:v>-3</c:v>
                </c:pt>
                <c:pt idx="2154">
                  <c:v>-3</c:v>
                </c:pt>
                <c:pt idx="2155">
                  <c:v>-3</c:v>
                </c:pt>
                <c:pt idx="2156">
                  <c:v>-3</c:v>
                </c:pt>
                <c:pt idx="2157">
                  <c:v>-3</c:v>
                </c:pt>
                <c:pt idx="2158">
                  <c:v>-3</c:v>
                </c:pt>
                <c:pt idx="2159">
                  <c:v>-3</c:v>
                </c:pt>
                <c:pt idx="2160">
                  <c:v>-3</c:v>
                </c:pt>
                <c:pt idx="2161">
                  <c:v>-3</c:v>
                </c:pt>
                <c:pt idx="2162">
                  <c:v>-3</c:v>
                </c:pt>
                <c:pt idx="2163">
                  <c:v>-3</c:v>
                </c:pt>
                <c:pt idx="2164">
                  <c:v>-3</c:v>
                </c:pt>
                <c:pt idx="2165">
                  <c:v>-3</c:v>
                </c:pt>
                <c:pt idx="2166">
                  <c:v>-3</c:v>
                </c:pt>
                <c:pt idx="2167">
                  <c:v>-3</c:v>
                </c:pt>
                <c:pt idx="2168">
                  <c:v>-3</c:v>
                </c:pt>
                <c:pt idx="2169">
                  <c:v>-3</c:v>
                </c:pt>
                <c:pt idx="2170">
                  <c:v>-3</c:v>
                </c:pt>
                <c:pt idx="2171">
                  <c:v>-3</c:v>
                </c:pt>
                <c:pt idx="2172">
                  <c:v>-3</c:v>
                </c:pt>
                <c:pt idx="2173">
                  <c:v>-3</c:v>
                </c:pt>
                <c:pt idx="2174">
                  <c:v>-3</c:v>
                </c:pt>
                <c:pt idx="2175">
                  <c:v>-3</c:v>
                </c:pt>
                <c:pt idx="2176">
                  <c:v>-3</c:v>
                </c:pt>
                <c:pt idx="2177">
                  <c:v>-3</c:v>
                </c:pt>
                <c:pt idx="2178">
                  <c:v>-3</c:v>
                </c:pt>
                <c:pt idx="2179">
                  <c:v>-3</c:v>
                </c:pt>
                <c:pt idx="2180">
                  <c:v>-3</c:v>
                </c:pt>
                <c:pt idx="2181">
                  <c:v>-3</c:v>
                </c:pt>
                <c:pt idx="2182">
                  <c:v>-3</c:v>
                </c:pt>
                <c:pt idx="2183">
                  <c:v>-3</c:v>
                </c:pt>
                <c:pt idx="2184">
                  <c:v>-3</c:v>
                </c:pt>
                <c:pt idx="2185">
                  <c:v>-3</c:v>
                </c:pt>
                <c:pt idx="2186">
                  <c:v>-3</c:v>
                </c:pt>
                <c:pt idx="2187">
                  <c:v>-3</c:v>
                </c:pt>
                <c:pt idx="2188">
                  <c:v>-3</c:v>
                </c:pt>
                <c:pt idx="2189">
                  <c:v>-3</c:v>
                </c:pt>
                <c:pt idx="2190">
                  <c:v>-3</c:v>
                </c:pt>
                <c:pt idx="2191">
                  <c:v>-3</c:v>
                </c:pt>
                <c:pt idx="2192">
                  <c:v>-3</c:v>
                </c:pt>
                <c:pt idx="2193">
                  <c:v>-3</c:v>
                </c:pt>
                <c:pt idx="2194">
                  <c:v>-3</c:v>
                </c:pt>
                <c:pt idx="2195">
                  <c:v>-3</c:v>
                </c:pt>
                <c:pt idx="2196">
                  <c:v>-3</c:v>
                </c:pt>
                <c:pt idx="2197">
                  <c:v>-3</c:v>
                </c:pt>
                <c:pt idx="2198">
                  <c:v>-3</c:v>
                </c:pt>
                <c:pt idx="2199">
                  <c:v>-3</c:v>
                </c:pt>
                <c:pt idx="2200">
                  <c:v>-3</c:v>
                </c:pt>
                <c:pt idx="2201">
                  <c:v>-3</c:v>
                </c:pt>
                <c:pt idx="2202">
                  <c:v>-3</c:v>
                </c:pt>
                <c:pt idx="2203">
                  <c:v>-3</c:v>
                </c:pt>
                <c:pt idx="2204">
                  <c:v>-3</c:v>
                </c:pt>
                <c:pt idx="2205">
                  <c:v>-3</c:v>
                </c:pt>
                <c:pt idx="2206">
                  <c:v>-3</c:v>
                </c:pt>
                <c:pt idx="2207">
                  <c:v>-3</c:v>
                </c:pt>
                <c:pt idx="2208">
                  <c:v>-3</c:v>
                </c:pt>
                <c:pt idx="2209">
                  <c:v>-3</c:v>
                </c:pt>
                <c:pt idx="2210">
                  <c:v>-3</c:v>
                </c:pt>
                <c:pt idx="2211">
                  <c:v>-3</c:v>
                </c:pt>
                <c:pt idx="2212">
                  <c:v>-3</c:v>
                </c:pt>
                <c:pt idx="2213">
                  <c:v>-3</c:v>
                </c:pt>
                <c:pt idx="2214">
                  <c:v>-3</c:v>
                </c:pt>
                <c:pt idx="2215">
                  <c:v>-3</c:v>
                </c:pt>
                <c:pt idx="2216">
                  <c:v>-3</c:v>
                </c:pt>
                <c:pt idx="2217">
                  <c:v>-3</c:v>
                </c:pt>
                <c:pt idx="2218">
                  <c:v>-3</c:v>
                </c:pt>
                <c:pt idx="2219">
                  <c:v>-3</c:v>
                </c:pt>
                <c:pt idx="2220">
                  <c:v>-3</c:v>
                </c:pt>
                <c:pt idx="2221">
                  <c:v>-3</c:v>
                </c:pt>
                <c:pt idx="2222">
                  <c:v>-3</c:v>
                </c:pt>
                <c:pt idx="2223">
                  <c:v>-3</c:v>
                </c:pt>
                <c:pt idx="2224">
                  <c:v>-3</c:v>
                </c:pt>
                <c:pt idx="2225">
                  <c:v>-3</c:v>
                </c:pt>
                <c:pt idx="2226">
                  <c:v>-3</c:v>
                </c:pt>
                <c:pt idx="2227">
                  <c:v>-3</c:v>
                </c:pt>
                <c:pt idx="2228">
                  <c:v>-3</c:v>
                </c:pt>
                <c:pt idx="2229">
                  <c:v>-3</c:v>
                </c:pt>
                <c:pt idx="2230">
                  <c:v>-3</c:v>
                </c:pt>
                <c:pt idx="2231">
                  <c:v>-3</c:v>
                </c:pt>
                <c:pt idx="2232">
                  <c:v>-3</c:v>
                </c:pt>
                <c:pt idx="2233">
                  <c:v>-3</c:v>
                </c:pt>
                <c:pt idx="2234">
                  <c:v>-3</c:v>
                </c:pt>
                <c:pt idx="2235">
                  <c:v>-3</c:v>
                </c:pt>
                <c:pt idx="2236">
                  <c:v>-3</c:v>
                </c:pt>
                <c:pt idx="2237">
                  <c:v>-3</c:v>
                </c:pt>
                <c:pt idx="2238">
                  <c:v>-3</c:v>
                </c:pt>
                <c:pt idx="2239">
                  <c:v>-3</c:v>
                </c:pt>
                <c:pt idx="2240">
                  <c:v>-3</c:v>
                </c:pt>
                <c:pt idx="2241">
                  <c:v>-3</c:v>
                </c:pt>
                <c:pt idx="2242">
                  <c:v>-3</c:v>
                </c:pt>
                <c:pt idx="2243">
                  <c:v>-3</c:v>
                </c:pt>
                <c:pt idx="2244">
                  <c:v>-3</c:v>
                </c:pt>
                <c:pt idx="2245">
                  <c:v>-3</c:v>
                </c:pt>
                <c:pt idx="2246">
                  <c:v>-3</c:v>
                </c:pt>
                <c:pt idx="2247">
                  <c:v>-3</c:v>
                </c:pt>
                <c:pt idx="2248">
                  <c:v>-3</c:v>
                </c:pt>
                <c:pt idx="2249">
                  <c:v>-3</c:v>
                </c:pt>
                <c:pt idx="2250">
                  <c:v>-3</c:v>
                </c:pt>
                <c:pt idx="2251">
                  <c:v>-3</c:v>
                </c:pt>
                <c:pt idx="2252">
                  <c:v>-3</c:v>
                </c:pt>
                <c:pt idx="2253">
                  <c:v>-3</c:v>
                </c:pt>
                <c:pt idx="2254">
                  <c:v>-3</c:v>
                </c:pt>
                <c:pt idx="2255">
                  <c:v>-3</c:v>
                </c:pt>
                <c:pt idx="2256">
                  <c:v>-3</c:v>
                </c:pt>
                <c:pt idx="2257">
                  <c:v>-3</c:v>
                </c:pt>
                <c:pt idx="2258">
                  <c:v>-3</c:v>
                </c:pt>
                <c:pt idx="2259">
                  <c:v>-3</c:v>
                </c:pt>
                <c:pt idx="2260">
                  <c:v>-3</c:v>
                </c:pt>
                <c:pt idx="2261">
                  <c:v>-3</c:v>
                </c:pt>
                <c:pt idx="2262">
                  <c:v>-3</c:v>
                </c:pt>
                <c:pt idx="2263">
                  <c:v>-3</c:v>
                </c:pt>
                <c:pt idx="2264">
                  <c:v>-3</c:v>
                </c:pt>
                <c:pt idx="2265">
                  <c:v>-3</c:v>
                </c:pt>
                <c:pt idx="2266">
                  <c:v>-3</c:v>
                </c:pt>
                <c:pt idx="2267">
                  <c:v>-3</c:v>
                </c:pt>
                <c:pt idx="2268">
                  <c:v>-3</c:v>
                </c:pt>
                <c:pt idx="2269">
                  <c:v>-3</c:v>
                </c:pt>
                <c:pt idx="2270">
                  <c:v>-3</c:v>
                </c:pt>
                <c:pt idx="2271">
                  <c:v>-3</c:v>
                </c:pt>
                <c:pt idx="2272">
                  <c:v>-3</c:v>
                </c:pt>
                <c:pt idx="2273">
                  <c:v>-3</c:v>
                </c:pt>
                <c:pt idx="2274">
                  <c:v>-3</c:v>
                </c:pt>
                <c:pt idx="2275">
                  <c:v>-3</c:v>
                </c:pt>
                <c:pt idx="2276">
                  <c:v>-3</c:v>
                </c:pt>
                <c:pt idx="2277">
                  <c:v>-3</c:v>
                </c:pt>
                <c:pt idx="2278">
                  <c:v>-3</c:v>
                </c:pt>
                <c:pt idx="2279">
                  <c:v>-3</c:v>
                </c:pt>
                <c:pt idx="2280">
                  <c:v>-3</c:v>
                </c:pt>
                <c:pt idx="2281">
                  <c:v>-3</c:v>
                </c:pt>
                <c:pt idx="2282">
                  <c:v>-3</c:v>
                </c:pt>
                <c:pt idx="2283">
                  <c:v>-3</c:v>
                </c:pt>
                <c:pt idx="2284">
                  <c:v>-3</c:v>
                </c:pt>
                <c:pt idx="2285">
                  <c:v>-3</c:v>
                </c:pt>
                <c:pt idx="2286">
                  <c:v>-3</c:v>
                </c:pt>
                <c:pt idx="2287">
                  <c:v>-3</c:v>
                </c:pt>
                <c:pt idx="2288">
                  <c:v>-3</c:v>
                </c:pt>
                <c:pt idx="2289">
                  <c:v>-3</c:v>
                </c:pt>
                <c:pt idx="2290">
                  <c:v>-3</c:v>
                </c:pt>
                <c:pt idx="2291">
                  <c:v>-3</c:v>
                </c:pt>
                <c:pt idx="2292">
                  <c:v>-3</c:v>
                </c:pt>
                <c:pt idx="2293">
                  <c:v>-3</c:v>
                </c:pt>
                <c:pt idx="2294">
                  <c:v>-3</c:v>
                </c:pt>
                <c:pt idx="2295">
                  <c:v>-3</c:v>
                </c:pt>
                <c:pt idx="2296">
                  <c:v>-3</c:v>
                </c:pt>
                <c:pt idx="2297">
                  <c:v>-3</c:v>
                </c:pt>
                <c:pt idx="2298">
                  <c:v>-3</c:v>
                </c:pt>
                <c:pt idx="2299">
                  <c:v>-3</c:v>
                </c:pt>
                <c:pt idx="2300">
                  <c:v>-3</c:v>
                </c:pt>
                <c:pt idx="2301">
                  <c:v>-3</c:v>
                </c:pt>
                <c:pt idx="2302">
                  <c:v>-3</c:v>
                </c:pt>
                <c:pt idx="2303">
                  <c:v>-3</c:v>
                </c:pt>
                <c:pt idx="2304">
                  <c:v>-3</c:v>
                </c:pt>
                <c:pt idx="2305">
                  <c:v>-3</c:v>
                </c:pt>
                <c:pt idx="2306">
                  <c:v>-3</c:v>
                </c:pt>
                <c:pt idx="2307">
                  <c:v>-3</c:v>
                </c:pt>
                <c:pt idx="2308">
                  <c:v>-3</c:v>
                </c:pt>
                <c:pt idx="2309">
                  <c:v>-3</c:v>
                </c:pt>
                <c:pt idx="2310">
                  <c:v>-3</c:v>
                </c:pt>
                <c:pt idx="2311">
                  <c:v>-3</c:v>
                </c:pt>
                <c:pt idx="2312">
                  <c:v>-3</c:v>
                </c:pt>
                <c:pt idx="2313">
                  <c:v>-3</c:v>
                </c:pt>
                <c:pt idx="2314">
                  <c:v>-3</c:v>
                </c:pt>
                <c:pt idx="2315">
                  <c:v>-3</c:v>
                </c:pt>
                <c:pt idx="2316">
                  <c:v>-3</c:v>
                </c:pt>
                <c:pt idx="2317">
                  <c:v>-3</c:v>
                </c:pt>
                <c:pt idx="2318">
                  <c:v>-3</c:v>
                </c:pt>
                <c:pt idx="2319">
                  <c:v>-3</c:v>
                </c:pt>
                <c:pt idx="2320">
                  <c:v>-3</c:v>
                </c:pt>
                <c:pt idx="2321">
                  <c:v>-3</c:v>
                </c:pt>
                <c:pt idx="2322">
                  <c:v>-3</c:v>
                </c:pt>
                <c:pt idx="2323">
                  <c:v>-3</c:v>
                </c:pt>
                <c:pt idx="2324">
                  <c:v>-3</c:v>
                </c:pt>
                <c:pt idx="2325">
                  <c:v>-3</c:v>
                </c:pt>
                <c:pt idx="2326">
                  <c:v>-3</c:v>
                </c:pt>
                <c:pt idx="2327">
                  <c:v>-3</c:v>
                </c:pt>
                <c:pt idx="2328">
                  <c:v>-3</c:v>
                </c:pt>
                <c:pt idx="2329">
                  <c:v>-3</c:v>
                </c:pt>
                <c:pt idx="2330">
                  <c:v>-3</c:v>
                </c:pt>
                <c:pt idx="2331">
                  <c:v>-3</c:v>
                </c:pt>
                <c:pt idx="2332">
                  <c:v>-3</c:v>
                </c:pt>
                <c:pt idx="2333">
                  <c:v>-3</c:v>
                </c:pt>
                <c:pt idx="2334">
                  <c:v>-3</c:v>
                </c:pt>
                <c:pt idx="2335">
                  <c:v>-3</c:v>
                </c:pt>
                <c:pt idx="2336">
                  <c:v>-3</c:v>
                </c:pt>
                <c:pt idx="2337">
                  <c:v>-3</c:v>
                </c:pt>
                <c:pt idx="2338">
                  <c:v>-3</c:v>
                </c:pt>
                <c:pt idx="2339">
                  <c:v>-3</c:v>
                </c:pt>
                <c:pt idx="2340">
                  <c:v>-3</c:v>
                </c:pt>
                <c:pt idx="2341">
                  <c:v>-3</c:v>
                </c:pt>
                <c:pt idx="2342">
                  <c:v>-3</c:v>
                </c:pt>
                <c:pt idx="2343">
                  <c:v>-3</c:v>
                </c:pt>
                <c:pt idx="2344">
                  <c:v>-3</c:v>
                </c:pt>
                <c:pt idx="2345">
                  <c:v>-3</c:v>
                </c:pt>
                <c:pt idx="2346">
                  <c:v>-3</c:v>
                </c:pt>
                <c:pt idx="2347">
                  <c:v>-3</c:v>
                </c:pt>
                <c:pt idx="2348">
                  <c:v>-3</c:v>
                </c:pt>
                <c:pt idx="2349">
                  <c:v>-3</c:v>
                </c:pt>
                <c:pt idx="2350">
                  <c:v>-3</c:v>
                </c:pt>
                <c:pt idx="2351">
                  <c:v>-3</c:v>
                </c:pt>
                <c:pt idx="2352">
                  <c:v>-3</c:v>
                </c:pt>
                <c:pt idx="2353">
                  <c:v>-3</c:v>
                </c:pt>
                <c:pt idx="2354">
                  <c:v>-3</c:v>
                </c:pt>
                <c:pt idx="2355">
                  <c:v>-3</c:v>
                </c:pt>
                <c:pt idx="2356">
                  <c:v>-3</c:v>
                </c:pt>
                <c:pt idx="2357">
                  <c:v>-3</c:v>
                </c:pt>
                <c:pt idx="2358">
                  <c:v>-3</c:v>
                </c:pt>
                <c:pt idx="2359">
                  <c:v>-3</c:v>
                </c:pt>
                <c:pt idx="2360">
                  <c:v>-3</c:v>
                </c:pt>
                <c:pt idx="2361">
                  <c:v>-3</c:v>
                </c:pt>
                <c:pt idx="2362">
                  <c:v>-3</c:v>
                </c:pt>
                <c:pt idx="2363">
                  <c:v>-3</c:v>
                </c:pt>
                <c:pt idx="2364">
                  <c:v>-3</c:v>
                </c:pt>
                <c:pt idx="2365">
                  <c:v>-3</c:v>
                </c:pt>
                <c:pt idx="2366">
                  <c:v>-3</c:v>
                </c:pt>
                <c:pt idx="2367">
                  <c:v>-3</c:v>
                </c:pt>
                <c:pt idx="2368">
                  <c:v>-3</c:v>
                </c:pt>
                <c:pt idx="2369">
                  <c:v>-3</c:v>
                </c:pt>
                <c:pt idx="2370">
                  <c:v>-3</c:v>
                </c:pt>
                <c:pt idx="2371">
                  <c:v>-3</c:v>
                </c:pt>
                <c:pt idx="2372">
                  <c:v>-3</c:v>
                </c:pt>
                <c:pt idx="2373">
                  <c:v>-3</c:v>
                </c:pt>
                <c:pt idx="2374">
                  <c:v>-3</c:v>
                </c:pt>
                <c:pt idx="2375">
                  <c:v>-3</c:v>
                </c:pt>
                <c:pt idx="2376">
                  <c:v>-3</c:v>
                </c:pt>
                <c:pt idx="2377">
                  <c:v>-3</c:v>
                </c:pt>
                <c:pt idx="2378">
                  <c:v>-3</c:v>
                </c:pt>
                <c:pt idx="2379">
                  <c:v>-3</c:v>
                </c:pt>
                <c:pt idx="2380">
                  <c:v>-3</c:v>
                </c:pt>
                <c:pt idx="2381">
                  <c:v>-3</c:v>
                </c:pt>
                <c:pt idx="2382">
                  <c:v>-3</c:v>
                </c:pt>
                <c:pt idx="2383">
                  <c:v>-3</c:v>
                </c:pt>
                <c:pt idx="2384">
                  <c:v>-3</c:v>
                </c:pt>
                <c:pt idx="2385">
                  <c:v>-3</c:v>
                </c:pt>
                <c:pt idx="2386">
                  <c:v>-3</c:v>
                </c:pt>
                <c:pt idx="2387">
                  <c:v>-3</c:v>
                </c:pt>
                <c:pt idx="2388">
                  <c:v>-3</c:v>
                </c:pt>
                <c:pt idx="2389">
                  <c:v>-3</c:v>
                </c:pt>
                <c:pt idx="2390">
                  <c:v>-3</c:v>
                </c:pt>
                <c:pt idx="2391">
                  <c:v>-3</c:v>
                </c:pt>
                <c:pt idx="2392">
                  <c:v>-3</c:v>
                </c:pt>
                <c:pt idx="2393">
                  <c:v>-3</c:v>
                </c:pt>
                <c:pt idx="2394">
                  <c:v>-3</c:v>
                </c:pt>
                <c:pt idx="2395">
                  <c:v>-3</c:v>
                </c:pt>
                <c:pt idx="2396">
                  <c:v>-3</c:v>
                </c:pt>
                <c:pt idx="2397">
                  <c:v>-3</c:v>
                </c:pt>
                <c:pt idx="2398">
                  <c:v>-3</c:v>
                </c:pt>
                <c:pt idx="2399">
                  <c:v>-3</c:v>
                </c:pt>
                <c:pt idx="2400">
                  <c:v>-3</c:v>
                </c:pt>
                <c:pt idx="2401">
                  <c:v>-3</c:v>
                </c:pt>
                <c:pt idx="2402">
                  <c:v>-3</c:v>
                </c:pt>
                <c:pt idx="2403">
                  <c:v>-3</c:v>
                </c:pt>
                <c:pt idx="2404">
                  <c:v>-3</c:v>
                </c:pt>
                <c:pt idx="2405">
                  <c:v>-3</c:v>
                </c:pt>
                <c:pt idx="2406">
                  <c:v>-3</c:v>
                </c:pt>
                <c:pt idx="2407">
                  <c:v>-3</c:v>
                </c:pt>
                <c:pt idx="2408">
                  <c:v>-3</c:v>
                </c:pt>
                <c:pt idx="2409">
                  <c:v>-3</c:v>
                </c:pt>
                <c:pt idx="2410">
                  <c:v>-3</c:v>
                </c:pt>
                <c:pt idx="2411">
                  <c:v>-3</c:v>
                </c:pt>
                <c:pt idx="2412">
                  <c:v>-3</c:v>
                </c:pt>
                <c:pt idx="2413">
                  <c:v>-3</c:v>
                </c:pt>
                <c:pt idx="2414">
                  <c:v>-3</c:v>
                </c:pt>
                <c:pt idx="2415">
                  <c:v>-3</c:v>
                </c:pt>
                <c:pt idx="2416">
                  <c:v>-3</c:v>
                </c:pt>
                <c:pt idx="2417">
                  <c:v>-3</c:v>
                </c:pt>
                <c:pt idx="2418">
                  <c:v>-3</c:v>
                </c:pt>
                <c:pt idx="2419">
                  <c:v>-3</c:v>
                </c:pt>
                <c:pt idx="2420">
                  <c:v>-3</c:v>
                </c:pt>
                <c:pt idx="2421">
                  <c:v>-3</c:v>
                </c:pt>
                <c:pt idx="2422">
                  <c:v>-3</c:v>
                </c:pt>
                <c:pt idx="2423">
                  <c:v>-3</c:v>
                </c:pt>
                <c:pt idx="2424">
                  <c:v>-3</c:v>
                </c:pt>
                <c:pt idx="2425">
                  <c:v>-3</c:v>
                </c:pt>
                <c:pt idx="2426">
                  <c:v>-3</c:v>
                </c:pt>
                <c:pt idx="2427">
                  <c:v>-3</c:v>
                </c:pt>
                <c:pt idx="2428">
                  <c:v>-3</c:v>
                </c:pt>
                <c:pt idx="2429">
                  <c:v>-3</c:v>
                </c:pt>
                <c:pt idx="2430">
                  <c:v>-3</c:v>
                </c:pt>
                <c:pt idx="2431">
                  <c:v>-3</c:v>
                </c:pt>
                <c:pt idx="2432">
                  <c:v>-3</c:v>
                </c:pt>
                <c:pt idx="2433">
                  <c:v>-3</c:v>
                </c:pt>
                <c:pt idx="2434">
                  <c:v>-3</c:v>
                </c:pt>
                <c:pt idx="2435">
                  <c:v>-3</c:v>
                </c:pt>
                <c:pt idx="2436">
                  <c:v>-3</c:v>
                </c:pt>
                <c:pt idx="2437">
                  <c:v>-3</c:v>
                </c:pt>
                <c:pt idx="2438">
                  <c:v>-3</c:v>
                </c:pt>
                <c:pt idx="2439">
                  <c:v>-3</c:v>
                </c:pt>
                <c:pt idx="2440">
                  <c:v>-3</c:v>
                </c:pt>
                <c:pt idx="2441">
                  <c:v>-3</c:v>
                </c:pt>
                <c:pt idx="2442">
                  <c:v>-3</c:v>
                </c:pt>
                <c:pt idx="2443">
                  <c:v>-3</c:v>
                </c:pt>
                <c:pt idx="2444">
                  <c:v>-3</c:v>
                </c:pt>
                <c:pt idx="2445">
                  <c:v>-3</c:v>
                </c:pt>
                <c:pt idx="2446">
                  <c:v>-3</c:v>
                </c:pt>
                <c:pt idx="2447">
                  <c:v>-3</c:v>
                </c:pt>
                <c:pt idx="2448">
                  <c:v>-3</c:v>
                </c:pt>
                <c:pt idx="2449">
                  <c:v>-3</c:v>
                </c:pt>
                <c:pt idx="2450">
                  <c:v>-3</c:v>
                </c:pt>
                <c:pt idx="2451">
                  <c:v>-3</c:v>
                </c:pt>
                <c:pt idx="2452">
                  <c:v>-3</c:v>
                </c:pt>
                <c:pt idx="2453">
                  <c:v>-3</c:v>
                </c:pt>
                <c:pt idx="2454">
                  <c:v>-3</c:v>
                </c:pt>
                <c:pt idx="2455">
                  <c:v>-3</c:v>
                </c:pt>
                <c:pt idx="2456">
                  <c:v>-3</c:v>
                </c:pt>
                <c:pt idx="2457">
                  <c:v>-3</c:v>
                </c:pt>
                <c:pt idx="2458">
                  <c:v>-3</c:v>
                </c:pt>
                <c:pt idx="2459">
                  <c:v>-3</c:v>
                </c:pt>
                <c:pt idx="2460">
                  <c:v>-3</c:v>
                </c:pt>
                <c:pt idx="2461">
                  <c:v>-3</c:v>
                </c:pt>
                <c:pt idx="2462">
                  <c:v>-3</c:v>
                </c:pt>
                <c:pt idx="2463">
                  <c:v>-3</c:v>
                </c:pt>
                <c:pt idx="2464">
                  <c:v>-3</c:v>
                </c:pt>
                <c:pt idx="2465">
                  <c:v>-3</c:v>
                </c:pt>
                <c:pt idx="2466">
                  <c:v>-3</c:v>
                </c:pt>
                <c:pt idx="2467">
                  <c:v>-3</c:v>
                </c:pt>
                <c:pt idx="2468">
                  <c:v>-3</c:v>
                </c:pt>
                <c:pt idx="2469">
                  <c:v>-3</c:v>
                </c:pt>
                <c:pt idx="2470">
                  <c:v>-3</c:v>
                </c:pt>
                <c:pt idx="2471">
                  <c:v>-3</c:v>
                </c:pt>
                <c:pt idx="2472">
                  <c:v>-3</c:v>
                </c:pt>
                <c:pt idx="2473">
                  <c:v>-3</c:v>
                </c:pt>
                <c:pt idx="2474">
                  <c:v>-3</c:v>
                </c:pt>
                <c:pt idx="2475">
                  <c:v>-3</c:v>
                </c:pt>
                <c:pt idx="2476">
                  <c:v>-3</c:v>
                </c:pt>
                <c:pt idx="2477">
                  <c:v>-3</c:v>
                </c:pt>
                <c:pt idx="2478">
                  <c:v>-3</c:v>
                </c:pt>
                <c:pt idx="2479">
                  <c:v>-3</c:v>
                </c:pt>
                <c:pt idx="2480">
                  <c:v>-3</c:v>
                </c:pt>
                <c:pt idx="2481">
                  <c:v>-3</c:v>
                </c:pt>
                <c:pt idx="2482">
                  <c:v>-3</c:v>
                </c:pt>
                <c:pt idx="2483">
                  <c:v>-3</c:v>
                </c:pt>
                <c:pt idx="2484">
                  <c:v>-3</c:v>
                </c:pt>
                <c:pt idx="2485">
                  <c:v>-3</c:v>
                </c:pt>
                <c:pt idx="2486">
                  <c:v>-3</c:v>
                </c:pt>
                <c:pt idx="2487">
                  <c:v>-3</c:v>
                </c:pt>
                <c:pt idx="2488">
                  <c:v>-3</c:v>
                </c:pt>
                <c:pt idx="2489">
                  <c:v>-3</c:v>
                </c:pt>
                <c:pt idx="2490">
                  <c:v>-3</c:v>
                </c:pt>
                <c:pt idx="2491">
                  <c:v>-3</c:v>
                </c:pt>
                <c:pt idx="2492">
                  <c:v>-3</c:v>
                </c:pt>
                <c:pt idx="2493">
                  <c:v>-3</c:v>
                </c:pt>
                <c:pt idx="2494">
                  <c:v>-3</c:v>
                </c:pt>
                <c:pt idx="2495">
                  <c:v>-3</c:v>
                </c:pt>
                <c:pt idx="2496">
                  <c:v>-3</c:v>
                </c:pt>
                <c:pt idx="2497">
                  <c:v>-3</c:v>
                </c:pt>
                <c:pt idx="2498">
                  <c:v>-3</c:v>
                </c:pt>
                <c:pt idx="2499">
                  <c:v>-3</c:v>
                </c:pt>
                <c:pt idx="2500">
                  <c:v>-3</c:v>
                </c:pt>
                <c:pt idx="2501">
                  <c:v>-3</c:v>
                </c:pt>
                <c:pt idx="2502">
                  <c:v>-3</c:v>
                </c:pt>
                <c:pt idx="2503">
                  <c:v>-3</c:v>
                </c:pt>
                <c:pt idx="2504">
                  <c:v>-3</c:v>
                </c:pt>
                <c:pt idx="2505">
                  <c:v>-3</c:v>
                </c:pt>
                <c:pt idx="2506">
                  <c:v>-3</c:v>
                </c:pt>
                <c:pt idx="2507">
                  <c:v>-3</c:v>
                </c:pt>
                <c:pt idx="2508">
                  <c:v>-3</c:v>
                </c:pt>
                <c:pt idx="2509">
                  <c:v>-3</c:v>
                </c:pt>
                <c:pt idx="2510">
                  <c:v>-3</c:v>
                </c:pt>
                <c:pt idx="2511">
                  <c:v>-3</c:v>
                </c:pt>
                <c:pt idx="2512">
                  <c:v>-3</c:v>
                </c:pt>
                <c:pt idx="2513">
                  <c:v>-3</c:v>
                </c:pt>
                <c:pt idx="2514">
                  <c:v>-3</c:v>
                </c:pt>
                <c:pt idx="2515">
                  <c:v>-3</c:v>
                </c:pt>
                <c:pt idx="2516">
                  <c:v>-3</c:v>
                </c:pt>
                <c:pt idx="2517">
                  <c:v>-3</c:v>
                </c:pt>
                <c:pt idx="2518">
                  <c:v>-3</c:v>
                </c:pt>
                <c:pt idx="2519">
                  <c:v>-3</c:v>
                </c:pt>
                <c:pt idx="2520">
                  <c:v>-3</c:v>
                </c:pt>
                <c:pt idx="2521">
                  <c:v>-3</c:v>
                </c:pt>
                <c:pt idx="2522">
                  <c:v>-3</c:v>
                </c:pt>
                <c:pt idx="2523">
                  <c:v>-3</c:v>
                </c:pt>
                <c:pt idx="2524">
                  <c:v>-3</c:v>
                </c:pt>
                <c:pt idx="2525">
                  <c:v>-3</c:v>
                </c:pt>
                <c:pt idx="2526">
                  <c:v>-3</c:v>
                </c:pt>
                <c:pt idx="2527">
                  <c:v>-3</c:v>
                </c:pt>
                <c:pt idx="2528">
                  <c:v>-3</c:v>
                </c:pt>
                <c:pt idx="2529">
                  <c:v>-3</c:v>
                </c:pt>
                <c:pt idx="2530">
                  <c:v>-3</c:v>
                </c:pt>
                <c:pt idx="2531">
                  <c:v>-3</c:v>
                </c:pt>
                <c:pt idx="2532">
                  <c:v>-3</c:v>
                </c:pt>
                <c:pt idx="2533">
                  <c:v>-3</c:v>
                </c:pt>
                <c:pt idx="2534">
                  <c:v>-3</c:v>
                </c:pt>
                <c:pt idx="2535">
                  <c:v>-3</c:v>
                </c:pt>
                <c:pt idx="2536">
                  <c:v>-3</c:v>
                </c:pt>
                <c:pt idx="2537">
                  <c:v>-3</c:v>
                </c:pt>
                <c:pt idx="2538">
                  <c:v>-3</c:v>
                </c:pt>
                <c:pt idx="2539">
                  <c:v>-3</c:v>
                </c:pt>
                <c:pt idx="2540">
                  <c:v>-3</c:v>
                </c:pt>
                <c:pt idx="2541">
                  <c:v>-3</c:v>
                </c:pt>
                <c:pt idx="2542">
                  <c:v>-3</c:v>
                </c:pt>
                <c:pt idx="2543">
                  <c:v>-3</c:v>
                </c:pt>
                <c:pt idx="2544">
                  <c:v>-3</c:v>
                </c:pt>
                <c:pt idx="2545">
                  <c:v>-3</c:v>
                </c:pt>
                <c:pt idx="2546">
                  <c:v>-3</c:v>
                </c:pt>
                <c:pt idx="2547">
                  <c:v>-3</c:v>
                </c:pt>
                <c:pt idx="2548">
                  <c:v>-3</c:v>
                </c:pt>
                <c:pt idx="2549">
                  <c:v>-3</c:v>
                </c:pt>
                <c:pt idx="2550">
                  <c:v>-3</c:v>
                </c:pt>
                <c:pt idx="2551">
                  <c:v>-3</c:v>
                </c:pt>
                <c:pt idx="2552">
                  <c:v>-3</c:v>
                </c:pt>
                <c:pt idx="2553">
                  <c:v>-3</c:v>
                </c:pt>
                <c:pt idx="2554">
                  <c:v>-3</c:v>
                </c:pt>
                <c:pt idx="2555">
                  <c:v>-3</c:v>
                </c:pt>
                <c:pt idx="2556">
                  <c:v>-3</c:v>
                </c:pt>
                <c:pt idx="2557">
                  <c:v>-3</c:v>
                </c:pt>
                <c:pt idx="2558">
                  <c:v>-3</c:v>
                </c:pt>
                <c:pt idx="2559">
                  <c:v>-3</c:v>
                </c:pt>
                <c:pt idx="2560">
                  <c:v>-3</c:v>
                </c:pt>
                <c:pt idx="2561">
                  <c:v>-3</c:v>
                </c:pt>
                <c:pt idx="2562">
                  <c:v>-3</c:v>
                </c:pt>
                <c:pt idx="2563">
                  <c:v>-3</c:v>
                </c:pt>
                <c:pt idx="2564">
                  <c:v>-3</c:v>
                </c:pt>
                <c:pt idx="2565">
                  <c:v>-3</c:v>
                </c:pt>
                <c:pt idx="2566">
                  <c:v>-3</c:v>
                </c:pt>
                <c:pt idx="2567">
                  <c:v>-3</c:v>
                </c:pt>
                <c:pt idx="2568">
                  <c:v>-3</c:v>
                </c:pt>
                <c:pt idx="2569">
                  <c:v>-3</c:v>
                </c:pt>
                <c:pt idx="2570">
                  <c:v>-3</c:v>
                </c:pt>
                <c:pt idx="2571">
                  <c:v>-3</c:v>
                </c:pt>
                <c:pt idx="2572">
                  <c:v>-3</c:v>
                </c:pt>
                <c:pt idx="2573">
                  <c:v>-3</c:v>
                </c:pt>
                <c:pt idx="2574">
                  <c:v>-3</c:v>
                </c:pt>
                <c:pt idx="2575">
                  <c:v>-3</c:v>
                </c:pt>
                <c:pt idx="2576">
                  <c:v>-3</c:v>
                </c:pt>
                <c:pt idx="2577">
                  <c:v>-3</c:v>
                </c:pt>
                <c:pt idx="2578">
                  <c:v>-3</c:v>
                </c:pt>
                <c:pt idx="2579">
                  <c:v>-3</c:v>
                </c:pt>
                <c:pt idx="2580">
                  <c:v>-3</c:v>
                </c:pt>
                <c:pt idx="2581">
                  <c:v>-3</c:v>
                </c:pt>
                <c:pt idx="2582">
                  <c:v>-3</c:v>
                </c:pt>
                <c:pt idx="2583">
                  <c:v>-3</c:v>
                </c:pt>
                <c:pt idx="2584">
                  <c:v>-3</c:v>
                </c:pt>
                <c:pt idx="2585">
                  <c:v>-3</c:v>
                </c:pt>
                <c:pt idx="2586">
                  <c:v>-3</c:v>
                </c:pt>
                <c:pt idx="2587">
                  <c:v>-3</c:v>
                </c:pt>
                <c:pt idx="2588">
                  <c:v>-3</c:v>
                </c:pt>
                <c:pt idx="2589">
                  <c:v>-3</c:v>
                </c:pt>
                <c:pt idx="2590">
                  <c:v>-3</c:v>
                </c:pt>
                <c:pt idx="2591">
                  <c:v>-3</c:v>
                </c:pt>
                <c:pt idx="2592">
                  <c:v>-3</c:v>
                </c:pt>
                <c:pt idx="2593">
                  <c:v>-3</c:v>
                </c:pt>
                <c:pt idx="2594">
                  <c:v>-3</c:v>
                </c:pt>
                <c:pt idx="2595">
                  <c:v>-3</c:v>
                </c:pt>
                <c:pt idx="2596">
                  <c:v>-3</c:v>
                </c:pt>
                <c:pt idx="2597">
                  <c:v>-3</c:v>
                </c:pt>
                <c:pt idx="2598">
                  <c:v>-3</c:v>
                </c:pt>
                <c:pt idx="2599">
                  <c:v>-3</c:v>
                </c:pt>
                <c:pt idx="2600">
                  <c:v>-3</c:v>
                </c:pt>
                <c:pt idx="2601">
                  <c:v>-3</c:v>
                </c:pt>
                <c:pt idx="2602">
                  <c:v>-3</c:v>
                </c:pt>
                <c:pt idx="2603">
                  <c:v>-3</c:v>
                </c:pt>
                <c:pt idx="2604">
                  <c:v>-3</c:v>
                </c:pt>
                <c:pt idx="2605">
                  <c:v>-3</c:v>
                </c:pt>
                <c:pt idx="2606">
                  <c:v>-3</c:v>
                </c:pt>
                <c:pt idx="2607">
                  <c:v>-3</c:v>
                </c:pt>
                <c:pt idx="2608">
                  <c:v>-3</c:v>
                </c:pt>
                <c:pt idx="2609">
                  <c:v>-3</c:v>
                </c:pt>
                <c:pt idx="2610">
                  <c:v>-3</c:v>
                </c:pt>
                <c:pt idx="2611">
                  <c:v>-3</c:v>
                </c:pt>
                <c:pt idx="2612">
                  <c:v>-3</c:v>
                </c:pt>
                <c:pt idx="2613">
                  <c:v>-3</c:v>
                </c:pt>
                <c:pt idx="2614">
                  <c:v>-3</c:v>
                </c:pt>
                <c:pt idx="2615">
                  <c:v>-3</c:v>
                </c:pt>
                <c:pt idx="2616">
                  <c:v>-3</c:v>
                </c:pt>
                <c:pt idx="2617">
                  <c:v>-3</c:v>
                </c:pt>
                <c:pt idx="2618">
                  <c:v>-3</c:v>
                </c:pt>
                <c:pt idx="2619">
                  <c:v>-3</c:v>
                </c:pt>
                <c:pt idx="2620">
                  <c:v>-3</c:v>
                </c:pt>
                <c:pt idx="2621">
                  <c:v>-3</c:v>
                </c:pt>
                <c:pt idx="2622">
                  <c:v>-3</c:v>
                </c:pt>
                <c:pt idx="2623">
                  <c:v>-3</c:v>
                </c:pt>
                <c:pt idx="2624">
                  <c:v>-3</c:v>
                </c:pt>
                <c:pt idx="2625">
                  <c:v>-3</c:v>
                </c:pt>
                <c:pt idx="2626">
                  <c:v>-3</c:v>
                </c:pt>
                <c:pt idx="2627">
                  <c:v>-3</c:v>
                </c:pt>
                <c:pt idx="2628">
                  <c:v>-3</c:v>
                </c:pt>
                <c:pt idx="2629">
                  <c:v>-3</c:v>
                </c:pt>
                <c:pt idx="2630">
                  <c:v>-3</c:v>
                </c:pt>
                <c:pt idx="2631">
                  <c:v>-3</c:v>
                </c:pt>
                <c:pt idx="2632">
                  <c:v>-3</c:v>
                </c:pt>
                <c:pt idx="2633">
                  <c:v>-3</c:v>
                </c:pt>
                <c:pt idx="2634">
                  <c:v>-3</c:v>
                </c:pt>
                <c:pt idx="2635">
                  <c:v>-3</c:v>
                </c:pt>
                <c:pt idx="2636">
                  <c:v>-3</c:v>
                </c:pt>
                <c:pt idx="2637">
                  <c:v>-3</c:v>
                </c:pt>
                <c:pt idx="2638">
                  <c:v>-3</c:v>
                </c:pt>
                <c:pt idx="2639">
                  <c:v>-3</c:v>
                </c:pt>
                <c:pt idx="2640">
                  <c:v>-3</c:v>
                </c:pt>
                <c:pt idx="2641">
                  <c:v>-3</c:v>
                </c:pt>
                <c:pt idx="2642">
                  <c:v>-3</c:v>
                </c:pt>
                <c:pt idx="2643">
                  <c:v>-3</c:v>
                </c:pt>
                <c:pt idx="2644">
                  <c:v>-3</c:v>
                </c:pt>
                <c:pt idx="2645">
                  <c:v>-3</c:v>
                </c:pt>
                <c:pt idx="2646">
                  <c:v>-3</c:v>
                </c:pt>
                <c:pt idx="2647">
                  <c:v>-3</c:v>
                </c:pt>
                <c:pt idx="2648">
                  <c:v>-3</c:v>
                </c:pt>
                <c:pt idx="2649">
                  <c:v>-3</c:v>
                </c:pt>
                <c:pt idx="2650">
                  <c:v>-3</c:v>
                </c:pt>
                <c:pt idx="2651">
                  <c:v>-3</c:v>
                </c:pt>
                <c:pt idx="2652">
                  <c:v>-3</c:v>
                </c:pt>
                <c:pt idx="2653">
                  <c:v>-3</c:v>
                </c:pt>
                <c:pt idx="2654">
                  <c:v>-3</c:v>
                </c:pt>
                <c:pt idx="2655">
                  <c:v>-3</c:v>
                </c:pt>
                <c:pt idx="2656">
                  <c:v>-3</c:v>
                </c:pt>
                <c:pt idx="2657">
                  <c:v>-3</c:v>
                </c:pt>
                <c:pt idx="2658">
                  <c:v>-3</c:v>
                </c:pt>
                <c:pt idx="2659">
                  <c:v>-3</c:v>
                </c:pt>
                <c:pt idx="2660">
                  <c:v>-3</c:v>
                </c:pt>
                <c:pt idx="2661">
                  <c:v>-3</c:v>
                </c:pt>
                <c:pt idx="2662">
                  <c:v>-3</c:v>
                </c:pt>
                <c:pt idx="2663">
                  <c:v>-3</c:v>
                </c:pt>
                <c:pt idx="2664">
                  <c:v>-3</c:v>
                </c:pt>
                <c:pt idx="2665">
                  <c:v>-3</c:v>
                </c:pt>
                <c:pt idx="2666">
                  <c:v>-3</c:v>
                </c:pt>
                <c:pt idx="2667">
                  <c:v>-3</c:v>
                </c:pt>
                <c:pt idx="2668">
                  <c:v>-3</c:v>
                </c:pt>
                <c:pt idx="2669">
                  <c:v>-3</c:v>
                </c:pt>
                <c:pt idx="2670">
                  <c:v>-3</c:v>
                </c:pt>
                <c:pt idx="2671">
                  <c:v>-3</c:v>
                </c:pt>
                <c:pt idx="2672">
                  <c:v>-3</c:v>
                </c:pt>
                <c:pt idx="2673">
                  <c:v>-3</c:v>
                </c:pt>
                <c:pt idx="2674">
                  <c:v>-3</c:v>
                </c:pt>
                <c:pt idx="2675">
                  <c:v>-3</c:v>
                </c:pt>
                <c:pt idx="2676">
                  <c:v>-3</c:v>
                </c:pt>
                <c:pt idx="2677">
                  <c:v>-3</c:v>
                </c:pt>
                <c:pt idx="2678">
                  <c:v>-3</c:v>
                </c:pt>
                <c:pt idx="2679">
                  <c:v>-3</c:v>
                </c:pt>
                <c:pt idx="2680">
                  <c:v>-3</c:v>
                </c:pt>
                <c:pt idx="2681">
                  <c:v>-3</c:v>
                </c:pt>
                <c:pt idx="2682">
                  <c:v>-3</c:v>
                </c:pt>
                <c:pt idx="2683">
                  <c:v>-3</c:v>
                </c:pt>
                <c:pt idx="2684">
                  <c:v>-3</c:v>
                </c:pt>
                <c:pt idx="2685">
                  <c:v>-3</c:v>
                </c:pt>
                <c:pt idx="2686">
                  <c:v>-3</c:v>
                </c:pt>
                <c:pt idx="2687">
                  <c:v>-3</c:v>
                </c:pt>
                <c:pt idx="2688">
                  <c:v>-3</c:v>
                </c:pt>
                <c:pt idx="2689">
                  <c:v>-3</c:v>
                </c:pt>
                <c:pt idx="2690">
                  <c:v>-3</c:v>
                </c:pt>
                <c:pt idx="2691">
                  <c:v>-3</c:v>
                </c:pt>
                <c:pt idx="2692">
                  <c:v>-3</c:v>
                </c:pt>
                <c:pt idx="2693">
                  <c:v>-3</c:v>
                </c:pt>
                <c:pt idx="2694">
                  <c:v>-3</c:v>
                </c:pt>
                <c:pt idx="2695">
                  <c:v>-3</c:v>
                </c:pt>
                <c:pt idx="2696">
                  <c:v>-3</c:v>
                </c:pt>
                <c:pt idx="2697">
                  <c:v>-3</c:v>
                </c:pt>
                <c:pt idx="2698">
                  <c:v>-3</c:v>
                </c:pt>
                <c:pt idx="2699">
                  <c:v>-3</c:v>
                </c:pt>
                <c:pt idx="2700">
                  <c:v>-3</c:v>
                </c:pt>
                <c:pt idx="2701">
                  <c:v>-3</c:v>
                </c:pt>
                <c:pt idx="2702">
                  <c:v>-3</c:v>
                </c:pt>
                <c:pt idx="2703">
                  <c:v>-3</c:v>
                </c:pt>
                <c:pt idx="2704">
                  <c:v>-3</c:v>
                </c:pt>
                <c:pt idx="2705">
                  <c:v>-3</c:v>
                </c:pt>
                <c:pt idx="2706">
                  <c:v>-3</c:v>
                </c:pt>
                <c:pt idx="2707">
                  <c:v>-3</c:v>
                </c:pt>
                <c:pt idx="2708">
                  <c:v>-3</c:v>
                </c:pt>
                <c:pt idx="2709">
                  <c:v>-3</c:v>
                </c:pt>
                <c:pt idx="2710">
                  <c:v>-3</c:v>
                </c:pt>
                <c:pt idx="2711">
                  <c:v>-3</c:v>
                </c:pt>
                <c:pt idx="2712">
                  <c:v>-3</c:v>
                </c:pt>
                <c:pt idx="2713">
                  <c:v>-3</c:v>
                </c:pt>
                <c:pt idx="2714">
                  <c:v>-3</c:v>
                </c:pt>
                <c:pt idx="2715">
                  <c:v>-3</c:v>
                </c:pt>
                <c:pt idx="2716">
                  <c:v>-3</c:v>
                </c:pt>
                <c:pt idx="2717">
                  <c:v>-3</c:v>
                </c:pt>
                <c:pt idx="2718">
                  <c:v>-3</c:v>
                </c:pt>
                <c:pt idx="2719">
                  <c:v>-3</c:v>
                </c:pt>
                <c:pt idx="2720">
                  <c:v>-3</c:v>
                </c:pt>
                <c:pt idx="2721">
                  <c:v>-3</c:v>
                </c:pt>
                <c:pt idx="2722">
                  <c:v>-3</c:v>
                </c:pt>
                <c:pt idx="2723">
                  <c:v>-3</c:v>
                </c:pt>
                <c:pt idx="2724">
                  <c:v>-3</c:v>
                </c:pt>
                <c:pt idx="2725">
                  <c:v>-3</c:v>
                </c:pt>
                <c:pt idx="2726">
                  <c:v>-3</c:v>
                </c:pt>
                <c:pt idx="2727">
                  <c:v>-3</c:v>
                </c:pt>
                <c:pt idx="2728">
                  <c:v>-3</c:v>
                </c:pt>
                <c:pt idx="2729">
                  <c:v>-3</c:v>
                </c:pt>
                <c:pt idx="2730">
                  <c:v>-3</c:v>
                </c:pt>
                <c:pt idx="2731">
                  <c:v>-3</c:v>
                </c:pt>
                <c:pt idx="2732">
                  <c:v>-3</c:v>
                </c:pt>
                <c:pt idx="2733">
                  <c:v>-3</c:v>
                </c:pt>
                <c:pt idx="2734">
                  <c:v>-3</c:v>
                </c:pt>
                <c:pt idx="2735">
                  <c:v>-3</c:v>
                </c:pt>
                <c:pt idx="2736">
                  <c:v>-3</c:v>
                </c:pt>
                <c:pt idx="2737">
                  <c:v>-3</c:v>
                </c:pt>
                <c:pt idx="2738">
                  <c:v>-3</c:v>
                </c:pt>
                <c:pt idx="2739">
                  <c:v>-3</c:v>
                </c:pt>
                <c:pt idx="2740">
                  <c:v>-3</c:v>
                </c:pt>
                <c:pt idx="2741">
                  <c:v>-3</c:v>
                </c:pt>
                <c:pt idx="2742">
                  <c:v>-3</c:v>
                </c:pt>
                <c:pt idx="2743">
                  <c:v>-3</c:v>
                </c:pt>
                <c:pt idx="2744">
                  <c:v>-3</c:v>
                </c:pt>
                <c:pt idx="2745">
                  <c:v>-3</c:v>
                </c:pt>
                <c:pt idx="2746">
                  <c:v>-3</c:v>
                </c:pt>
                <c:pt idx="2747">
                  <c:v>-3</c:v>
                </c:pt>
                <c:pt idx="2748">
                  <c:v>-3</c:v>
                </c:pt>
                <c:pt idx="2749">
                  <c:v>-3</c:v>
                </c:pt>
                <c:pt idx="2750">
                  <c:v>-3</c:v>
                </c:pt>
                <c:pt idx="2751">
                  <c:v>-3</c:v>
                </c:pt>
                <c:pt idx="2752">
                  <c:v>-3</c:v>
                </c:pt>
                <c:pt idx="2753">
                  <c:v>-3</c:v>
                </c:pt>
                <c:pt idx="2754">
                  <c:v>-3</c:v>
                </c:pt>
                <c:pt idx="2755">
                  <c:v>-3</c:v>
                </c:pt>
                <c:pt idx="2756">
                  <c:v>-3</c:v>
                </c:pt>
                <c:pt idx="2757">
                  <c:v>-3</c:v>
                </c:pt>
                <c:pt idx="2758">
                  <c:v>-3</c:v>
                </c:pt>
                <c:pt idx="2759">
                  <c:v>-3</c:v>
                </c:pt>
                <c:pt idx="2760">
                  <c:v>-3</c:v>
                </c:pt>
                <c:pt idx="2761">
                  <c:v>-3</c:v>
                </c:pt>
                <c:pt idx="2762">
                  <c:v>-3</c:v>
                </c:pt>
                <c:pt idx="2763">
                  <c:v>-3</c:v>
                </c:pt>
                <c:pt idx="2764">
                  <c:v>-3</c:v>
                </c:pt>
                <c:pt idx="2765">
                  <c:v>-3</c:v>
                </c:pt>
                <c:pt idx="2766">
                  <c:v>-3</c:v>
                </c:pt>
                <c:pt idx="2767">
                  <c:v>-3</c:v>
                </c:pt>
                <c:pt idx="2768">
                  <c:v>-3</c:v>
                </c:pt>
                <c:pt idx="2769">
                  <c:v>-3</c:v>
                </c:pt>
                <c:pt idx="2770">
                  <c:v>-3</c:v>
                </c:pt>
                <c:pt idx="2771">
                  <c:v>-3</c:v>
                </c:pt>
                <c:pt idx="2772">
                  <c:v>-3</c:v>
                </c:pt>
                <c:pt idx="2773">
                  <c:v>-3</c:v>
                </c:pt>
                <c:pt idx="2774">
                  <c:v>-3</c:v>
                </c:pt>
                <c:pt idx="2775">
                  <c:v>-3</c:v>
                </c:pt>
                <c:pt idx="2776">
                  <c:v>-3</c:v>
                </c:pt>
                <c:pt idx="2777">
                  <c:v>-3</c:v>
                </c:pt>
                <c:pt idx="2778">
                  <c:v>-3</c:v>
                </c:pt>
                <c:pt idx="2779">
                  <c:v>-3</c:v>
                </c:pt>
                <c:pt idx="2780">
                  <c:v>-3</c:v>
                </c:pt>
                <c:pt idx="2781">
                  <c:v>-3</c:v>
                </c:pt>
                <c:pt idx="2782">
                  <c:v>-3</c:v>
                </c:pt>
                <c:pt idx="2783">
                  <c:v>-3</c:v>
                </c:pt>
                <c:pt idx="2784">
                  <c:v>-3</c:v>
                </c:pt>
                <c:pt idx="2785">
                  <c:v>-3</c:v>
                </c:pt>
                <c:pt idx="2786">
                  <c:v>-3</c:v>
                </c:pt>
                <c:pt idx="2787">
                  <c:v>-3</c:v>
                </c:pt>
                <c:pt idx="2788">
                  <c:v>-3</c:v>
                </c:pt>
                <c:pt idx="2789">
                  <c:v>-3</c:v>
                </c:pt>
                <c:pt idx="2790">
                  <c:v>-3</c:v>
                </c:pt>
                <c:pt idx="2791">
                  <c:v>-3</c:v>
                </c:pt>
                <c:pt idx="2792">
                  <c:v>-3</c:v>
                </c:pt>
                <c:pt idx="2793">
                  <c:v>-3</c:v>
                </c:pt>
                <c:pt idx="2794">
                  <c:v>-3</c:v>
                </c:pt>
                <c:pt idx="2795">
                  <c:v>-3</c:v>
                </c:pt>
                <c:pt idx="2796">
                  <c:v>-3</c:v>
                </c:pt>
                <c:pt idx="2797">
                  <c:v>-3</c:v>
                </c:pt>
                <c:pt idx="2798">
                  <c:v>-3</c:v>
                </c:pt>
                <c:pt idx="2799">
                  <c:v>-3</c:v>
                </c:pt>
                <c:pt idx="2800">
                  <c:v>-3</c:v>
                </c:pt>
                <c:pt idx="2801">
                  <c:v>-3</c:v>
                </c:pt>
                <c:pt idx="2802">
                  <c:v>-3</c:v>
                </c:pt>
                <c:pt idx="2803">
                  <c:v>-3</c:v>
                </c:pt>
                <c:pt idx="2804">
                  <c:v>-3</c:v>
                </c:pt>
                <c:pt idx="2805">
                  <c:v>-3</c:v>
                </c:pt>
                <c:pt idx="2806">
                  <c:v>-3</c:v>
                </c:pt>
                <c:pt idx="2807">
                  <c:v>-3</c:v>
                </c:pt>
                <c:pt idx="2808">
                  <c:v>-3</c:v>
                </c:pt>
                <c:pt idx="2809">
                  <c:v>-3</c:v>
                </c:pt>
                <c:pt idx="2810">
                  <c:v>-3</c:v>
                </c:pt>
                <c:pt idx="2811">
                  <c:v>-3</c:v>
                </c:pt>
                <c:pt idx="2812">
                  <c:v>-3</c:v>
                </c:pt>
                <c:pt idx="2813">
                  <c:v>-3</c:v>
                </c:pt>
                <c:pt idx="2814">
                  <c:v>-3</c:v>
                </c:pt>
                <c:pt idx="2815">
                  <c:v>-3</c:v>
                </c:pt>
                <c:pt idx="2816">
                  <c:v>-3</c:v>
                </c:pt>
                <c:pt idx="2817">
                  <c:v>-3</c:v>
                </c:pt>
                <c:pt idx="2818">
                  <c:v>-3</c:v>
                </c:pt>
                <c:pt idx="2819">
                  <c:v>-3</c:v>
                </c:pt>
                <c:pt idx="2820">
                  <c:v>-3</c:v>
                </c:pt>
                <c:pt idx="2821">
                  <c:v>-3</c:v>
                </c:pt>
                <c:pt idx="2822">
                  <c:v>-3</c:v>
                </c:pt>
                <c:pt idx="2823">
                  <c:v>-3</c:v>
                </c:pt>
                <c:pt idx="2824">
                  <c:v>-3</c:v>
                </c:pt>
                <c:pt idx="2825">
                  <c:v>-3</c:v>
                </c:pt>
                <c:pt idx="2826">
                  <c:v>-3</c:v>
                </c:pt>
                <c:pt idx="2827">
                  <c:v>-3</c:v>
                </c:pt>
                <c:pt idx="2828">
                  <c:v>-3</c:v>
                </c:pt>
                <c:pt idx="2829">
                  <c:v>-3</c:v>
                </c:pt>
                <c:pt idx="2830">
                  <c:v>-3</c:v>
                </c:pt>
                <c:pt idx="2831">
                  <c:v>-3</c:v>
                </c:pt>
                <c:pt idx="2832">
                  <c:v>-3</c:v>
                </c:pt>
                <c:pt idx="2833">
                  <c:v>-3</c:v>
                </c:pt>
                <c:pt idx="2834">
                  <c:v>-3</c:v>
                </c:pt>
                <c:pt idx="2835">
                  <c:v>-3</c:v>
                </c:pt>
                <c:pt idx="2836">
                  <c:v>-3</c:v>
                </c:pt>
                <c:pt idx="2837">
                  <c:v>-3</c:v>
                </c:pt>
                <c:pt idx="2838">
                  <c:v>-3</c:v>
                </c:pt>
                <c:pt idx="2839">
                  <c:v>-3</c:v>
                </c:pt>
                <c:pt idx="2840">
                  <c:v>-3</c:v>
                </c:pt>
                <c:pt idx="2841">
                  <c:v>-3</c:v>
                </c:pt>
                <c:pt idx="2842">
                  <c:v>-3</c:v>
                </c:pt>
                <c:pt idx="2843">
                  <c:v>-3</c:v>
                </c:pt>
                <c:pt idx="2844">
                  <c:v>-3</c:v>
                </c:pt>
                <c:pt idx="2845">
                  <c:v>-3</c:v>
                </c:pt>
                <c:pt idx="2846">
                  <c:v>-3</c:v>
                </c:pt>
                <c:pt idx="2847">
                  <c:v>-3</c:v>
                </c:pt>
                <c:pt idx="2848">
                  <c:v>-3</c:v>
                </c:pt>
                <c:pt idx="2849">
                  <c:v>-3</c:v>
                </c:pt>
                <c:pt idx="2850">
                  <c:v>-3</c:v>
                </c:pt>
                <c:pt idx="2851">
                  <c:v>-3</c:v>
                </c:pt>
                <c:pt idx="2852">
                  <c:v>-3</c:v>
                </c:pt>
                <c:pt idx="2853">
                  <c:v>-3</c:v>
                </c:pt>
                <c:pt idx="2854">
                  <c:v>-3</c:v>
                </c:pt>
                <c:pt idx="2855">
                  <c:v>-3</c:v>
                </c:pt>
                <c:pt idx="2856">
                  <c:v>-3</c:v>
                </c:pt>
                <c:pt idx="2857">
                  <c:v>-3</c:v>
                </c:pt>
                <c:pt idx="2858">
                  <c:v>-3</c:v>
                </c:pt>
                <c:pt idx="2859">
                  <c:v>-3</c:v>
                </c:pt>
                <c:pt idx="2860">
                  <c:v>-3</c:v>
                </c:pt>
                <c:pt idx="2861">
                  <c:v>-3</c:v>
                </c:pt>
                <c:pt idx="2862">
                  <c:v>-3</c:v>
                </c:pt>
                <c:pt idx="2863">
                  <c:v>-3</c:v>
                </c:pt>
                <c:pt idx="2864">
                  <c:v>-3</c:v>
                </c:pt>
                <c:pt idx="2865">
                  <c:v>-3</c:v>
                </c:pt>
                <c:pt idx="2866">
                  <c:v>-3</c:v>
                </c:pt>
                <c:pt idx="2867">
                  <c:v>-3</c:v>
                </c:pt>
                <c:pt idx="2868">
                  <c:v>-3</c:v>
                </c:pt>
                <c:pt idx="2869">
                  <c:v>-3</c:v>
                </c:pt>
                <c:pt idx="2870">
                  <c:v>-3</c:v>
                </c:pt>
                <c:pt idx="2871">
                  <c:v>-3</c:v>
                </c:pt>
                <c:pt idx="2872">
                  <c:v>-3</c:v>
                </c:pt>
                <c:pt idx="2873">
                  <c:v>-3</c:v>
                </c:pt>
                <c:pt idx="2874">
                  <c:v>-3</c:v>
                </c:pt>
                <c:pt idx="2875">
                  <c:v>-3</c:v>
                </c:pt>
                <c:pt idx="2876">
                  <c:v>-3</c:v>
                </c:pt>
                <c:pt idx="2877">
                  <c:v>-3</c:v>
                </c:pt>
                <c:pt idx="2878">
                  <c:v>-3</c:v>
                </c:pt>
                <c:pt idx="2879">
                  <c:v>-3</c:v>
                </c:pt>
                <c:pt idx="2880">
                  <c:v>-3</c:v>
                </c:pt>
                <c:pt idx="2881">
                  <c:v>-3</c:v>
                </c:pt>
                <c:pt idx="2882">
                  <c:v>-3</c:v>
                </c:pt>
                <c:pt idx="2883">
                  <c:v>-3</c:v>
                </c:pt>
                <c:pt idx="2884">
                  <c:v>-3</c:v>
                </c:pt>
                <c:pt idx="2885">
                  <c:v>-3</c:v>
                </c:pt>
                <c:pt idx="2886">
                  <c:v>-3</c:v>
                </c:pt>
                <c:pt idx="2887">
                  <c:v>-3</c:v>
                </c:pt>
                <c:pt idx="2888">
                  <c:v>-3</c:v>
                </c:pt>
                <c:pt idx="2889">
                  <c:v>-3</c:v>
                </c:pt>
                <c:pt idx="2890">
                  <c:v>-3</c:v>
                </c:pt>
                <c:pt idx="2891">
                  <c:v>-3</c:v>
                </c:pt>
                <c:pt idx="2892">
                  <c:v>-3</c:v>
                </c:pt>
                <c:pt idx="2893">
                  <c:v>-3</c:v>
                </c:pt>
                <c:pt idx="2894">
                  <c:v>-3</c:v>
                </c:pt>
                <c:pt idx="2895">
                  <c:v>-3</c:v>
                </c:pt>
                <c:pt idx="2896">
                  <c:v>-3</c:v>
                </c:pt>
                <c:pt idx="2897">
                  <c:v>-3</c:v>
                </c:pt>
                <c:pt idx="2898">
                  <c:v>-3</c:v>
                </c:pt>
                <c:pt idx="2899">
                  <c:v>-3</c:v>
                </c:pt>
                <c:pt idx="2900">
                  <c:v>-3</c:v>
                </c:pt>
                <c:pt idx="2901">
                  <c:v>-3</c:v>
                </c:pt>
                <c:pt idx="2902">
                  <c:v>-3</c:v>
                </c:pt>
                <c:pt idx="2903">
                  <c:v>-3</c:v>
                </c:pt>
                <c:pt idx="2904">
                  <c:v>-3</c:v>
                </c:pt>
                <c:pt idx="2905">
                  <c:v>-3</c:v>
                </c:pt>
                <c:pt idx="2906">
                  <c:v>-3</c:v>
                </c:pt>
                <c:pt idx="2907">
                  <c:v>-3</c:v>
                </c:pt>
                <c:pt idx="2908">
                  <c:v>-3</c:v>
                </c:pt>
                <c:pt idx="2909">
                  <c:v>-3</c:v>
                </c:pt>
                <c:pt idx="2910">
                  <c:v>-3</c:v>
                </c:pt>
                <c:pt idx="2911">
                  <c:v>-3</c:v>
                </c:pt>
                <c:pt idx="2912">
                  <c:v>-3</c:v>
                </c:pt>
                <c:pt idx="2913">
                  <c:v>-3</c:v>
                </c:pt>
                <c:pt idx="2914">
                  <c:v>-3</c:v>
                </c:pt>
                <c:pt idx="2915">
                  <c:v>-3</c:v>
                </c:pt>
                <c:pt idx="2916">
                  <c:v>-3</c:v>
                </c:pt>
                <c:pt idx="2917">
                  <c:v>-3</c:v>
                </c:pt>
                <c:pt idx="2918">
                  <c:v>-3</c:v>
                </c:pt>
                <c:pt idx="2919">
                  <c:v>-3</c:v>
                </c:pt>
                <c:pt idx="2920">
                  <c:v>-3</c:v>
                </c:pt>
                <c:pt idx="2921">
                  <c:v>-3</c:v>
                </c:pt>
                <c:pt idx="2922">
                  <c:v>-3</c:v>
                </c:pt>
                <c:pt idx="2923">
                  <c:v>-3</c:v>
                </c:pt>
                <c:pt idx="2924">
                  <c:v>-3</c:v>
                </c:pt>
                <c:pt idx="2925">
                  <c:v>-3</c:v>
                </c:pt>
                <c:pt idx="2926">
                  <c:v>-3</c:v>
                </c:pt>
                <c:pt idx="2927">
                  <c:v>-3</c:v>
                </c:pt>
                <c:pt idx="2928">
                  <c:v>-3</c:v>
                </c:pt>
                <c:pt idx="2929">
                  <c:v>-3</c:v>
                </c:pt>
                <c:pt idx="2930">
                  <c:v>-3</c:v>
                </c:pt>
                <c:pt idx="2931">
                  <c:v>-3</c:v>
                </c:pt>
                <c:pt idx="2932">
                  <c:v>-3</c:v>
                </c:pt>
                <c:pt idx="2933">
                  <c:v>-3</c:v>
                </c:pt>
                <c:pt idx="2934">
                  <c:v>-3</c:v>
                </c:pt>
                <c:pt idx="2935">
                  <c:v>-3</c:v>
                </c:pt>
                <c:pt idx="2936">
                  <c:v>-3</c:v>
                </c:pt>
                <c:pt idx="2937">
                  <c:v>-3</c:v>
                </c:pt>
                <c:pt idx="2938">
                  <c:v>-3</c:v>
                </c:pt>
                <c:pt idx="2939">
                  <c:v>-3</c:v>
                </c:pt>
                <c:pt idx="2940">
                  <c:v>-3</c:v>
                </c:pt>
                <c:pt idx="2941">
                  <c:v>-3</c:v>
                </c:pt>
                <c:pt idx="2942">
                  <c:v>-3</c:v>
                </c:pt>
                <c:pt idx="2943">
                  <c:v>-3</c:v>
                </c:pt>
                <c:pt idx="2944">
                  <c:v>-3</c:v>
                </c:pt>
                <c:pt idx="2945">
                  <c:v>-3</c:v>
                </c:pt>
                <c:pt idx="2946">
                  <c:v>-3</c:v>
                </c:pt>
                <c:pt idx="2947">
                  <c:v>-3</c:v>
                </c:pt>
                <c:pt idx="2948">
                  <c:v>-3</c:v>
                </c:pt>
                <c:pt idx="2949">
                  <c:v>-3</c:v>
                </c:pt>
                <c:pt idx="2950">
                  <c:v>-3</c:v>
                </c:pt>
                <c:pt idx="2951">
                  <c:v>-3</c:v>
                </c:pt>
                <c:pt idx="2952">
                  <c:v>-3</c:v>
                </c:pt>
                <c:pt idx="2953">
                  <c:v>-3</c:v>
                </c:pt>
                <c:pt idx="2954">
                  <c:v>-3</c:v>
                </c:pt>
                <c:pt idx="2955">
                  <c:v>-3</c:v>
                </c:pt>
                <c:pt idx="2956">
                  <c:v>-3</c:v>
                </c:pt>
                <c:pt idx="2957">
                  <c:v>-3</c:v>
                </c:pt>
                <c:pt idx="2958">
                  <c:v>-3</c:v>
                </c:pt>
                <c:pt idx="2959">
                  <c:v>-3</c:v>
                </c:pt>
                <c:pt idx="2960">
                  <c:v>-3</c:v>
                </c:pt>
                <c:pt idx="2961">
                  <c:v>-3</c:v>
                </c:pt>
                <c:pt idx="2962">
                  <c:v>-3</c:v>
                </c:pt>
                <c:pt idx="2963">
                  <c:v>-3</c:v>
                </c:pt>
                <c:pt idx="2964">
                  <c:v>-3</c:v>
                </c:pt>
                <c:pt idx="2965">
                  <c:v>-3</c:v>
                </c:pt>
                <c:pt idx="2966">
                  <c:v>-3</c:v>
                </c:pt>
                <c:pt idx="2967">
                  <c:v>-3</c:v>
                </c:pt>
                <c:pt idx="2968">
                  <c:v>-3</c:v>
                </c:pt>
                <c:pt idx="2969">
                  <c:v>-3</c:v>
                </c:pt>
                <c:pt idx="2970">
                  <c:v>-3</c:v>
                </c:pt>
                <c:pt idx="2971">
                  <c:v>-3</c:v>
                </c:pt>
                <c:pt idx="2972">
                  <c:v>-3</c:v>
                </c:pt>
                <c:pt idx="2973">
                  <c:v>-3</c:v>
                </c:pt>
                <c:pt idx="2974">
                  <c:v>-3</c:v>
                </c:pt>
                <c:pt idx="2975">
                  <c:v>-3</c:v>
                </c:pt>
                <c:pt idx="2976">
                  <c:v>-3</c:v>
                </c:pt>
                <c:pt idx="2977">
                  <c:v>-3</c:v>
                </c:pt>
                <c:pt idx="2978">
                  <c:v>-3</c:v>
                </c:pt>
                <c:pt idx="2979">
                  <c:v>-3</c:v>
                </c:pt>
                <c:pt idx="2980">
                  <c:v>-3</c:v>
                </c:pt>
                <c:pt idx="2981">
                  <c:v>-3</c:v>
                </c:pt>
                <c:pt idx="2982">
                  <c:v>-3</c:v>
                </c:pt>
                <c:pt idx="2983">
                  <c:v>-3</c:v>
                </c:pt>
                <c:pt idx="2984">
                  <c:v>-3</c:v>
                </c:pt>
                <c:pt idx="2985">
                  <c:v>-3</c:v>
                </c:pt>
                <c:pt idx="2986">
                  <c:v>-3</c:v>
                </c:pt>
                <c:pt idx="2987">
                  <c:v>-3</c:v>
                </c:pt>
                <c:pt idx="2988">
                  <c:v>-3</c:v>
                </c:pt>
                <c:pt idx="2989">
                  <c:v>-3</c:v>
                </c:pt>
                <c:pt idx="2990">
                  <c:v>-3</c:v>
                </c:pt>
                <c:pt idx="2991">
                  <c:v>-3</c:v>
                </c:pt>
                <c:pt idx="2992">
                  <c:v>-3</c:v>
                </c:pt>
                <c:pt idx="2993">
                  <c:v>-3</c:v>
                </c:pt>
                <c:pt idx="2994">
                  <c:v>-3</c:v>
                </c:pt>
                <c:pt idx="2995">
                  <c:v>-3</c:v>
                </c:pt>
                <c:pt idx="2996">
                  <c:v>-3</c:v>
                </c:pt>
                <c:pt idx="2997">
                  <c:v>-3</c:v>
                </c:pt>
                <c:pt idx="2998">
                  <c:v>-3</c:v>
                </c:pt>
                <c:pt idx="2999">
                  <c:v>-3</c:v>
                </c:pt>
                <c:pt idx="3000">
                  <c:v>-3</c:v>
                </c:pt>
                <c:pt idx="3001">
                  <c:v>-3</c:v>
                </c:pt>
                <c:pt idx="3002">
                  <c:v>-3</c:v>
                </c:pt>
                <c:pt idx="3003">
                  <c:v>-3</c:v>
                </c:pt>
                <c:pt idx="3004">
                  <c:v>-3</c:v>
                </c:pt>
                <c:pt idx="3005">
                  <c:v>-3</c:v>
                </c:pt>
                <c:pt idx="3006">
                  <c:v>-3</c:v>
                </c:pt>
                <c:pt idx="3007">
                  <c:v>-3</c:v>
                </c:pt>
                <c:pt idx="3008">
                  <c:v>-3</c:v>
                </c:pt>
                <c:pt idx="3009">
                  <c:v>-3</c:v>
                </c:pt>
                <c:pt idx="3010">
                  <c:v>-3</c:v>
                </c:pt>
                <c:pt idx="3011">
                  <c:v>-3</c:v>
                </c:pt>
                <c:pt idx="3012">
                  <c:v>-3</c:v>
                </c:pt>
                <c:pt idx="3013">
                  <c:v>-3</c:v>
                </c:pt>
                <c:pt idx="3014">
                  <c:v>-3</c:v>
                </c:pt>
                <c:pt idx="3015">
                  <c:v>-3</c:v>
                </c:pt>
                <c:pt idx="3016">
                  <c:v>-3</c:v>
                </c:pt>
                <c:pt idx="3017">
                  <c:v>-3</c:v>
                </c:pt>
                <c:pt idx="3018">
                  <c:v>-3</c:v>
                </c:pt>
                <c:pt idx="3019">
                  <c:v>-3</c:v>
                </c:pt>
                <c:pt idx="3020">
                  <c:v>-3</c:v>
                </c:pt>
                <c:pt idx="3021">
                  <c:v>-3</c:v>
                </c:pt>
                <c:pt idx="3022">
                  <c:v>-3</c:v>
                </c:pt>
                <c:pt idx="3023">
                  <c:v>-3</c:v>
                </c:pt>
                <c:pt idx="3024">
                  <c:v>-3</c:v>
                </c:pt>
                <c:pt idx="3025">
                  <c:v>-3</c:v>
                </c:pt>
                <c:pt idx="3026">
                  <c:v>-3</c:v>
                </c:pt>
                <c:pt idx="3027">
                  <c:v>-3</c:v>
                </c:pt>
                <c:pt idx="3028">
                  <c:v>-3</c:v>
                </c:pt>
                <c:pt idx="3029">
                  <c:v>-3</c:v>
                </c:pt>
                <c:pt idx="3030">
                  <c:v>-3</c:v>
                </c:pt>
                <c:pt idx="3031">
                  <c:v>-3</c:v>
                </c:pt>
                <c:pt idx="3032">
                  <c:v>-3</c:v>
                </c:pt>
                <c:pt idx="3033">
                  <c:v>-3</c:v>
                </c:pt>
                <c:pt idx="3034">
                  <c:v>-3</c:v>
                </c:pt>
                <c:pt idx="3035">
                  <c:v>-3</c:v>
                </c:pt>
                <c:pt idx="3036">
                  <c:v>-3</c:v>
                </c:pt>
                <c:pt idx="3037">
                  <c:v>-3</c:v>
                </c:pt>
                <c:pt idx="3038">
                  <c:v>-3</c:v>
                </c:pt>
                <c:pt idx="3039">
                  <c:v>-3</c:v>
                </c:pt>
                <c:pt idx="3040">
                  <c:v>-3</c:v>
                </c:pt>
                <c:pt idx="3041">
                  <c:v>-3</c:v>
                </c:pt>
                <c:pt idx="3042">
                  <c:v>-3</c:v>
                </c:pt>
                <c:pt idx="3043">
                  <c:v>-3</c:v>
                </c:pt>
                <c:pt idx="3044">
                  <c:v>-3</c:v>
                </c:pt>
                <c:pt idx="3045">
                  <c:v>-3</c:v>
                </c:pt>
                <c:pt idx="3046">
                  <c:v>-3</c:v>
                </c:pt>
                <c:pt idx="3047">
                  <c:v>-3</c:v>
                </c:pt>
                <c:pt idx="3048">
                  <c:v>-3</c:v>
                </c:pt>
                <c:pt idx="3049">
                  <c:v>-3</c:v>
                </c:pt>
                <c:pt idx="3050">
                  <c:v>-3</c:v>
                </c:pt>
                <c:pt idx="3051">
                  <c:v>-3</c:v>
                </c:pt>
                <c:pt idx="3052">
                  <c:v>-3</c:v>
                </c:pt>
                <c:pt idx="3053">
                  <c:v>-3</c:v>
                </c:pt>
                <c:pt idx="3054">
                  <c:v>-3</c:v>
                </c:pt>
                <c:pt idx="3055">
                  <c:v>-3</c:v>
                </c:pt>
                <c:pt idx="3056">
                  <c:v>-3</c:v>
                </c:pt>
                <c:pt idx="3057">
                  <c:v>-3</c:v>
                </c:pt>
                <c:pt idx="3058">
                  <c:v>-3</c:v>
                </c:pt>
                <c:pt idx="3059">
                  <c:v>-3</c:v>
                </c:pt>
                <c:pt idx="3060">
                  <c:v>-3</c:v>
                </c:pt>
                <c:pt idx="3061">
                  <c:v>-3</c:v>
                </c:pt>
                <c:pt idx="3062">
                  <c:v>-3</c:v>
                </c:pt>
                <c:pt idx="3063">
                  <c:v>-3</c:v>
                </c:pt>
                <c:pt idx="3064">
                  <c:v>-3</c:v>
                </c:pt>
                <c:pt idx="3065">
                  <c:v>-3</c:v>
                </c:pt>
                <c:pt idx="3066">
                  <c:v>-3</c:v>
                </c:pt>
                <c:pt idx="3067">
                  <c:v>-3</c:v>
                </c:pt>
                <c:pt idx="3068">
                  <c:v>-3</c:v>
                </c:pt>
                <c:pt idx="3069">
                  <c:v>-3</c:v>
                </c:pt>
                <c:pt idx="3070">
                  <c:v>-3</c:v>
                </c:pt>
                <c:pt idx="3071">
                  <c:v>-3</c:v>
                </c:pt>
                <c:pt idx="3072">
                  <c:v>-3</c:v>
                </c:pt>
                <c:pt idx="3073">
                  <c:v>-3</c:v>
                </c:pt>
                <c:pt idx="3074">
                  <c:v>-3</c:v>
                </c:pt>
                <c:pt idx="3075">
                  <c:v>-3</c:v>
                </c:pt>
                <c:pt idx="3076">
                  <c:v>-3</c:v>
                </c:pt>
                <c:pt idx="3077">
                  <c:v>-3</c:v>
                </c:pt>
                <c:pt idx="3078">
                  <c:v>-3</c:v>
                </c:pt>
                <c:pt idx="3079">
                  <c:v>-3</c:v>
                </c:pt>
                <c:pt idx="3080">
                  <c:v>-3</c:v>
                </c:pt>
                <c:pt idx="3081">
                  <c:v>-3</c:v>
                </c:pt>
                <c:pt idx="3082">
                  <c:v>-3</c:v>
                </c:pt>
                <c:pt idx="3083">
                  <c:v>-3</c:v>
                </c:pt>
                <c:pt idx="3084">
                  <c:v>-3</c:v>
                </c:pt>
                <c:pt idx="3085">
                  <c:v>-3</c:v>
                </c:pt>
                <c:pt idx="3086">
                  <c:v>-3</c:v>
                </c:pt>
                <c:pt idx="3087">
                  <c:v>-3</c:v>
                </c:pt>
                <c:pt idx="3088">
                  <c:v>-3</c:v>
                </c:pt>
                <c:pt idx="3089">
                  <c:v>-3</c:v>
                </c:pt>
                <c:pt idx="3090">
                  <c:v>-3</c:v>
                </c:pt>
                <c:pt idx="3091">
                  <c:v>-3</c:v>
                </c:pt>
                <c:pt idx="3092">
                  <c:v>-3</c:v>
                </c:pt>
                <c:pt idx="3093">
                  <c:v>-3</c:v>
                </c:pt>
                <c:pt idx="3094">
                  <c:v>-3</c:v>
                </c:pt>
                <c:pt idx="3095">
                  <c:v>-3</c:v>
                </c:pt>
                <c:pt idx="3096">
                  <c:v>-3</c:v>
                </c:pt>
                <c:pt idx="3097">
                  <c:v>-3</c:v>
                </c:pt>
                <c:pt idx="3098">
                  <c:v>-3</c:v>
                </c:pt>
                <c:pt idx="3099">
                  <c:v>-3</c:v>
                </c:pt>
                <c:pt idx="3100">
                  <c:v>-3</c:v>
                </c:pt>
                <c:pt idx="3101">
                  <c:v>-3</c:v>
                </c:pt>
                <c:pt idx="3102">
                  <c:v>-3</c:v>
                </c:pt>
                <c:pt idx="3103">
                  <c:v>-3</c:v>
                </c:pt>
                <c:pt idx="3104">
                  <c:v>-3</c:v>
                </c:pt>
                <c:pt idx="3105">
                  <c:v>-3</c:v>
                </c:pt>
                <c:pt idx="3106">
                  <c:v>-3</c:v>
                </c:pt>
                <c:pt idx="3107">
                  <c:v>-3</c:v>
                </c:pt>
                <c:pt idx="3108">
                  <c:v>-3</c:v>
                </c:pt>
                <c:pt idx="3109">
                  <c:v>-3</c:v>
                </c:pt>
                <c:pt idx="3110">
                  <c:v>-3</c:v>
                </c:pt>
                <c:pt idx="3111">
                  <c:v>-3</c:v>
                </c:pt>
                <c:pt idx="3112">
                  <c:v>-3</c:v>
                </c:pt>
                <c:pt idx="3113">
                  <c:v>-3</c:v>
                </c:pt>
                <c:pt idx="3114">
                  <c:v>-3</c:v>
                </c:pt>
                <c:pt idx="3115">
                  <c:v>-3</c:v>
                </c:pt>
                <c:pt idx="3116">
                  <c:v>-3</c:v>
                </c:pt>
                <c:pt idx="3117">
                  <c:v>-3</c:v>
                </c:pt>
                <c:pt idx="3118">
                  <c:v>-3</c:v>
                </c:pt>
                <c:pt idx="3119">
                  <c:v>-3</c:v>
                </c:pt>
                <c:pt idx="3120">
                  <c:v>-3</c:v>
                </c:pt>
                <c:pt idx="3121">
                  <c:v>-3</c:v>
                </c:pt>
                <c:pt idx="3122">
                  <c:v>-3</c:v>
                </c:pt>
                <c:pt idx="3123">
                  <c:v>-3</c:v>
                </c:pt>
                <c:pt idx="3124">
                  <c:v>-3</c:v>
                </c:pt>
                <c:pt idx="3125">
                  <c:v>-3</c:v>
                </c:pt>
                <c:pt idx="3126">
                  <c:v>-3</c:v>
                </c:pt>
                <c:pt idx="3127">
                  <c:v>-3</c:v>
                </c:pt>
                <c:pt idx="3128">
                  <c:v>-3</c:v>
                </c:pt>
                <c:pt idx="3129">
                  <c:v>-3</c:v>
                </c:pt>
                <c:pt idx="3130">
                  <c:v>-3</c:v>
                </c:pt>
                <c:pt idx="3131">
                  <c:v>-3</c:v>
                </c:pt>
                <c:pt idx="3132">
                  <c:v>-3</c:v>
                </c:pt>
                <c:pt idx="3133">
                  <c:v>-3</c:v>
                </c:pt>
                <c:pt idx="3134">
                  <c:v>-3</c:v>
                </c:pt>
                <c:pt idx="3135">
                  <c:v>-3</c:v>
                </c:pt>
                <c:pt idx="3136">
                  <c:v>-3</c:v>
                </c:pt>
                <c:pt idx="3137">
                  <c:v>-3</c:v>
                </c:pt>
                <c:pt idx="3138">
                  <c:v>-3</c:v>
                </c:pt>
                <c:pt idx="3139">
                  <c:v>-3</c:v>
                </c:pt>
                <c:pt idx="3140">
                  <c:v>-3</c:v>
                </c:pt>
                <c:pt idx="3141">
                  <c:v>-3</c:v>
                </c:pt>
                <c:pt idx="3142">
                  <c:v>-3</c:v>
                </c:pt>
                <c:pt idx="3143">
                  <c:v>-3</c:v>
                </c:pt>
                <c:pt idx="3144">
                  <c:v>-3</c:v>
                </c:pt>
                <c:pt idx="3145">
                  <c:v>-3</c:v>
                </c:pt>
                <c:pt idx="3146">
                  <c:v>-3</c:v>
                </c:pt>
                <c:pt idx="3147">
                  <c:v>-3</c:v>
                </c:pt>
                <c:pt idx="3148">
                  <c:v>-3</c:v>
                </c:pt>
                <c:pt idx="3149">
                  <c:v>-3</c:v>
                </c:pt>
                <c:pt idx="3150">
                  <c:v>-3</c:v>
                </c:pt>
                <c:pt idx="3151">
                  <c:v>-3</c:v>
                </c:pt>
                <c:pt idx="3152">
                  <c:v>-3</c:v>
                </c:pt>
                <c:pt idx="3153">
                  <c:v>-3</c:v>
                </c:pt>
                <c:pt idx="3154">
                  <c:v>-3</c:v>
                </c:pt>
                <c:pt idx="3155">
                  <c:v>-3</c:v>
                </c:pt>
                <c:pt idx="3156">
                  <c:v>-3</c:v>
                </c:pt>
                <c:pt idx="3157">
                  <c:v>-3</c:v>
                </c:pt>
                <c:pt idx="3158">
                  <c:v>-3</c:v>
                </c:pt>
                <c:pt idx="3159">
                  <c:v>-3</c:v>
                </c:pt>
                <c:pt idx="3160">
                  <c:v>-3</c:v>
                </c:pt>
                <c:pt idx="3161">
                  <c:v>-3</c:v>
                </c:pt>
                <c:pt idx="3162">
                  <c:v>-3</c:v>
                </c:pt>
                <c:pt idx="3163">
                  <c:v>-3</c:v>
                </c:pt>
                <c:pt idx="3164">
                  <c:v>-3</c:v>
                </c:pt>
                <c:pt idx="3165">
                  <c:v>-3</c:v>
                </c:pt>
                <c:pt idx="3166">
                  <c:v>-3</c:v>
                </c:pt>
                <c:pt idx="3167">
                  <c:v>-3</c:v>
                </c:pt>
                <c:pt idx="3168">
                  <c:v>-3</c:v>
                </c:pt>
                <c:pt idx="3169">
                  <c:v>-3</c:v>
                </c:pt>
                <c:pt idx="3170">
                  <c:v>-3</c:v>
                </c:pt>
                <c:pt idx="3171">
                  <c:v>-3</c:v>
                </c:pt>
                <c:pt idx="3172">
                  <c:v>-3</c:v>
                </c:pt>
                <c:pt idx="3173">
                  <c:v>-3</c:v>
                </c:pt>
                <c:pt idx="3174">
                  <c:v>-3</c:v>
                </c:pt>
                <c:pt idx="3175">
                  <c:v>-3</c:v>
                </c:pt>
                <c:pt idx="3176">
                  <c:v>-3</c:v>
                </c:pt>
                <c:pt idx="3177">
                  <c:v>-3</c:v>
                </c:pt>
                <c:pt idx="3178">
                  <c:v>-3</c:v>
                </c:pt>
                <c:pt idx="3179">
                  <c:v>-3</c:v>
                </c:pt>
                <c:pt idx="3180">
                  <c:v>-3</c:v>
                </c:pt>
                <c:pt idx="3181">
                  <c:v>-3</c:v>
                </c:pt>
                <c:pt idx="3182">
                  <c:v>-3</c:v>
                </c:pt>
                <c:pt idx="3183">
                  <c:v>-3</c:v>
                </c:pt>
                <c:pt idx="3184">
                  <c:v>-3</c:v>
                </c:pt>
                <c:pt idx="3185">
                  <c:v>-3</c:v>
                </c:pt>
                <c:pt idx="3186">
                  <c:v>-3</c:v>
                </c:pt>
                <c:pt idx="3187">
                  <c:v>-3</c:v>
                </c:pt>
                <c:pt idx="3188">
                  <c:v>-3</c:v>
                </c:pt>
                <c:pt idx="3189">
                  <c:v>-3</c:v>
                </c:pt>
                <c:pt idx="3190">
                  <c:v>-3</c:v>
                </c:pt>
                <c:pt idx="3191">
                  <c:v>-3</c:v>
                </c:pt>
                <c:pt idx="3192">
                  <c:v>-3</c:v>
                </c:pt>
                <c:pt idx="3193">
                  <c:v>-3</c:v>
                </c:pt>
                <c:pt idx="3194">
                  <c:v>-3</c:v>
                </c:pt>
                <c:pt idx="3195">
                  <c:v>-3</c:v>
                </c:pt>
                <c:pt idx="3196">
                  <c:v>-3</c:v>
                </c:pt>
                <c:pt idx="3197">
                  <c:v>-3</c:v>
                </c:pt>
                <c:pt idx="3198">
                  <c:v>-3</c:v>
                </c:pt>
                <c:pt idx="3199">
                  <c:v>-3</c:v>
                </c:pt>
                <c:pt idx="3200">
                  <c:v>-3</c:v>
                </c:pt>
                <c:pt idx="3201">
                  <c:v>-3</c:v>
                </c:pt>
                <c:pt idx="3202">
                  <c:v>-3</c:v>
                </c:pt>
                <c:pt idx="3203">
                  <c:v>-3</c:v>
                </c:pt>
                <c:pt idx="3204">
                  <c:v>-3</c:v>
                </c:pt>
                <c:pt idx="3205">
                  <c:v>-3</c:v>
                </c:pt>
                <c:pt idx="3206">
                  <c:v>-3</c:v>
                </c:pt>
                <c:pt idx="3207">
                  <c:v>-3</c:v>
                </c:pt>
                <c:pt idx="3208">
                  <c:v>-3</c:v>
                </c:pt>
                <c:pt idx="3209">
                  <c:v>-3</c:v>
                </c:pt>
                <c:pt idx="3210">
                  <c:v>-3</c:v>
                </c:pt>
                <c:pt idx="3211">
                  <c:v>-3</c:v>
                </c:pt>
                <c:pt idx="3212">
                  <c:v>-3</c:v>
                </c:pt>
                <c:pt idx="3213">
                  <c:v>-3</c:v>
                </c:pt>
                <c:pt idx="3214">
                  <c:v>-3</c:v>
                </c:pt>
                <c:pt idx="3215">
                  <c:v>-3</c:v>
                </c:pt>
                <c:pt idx="3216">
                  <c:v>-3</c:v>
                </c:pt>
                <c:pt idx="3217">
                  <c:v>-3</c:v>
                </c:pt>
                <c:pt idx="3218">
                  <c:v>-3</c:v>
                </c:pt>
                <c:pt idx="3219">
                  <c:v>-3</c:v>
                </c:pt>
                <c:pt idx="3220">
                  <c:v>-3</c:v>
                </c:pt>
                <c:pt idx="3221">
                  <c:v>-3</c:v>
                </c:pt>
                <c:pt idx="3222">
                  <c:v>-3</c:v>
                </c:pt>
                <c:pt idx="3223">
                  <c:v>-3</c:v>
                </c:pt>
                <c:pt idx="3224">
                  <c:v>-3</c:v>
                </c:pt>
                <c:pt idx="3225">
                  <c:v>-3</c:v>
                </c:pt>
                <c:pt idx="3226">
                  <c:v>-3</c:v>
                </c:pt>
                <c:pt idx="3227">
                  <c:v>-3</c:v>
                </c:pt>
                <c:pt idx="3228">
                  <c:v>-3</c:v>
                </c:pt>
                <c:pt idx="3229">
                  <c:v>-3</c:v>
                </c:pt>
                <c:pt idx="3230">
                  <c:v>-3</c:v>
                </c:pt>
                <c:pt idx="3231">
                  <c:v>-3</c:v>
                </c:pt>
                <c:pt idx="3232">
                  <c:v>-3</c:v>
                </c:pt>
                <c:pt idx="3233">
                  <c:v>-3</c:v>
                </c:pt>
                <c:pt idx="3234">
                  <c:v>-3</c:v>
                </c:pt>
                <c:pt idx="3235">
                  <c:v>-3</c:v>
                </c:pt>
                <c:pt idx="3236">
                  <c:v>-3</c:v>
                </c:pt>
                <c:pt idx="3237">
                  <c:v>-3</c:v>
                </c:pt>
                <c:pt idx="3238">
                  <c:v>-3</c:v>
                </c:pt>
                <c:pt idx="3239">
                  <c:v>-3</c:v>
                </c:pt>
                <c:pt idx="3240">
                  <c:v>-3</c:v>
                </c:pt>
                <c:pt idx="3241">
                  <c:v>-3</c:v>
                </c:pt>
                <c:pt idx="3242">
                  <c:v>-3</c:v>
                </c:pt>
                <c:pt idx="3243">
                  <c:v>-3</c:v>
                </c:pt>
                <c:pt idx="3244">
                  <c:v>-3</c:v>
                </c:pt>
                <c:pt idx="3245">
                  <c:v>-3</c:v>
                </c:pt>
                <c:pt idx="3246">
                  <c:v>-3</c:v>
                </c:pt>
                <c:pt idx="3247">
                  <c:v>-3</c:v>
                </c:pt>
                <c:pt idx="3248">
                  <c:v>-3</c:v>
                </c:pt>
                <c:pt idx="3249">
                  <c:v>-3</c:v>
                </c:pt>
                <c:pt idx="3250">
                  <c:v>-3</c:v>
                </c:pt>
                <c:pt idx="3251">
                  <c:v>-3</c:v>
                </c:pt>
                <c:pt idx="3252">
                  <c:v>-3</c:v>
                </c:pt>
                <c:pt idx="3253">
                  <c:v>-3</c:v>
                </c:pt>
                <c:pt idx="3254">
                  <c:v>-3</c:v>
                </c:pt>
                <c:pt idx="3255">
                  <c:v>-3</c:v>
                </c:pt>
                <c:pt idx="3256">
                  <c:v>-3</c:v>
                </c:pt>
                <c:pt idx="3257">
                  <c:v>-3</c:v>
                </c:pt>
                <c:pt idx="3258">
                  <c:v>-3</c:v>
                </c:pt>
                <c:pt idx="3259">
                  <c:v>-3</c:v>
                </c:pt>
                <c:pt idx="3260">
                  <c:v>-3</c:v>
                </c:pt>
                <c:pt idx="3261">
                  <c:v>-3</c:v>
                </c:pt>
                <c:pt idx="3262">
                  <c:v>-3</c:v>
                </c:pt>
                <c:pt idx="3263">
                  <c:v>-3</c:v>
                </c:pt>
                <c:pt idx="3264">
                  <c:v>-3</c:v>
                </c:pt>
                <c:pt idx="3265">
                  <c:v>-3</c:v>
                </c:pt>
                <c:pt idx="3266">
                  <c:v>-3</c:v>
                </c:pt>
                <c:pt idx="3267">
                  <c:v>-3</c:v>
                </c:pt>
                <c:pt idx="3268">
                  <c:v>-3</c:v>
                </c:pt>
                <c:pt idx="3269">
                  <c:v>-3</c:v>
                </c:pt>
                <c:pt idx="3270">
                  <c:v>-3</c:v>
                </c:pt>
                <c:pt idx="3271">
                  <c:v>-3</c:v>
                </c:pt>
                <c:pt idx="3272">
                  <c:v>-3</c:v>
                </c:pt>
                <c:pt idx="3273">
                  <c:v>-3</c:v>
                </c:pt>
                <c:pt idx="3274">
                  <c:v>-3</c:v>
                </c:pt>
                <c:pt idx="3275">
                  <c:v>-3</c:v>
                </c:pt>
                <c:pt idx="3276">
                  <c:v>-3</c:v>
                </c:pt>
                <c:pt idx="3277">
                  <c:v>-3</c:v>
                </c:pt>
                <c:pt idx="3278">
                  <c:v>-3</c:v>
                </c:pt>
                <c:pt idx="3279">
                  <c:v>-3</c:v>
                </c:pt>
                <c:pt idx="3280">
                  <c:v>-3</c:v>
                </c:pt>
                <c:pt idx="3281">
                  <c:v>-3</c:v>
                </c:pt>
                <c:pt idx="3282">
                  <c:v>-3</c:v>
                </c:pt>
                <c:pt idx="3283">
                  <c:v>-3</c:v>
                </c:pt>
                <c:pt idx="3284">
                  <c:v>-3</c:v>
                </c:pt>
                <c:pt idx="3285">
                  <c:v>-3</c:v>
                </c:pt>
                <c:pt idx="3286">
                  <c:v>-3</c:v>
                </c:pt>
                <c:pt idx="3287">
                  <c:v>-3</c:v>
                </c:pt>
                <c:pt idx="3288">
                  <c:v>-3</c:v>
                </c:pt>
                <c:pt idx="3289">
                  <c:v>-3</c:v>
                </c:pt>
                <c:pt idx="3290">
                  <c:v>-3</c:v>
                </c:pt>
                <c:pt idx="3291">
                  <c:v>-3</c:v>
                </c:pt>
                <c:pt idx="3292">
                  <c:v>-3</c:v>
                </c:pt>
                <c:pt idx="3293">
                  <c:v>-3</c:v>
                </c:pt>
                <c:pt idx="3294">
                  <c:v>-3</c:v>
                </c:pt>
                <c:pt idx="3295">
                  <c:v>-3</c:v>
                </c:pt>
                <c:pt idx="3296">
                  <c:v>-3</c:v>
                </c:pt>
                <c:pt idx="3297">
                  <c:v>-3</c:v>
                </c:pt>
                <c:pt idx="3298">
                  <c:v>-3</c:v>
                </c:pt>
                <c:pt idx="3299">
                  <c:v>-3</c:v>
                </c:pt>
                <c:pt idx="3300">
                  <c:v>-3</c:v>
                </c:pt>
                <c:pt idx="3301">
                  <c:v>-3</c:v>
                </c:pt>
                <c:pt idx="3302">
                  <c:v>-3</c:v>
                </c:pt>
                <c:pt idx="3303">
                  <c:v>-3</c:v>
                </c:pt>
                <c:pt idx="3304">
                  <c:v>-3</c:v>
                </c:pt>
                <c:pt idx="3305">
                  <c:v>-3</c:v>
                </c:pt>
                <c:pt idx="3306">
                  <c:v>-3</c:v>
                </c:pt>
                <c:pt idx="3307">
                  <c:v>-3</c:v>
                </c:pt>
                <c:pt idx="3308">
                  <c:v>-3</c:v>
                </c:pt>
                <c:pt idx="3309">
                  <c:v>-3</c:v>
                </c:pt>
                <c:pt idx="3310">
                  <c:v>-3</c:v>
                </c:pt>
                <c:pt idx="3311">
                  <c:v>-3</c:v>
                </c:pt>
                <c:pt idx="3312">
                  <c:v>-3</c:v>
                </c:pt>
                <c:pt idx="3313">
                  <c:v>-3</c:v>
                </c:pt>
                <c:pt idx="3314">
                  <c:v>-3</c:v>
                </c:pt>
                <c:pt idx="3315">
                  <c:v>-3</c:v>
                </c:pt>
                <c:pt idx="3316">
                  <c:v>-3</c:v>
                </c:pt>
                <c:pt idx="3317">
                  <c:v>-3</c:v>
                </c:pt>
                <c:pt idx="3318">
                  <c:v>-3</c:v>
                </c:pt>
                <c:pt idx="3319">
                  <c:v>-3</c:v>
                </c:pt>
                <c:pt idx="3320">
                  <c:v>-3</c:v>
                </c:pt>
                <c:pt idx="3321">
                  <c:v>-3</c:v>
                </c:pt>
                <c:pt idx="3322">
                  <c:v>-3</c:v>
                </c:pt>
                <c:pt idx="3323">
                  <c:v>-3</c:v>
                </c:pt>
                <c:pt idx="3324">
                  <c:v>-3</c:v>
                </c:pt>
                <c:pt idx="3325">
                  <c:v>-3</c:v>
                </c:pt>
                <c:pt idx="3326">
                  <c:v>-3</c:v>
                </c:pt>
                <c:pt idx="3327">
                  <c:v>-3</c:v>
                </c:pt>
                <c:pt idx="3328">
                  <c:v>-3</c:v>
                </c:pt>
                <c:pt idx="3329">
                  <c:v>-3</c:v>
                </c:pt>
                <c:pt idx="3330">
                  <c:v>-3</c:v>
                </c:pt>
                <c:pt idx="3331">
                  <c:v>-3</c:v>
                </c:pt>
                <c:pt idx="3332">
                  <c:v>-3</c:v>
                </c:pt>
                <c:pt idx="3333">
                  <c:v>-3</c:v>
                </c:pt>
                <c:pt idx="3334">
                  <c:v>-3</c:v>
                </c:pt>
                <c:pt idx="3335">
                  <c:v>-3</c:v>
                </c:pt>
                <c:pt idx="3336">
                  <c:v>-3</c:v>
                </c:pt>
                <c:pt idx="3337">
                  <c:v>-3</c:v>
                </c:pt>
                <c:pt idx="3338">
                  <c:v>-3</c:v>
                </c:pt>
                <c:pt idx="3339">
                  <c:v>-3</c:v>
                </c:pt>
                <c:pt idx="3340">
                  <c:v>-3</c:v>
                </c:pt>
                <c:pt idx="3341">
                  <c:v>-3</c:v>
                </c:pt>
                <c:pt idx="3342">
                  <c:v>-3</c:v>
                </c:pt>
                <c:pt idx="3343">
                  <c:v>-3</c:v>
                </c:pt>
                <c:pt idx="3344">
                  <c:v>-3</c:v>
                </c:pt>
                <c:pt idx="3345">
                  <c:v>-3</c:v>
                </c:pt>
                <c:pt idx="3346">
                  <c:v>-3</c:v>
                </c:pt>
                <c:pt idx="3347">
                  <c:v>-3</c:v>
                </c:pt>
                <c:pt idx="3348">
                  <c:v>-3</c:v>
                </c:pt>
                <c:pt idx="3349">
                  <c:v>-3</c:v>
                </c:pt>
                <c:pt idx="3350">
                  <c:v>-3</c:v>
                </c:pt>
                <c:pt idx="3351">
                  <c:v>-3</c:v>
                </c:pt>
                <c:pt idx="3352">
                  <c:v>-3</c:v>
                </c:pt>
                <c:pt idx="3353">
                  <c:v>-3</c:v>
                </c:pt>
                <c:pt idx="3354">
                  <c:v>-3</c:v>
                </c:pt>
                <c:pt idx="3355">
                  <c:v>-3</c:v>
                </c:pt>
                <c:pt idx="3356">
                  <c:v>-3</c:v>
                </c:pt>
                <c:pt idx="3357">
                  <c:v>-3</c:v>
                </c:pt>
                <c:pt idx="3358">
                  <c:v>-3</c:v>
                </c:pt>
                <c:pt idx="3359">
                  <c:v>-3</c:v>
                </c:pt>
                <c:pt idx="3360">
                  <c:v>-3</c:v>
                </c:pt>
                <c:pt idx="3361">
                  <c:v>-3</c:v>
                </c:pt>
                <c:pt idx="3362">
                  <c:v>-3</c:v>
                </c:pt>
                <c:pt idx="3363">
                  <c:v>-3</c:v>
                </c:pt>
                <c:pt idx="3364">
                  <c:v>-3</c:v>
                </c:pt>
                <c:pt idx="3365">
                  <c:v>-3</c:v>
                </c:pt>
                <c:pt idx="3366">
                  <c:v>-3</c:v>
                </c:pt>
                <c:pt idx="3367">
                  <c:v>-3</c:v>
                </c:pt>
                <c:pt idx="3368">
                  <c:v>-3</c:v>
                </c:pt>
                <c:pt idx="3369">
                  <c:v>-3</c:v>
                </c:pt>
                <c:pt idx="3370">
                  <c:v>-3</c:v>
                </c:pt>
                <c:pt idx="3371">
                  <c:v>-3</c:v>
                </c:pt>
                <c:pt idx="3372">
                  <c:v>-3</c:v>
                </c:pt>
                <c:pt idx="3373">
                  <c:v>-3</c:v>
                </c:pt>
                <c:pt idx="3374">
                  <c:v>-3</c:v>
                </c:pt>
                <c:pt idx="3375">
                  <c:v>-3</c:v>
                </c:pt>
                <c:pt idx="3376">
                  <c:v>-3</c:v>
                </c:pt>
                <c:pt idx="3377">
                  <c:v>-3</c:v>
                </c:pt>
                <c:pt idx="3378">
                  <c:v>-3</c:v>
                </c:pt>
                <c:pt idx="3379">
                  <c:v>-3</c:v>
                </c:pt>
                <c:pt idx="3380">
                  <c:v>-3</c:v>
                </c:pt>
                <c:pt idx="3381">
                  <c:v>-3</c:v>
                </c:pt>
                <c:pt idx="3382">
                  <c:v>-3</c:v>
                </c:pt>
                <c:pt idx="3383">
                  <c:v>-3</c:v>
                </c:pt>
                <c:pt idx="3384">
                  <c:v>-3</c:v>
                </c:pt>
                <c:pt idx="3385">
                  <c:v>-3</c:v>
                </c:pt>
                <c:pt idx="3386">
                  <c:v>-3</c:v>
                </c:pt>
                <c:pt idx="3387">
                  <c:v>-3</c:v>
                </c:pt>
                <c:pt idx="3388">
                  <c:v>-3</c:v>
                </c:pt>
                <c:pt idx="3389">
                  <c:v>-3</c:v>
                </c:pt>
                <c:pt idx="3390">
                  <c:v>-3</c:v>
                </c:pt>
                <c:pt idx="3391">
                  <c:v>-3</c:v>
                </c:pt>
                <c:pt idx="3392">
                  <c:v>-3</c:v>
                </c:pt>
                <c:pt idx="3393">
                  <c:v>-3</c:v>
                </c:pt>
                <c:pt idx="3394">
                  <c:v>-3</c:v>
                </c:pt>
                <c:pt idx="3395">
                  <c:v>-3</c:v>
                </c:pt>
                <c:pt idx="3396">
                  <c:v>-3</c:v>
                </c:pt>
                <c:pt idx="3397">
                  <c:v>-3</c:v>
                </c:pt>
                <c:pt idx="3398">
                  <c:v>-3</c:v>
                </c:pt>
                <c:pt idx="3399">
                  <c:v>-3</c:v>
                </c:pt>
                <c:pt idx="3400">
                  <c:v>-3</c:v>
                </c:pt>
                <c:pt idx="3401">
                  <c:v>-3</c:v>
                </c:pt>
                <c:pt idx="3402">
                  <c:v>-3</c:v>
                </c:pt>
                <c:pt idx="3403">
                  <c:v>-3</c:v>
                </c:pt>
                <c:pt idx="3404">
                  <c:v>-3</c:v>
                </c:pt>
                <c:pt idx="3405">
                  <c:v>-3</c:v>
                </c:pt>
                <c:pt idx="3406">
                  <c:v>-3</c:v>
                </c:pt>
                <c:pt idx="3407">
                  <c:v>-3</c:v>
                </c:pt>
                <c:pt idx="3408">
                  <c:v>-3</c:v>
                </c:pt>
                <c:pt idx="3409">
                  <c:v>-3</c:v>
                </c:pt>
                <c:pt idx="3410">
                  <c:v>-3</c:v>
                </c:pt>
                <c:pt idx="3411">
                  <c:v>-3</c:v>
                </c:pt>
                <c:pt idx="3412">
                  <c:v>-3</c:v>
                </c:pt>
                <c:pt idx="3413">
                  <c:v>-3</c:v>
                </c:pt>
                <c:pt idx="3414">
                  <c:v>-3</c:v>
                </c:pt>
                <c:pt idx="3415">
                  <c:v>-3</c:v>
                </c:pt>
                <c:pt idx="3416">
                  <c:v>-3</c:v>
                </c:pt>
                <c:pt idx="3417">
                  <c:v>-3</c:v>
                </c:pt>
                <c:pt idx="3418">
                  <c:v>-3</c:v>
                </c:pt>
                <c:pt idx="3419">
                  <c:v>-3</c:v>
                </c:pt>
                <c:pt idx="3420">
                  <c:v>-3</c:v>
                </c:pt>
                <c:pt idx="3421">
                  <c:v>-3</c:v>
                </c:pt>
                <c:pt idx="3422">
                  <c:v>-3</c:v>
                </c:pt>
                <c:pt idx="3423">
                  <c:v>-3</c:v>
                </c:pt>
                <c:pt idx="3424">
                  <c:v>-3</c:v>
                </c:pt>
                <c:pt idx="3425">
                  <c:v>-3</c:v>
                </c:pt>
                <c:pt idx="3426">
                  <c:v>-3</c:v>
                </c:pt>
                <c:pt idx="3427">
                  <c:v>-3</c:v>
                </c:pt>
                <c:pt idx="3428">
                  <c:v>-3</c:v>
                </c:pt>
                <c:pt idx="3429">
                  <c:v>-3</c:v>
                </c:pt>
                <c:pt idx="3430">
                  <c:v>-3</c:v>
                </c:pt>
                <c:pt idx="3431">
                  <c:v>-3</c:v>
                </c:pt>
                <c:pt idx="3432">
                  <c:v>-3</c:v>
                </c:pt>
                <c:pt idx="3433">
                  <c:v>-3</c:v>
                </c:pt>
                <c:pt idx="3434">
                  <c:v>-3</c:v>
                </c:pt>
                <c:pt idx="3435">
                  <c:v>-3</c:v>
                </c:pt>
                <c:pt idx="3436">
                  <c:v>-3</c:v>
                </c:pt>
                <c:pt idx="3437">
                  <c:v>-3</c:v>
                </c:pt>
                <c:pt idx="3438">
                  <c:v>-3</c:v>
                </c:pt>
                <c:pt idx="3439">
                  <c:v>-3</c:v>
                </c:pt>
                <c:pt idx="3440">
                  <c:v>-3</c:v>
                </c:pt>
                <c:pt idx="3441">
                  <c:v>-3</c:v>
                </c:pt>
                <c:pt idx="3442">
                  <c:v>-3</c:v>
                </c:pt>
                <c:pt idx="3443">
                  <c:v>-3</c:v>
                </c:pt>
                <c:pt idx="3444">
                  <c:v>-3</c:v>
                </c:pt>
                <c:pt idx="3445">
                  <c:v>-3</c:v>
                </c:pt>
                <c:pt idx="3446">
                  <c:v>-3</c:v>
                </c:pt>
                <c:pt idx="3447">
                  <c:v>-3</c:v>
                </c:pt>
                <c:pt idx="3448">
                  <c:v>-3</c:v>
                </c:pt>
                <c:pt idx="3449">
                  <c:v>-3</c:v>
                </c:pt>
                <c:pt idx="3450">
                  <c:v>-3</c:v>
                </c:pt>
                <c:pt idx="3451">
                  <c:v>-3</c:v>
                </c:pt>
                <c:pt idx="3452">
                  <c:v>-3</c:v>
                </c:pt>
                <c:pt idx="3453">
                  <c:v>-3</c:v>
                </c:pt>
                <c:pt idx="3454">
                  <c:v>-3</c:v>
                </c:pt>
                <c:pt idx="3455">
                  <c:v>-3</c:v>
                </c:pt>
                <c:pt idx="3456">
                  <c:v>-3</c:v>
                </c:pt>
                <c:pt idx="3457">
                  <c:v>-3</c:v>
                </c:pt>
                <c:pt idx="3458">
                  <c:v>-3</c:v>
                </c:pt>
                <c:pt idx="3459">
                  <c:v>-3</c:v>
                </c:pt>
                <c:pt idx="3460">
                  <c:v>-3</c:v>
                </c:pt>
                <c:pt idx="3461">
                  <c:v>-3</c:v>
                </c:pt>
                <c:pt idx="3462">
                  <c:v>-3</c:v>
                </c:pt>
                <c:pt idx="3463">
                  <c:v>-3</c:v>
                </c:pt>
                <c:pt idx="3464">
                  <c:v>-3</c:v>
                </c:pt>
                <c:pt idx="3465">
                  <c:v>-3</c:v>
                </c:pt>
                <c:pt idx="3466">
                  <c:v>-3</c:v>
                </c:pt>
                <c:pt idx="3467">
                  <c:v>-3</c:v>
                </c:pt>
                <c:pt idx="3468">
                  <c:v>-3</c:v>
                </c:pt>
                <c:pt idx="3469">
                  <c:v>-3</c:v>
                </c:pt>
                <c:pt idx="3470">
                  <c:v>-3</c:v>
                </c:pt>
                <c:pt idx="3471">
                  <c:v>-3</c:v>
                </c:pt>
                <c:pt idx="3472">
                  <c:v>-3</c:v>
                </c:pt>
                <c:pt idx="3473">
                  <c:v>-3</c:v>
                </c:pt>
                <c:pt idx="3474">
                  <c:v>-3</c:v>
                </c:pt>
                <c:pt idx="3475">
                  <c:v>-3</c:v>
                </c:pt>
                <c:pt idx="3476">
                  <c:v>-3</c:v>
                </c:pt>
                <c:pt idx="3477">
                  <c:v>-3</c:v>
                </c:pt>
                <c:pt idx="3478">
                  <c:v>-3</c:v>
                </c:pt>
                <c:pt idx="3479">
                  <c:v>-3</c:v>
                </c:pt>
                <c:pt idx="3480">
                  <c:v>-3</c:v>
                </c:pt>
                <c:pt idx="3481">
                  <c:v>-3</c:v>
                </c:pt>
                <c:pt idx="3482">
                  <c:v>-3</c:v>
                </c:pt>
                <c:pt idx="3483">
                  <c:v>-3</c:v>
                </c:pt>
                <c:pt idx="3484">
                  <c:v>-3</c:v>
                </c:pt>
                <c:pt idx="3485">
                  <c:v>-3</c:v>
                </c:pt>
                <c:pt idx="3486">
                  <c:v>-3</c:v>
                </c:pt>
                <c:pt idx="3487">
                  <c:v>-3</c:v>
                </c:pt>
                <c:pt idx="3488">
                  <c:v>-3</c:v>
                </c:pt>
                <c:pt idx="3489">
                  <c:v>-3</c:v>
                </c:pt>
                <c:pt idx="3490">
                  <c:v>-3</c:v>
                </c:pt>
                <c:pt idx="3491">
                  <c:v>-3</c:v>
                </c:pt>
                <c:pt idx="3492">
                  <c:v>-3</c:v>
                </c:pt>
                <c:pt idx="3493">
                  <c:v>-3</c:v>
                </c:pt>
                <c:pt idx="3494">
                  <c:v>-3</c:v>
                </c:pt>
                <c:pt idx="3495">
                  <c:v>-3</c:v>
                </c:pt>
                <c:pt idx="3496">
                  <c:v>-3</c:v>
                </c:pt>
                <c:pt idx="3497">
                  <c:v>-3</c:v>
                </c:pt>
                <c:pt idx="3498">
                  <c:v>-3</c:v>
                </c:pt>
                <c:pt idx="3499">
                  <c:v>-3</c:v>
                </c:pt>
                <c:pt idx="3500">
                  <c:v>-3</c:v>
                </c:pt>
                <c:pt idx="3501">
                  <c:v>-3</c:v>
                </c:pt>
                <c:pt idx="3502">
                  <c:v>-3</c:v>
                </c:pt>
                <c:pt idx="3503">
                  <c:v>-3</c:v>
                </c:pt>
                <c:pt idx="3504">
                  <c:v>-3</c:v>
                </c:pt>
                <c:pt idx="3505">
                  <c:v>-3</c:v>
                </c:pt>
                <c:pt idx="3506">
                  <c:v>-3</c:v>
                </c:pt>
                <c:pt idx="3507">
                  <c:v>-3</c:v>
                </c:pt>
                <c:pt idx="3508">
                  <c:v>-3</c:v>
                </c:pt>
                <c:pt idx="3509">
                  <c:v>-3</c:v>
                </c:pt>
                <c:pt idx="3510">
                  <c:v>-3</c:v>
                </c:pt>
                <c:pt idx="3511">
                  <c:v>-3</c:v>
                </c:pt>
                <c:pt idx="3512">
                  <c:v>-3</c:v>
                </c:pt>
                <c:pt idx="3513">
                  <c:v>-3</c:v>
                </c:pt>
                <c:pt idx="3514">
                  <c:v>-3</c:v>
                </c:pt>
                <c:pt idx="3515">
                  <c:v>-3</c:v>
                </c:pt>
                <c:pt idx="3516">
                  <c:v>-3</c:v>
                </c:pt>
                <c:pt idx="3517">
                  <c:v>-3</c:v>
                </c:pt>
                <c:pt idx="3518">
                  <c:v>-3</c:v>
                </c:pt>
                <c:pt idx="3519">
                  <c:v>-3</c:v>
                </c:pt>
                <c:pt idx="3520">
                  <c:v>-3</c:v>
                </c:pt>
                <c:pt idx="3521">
                  <c:v>-3</c:v>
                </c:pt>
                <c:pt idx="3522">
                  <c:v>-3</c:v>
                </c:pt>
                <c:pt idx="3523">
                  <c:v>-3</c:v>
                </c:pt>
                <c:pt idx="3524">
                  <c:v>-3</c:v>
                </c:pt>
                <c:pt idx="3525">
                  <c:v>-3</c:v>
                </c:pt>
                <c:pt idx="3526">
                  <c:v>-3</c:v>
                </c:pt>
                <c:pt idx="3527">
                  <c:v>-3</c:v>
                </c:pt>
                <c:pt idx="3528">
                  <c:v>-3</c:v>
                </c:pt>
                <c:pt idx="3529">
                  <c:v>-3</c:v>
                </c:pt>
                <c:pt idx="3530">
                  <c:v>-3</c:v>
                </c:pt>
                <c:pt idx="3531">
                  <c:v>-3</c:v>
                </c:pt>
                <c:pt idx="3532">
                  <c:v>-3</c:v>
                </c:pt>
                <c:pt idx="3533">
                  <c:v>-3</c:v>
                </c:pt>
                <c:pt idx="3534">
                  <c:v>-3</c:v>
                </c:pt>
                <c:pt idx="3535">
                  <c:v>-3</c:v>
                </c:pt>
                <c:pt idx="3536">
                  <c:v>-3</c:v>
                </c:pt>
                <c:pt idx="3537">
                  <c:v>-3</c:v>
                </c:pt>
                <c:pt idx="3538">
                  <c:v>-3</c:v>
                </c:pt>
                <c:pt idx="3539">
                  <c:v>-3</c:v>
                </c:pt>
                <c:pt idx="3540">
                  <c:v>-3</c:v>
                </c:pt>
                <c:pt idx="3541">
                  <c:v>-3</c:v>
                </c:pt>
                <c:pt idx="3542">
                  <c:v>-3</c:v>
                </c:pt>
                <c:pt idx="3543">
                  <c:v>-3</c:v>
                </c:pt>
                <c:pt idx="3544">
                  <c:v>-3</c:v>
                </c:pt>
                <c:pt idx="3545">
                  <c:v>-3</c:v>
                </c:pt>
                <c:pt idx="3546">
                  <c:v>-3</c:v>
                </c:pt>
                <c:pt idx="3547">
                  <c:v>-3</c:v>
                </c:pt>
                <c:pt idx="3548">
                  <c:v>-3</c:v>
                </c:pt>
                <c:pt idx="3549">
                  <c:v>-3</c:v>
                </c:pt>
                <c:pt idx="3550">
                  <c:v>-3</c:v>
                </c:pt>
                <c:pt idx="3551">
                  <c:v>-3</c:v>
                </c:pt>
                <c:pt idx="3552">
                  <c:v>-3</c:v>
                </c:pt>
                <c:pt idx="3553">
                  <c:v>-3</c:v>
                </c:pt>
                <c:pt idx="3554">
                  <c:v>-3</c:v>
                </c:pt>
                <c:pt idx="3555">
                  <c:v>-3</c:v>
                </c:pt>
                <c:pt idx="3556">
                  <c:v>-3</c:v>
                </c:pt>
                <c:pt idx="3557">
                  <c:v>-3</c:v>
                </c:pt>
                <c:pt idx="3558">
                  <c:v>-3</c:v>
                </c:pt>
                <c:pt idx="3559">
                  <c:v>-3</c:v>
                </c:pt>
                <c:pt idx="3560">
                  <c:v>-3</c:v>
                </c:pt>
                <c:pt idx="3561">
                  <c:v>-3</c:v>
                </c:pt>
                <c:pt idx="3562">
                  <c:v>-3</c:v>
                </c:pt>
                <c:pt idx="3563">
                  <c:v>-3</c:v>
                </c:pt>
                <c:pt idx="3564">
                  <c:v>-3</c:v>
                </c:pt>
                <c:pt idx="3565">
                  <c:v>-3</c:v>
                </c:pt>
                <c:pt idx="3566">
                  <c:v>-3</c:v>
                </c:pt>
                <c:pt idx="3567">
                  <c:v>-3</c:v>
                </c:pt>
                <c:pt idx="3568">
                  <c:v>-3</c:v>
                </c:pt>
                <c:pt idx="3569">
                  <c:v>-3</c:v>
                </c:pt>
                <c:pt idx="3570">
                  <c:v>-3</c:v>
                </c:pt>
                <c:pt idx="3571">
                  <c:v>-3</c:v>
                </c:pt>
                <c:pt idx="3572">
                  <c:v>-3</c:v>
                </c:pt>
                <c:pt idx="3573">
                  <c:v>-3</c:v>
                </c:pt>
                <c:pt idx="3574">
                  <c:v>-3</c:v>
                </c:pt>
                <c:pt idx="3575">
                  <c:v>-3</c:v>
                </c:pt>
                <c:pt idx="3576">
                  <c:v>-3</c:v>
                </c:pt>
                <c:pt idx="3577">
                  <c:v>-3</c:v>
                </c:pt>
                <c:pt idx="3578">
                  <c:v>-3</c:v>
                </c:pt>
                <c:pt idx="3579">
                  <c:v>-3</c:v>
                </c:pt>
                <c:pt idx="3580">
                  <c:v>-3</c:v>
                </c:pt>
                <c:pt idx="3581">
                  <c:v>-3</c:v>
                </c:pt>
                <c:pt idx="3582">
                  <c:v>-3</c:v>
                </c:pt>
                <c:pt idx="3583">
                  <c:v>-3</c:v>
                </c:pt>
                <c:pt idx="3584">
                  <c:v>-3</c:v>
                </c:pt>
                <c:pt idx="3585">
                  <c:v>-3</c:v>
                </c:pt>
                <c:pt idx="3586">
                  <c:v>-3</c:v>
                </c:pt>
                <c:pt idx="3587">
                  <c:v>-3</c:v>
                </c:pt>
                <c:pt idx="3588">
                  <c:v>-3</c:v>
                </c:pt>
                <c:pt idx="3589">
                  <c:v>-3</c:v>
                </c:pt>
                <c:pt idx="3590">
                  <c:v>-3</c:v>
                </c:pt>
                <c:pt idx="3591">
                  <c:v>-3</c:v>
                </c:pt>
                <c:pt idx="3592">
                  <c:v>-3</c:v>
                </c:pt>
                <c:pt idx="3593">
                  <c:v>-3</c:v>
                </c:pt>
                <c:pt idx="3594">
                  <c:v>-3</c:v>
                </c:pt>
                <c:pt idx="3595">
                  <c:v>-3</c:v>
                </c:pt>
                <c:pt idx="3596">
                  <c:v>-3</c:v>
                </c:pt>
                <c:pt idx="3597">
                  <c:v>-3</c:v>
                </c:pt>
                <c:pt idx="3598">
                  <c:v>-3</c:v>
                </c:pt>
                <c:pt idx="3599">
                  <c:v>-3</c:v>
                </c:pt>
                <c:pt idx="3600">
                  <c:v>-3</c:v>
                </c:pt>
                <c:pt idx="3601">
                  <c:v>-3</c:v>
                </c:pt>
                <c:pt idx="3602">
                  <c:v>-3</c:v>
                </c:pt>
                <c:pt idx="3603">
                  <c:v>-3</c:v>
                </c:pt>
                <c:pt idx="3604">
                  <c:v>-3</c:v>
                </c:pt>
                <c:pt idx="3605">
                  <c:v>-3</c:v>
                </c:pt>
                <c:pt idx="3606">
                  <c:v>-3</c:v>
                </c:pt>
                <c:pt idx="3607">
                  <c:v>-3</c:v>
                </c:pt>
                <c:pt idx="3608">
                  <c:v>-3</c:v>
                </c:pt>
                <c:pt idx="3609">
                  <c:v>-3</c:v>
                </c:pt>
                <c:pt idx="3610">
                  <c:v>-3</c:v>
                </c:pt>
                <c:pt idx="3611">
                  <c:v>-3</c:v>
                </c:pt>
                <c:pt idx="3612">
                  <c:v>-3</c:v>
                </c:pt>
                <c:pt idx="3613">
                  <c:v>-3</c:v>
                </c:pt>
                <c:pt idx="3614">
                  <c:v>-3</c:v>
                </c:pt>
                <c:pt idx="3615">
                  <c:v>-3</c:v>
                </c:pt>
                <c:pt idx="3616">
                  <c:v>-3</c:v>
                </c:pt>
                <c:pt idx="3617">
                  <c:v>-3</c:v>
                </c:pt>
                <c:pt idx="3618">
                  <c:v>-3</c:v>
                </c:pt>
                <c:pt idx="3619">
                  <c:v>-3</c:v>
                </c:pt>
                <c:pt idx="3620">
                  <c:v>-3</c:v>
                </c:pt>
                <c:pt idx="3621">
                  <c:v>-3</c:v>
                </c:pt>
                <c:pt idx="3622">
                  <c:v>-3</c:v>
                </c:pt>
                <c:pt idx="3623">
                  <c:v>-3</c:v>
                </c:pt>
                <c:pt idx="3624">
                  <c:v>-3</c:v>
                </c:pt>
                <c:pt idx="3625">
                  <c:v>-3</c:v>
                </c:pt>
                <c:pt idx="3626">
                  <c:v>-3</c:v>
                </c:pt>
                <c:pt idx="3627">
                  <c:v>-3</c:v>
                </c:pt>
                <c:pt idx="3628">
                  <c:v>-3</c:v>
                </c:pt>
                <c:pt idx="3629">
                  <c:v>-3</c:v>
                </c:pt>
                <c:pt idx="3630">
                  <c:v>-3</c:v>
                </c:pt>
                <c:pt idx="3631">
                  <c:v>-3</c:v>
                </c:pt>
                <c:pt idx="3632">
                  <c:v>-3</c:v>
                </c:pt>
                <c:pt idx="3633">
                  <c:v>-3</c:v>
                </c:pt>
                <c:pt idx="3634">
                  <c:v>-3</c:v>
                </c:pt>
                <c:pt idx="3635">
                  <c:v>-3</c:v>
                </c:pt>
                <c:pt idx="3636">
                  <c:v>-3</c:v>
                </c:pt>
                <c:pt idx="3637">
                  <c:v>-3</c:v>
                </c:pt>
                <c:pt idx="3638">
                  <c:v>-3</c:v>
                </c:pt>
                <c:pt idx="3639">
                  <c:v>-3</c:v>
                </c:pt>
                <c:pt idx="3640">
                  <c:v>-3</c:v>
                </c:pt>
                <c:pt idx="3641">
                  <c:v>-3</c:v>
                </c:pt>
                <c:pt idx="3642">
                  <c:v>-3</c:v>
                </c:pt>
                <c:pt idx="3643">
                  <c:v>-3</c:v>
                </c:pt>
                <c:pt idx="3644">
                  <c:v>-3</c:v>
                </c:pt>
                <c:pt idx="3645">
                  <c:v>-3</c:v>
                </c:pt>
                <c:pt idx="3646">
                  <c:v>-3</c:v>
                </c:pt>
                <c:pt idx="3647">
                  <c:v>-3</c:v>
                </c:pt>
                <c:pt idx="3648">
                  <c:v>-3</c:v>
                </c:pt>
                <c:pt idx="3649">
                  <c:v>-3</c:v>
                </c:pt>
                <c:pt idx="3650">
                  <c:v>-3</c:v>
                </c:pt>
                <c:pt idx="3651">
                  <c:v>-3</c:v>
                </c:pt>
                <c:pt idx="3652">
                  <c:v>-3</c:v>
                </c:pt>
                <c:pt idx="3653">
                  <c:v>-3</c:v>
                </c:pt>
                <c:pt idx="3654">
                  <c:v>-3</c:v>
                </c:pt>
                <c:pt idx="3655">
                  <c:v>-3</c:v>
                </c:pt>
                <c:pt idx="3656">
                  <c:v>-3</c:v>
                </c:pt>
                <c:pt idx="3657">
                  <c:v>-3</c:v>
                </c:pt>
                <c:pt idx="3658">
                  <c:v>-3</c:v>
                </c:pt>
                <c:pt idx="3659">
                  <c:v>-3</c:v>
                </c:pt>
                <c:pt idx="3660">
                  <c:v>-3</c:v>
                </c:pt>
                <c:pt idx="3661">
                  <c:v>-3</c:v>
                </c:pt>
                <c:pt idx="3662">
                  <c:v>-3</c:v>
                </c:pt>
                <c:pt idx="3663">
                  <c:v>-3</c:v>
                </c:pt>
                <c:pt idx="3664">
                  <c:v>-3</c:v>
                </c:pt>
                <c:pt idx="3665">
                  <c:v>-3</c:v>
                </c:pt>
                <c:pt idx="3666">
                  <c:v>-3</c:v>
                </c:pt>
                <c:pt idx="3667">
                  <c:v>-3</c:v>
                </c:pt>
                <c:pt idx="3668">
                  <c:v>-3</c:v>
                </c:pt>
                <c:pt idx="3669">
                  <c:v>-3</c:v>
                </c:pt>
                <c:pt idx="3670">
                  <c:v>-3</c:v>
                </c:pt>
                <c:pt idx="3671">
                  <c:v>-3</c:v>
                </c:pt>
                <c:pt idx="3672">
                  <c:v>-3</c:v>
                </c:pt>
                <c:pt idx="3673">
                  <c:v>-3</c:v>
                </c:pt>
                <c:pt idx="3674">
                  <c:v>-3</c:v>
                </c:pt>
                <c:pt idx="3675">
                  <c:v>-3</c:v>
                </c:pt>
                <c:pt idx="3676">
                  <c:v>-3</c:v>
                </c:pt>
                <c:pt idx="3677">
                  <c:v>-3</c:v>
                </c:pt>
                <c:pt idx="3678">
                  <c:v>-3</c:v>
                </c:pt>
                <c:pt idx="3679">
                  <c:v>-3</c:v>
                </c:pt>
                <c:pt idx="3680">
                  <c:v>-3</c:v>
                </c:pt>
                <c:pt idx="3681">
                  <c:v>-3</c:v>
                </c:pt>
                <c:pt idx="3682">
                  <c:v>-3</c:v>
                </c:pt>
                <c:pt idx="3683">
                  <c:v>-3</c:v>
                </c:pt>
                <c:pt idx="3684">
                  <c:v>-3</c:v>
                </c:pt>
                <c:pt idx="3685">
                  <c:v>-3</c:v>
                </c:pt>
                <c:pt idx="3686">
                  <c:v>-3</c:v>
                </c:pt>
                <c:pt idx="3687">
                  <c:v>-3</c:v>
                </c:pt>
                <c:pt idx="3688">
                  <c:v>-3</c:v>
                </c:pt>
                <c:pt idx="3689">
                  <c:v>-3</c:v>
                </c:pt>
                <c:pt idx="3690">
                  <c:v>-3</c:v>
                </c:pt>
                <c:pt idx="3691">
                  <c:v>-3</c:v>
                </c:pt>
                <c:pt idx="3692">
                  <c:v>-3</c:v>
                </c:pt>
                <c:pt idx="3693">
                  <c:v>-3</c:v>
                </c:pt>
                <c:pt idx="3694">
                  <c:v>-3</c:v>
                </c:pt>
                <c:pt idx="3695">
                  <c:v>-3</c:v>
                </c:pt>
                <c:pt idx="3696">
                  <c:v>-3</c:v>
                </c:pt>
                <c:pt idx="3697">
                  <c:v>-3</c:v>
                </c:pt>
                <c:pt idx="3698">
                  <c:v>-3</c:v>
                </c:pt>
                <c:pt idx="3699">
                  <c:v>-3</c:v>
                </c:pt>
                <c:pt idx="3700">
                  <c:v>-3</c:v>
                </c:pt>
                <c:pt idx="3701">
                  <c:v>-3</c:v>
                </c:pt>
                <c:pt idx="3702">
                  <c:v>-3</c:v>
                </c:pt>
                <c:pt idx="3703">
                  <c:v>-3</c:v>
                </c:pt>
                <c:pt idx="3704">
                  <c:v>-3</c:v>
                </c:pt>
                <c:pt idx="3705">
                  <c:v>-3</c:v>
                </c:pt>
                <c:pt idx="3706">
                  <c:v>-3</c:v>
                </c:pt>
                <c:pt idx="3707">
                  <c:v>-3</c:v>
                </c:pt>
                <c:pt idx="3708">
                  <c:v>-3</c:v>
                </c:pt>
                <c:pt idx="3709">
                  <c:v>-3</c:v>
                </c:pt>
                <c:pt idx="3710">
                  <c:v>-3</c:v>
                </c:pt>
                <c:pt idx="3711">
                  <c:v>-3</c:v>
                </c:pt>
                <c:pt idx="3712">
                  <c:v>-3</c:v>
                </c:pt>
                <c:pt idx="3713">
                  <c:v>-3</c:v>
                </c:pt>
                <c:pt idx="3714">
                  <c:v>-3</c:v>
                </c:pt>
                <c:pt idx="3715">
                  <c:v>-3</c:v>
                </c:pt>
                <c:pt idx="3716">
                  <c:v>-3</c:v>
                </c:pt>
                <c:pt idx="3717">
                  <c:v>-3</c:v>
                </c:pt>
                <c:pt idx="3718">
                  <c:v>-3</c:v>
                </c:pt>
                <c:pt idx="3719">
                  <c:v>-3</c:v>
                </c:pt>
                <c:pt idx="3720">
                  <c:v>-3</c:v>
                </c:pt>
                <c:pt idx="3721">
                  <c:v>-3</c:v>
                </c:pt>
                <c:pt idx="3722">
                  <c:v>-3</c:v>
                </c:pt>
                <c:pt idx="3723">
                  <c:v>-3</c:v>
                </c:pt>
                <c:pt idx="3724">
                  <c:v>-3</c:v>
                </c:pt>
                <c:pt idx="3725">
                  <c:v>-3</c:v>
                </c:pt>
                <c:pt idx="3726">
                  <c:v>-3</c:v>
                </c:pt>
                <c:pt idx="3727">
                  <c:v>-3</c:v>
                </c:pt>
                <c:pt idx="3728">
                  <c:v>-3</c:v>
                </c:pt>
                <c:pt idx="3729">
                  <c:v>-3</c:v>
                </c:pt>
                <c:pt idx="3730">
                  <c:v>-3</c:v>
                </c:pt>
                <c:pt idx="3731">
                  <c:v>-3</c:v>
                </c:pt>
                <c:pt idx="3732">
                  <c:v>-3</c:v>
                </c:pt>
                <c:pt idx="3733">
                  <c:v>-3</c:v>
                </c:pt>
                <c:pt idx="3734">
                  <c:v>-3</c:v>
                </c:pt>
                <c:pt idx="3735">
                  <c:v>-3</c:v>
                </c:pt>
                <c:pt idx="3736">
                  <c:v>-3</c:v>
                </c:pt>
                <c:pt idx="3737">
                  <c:v>-3</c:v>
                </c:pt>
                <c:pt idx="3738">
                  <c:v>-3</c:v>
                </c:pt>
                <c:pt idx="3739">
                  <c:v>-3</c:v>
                </c:pt>
                <c:pt idx="3740">
                  <c:v>-3</c:v>
                </c:pt>
                <c:pt idx="3741">
                  <c:v>-3</c:v>
                </c:pt>
                <c:pt idx="3742">
                  <c:v>-3</c:v>
                </c:pt>
                <c:pt idx="3743">
                  <c:v>-3</c:v>
                </c:pt>
                <c:pt idx="3744">
                  <c:v>-3</c:v>
                </c:pt>
                <c:pt idx="3745">
                  <c:v>-3</c:v>
                </c:pt>
                <c:pt idx="3746">
                  <c:v>-3</c:v>
                </c:pt>
                <c:pt idx="3747">
                  <c:v>-3</c:v>
                </c:pt>
                <c:pt idx="3748">
                  <c:v>-3</c:v>
                </c:pt>
                <c:pt idx="3749">
                  <c:v>-3</c:v>
                </c:pt>
                <c:pt idx="3750">
                  <c:v>-3</c:v>
                </c:pt>
                <c:pt idx="3751">
                  <c:v>-3</c:v>
                </c:pt>
                <c:pt idx="3752">
                  <c:v>-3</c:v>
                </c:pt>
                <c:pt idx="3753">
                  <c:v>-3</c:v>
                </c:pt>
                <c:pt idx="3754">
                  <c:v>-3</c:v>
                </c:pt>
                <c:pt idx="3755">
                  <c:v>-3</c:v>
                </c:pt>
                <c:pt idx="3756">
                  <c:v>-3</c:v>
                </c:pt>
                <c:pt idx="3757">
                  <c:v>-3</c:v>
                </c:pt>
                <c:pt idx="3758">
                  <c:v>-3</c:v>
                </c:pt>
                <c:pt idx="3759">
                  <c:v>-3</c:v>
                </c:pt>
                <c:pt idx="3760">
                  <c:v>-3</c:v>
                </c:pt>
                <c:pt idx="3761">
                  <c:v>-3</c:v>
                </c:pt>
                <c:pt idx="3762">
                  <c:v>-3</c:v>
                </c:pt>
                <c:pt idx="3763">
                  <c:v>-3</c:v>
                </c:pt>
                <c:pt idx="3764">
                  <c:v>-3</c:v>
                </c:pt>
                <c:pt idx="3765">
                  <c:v>-3</c:v>
                </c:pt>
                <c:pt idx="3766">
                  <c:v>-3</c:v>
                </c:pt>
                <c:pt idx="3767">
                  <c:v>-3</c:v>
                </c:pt>
                <c:pt idx="3768">
                  <c:v>-3</c:v>
                </c:pt>
                <c:pt idx="3769">
                  <c:v>-3</c:v>
                </c:pt>
                <c:pt idx="3770">
                  <c:v>-3</c:v>
                </c:pt>
                <c:pt idx="3771">
                  <c:v>-3</c:v>
                </c:pt>
                <c:pt idx="3772">
                  <c:v>-3</c:v>
                </c:pt>
                <c:pt idx="3773">
                  <c:v>-3</c:v>
                </c:pt>
                <c:pt idx="3774">
                  <c:v>-3</c:v>
                </c:pt>
                <c:pt idx="3775">
                  <c:v>-3</c:v>
                </c:pt>
                <c:pt idx="3776">
                  <c:v>-3</c:v>
                </c:pt>
                <c:pt idx="3777">
                  <c:v>-3</c:v>
                </c:pt>
                <c:pt idx="3778">
                  <c:v>-3</c:v>
                </c:pt>
                <c:pt idx="3779">
                  <c:v>-3</c:v>
                </c:pt>
                <c:pt idx="3780">
                  <c:v>-3</c:v>
                </c:pt>
                <c:pt idx="3781">
                  <c:v>-3</c:v>
                </c:pt>
                <c:pt idx="3782">
                  <c:v>-3</c:v>
                </c:pt>
                <c:pt idx="3783">
                  <c:v>-3</c:v>
                </c:pt>
                <c:pt idx="3784">
                  <c:v>-3</c:v>
                </c:pt>
                <c:pt idx="3785">
                  <c:v>-3</c:v>
                </c:pt>
                <c:pt idx="3786">
                  <c:v>-3</c:v>
                </c:pt>
                <c:pt idx="3787">
                  <c:v>-3</c:v>
                </c:pt>
                <c:pt idx="3788">
                  <c:v>-3</c:v>
                </c:pt>
                <c:pt idx="3789">
                  <c:v>-3</c:v>
                </c:pt>
                <c:pt idx="3790">
                  <c:v>-3</c:v>
                </c:pt>
                <c:pt idx="3791">
                  <c:v>-3</c:v>
                </c:pt>
                <c:pt idx="3792">
                  <c:v>-3</c:v>
                </c:pt>
                <c:pt idx="3793">
                  <c:v>-3</c:v>
                </c:pt>
                <c:pt idx="3794">
                  <c:v>-3</c:v>
                </c:pt>
                <c:pt idx="3795">
                  <c:v>-3</c:v>
                </c:pt>
                <c:pt idx="3796">
                  <c:v>-3</c:v>
                </c:pt>
                <c:pt idx="3797">
                  <c:v>-3</c:v>
                </c:pt>
                <c:pt idx="3798">
                  <c:v>-3</c:v>
                </c:pt>
                <c:pt idx="3799">
                  <c:v>-3</c:v>
                </c:pt>
                <c:pt idx="3800">
                  <c:v>-3</c:v>
                </c:pt>
                <c:pt idx="3801">
                  <c:v>-3</c:v>
                </c:pt>
                <c:pt idx="3802">
                  <c:v>-3</c:v>
                </c:pt>
                <c:pt idx="3803">
                  <c:v>-3</c:v>
                </c:pt>
                <c:pt idx="3804">
                  <c:v>-3</c:v>
                </c:pt>
                <c:pt idx="3805">
                  <c:v>-3</c:v>
                </c:pt>
                <c:pt idx="3806">
                  <c:v>-3</c:v>
                </c:pt>
                <c:pt idx="3807">
                  <c:v>-3</c:v>
                </c:pt>
                <c:pt idx="3808">
                  <c:v>-3</c:v>
                </c:pt>
                <c:pt idx="3809">
                  <c:v>-3</c:v>
                </c:pt>
                <c:pt idx="3810">
                  <c:v>-3</c:v>
                </c:pt>
                <c:pt idx="3811">
                  <c:v>-3</c:v>
                </c:pt>
                <c:pt idx="3812">
                  <c:v>-3</c:v>
                </c:pt>
                <c:pt idx="3813">
                  <c:v>-3</c:v>
                </c:pt>
                <c:pt idx="3814">
                  <c:v>-3</c:v>
                </c:pt>
                <c:pt idx="3815">
                  <c:v>-3</c:v>
                </c:pt>
                <c:pt idx="3816">
                  <c:v>-3</c:v>
                </c:pt>
                <c:pt idx="3817">
                  <c:v>-3</c:v>
                </c:pt>
                <c:pt idx="3818">
                  <c:v>-3</c:v>
                </c:pt>
                <c:pt idx="3819">
                  <c:v>-3</c:v>
                </c:pt>
                <c:pt idx="3820">
                  <c:v>-3</c:v>
                </c:pt>
                <c:pt idx="3821">
                  <c:v>-3</c:v>
                </c:pt>
                <c:pt idx="3822">
                  <c:v>-3</c:v>
                </c:pt>
                <c:pt idx="3823">
                  <c:v>-3</c:v>
                </c:pt>
                <c:pt idx="3824">
                  <c:v>-3</c:v>
                </c:pt>
                <c:pt idx="3825">
                  <c:v>-3</c:v>
                </c:pt>
                <c:pt idx="3826">
                  <c:v>-3</c:v>
                </c:pt>
                <c:pt idx="3827">
                  <c:v>-3</c:v>
                </c:pt>
                <c:pt idx="3828">
                  <c:v>-3</c:v>
                </c:pt>
                <c:pt idx="3829">
                  <c:v>-3</c:v>
                </c:pt>
                <c:pt idx="3830">
                  <c:v>-3</c:v>
                </c:pt>
                <c:pt idx="3831">
                  <c:v>-3</c:v>
                </c:pt>
                <c:pt idx="3832">
                  <c:v>-3</c:v>
                </c:pt>
                <c:pt idx="3833">
                  <c:v>-3</c:v>
                </c:pt>
                <c:pt idx="3834">
                  <c:v>-3</c:v>
                </c:pt>
                <c:pt idx="3835">
                  <c:v>-3</c:v>
                </c:pt>
                <c:pt idx="3836">
                  <c:v>-3</c:v>
                </c:pt>
                <c:pt idx="3837">
                  <c:v>-3</c:v>
                </c:pt>
                <c:pt idx="3838">
                  <c:v>-3</c:v>
                </c:pt>
                <c:pt idx="3839">
                  <c:v>-3</c:v>
                </c:pt>
                <c:pt idx="3840">
                  <c:v>-3</c:v>
                </c:pt>
                <c:pt idx="3841">
                  <c:v>-3</c:v>
                </c:pt>
                <c:pt idx="3842">
                  <c:v>-3</c:v>
                </c:pt>
                <c:pt idx="3843">
                  <c:v>-3</c:v>
                </c:pt>
                <c:pt idx="3844">
                  <c:v>-3</c:v>
                </c:pt>
                <c:pt idx="3845">
                  <c:v>-3</c:v>
                </c:pt>
                <c:pt idx="3846">
                  <c:v>-3</c:v>
                </c:pt>
                <c:pt idx="3847">
                  <c:v>-3</c:v>
                </c:pt>
                <c:pt idx="3848">
                  <c:v>-3</c:v>
                </c:pt>
                <c:pt idx="3849">
                  <c:v>-3</c:v>
                </c:pt>
                <c:pt idx="3850">
                  <c:v>-3</c:v>
                </c:pt>
                <c:pt idx="3851">
                  <c:v>-3</c:v>
                </c:pt>
                <c:pt idx="3852">
                  <c:v>-3</c:v>
                </c:pt>
                <c:pt idx="3853">
                  <c:v>-3</c:v>
                </c:pt>
                <c:pt idx="3854">
                  <c:v>-3</c:v>
                </c:pt>
                <c:pt idx="3855">
                  <c:v>-3</c:v>
                </c:pt>
                <c:pt idx="3856">
                  <c:v>-3</c:v>
                </c:pt>
                <c:pt idx="3857">
                  <c:v>-3</c:v>
                </c:pt>
                <c:pt idx="3858">
                  <c:v>-3</c:v>
                </c:pt>
                <c:pt idx="3859">
                  <c:v>-3</c:v>
                </c:pt>
                <c:pt idx="3860">
                  <c:v>-3</c:v>
                </c:pt>
                <c:pt idx="3861">
                  <c:v>-3</c:v>
                </c:pt>
                <c:pt idx="3862">
                  <c:v>-3</c:v>
                </c:pt>
                <c:pt idx="3863">
                  <c:v>-3</c:v>
                </c:pt>
                <c:pt idx="3864">
                  <c:v>-3</c:v>
                </c:pt>
                <c:pt idx="3865">
                  <c:v>-3</c:v>
                </c:pt>
                <c:pt idx="3866">
                  <c:v>-3</c:v>
                </c:pt>
                <c:pt idx="3867">
                  <c:v>-3</c:v>
                </c:pt>
                <c:pt idx="3868">
                  <c:v>-3</c:v>
                </c:pt>
                <c:pt idx="3869">
                  <c:v>-3</c:v>
                </c:pt>
                <c:pt idx="3870">
                  <c:v>-3</c:v>
                </c:pt>
                <c:pt idx="3871">
                  <c:v>-3</c:v>
                </c:pt>
                <c:pt idx="3872">
                  <c:v>-3</c:v>
                </c:pt>
                <c:pt idx="3873">
                  <c:v>-3</c:v>
                </c:pt>
                <c:pt idx="3874">
                  <c:v>-3</c:v>
                </c:pt>
                <c:pt idx="3875">
                  <c:v>-3</c:v>
                </c:pt>
                <c:pt idx="3876">
                  <c:v>-3</c:v>
                </c:pt>
                <c:pt idx="3877">
                  <c:v>-3</c:v>
                </c:pt>
                <c:pt idx="3878">
                  <c:v>-3</c:v>
                </c:pt>
                <c:pt idx="3879">
                  <c:v>-3</c:v>
                </c:pt>
                <c:pt idx="3880">
                  <c:v>-3</c:v>
                </c:pt>
                <c:pt idx="3881">
                  <c:v>-3</c:v>
                </c:pt>
                <c:pt idx="3882">
                  <c:v>-3</c:v>
                </c:pt>
                <c:pt idx="3883">
                  <c:v>-3</c:v>
                </c:pt>
                <c:pt idx="3884">
                  <c:v>-3</c:v>
                </c:pt>
                <c:pt idx="3885">
                  <c:v>-3</c:v>
                </c:pt>
                <c:pt idx="3886">
                  <c:v>-3</c:v>
                </c:pt>
                <c:pt idx="3887">
                  <c:v>-3</c:v>
                </c:pt>
                <c:pt idx="3888">
                  <c:v>-3</c:v>
                </c:pt>
                <c:pt idx="3889">
                  <c:v>-3</c:v>
                </c:pt>
                <c:pt idx="3890">
                  <c:v>-3</c:v>
                </c:pt>
                <c:pt idx="3891">
                  <c:v>-3</c:v>
                </c:pt>
                <c:pt idx="3892">
                  <c:v>-3</c:v>
                </c:pt>
                <c:pt idx="3893">
                  <c:v>-3</c:v>
                </c:pt>
                <c:pt idx="3894">
                  <c:v>-3</c:v>
                </c:pt>
                <c:pt idx="3895">
                  <c:v>-3</c:v>
                </c:pt>
                <c:pt idx="3896">
                  <c:v>-3</c:v>
                </c:pt>
                <c:pt idx="3897">
                  <c:v>-3</c:v>
                </c:pt>
                <c:pt idx="3898">
                  <c:v>-3</c:v>
                </c:pt>
                <c:pt idx="3899">
                  <c:v>-3</c:v>
                </c:pt>
                <c:pt idx="3900">
                  <c:v>-3</c:v>
                </c:pt>
                <c:pt idx="3901">
                  <c:v>-3</c:v>
                </c:pt>
                <c:pt idx="3902">
                  <c:v>-3</c:v>
                </c:pt>
                <c:pt idx="3903">
                  <c:v>-3</c:v>
                </c:pt>
                <c:pt idx="3904">
                  <c:v>-3</c:v>
                </c:pt>
                <c:pt idx="3905">
                  <c:v>-3</c:v>
                </c:pt>
                <c:pt idx="3906">
                  <c:v>-3</c:v>
                </c:pt>
                <c:pt idx="3907">
                  <c:v>-3</c:v>
                </c:pt>
                <c:pt idx="3908">
                  <c:v>-3</c:v>
                </c:pt>
                <c:pt idx="3909">
                  <c:v>-3</c:v>
                </c:pt>
                <c:pt idx="3910">
                  <c:v>-3</c:v>
                </c:pt>
                <c:pt idx="3911">
                  <c:v>-3</c:v>
                </c:pt>
                <c:pt idx="3912">
                  <c:v>-3</c:v>
                </c:pt>
                <c:pt idx="3913">
                  <c:v>-3</c:v>
                </c:pt>
                <c:pt idx="3914">
                  <c:v>-3</c:v>
                </c:pt>
                <c:pt idx="3915">
                  <c:v>-3</c:v>
                </c:pt>
                <c:pt idx="3916">
                  <c:v>-3</c:v>
                </c:pt>
                <c:pt idx="3917">
                  <c:v>-3</c:v>
                </c:pt>
                <c:pt idx="3918">
                  <c:v>-3</c:v>
                </c:pt>
                <c:pt idx="3919">
                  <c:v>-3</c:v>
                </c:pt>
                <c:pt idx="3920">
                  <c:v>-3</c:v>
                </c:pt>
                <c:pt idx="3921">
                  <c:v>-3</c:v>
                </c:pt>
                <c:pt idx="3922">
                  <c:v>-3</c:v>
                </c:pt>
                <c:pt idx="3923">
                  <c:v>-3</c:v>
                </c:pt>
                <c:pt idx="3924">
                  <c:v>-3</c:v>
                </c:pt>
                <c:pt idx="3925">
                  <c:v>-3</c:v>
                </c:pt>
                <c:pt idx="3926">
                  <c:v>-3</c:v>
                </c:pt>
                <c:pt idx="3927">
                  <c:v>-3</c:v>
                </c:pt>
                <c:pt idx="3928">
                  <c:v>-3</c:v>
                </c:pt>
                <c:pt idx="3929">
                  <c:v>-3</c:v>
                </c:pt>
                <c:pt idx="3930">
                  <c:v>-3</c:v>
                </c:pt>
                <c:pt idx="3931">
                  <c:v>-3</c:v>
                </c:pt>
                <c:pt idx="3932">
                  <c:v>-3</c:v>
                </c:pt>
                <c:pt idx="3933">
                  <c:v>-3</c:v>
                </c:pt>
                <c:pt idx="3934">
                  <c:v>-3</c:v>
                </c:pt>
                <c:pt idx="3935">
                  <c:v>-3</c:v>
                </c:pt>
                <c:pt idx="3936">
                  <c:v>-3</c:v>
                </c:pt>
                <c:pt idx="3937">
                  <c:v>-3</c:v>
                </c:pt>
                <c:pt idx="3938">
                  <c:v>-3</c:v>
                </c:pt>
                <c:pt idx="3939">
                  <c:v>-3</c:v>
                </c:pt>
                <c:pt idx="3940">
                  <c:v>-3</c:v>
                </c:pt>
                <c:pt idx="3941">
                  <c:v>-3</c:v>
                </c:pt>
                <c:pt idx="3942">
                  <c:v>-3</c:v>
                </c:pt>
                <c:pt idx="3943">
                  <c:v>-3</c:v>
                </c:pt>
                <c:pt idx="3944">
                  <c:v>-3</c:v>
                </c:pt>
                <c:pt idx="3945">
                  <c:v>-3</c:v>
                </c:pt>
                <c:pt idx="3946">
                  <c:v>-3</c:v>
                </c:pt>
                <c:pt idx="3947">
                  <c:v>-3</c:v>
                </c:pt>
                <c:pt idx="3948">
                  <c:v>-3</c:v>
                </c:pt>
                <c:pt idx="3949">
                  <c:v>-3</c:v>
                </c:pt>
                <c:pt idx="3950">
                  <c:v>-3</c:v>
                </c:pt>
                <c:pt idx="3951">
                  <c:v>-3</c:v>
                </c:pt>
                <c:pt idx="3952">
                  <c:v>-3</c:v>
                </c:pt>
                <c:pt idx="3953">
                  <c:v>-3</c:v>
                </c:pt>
                <c:pt idx="3954">
                  <c:v>-3</c:v>
                </c:pt>
                <c:pt idx="3955">
                  <c:v>-3</c:v>
                </c:pt>
                <c:pt idx="3956">
                  <c:v>-3</c:v>
                </c:pt>
                <c:pt idx="3957">
                  <c:v>-3</c:v>
                </c:pt>
                <c:pt idx="3958">
                  <c:v>-3</c:v>
                </c:pt>
                <c:pt idx="3959">
                  <c:v>-3</c:v>
                </c:pt>
                <c:pt idx="3960">
                  <c:v>-3</c:v>
                </c:pt>
                <c:pt idx="3961">
                  <c:v>-3</c:v>
                </c:pt>
                <c:pt idx="3962">
                  <c:v>-3</c:v>
                </c:pt>
                <c:pt idx="3963">
                  <c:v>-3</c:v>
                </c:pt>
                <c:pt idx="3964">
                  <c:v>-3</c:v>
                </c:pt>
                <c:pt idx="3965">
                  <c:v>-3</c:v>
                </c:pt>
                <c:pt idx="3966">
                  <c:v>-3</c:v>
                </c:pt>
                <c:pt idx="3967">
                  <c:v>-3</c:v>
                </c:pt>
                <c:pt idx="3968">
                  <c:v>-3</c:v>
                </c:pt>
                <c:pt idx="3969">
                  <c:v>-3</c:v>
                </c:pt>
                <c:pt idx="3970">
                  <c:v>-3</c:v>
                </c:pt>
                <c:pt idx="3971">
                  <c:v>-3</c:v>
                </c:pt>
                <c:pt idx="3972">
                  <c:v>-3</c:v>
                </c:pt>
                <c:pt idx="3973">
                  <c:v>-3</c:v>
                </c:pt>
                <c:pt idx="3974">
                  <c:v>-3</c:v>
                </c:pt>
                <c:pt idx="3975">
                  <c:v>-3</c:v>
                </c:pt>
                <c:pt idx="3976">
                  <c:v>-3</c:v>
                </c:pt>
                <c:pt idx="3977">
                  <c:v>-3</c:v>
                </c:pt>
                <c:pt idx="3978">
                  <c:v>-3</c:v>
                </c:pt>
                <c:pt idx="3979">
                  <c:v>-3</c:v>
                </c:pt>
                <c:pt idx="3980">
                  <c:v>-3</c:v>
                </c:pt>
                <c:pt idx="3981">
                  <c:v>-3</c:v>
                </c:pt>
                <c:pt idx="3982">
                  <c:v>-3</c:v>
                </c:pt>
                <c:pt idx="3983">
                  <c:v>-3</c:v>
                </c:pt>
                <c:pt idx="3984">
                  <c:v>-3</c:v>
                </c:pt>
                <c:pt idx="3985">
                  <c:v>-3</c:v>
                </c:pt>
                <c:pt idx="3986">
                  <c:v>-3</c:v>
                </c:pt>
                <c:pt idx="3987">
                  <c:v>-3</c:v>
                </c:pt>
                <c:pt idx="3988">
                  <c:v>-3</c:v>
                </c:pt>
                <c:pt idx="3989">
                  <c:v>-3</c:v>
                </c:pt>
                <c:pt idx="3990">
                  <c:v>-3</c:v>
                </c:pt>
                <c:pt idx="3991">
                  <c:v>-3</c:v>
                </c:pt>
                <c:pt idx="3992">
                  <c:v>-3</c:v>
                </c:pt>
                <c:pt idx="3993">
                  <c:v>-3</c:v>
                </c:pt>
                <c:pt idx="3994">
                  <c:v>-3</c:v>
                </c:pt>
                <c:pt idx="3995">
                  <c:v>-3</c:v>
                </c:pt>
                <c:pt idx="3996">
                  <c:v>-3</c:v>
                </c:pt>
                <c:pt idx="3997">
                  <c:v>-3</c:v>
                </c:pt>
                <c:pt idx="3998">
                  <c:v>-3</c:v>
                </c:pt>
                <c:pt idx="3999">
                  <c:v>-3</c:v>
                </c:pt>
                <c:pt idx="4000">
                  <c:v>-3</c:v>
                </c:pt>
                <c:pt idx="4001">
                  <c:v>-3</c:v>
                </c:pt>
                <c:pt idx="4002">
                  <c:v>-3</c:v>
                </c:pt>
                <c:pt idx="4003">
                  <c:v>-3</c:v>
                </c:pt>
                <c:pt idx="4004">
                  <c:v>-3</c:v>
                </c:pt>
                <c:pt idx="4005">
                  <c:v>-3</c:v>
                </c:pt>
                <c:pt idx="4006">
                  <c:v>-3</c:v>
                </c:pt>
                <c:pt idx="4007">
                  <c:v>-3</c:v>
                </c:pt>
                <c:pt idx="4008">
                  <c:v>-3</c:v>
                </c:pt>
                <c:pt idx="4009">
                  <c:v>-3</c:v>
                </c:pt>
                <c:pt idx="4010">
                  <c:v>-3</c:v>
                </c:pt>
                <c:pt idx="4011">
                  <c:v>-3</c:v>
                </c:pt>
                <c:pt idx="4012">
                  <c:v>-3</c:v>
                </c:pt>
                <c:pt idx="4013">
                  <c:v>-3</c:v>
                </c:pt>
                <c:pt idx="4014">
                  <c:v>-3</c:v>
                </c:pt>
                <c:pt idx="4015">
                  <c:v>-3</c:v>
                </c:pt>
                <c:pt idx="4016">
                  <c:v>-3</c:v>
                </c:pt>
                <c:pt idx="4017">
                  <c:v>-3</c:v>
                </c:pt>
                <c:pt idx="4018">
                  <c:v>-3</c:v>
                </c:pt>
                <c:pt idx="4019">
                  <c:v>-3</c:v>
                </c:pt>
                <c:pt idx="4020">
                  <c:v>-3</c:v>
                </c:pt>
                <c:pt idx="4021">
                  <c:v>-3</c:v>
                </c:pt>
                <c:pt idx="4022">
                  <c:v>-3</c:v>
                </c:pt>
                <c:pt idx="4023">
                  <c:v>-3</c:v>
                </c:pt>
                <c:pt idx="4024">
                  <c:v>-3</c:v>
                </c:pt>
                <c:pt idx="4025">
                  <c:v>-3</c:v>
                </c:pt>
                <c:pt idx="4026">
                  <c:v>-3</c:v>
                </c:pt>
                <c:pt idx="4027">
                  <c:v>-3</c:v>
                </c:pt>
                <c:pt idx="4028">
                  <c:v>-3</c:v>
                </c:pt>
                <c:pt idx="4029">
                  <c:v>-3</c:v>
                </c:pt>
                <c:pt idx="4030">
                  <c:v>-3</c:v>
                </c:pt>
                <c:pt idx="4031">
                  <c:v>-3</c:v>
                </c:pt>
                <c:pt idx="4032">
                  <c:v>-3</c:v>
                </c:pt>
                <c:pt idx="4033">
                  <c:v>-3</c:v>
                </c:pt>
                <c:pt idx="4034">
                  <c:v>-3</c:v>
                </c:pt>
                <c:pt idx="4035">
                  <c:v>-3</c:v>
                </c:pt>
                <c:pt idx="4036">
                  <c:v>-3</c:v>
                </c:pt>
                <c:pt idx="4037">
                  <c:v>-3</c:v>
                </c:pt>
                <c:pt idx="4038">
                  <c:v>-3</c:v>
                </c:pt>
                <c:pt idx="4039">
                  <c:v>-3</c:v>
                </c:pt>
                <c:pt idx="4040">
                  <c:v>-3</c:v>
                </c:pt>
                <c:pt idx="4041">
                  <c:v>-3</c:v>
                </c:pt>
                <c:pt idx="4042">
                  <c:v>-3</c:v>
                </c:pt>
                <c:pt idx="4043">
                  <c:v>-3</c:v>
                </c:pt>
                <c:pt idx="4044">
                  <c:v>-3</c:v>
                </c:pt>
                <c:pt idx="4045">
                  <c:v>-3</c:v>
                </c:pt>
                <c:pt idx="4046">
                  <c:v>-3</c:v>
                </c:pt>
                <c:pt idx="4047">
                  <c:v>-3</c:v>
                </c:pt>
                <c:pt idx="4048">
                  <c:v>-3</c:v>
                </c:pt>
                <c:pt idx="4049">
                  <c:v>-3</c:v>
                </c:pt>
                <c:pt idx="4050">
                  <c:v>-3</c:v>
                </c:pt>
                <c:pt idx="4051">
                  <c:v>-3</c:v>
                </c:pt>
                <c:pt idx="4052">
                  <c:v>-3</c:v>
                </c:pt>
                <c:pt idx="4053">
                  <c:v>-3</c:v>
                </c:pt>
                <c:pt idx="4054">
                  <c:v>-3</c:v>
                </c:pt>
                <c:pt idx="4055">
                  <c:v>-3</c:v>
                </c:pt>
                <c:pt idx="4056">
                  <c:v>-3</c:v>
                </c:pt>
                <c:pt idx="4057">
                  <c:v>-3</c:v>
                </c:pt>
                <c:pt idx="4058">
                  <c:v>-3</c:v>
                </c:pt>
                <c:pt idx="4059">
                  <c:v>-3</c:v>
                </c:pt>
                <c:pt idx="4060">
                  <c:v>-3</c:v>
                </c:pt>
                <c:pt idx="4061">
                  <c:v>-3</c:v>
                </c:pt>
                <c:pt idx="4062">
                  <c:v>-3</c:v>
                </c:pt>
                <c:pt idx="4063">
                  <c:v>-3</c:v>
                </c:pt>
                <c:pt idx="4064">
                  <c:v>-3</c:v>
                </c:pt>
                <c:pt idx="4065">
                  <c:v>-3</c:v>
                </c:pt>
                <c:pt idx="4066">
                  <c:v>-3</c:v>
                </c:pt>
                <c:pt idx="4067">
                  <c:v>-3</c:v>
                </c:pt>
                <c:pt idx="4068">
                  <c:v>-3</c:v>
                </c:pt>
                <c:pt idx="4069">
                  <c:v>-3</c:v>
                </c:pt>
                <c:pt idx="4070">
                  <c:v>-3</c:v>
                </c:pt>
                <c:pt idx="4071">
                  <c:v>-3</c:v>
                </c:pt>
                <c:pt idx="4072">
                  <c:v>-3</c:v>
                </c:pt>
                <c:pt idx="4073">
                  <c:v>-3</c:v>
                </c:pt>
                <c:pt idx="4074">
                  <c:v>-3</c:v>
                </c:pt>
                <c:pt idx="4075">
                  <c:v>-3</c:v>
                </c:pt>
                <c:pt idx="4076">
                  <c:v>-3</c:v>
                </c:pt>
                <c:pt idx="4077">
                  <c:v>-3</c:v>
                </c:pt>
                <c:pt idx="4078">
                  <c:v>-3</c:v>
                </c:pt>
                <c:pt idx="4079">
                  <c:v>-3</c:v>
                </c:pt>
                <c:pt idx="4080">
                  <c:v>-3</c:v>
                </c:pt>
                <c:pt idx="4081">
                  <c:v>-3</c:v>
                </c:pt>
                <c:pt idx="4082">
                  <c:v>-3</c:v>
                </c:pt>
                <c:pt idx="4083">
                  <c:v>-3</c:v>
                </c:pt>
                <c:pt idx="4084">
                  <c:v>-3</c:v>
                </c:pt>
                <c:pt idx="4085">
                  <c:v>-3</c:v>
                </c:pt>
                <c:pt idx="4086">
                  <c:v>-3</c:v>
                </c:pt>
                <c:pt idx="4087">
                  <c:v>-3</c:v>
                </c:pt>
                <c:pt idx="4088">
                  <c:v>-3</c:v>
                </c:pt>
                <c:pt idx="4089">
                  <c:v>-3</c:v>
                </c:pt>
                <c:pt idx="4090">
                  <c:v>-3</c:v>
                </c:pt>
                <c:pt idx="4091">
                  <c:v>-3</c:v>
                </c:pt>
                <c:pt idx="4092">
                  <c:v>-3</c:v>
                </c:pt>
                <c:pt idx="4093">
                  <c:v>-3</c:v>
                </c:pt>
                <c:pt idx="4094">
                  <c:v>-3</c:v>
                </c:pt>
                <c:pt idx="4095">
                  <c:v>-3</c:v>
                </c:pt>
                <c:pt idx="4096">
                  <c:v>-3</c:v>
                </c:pt>
                <c:pt idx="4097">
                  <c:v>-3</c:v>
                </c:pt>
                <c:pt idx="4098">
                  <c:v>-3</c:v>
                </c:pt>
                <c:pt idx="4099">
                  <c:v>-3</c:v>
                </c:pt>
                <c:pt idx="4100">
                  <c:v>-3</c:v>
                </c:pt>
                <c:pt idx="4101">
                  <c:v>-3</c:v>
                </c:pt>
                <c:pt idx="4102">
                  <c:v>-3</c:v>
                </c:pt>
                <c:pt idx="4103">
                  <c:v>-3</c:v>
                </c:pt>
                <c:pt idx="4104">
                  <c:v>-3</c:v>
                </c:pt>
                <c:pt idx="4105">
                  <c:v>-3</c:v>
                </c:pt>
                <c:pt idx="4106">
                  <c:v>-3</c:v>
                </c:pt>
                <c:pt idx="4107">
                  <c:v>-3</c:v>
                </c:pt>
                <c:pt idx="4108">
                  <c:v>-3</c:v>
                </c:pt>
                <c:pt idx="4109">
                  <c:v>-3</c:v>
                </c:pt>
                <c:pt idx="4110">
                  <c:v>-3</c:v>
                </c:pt>
                <c:pt idx="4111">
                  <c:v>-3</c:v>
                </c:pt>
                <c:pt idx="4112">
                  <c:v>-3</c:v>
                </c:pt>
                <c:pt idx="4113">
                  <c:v>-3</c:v>
                </c:pt>
                <c:pt idx="4114">
                  <c:v>-3</c:v>
                </c:pt>
                <c:pt idx="4115">
                  <c:v>-3</c:v>
                </c:pt>
                <c:pt idx="4116">
                  <c:v>-3</c:v>
                </c:pt>
                <c:pt idx="4117">
                  <c:v>-3</c:v>
                </c:pt>
                <c:pt idx="4118">
                  <c:v>-3</c:v>
                </c:pt>
                <c:pt idx="4119">
                  <c:v>-3</c:v>
                </c:pt>
                <c:pt idx="4120">
                  <c:v>-3</c:v>
                </c:pt>
                <c:pt idx="4121">
                  <c:v>-3</c:v>
                </c:pt>
                <c:pt idx="4122">
                  <c:v>-3</c:v>
                </c:pt>
                <c:pt idx="4123">
                  <c:v>-3</c:v>
                </c:pt>
                <c:pt idx="4124">
                  <c:v>-3</c:v>
                </c:pt>
                <c:pt idx="4125">
                  <c:v>-3</c:v>
                </c:pt>
                <c:pt idx="4126">
                  <c:v>-3</c:v>
                </c:pt>
                <c:pt idx="4127">
                  <c:v>-3</c:v>
                </c:pt>
                <c:pt idx="4128">
                  <c:v>-3</c:v>
                </c:pt>
                <c:pt idx="4129">
                  <c:v>-3</c:v>
                </c:pt>
                <c:pt idx="4130">
                  <c:v>-3</c:v>
                </c:pt>
                <c:pt idx="4131">
                  <c:v>-3</c:v>
                </c:pt>
                <c:pt idx="4132">
                  <c:v>-3</c:v>
                </c:pt>
                <c:pt idx="4133">
                  <c:v>-3</c:v>
                </c:pt>
                <c:pt idx="4134">
                  <c:v>-3</c:v>
                </c:pt>
                <c:pt idx="4135">
                  <c:v>-3</c:v>
                </c:pt>
                <c:pt idx="4136">
                  <c:v>-3</c:v>
                </c:pt>
                <c:pt idx="4137">
                  <c:v>-3</c:v>
                </c:pt>
                <c:pt idx="4138">
                  <c:v>-3</c:v>
                </c:pt>
                <c:pt idx="4139">
                  <c:v>-3</c:v>
                </c:pt>
                <c:pt idx="4140">
                  <c:v>-3</c:v>
                </c:pt>
                <c:pt idx="4141">
                  <c:v>-3</c:v>
                </c:pt>
                <c:pt idx="4142">
                  <c:v>-3</c:v>
                </c:pt>
                <c:pt idx="4143">
                  <c:v>-3</c:v>
                </c:pt>
                <c:pt idx="4144">
                  <c:v>-3</c:v>
                </c:pt>
                <c:pt idx="4145">
                  <c:v>-3</c:v>
                </c:pt>
                <c:pt idx="4146">
                  <c:v>-3</c:v>
                </c:pt>
                <c:pt idx="4147">
                  <c:v>-3</c:v>
                </c:pt>
                <c:pt idx="4148">
                  <c:v>-3</c:v>
                </c:pt>
                <c:pt idx="4149">
                  <c:v>-3</c:v>
                </c:pt>
                <c:pt idx="4150">
                  <c:v>-3</c:v>
                </c:pt>
                <c:pt idx="4151">
                  <c:v>-3</c:v>
                </c:pt>
                <c:pt idx="4152">
                  <c:v>-3</c:v>
                </c:pt>
                <c:pt idx="4153">
                  <c:v>-3</c:v>
                </c:pt>
                <c:pt idx="4154">
                  <c:v>-3</c:v>
                </c:pt>
                <c:pt idx="4155">
                  <c:v>-3</c:v>
                </c:pt>
                <c:pt idx="4156">
                  <c:v>-3</c:v>
                </c:pt>
                <c:pt idx="4157">
                  <c:v>-3</c:v>
                </c:pt>
                <c:pt idx="4158">
                  <c:v>-3</c:v>
                </c:pt>
                <c:pt idx="4159">
                  <c:v>-3</c:v>
                </c:pt>
                <c:pt idx="4160">
                  <c:v>-3</c:v>
                </c:pt>
                <c:pt idx="4161">
                  <c:v>-3</c:v>
                </c:pt>
                <c:pt idx="4162">
                  <c:v>-3</c:v>
                </c:pt>
                <c:pt idx="4163">
                  <c:v>-3</c:v>
                </c:pt>
                <c:pt idx="4164">
                  <c:v>-3</c:v>
                </c:pt>
                <c:pt idx="4165">
                  <c:v>-3</c:v>
                </c:pt>
                <c:pt idx="4166">
                  <c:v>-3</c:v>
                </c:pt>
                <c:pt idx="4167">
                  <c:v>-3</c:v>
                </c:pt>
                <c:pt idx="4168">
                  <c:v>-3</c:v>
                </c:pt>
                <c:pt idx="4169">
                  <c:v>-3</c:v>
                </c:pt>
                <c:pt idx="4170">
                  <c:v>-3</c:v>
                </c:pt>
                <c:pt idx="4171">
                  <c:v>-3</c:v>
                </c:pt>
                <c:pt idx="4172">
                  <c:v>-3</c:v>
                </c:pt>
                <c:pt idx="4173">
                  <c:v>-3</c:v>
                </c:pt>
                <c:pt idx="4174">
                  <c:v>-3</c:v>
                </c:pt>
                <c:pt idx="4175">
                  <c:v>-3</c:v>
                </c:pt>
                <c:pt idx="4176">
                  <c:v>-3</c:v>
                </c:pt>
                <c:pt idx="4177">
                  <c:v>-3</c:v>
                </c:pt>
                <c:pt idx="4178">
                  <c:v>-3</c:v>
                </c:pt>
                <c:pt idx="4179">
                  <c:v>-3</c:v>
                </c:pt>
                <c:pt idx="4180">
                  <c:v>-3</c:v>
                </c:pt>
                <c:pt idx="4181">
                  <c:v>-3</c:v>
                </c:pt>
                <c:pt idx="4182">
                  <c:v>-3</c:v>
                </c:pt>
                <c:pt idx="4183">
                  <c:v>-3</c:v>
                </c:pt>
                <c:pt idx="4184">
                  <c:v>-3</c:v>
                </c:pt>
                <c:pt idx="4185">
                  <c:v>-3</c:v>
                </c:pt>
                <c:pt idx="4186">
                  <c:v>-3</c:v>
                </c:pt>
                <c:pt idx="4187">
                  <c:v>-3</c:v>
                </c:pt>
                <c:pt idx="4188">
                  <c:v>-3</c:v>
                </c:pt>
                <c:pt idx="4189">
                  <c:v>-3</c:v>
                </c:pt>
                <c:pt idx="4190">
                  <c:v>-3</c:v>
                </c:pt>
                <c:pt idx="4191">
                  <c:v>-3</c:v>
                </c:pt>
                <c:pt idx="4192">
                  <c:v>-3</c:v>
                </c:pt>
                <c:pt idx="4193">
                  <c:v>-3</c:v>
                </c:pt>
                <c:pt idx="4194">
                  <c:v>-3</c:v>
                </c:pt>
                <c:pt idx="4195">
                  <c:v>-3</c:v>
                </c:pt>
                <c:pt idx="4196">
                  <c:v>-3</c:v>
                </c:pt>
                <c:pt idx="4197">
                  <c:v>-3</c:v>
                </c:pt>
                <c:pt idx="4198">
                  <c:v>-3</c:v>
                </c:pt>
                <c:pt idx="4199">
                  <c:v>-3</c:v>
                </c:pt>
                <c:pt idx="4200">
                  <c:v>-3</c:v>
                </c:pt>
                <c:pt idx="4201">
                  <c:v>-3</c:v>
                </c:pt>
                <c:pt idx="4202">
                  <c:v>-3</c:v>
                </c:pt>
                <c:pt idx="4203">
                  <c:v>-3</c:v>
                </c:pt>
                <c:pt idx="4204">
                  <c:v>-3</c:v>
                </c:pt>
                <c:pt idx="4205">
                  <c:v>-3</c:v>
                </c:pt>
                <c:pt idx="4206">
                  <c:v>-3</c:v>
                </c:pt>
                <c:pt idx="4207">
                  <c:v>-3</c:v>
                </c:pt>
                <c:pt idx="4208">
                  <c:v>-3</c:v>
                </c:pt>
                <c:pt idx="4209">
                  <c:v>-3</c:v>
                </c:pt>
                <c:pt idx="4210">
                  <c:v>-3</c:v>
                </c:pt>
                <c:pt idx="4211">
                  <c:v>-3</c:v>
                </c:pt>
                <c:pt idx="4212">
                  <c:v>-3</c:v>
                </c:pt>
                <c:pt idx="4213">
                  <c:v>-3</c:v>
                </c:pt>
                <c:pt idx="4214">
                  <c:v>-3</c:v>
                </c:pt>
                <c:pt idx="4215">
                  <c:v>-3</c:v>
                </c:pt>
                <c:pt idx="4216">
                  <c:v>-3</c:v>
                </c:pt>
                <c:pt idx="4217">
                  <c:v>-3</c:v>
                </c:pt>
                <c:pt idx="4218">
                  <c:v>-3</c:v>
                </c:pt>
                <c:pt idx="4219">
                  <c:v>-3</c:v>
                </c:pt>
                <c:pt idx="4220">
                  <c:v>-3</c:v>
                </c:pt>
                <c:pt idx="4221">
                  <c:v>-3</c:v>
                </c:pt>
                <c:pt idx="4222">
                  <c:v>-3</c:v>
                </c:pt>
                <c:pt idx="4223">
                  <c:v>-3</c:v>
                </c:pt>
                <c:pt idx="4224">
                  <c:v>-3</c:v>
                </c:pt>
                <c:pt idx="4225">
                  <c:v>-3</c:v>
                </c:pt>
                <c:pt idx="4226">
                  <c:v>-3</c:v>
                </c:pt>
                <c:pt idx="4227">
                  <c:v>-3</c:v>
                </c:pt>
                <c:pt idx="4228">
                  <c:v>-3</c:v>
                </c:pt>
                <c:pt idx="4229">
                  <c:v>-3</c:v>
                </c:pt>
                <c:pt idx="4230">
                  <c:v>-3</c:v>
                </c:pt>
                <c:pt idx="4231">
                  <c:v>-3</c:v>
                </c:pt>
                <c:pt idx="4232">
                  <c:v>-3</c:v>
                </c:pt>
                <c:pt idx="4233">
                  <c:v>-3</c:v>
                </c:pt>
                <c:pt idx="4234">
                  <c:v>-3</c:v>
                </c:pt>
                <c:pt idx="4235">
                  <c:v>-3</c:v>
                </c:pt>
                <c:pt idx="4236">
                  <c:v>-3</c:v>
                </c:pt>
                <c:pt idx="4237">
                  <c:v>-3</c:v>
                </c:pt>
                <c:pt idx="4238">
                  <c:v>-3</c:v>
                </c:pt>
                <c:pt idx="4239">
                  <c:v>-3</c:v>
                </c:pt>
                <c:pt idx="4240">
                  <c:v>-3</c:v>
                </c:pt>
                <c:pt idx="4241">
                  <c:v>-3</c:v>
                </c:pt>
                <c:pt idx="4242">
                  <c:v>-3</c:v>
                </c:pt>
                <c:pt idx="4243">
                  <c:v>-3</c:v>
                </c:pt>
                <c:pt idx="4244">
                  <c:v>-3</c:v>
                </c:pt>
                <c:pt idx="4245">
                  <c:v>-3</c:v>
                </c:pt>
                <c:pt idx="4246">
                  <c:v>-3</c:v>
                </c:pt>
                <c:pt idx="4247">
                  <c:v>-3</c:v>
                </c:pt>
                <c:pt idx="4248">
                  <c:v>-3</c:v>
                </c:pt>
                <c:pt idx="4249">
                  <c:v>-3</c:v>
                </c:pt>
                <c:pt idx="4250">
                  <c:v>-3</c:v>
                </c:pt>
                <c:pt idx="4251">
                  <c:v>-3</c:v>
                </c:pt>
                <c:pt idx="4252">
                  <c:v>-3</c:v>
                </c:pt>
                <c:pt idx="4253">
                  <c:v>-3</c:v>
                </c:pt>
                <c:pt idx="4254">
                  <c:v>-3</c:v>
                </c:pt>
                <c:pt idx="4255">
                  <c:v>-3</c:v>
                </c:pt>
                <c:pt idx="4256">
                  <c:v>-3</c:v>
                </c:pt>
                <c:pt idx="4257">
                  <c:v>-3</c:v>
                </c:pt>
                <c:pt idx="4258">
                  <c:v>-3</c:v>
                </c:pt>
                <c:pt idx="4259">
                  <c:v>-3</c:v>
                </c:pt>
                <c:pt idx="4260">
                  <c:v>-3</c:v>
                </c:pt>
                <c:pt idx="4261">
                  <c:v>-3</c:v>
                </c:pt>
                <c:pt idx="4262">
                  <c:v>-3</c:v>
                </c:pt>
                <c:pt idx="4263">
                  <c:v>-3</c:v>
                </c:pt>
                <c:pt idx="4264">
                  <c:v>-3</c:v>
                </c:pt>
                <c:pt idx="4265">
                  <c:v>-3</c:v>
                </c:pt>
                <c:pt idx="4266">
                  <c:v>-3</c:v>
                </c:pt>
                <c:pt idx="4267">
                  <c:v>-3</c:v>
                </c:pt>
                <c:pt idx="4268">
                  <c:v>-3</c:v>
                </c:pt>
                <c:pt idx="4269">
                  <c:v>-3</c:v>
                </c:pt>
                <c:pt idx="4270">
                  <c:v>-3</c:v>
                </c:pt>
                <c:pt idx="4271">
                  <c:v>-3</c:v>
                </c:pt>
                <c:pt idx="4272">
                  <c:v>-3</c:v>
                </c:pt>
                <c:pt idx="4273">
                  <c:v>-3</c:v>
                </c:pt>
                <c:pt idx="4274">
                  <c:v>-3</c:v>
                </c:pt>
                <c:pt idx="4275">
                  <c:v>-3</c:v>
                </c:pt>
                <c:pt idx="4276">
                  <c:v>-3</c:v>
                </c:pt>
                <c:pt idx="4277">
                  <c:v>-3</c:v>
                </c:pt>
                <c:pt idx="4278">
                  <c:v>-3</c:v>
                </c:pt>
                <c:pt idx="4279">
                  <c:v>-3</c:v>
                </c:pt>
                <c:pt idx="4280">
                  <c:v>-3</c:v>
                </c:pt>
                <c:pt idx="4281">
                  <c:v>-3</c:v>
                </c:pt>
                <c:pt idx="4282">
                  <c:v>-3</c:v>
                </c:pt>
                <c:pt idx="4283">
                  <c:v>-3</c:v>
                </c:pt>
                <c:pt idx="4284">
                  <c:v>-3</c:v>
                </c:pt>
                <c:pt idx="4285">
                  <c:v>-3</c:v>
                </c:pt>
                <c:pt idx="4286">
                  <c:v>-3</c:v>
                </c:pt>
                <c:pt idx="4287">
                  <c:v>-3</c:v>
                </c:pt>
                <c:pt idx="4288">
                  <c:v>-3</c:v>
                </c:pt>
                <c:pt idx="4289">
                  <c:v>-3</c:v>
                </c:pt>
                <c:pt idx="4290">
                  <c:v>-3</c:v>
                </c:pt>
                <c:pt idx="4291">
                  <c:v>-3</c:v>
                </c:pt>
                <c:pt idx="4292">
                  <c:v>-3</c:v>
                </c:pt>
                <c:pt idx="4293">
                  <c:v>-3</c:v>
                </c:pt>
                <c:pt idx="4294">
                  <c:v>-3</c:v>
                </c:pt>
                <c:pt idx="4295">
                  <c:v>-3</c:v>
                </c:pt>
                <c:pt idx="4296">
                  <c:v>-3</c:v>
                </c:pt>
                <c:pt idx="4297">
                  <c:v>-3</c:v>
                </c:pt>
                <c:pt idx="4298">
                  <c:v>-3</c:v>
                </c:pt>
                <c:pt idx="4299">
                  <c:v>-3</c:v>
                </c:pt>
                <c:pt idx="4300">
                  <c:v>-3</c:v>
                </c:pt>
                <c:pt idx="4301">
                  <c:v>-3</c:v>
                </c:pt>
                <c:pt idx="4302">
                  <c:v>-3</c:v>
                </c:pt>
                <c:pt idx="4303">
                  <c:v>-3</c:v>
                </c:pt>
                <c:pt idx="4304">
                  <c:v>-3</c:v>
                </c:pt>
                <c:pt idx="4305">
                  <c:v>-3</c:v>
                </c:pt>
                <c:pt idx="4306">
                  <c:v>-3</c:v>
                </c:pt>
                <c:pt idx="4307">
                  <c:v>-3</c:v>
                </c:pt>
                <c:pt idx="4308">
                  <c:v>-3</c:v>
                </c:pt>
                <c:pt idx="4309">
                  <c:v>-3</c:v>
                </c:pt>
                <c:pt idx="4310">
                  <c:v>-3</c:v>
                </c:pt>
                <c:pt idx="4311">
                  <c:v>-3</c:v>
                </c:pt>
                <c:pt idx="4312">
                  <c:v>-3</c:v>
                </c:pt>
                <c:pt idx="4313">
                  <c:v>-3</c:v>
                </c:pt>
                <c:pt idx="4314">
                  <c:v>-3</c:v>
                </c:pt>
                <c:pt idx="4315">
                  <c:v>-3</c:v>
                </c:pt>
                <c:pt idx="4316">
                  <c:v>-3</c:v>
                </c:pt>
                <c:pt idx="4317">
                  <c:v>-3</c:v>
                </c:pt>
                <c:pt idx="4318">
                  <c:v>-3</c:v>
                </c:pt>
                <c:pt idx="4319">
                  <c:v>-3</c:v>
                </c:pt>
                <c:pt idx="4320">
                  <c:v>-3</c:v>
                </c:pt>
                <c:pt idx="4321">
                  <c:v>-3</c:v>
                </c:pt>
                <c:pt idx="4322">
                  <c:v>-3</c:v>
                </c:pt>
                <c:pt idx="4323">
                  <c:v>-3</c:v>
                </c:pt>
                <c:pt idx="4324">
                  <c:v>-3</c:v>
                </c:pt>
                <c:pt idx="4325">
                  <c:v>-3</c:v>
                </c:pt>
                <c:pt idx="4326">
                  <c:v>-3</c:v>
                </c:pt>
                <c:pt idx="4327">
                  <c:v>-3</c:v>
                </c:pt>
                <c:pt idx="4328">
                  <c:v>-3</c:v>
                </c:pt>
                <c:pt idx="4329">
                  <c:v>-3</c:v>
                </c:pt>
                <c:pt idx="4330">
                  <c:v>-3</c:v>
                </c:pt>
                <c:pt idx="4331">
                  <c:v>-3</c:v>
                </c:pt>
                <c:pt idx="4332">
                  <c:v>-3</c:v>
                </c:pt>
                <c:pt idx="4333">
                  <c:v>-3</c:v>
                </c:pt>
                <c:pt idx="4334">
                  <c:v>-3</c:v>
                </c:pt>
                <c:pt idx="4335">
                  <c:v>-3</c:v>
                </c:pt>
                <c:pt idx="4336">
                  <c:v>-3</c:v>
                </c:pt>
                <c:pt idx="4337">
                  <c:v>-3</c:v>
                </c:pt>
                <c:pt idx="4338">
                  <c:v>-3</c:v>
                </c:pt>
                <c:pt idx="4339">
                  <c:v>-3</c:v>
                </c:pt>
                <c:pt idx="4340">
                  <c:v>-3</c:v>
                </c:pt>
                <c:pt idx="4341">
                  <c:v>-3</c:v>
                </c:pt>
                <c:pt idx="4342">
                  <c:v>-3</c:v>
                </c:pt>
                <c:pt idx="4343">
                  <c:v>-3</c:v>
                </c:pt>
                <c:pt idx="4344">
                  <c:v>-3</c:v>
                </c:pt>
                <c:pt idx="4345">
                  <c:v>-3</c:v>
                </c:pt>
                <c:pt idx="4346">
                  <c:v>-3</c:v>
                </c:pt>
                <c:pt idx="4347">
                  <c:v>-3</c:v>
                </c:pt>
                <c:pt idx="4348">
                  <c:v>-3</c:v>
                </c:pt>
                <c:pt idx="4349">
                  <c:v>-3</c:v>
                </c:pt>
                <c:pt idx="4350">
                  <c:v>-3</c:v>
                </c:pt>
                <c:pt idx="4351">
                  <c:v>-3</c:v>
                </c:pt>
                <c:pt idx="4352">
                  <c:v>-3</c:v>
                </c:pt>
                <c:pt idx="4353">
                  <c:v>-3</c:v>
                </c:pt>
                <c:pt idx="4354">
                  <c:v>-3</c:v>
                </c:pt>
                <c:pt idx="4355">
                  <c:v>-3</c:v>
                </c:pt>
                <c:pt idx="4356">
                  <c:v>-3</c:v>
                </c:pt>
                <c:pt idx="4357">
                  <c:v>-3</c:v>
                </c:pt>
                <c:pt idx="4358">
                  <c:v>-3</c:v>
                </c:pt>
                <c:pt idx="4359">
                  <c:v>-3</c:v>
                </c:pt>
                <c:pt idx="4360">
                  <c:v>-3</c:v>
                </c:pt>
                <c:pt idx="4361">
                  <c:v>-3</c:v>
                </c:pt>
                <c:pt idx="4362">
                  <c:v>-3</c:v>
                </c:pt>
                <c:pt idx="4363">
                  <c:v>-3</c:v>
                </c:pt>
                <c:pt idx="4364">
                  <c:v>-3</c:v>
                </c:pt>
                <c:pt idx="4365">
                  <c:v>-3</c:v>
                </c:pt>
                <c:pt idx="4366">
                  <c:v>-3</c:v>
                </c:pt>
                <c:pt idx="4367">
                  <c:v>-3</c:v>
                </c:pt>
                <c:pt idx="4368">
                  <c:v>-3</c:v>
                </c:pt>
                <c:pt idx="4369">
                  <c:v>-3</c:v>
                </c:pt>
                <c:pt idx="4370">
                  <c:v>-3</c:v>
                </c:pt>
                <c:pt idx="4371">
                  <c:v>-3</c:v>
                </c:pt>
                <c:pt idx="4372">
                  <c:v>-3</c:v>
                </c:pt>
                <c:pt idx="4373">
                  <c:v>-3</c:v>
                </c:pt>
                <c:pt idx="4374">
                  <c:v>-3</c:v>
                </c:pt>
                <c:pt idx="4375">
                  <c:v>-3</c:v>
                </c:pt>
                <c:pt idx="4376">
                  <c:v>-3</c:v>
                </c:pt>
                <c:pt idx="4377">
                  <c:v>-3</c:v>
                </c:pt>
                <c:pt idx="4378">
                  <c:v>-3</c:v>
                </c:pt>
                <c:pt idx="4379">
                  <c:v>-3</c:v>
                </c:pt>
                <c:pt idx="4380">
                  <c:v>-3</c:v>
                </c:pt>
                <c:pt idx="4381">
                  <c:v>-3</c:v>
                </c:pt>
                <c:pt idx="4382">
                  <c:v>-3</c:v>
                </c:pt>
                <c:pt idx="4383">
                  <c:v>-3</c:v>
                </c:pt>
                <c:pt idx="4384">
                  <c:v>-3</c:v>
                </c:pt>
                <c:pt idx="4385">
                  <c:v>-3</c:v>
                </c:pt>
                <c:pt idx="4386">
                  <c:v>-3</c:v>
                </c:pt>
                <c:pt idx="4387">
                  <c:v>-3</c:v>
                </c:pt>
                <c:pt idx="4388">
                  <c:v>-3</c:v>
                </c:pt>
                <c:pt idx="4389">
                  <c:v>-3</c:v>
                </c:pt>
                <c:pt idx="4390">
                  <c:v>-3</c:v>
                </c:pt>
                <c:pt idx="4391">
                  <c:v>-3</c:v>
                </c:pt>
                <c:pt idx="4392">
                  <c:v>-3</c:v>
                </c:pt>
                <c:pt idx="4393">
                  <c:v>-3</c:v>
                </c:pt>
                <c:pt idx="4394">
                  <c:v>-3</c:v>
                </c:pt>
                <c:pt idx="4395">
                  <c:v>-3</c:v>
                </c:pt>
                <c:pt idx="4396">
                  <c:v>-3</c:v>
                </c:pt>
                <c:pt idx="4397">
                  <c:v>-3</c:v>
                </c:pt>
                <c:pt idx="4398">
                  <c:v>-3</c:v>
                </c:pt>
                <c:pt idx="4399">
                  <c:v>-3</c:v>
                </c:pt>
                <c:pt idx="4400">
                  <c:v>-3</c:v>
                </c:pt>
                <c:pt idx="4401">
                  <c:v>-3</c:v>
                </c:pt>
                <c:pt idx="4402">
                  <c:v>-3</c:v>
                </c:pt>
                <c:pt idx="4403">
                  <c:v>-3</c:v>
                </c:pt>
                <c:pt idx="4404">
                  <c:v>-3</c:v>
                </c:pt>
                <c:pt idx="4405">
                  <c:v>-3</c:v>
                </c:pt>
                <c:pt idx="4406">
                  <c:v>-3</c:v>
                </c:pt>
                <c:pt idx="4407">
                  <c:v>-3</c:v>
                </c:pt>
                <c:pt idx="4408">
                  <c:v>-3</c:v>
                </c:pt>
                <c:pt idx="4409">
                  <c:v>-3</c:v>
                </c:pt>
                <c:pt idx="4410">
                  <c:v>-3</c:v>
                </c:pt>
                <c:pt idx="4411">
                  <c:v>-3</c:v>
                </c:pt>
                <c:pt idx="4412">
                  <c:v>-3</c:v>
                </c:pt>
                <c:pt idx="4413">
                  <c:v>-3</c:v>
                </c:pt>
                <c:pt idx="4414">
                  <c:v>-3</c:v>
                </c:pt>
                <c:pt idx="4415">
                  <c:v>-3</c:v>
                </c:pt>
                <c:pt idx="4416">
                  <c:v>-3</c:v>
                </c:pt>
                <c:pt idx="4417">
                  <c:v>-3</c:v>
                </c:pt>
                <c:pt idx="4418">
                  <c:v>-3</c:v>
                </c:pt>
                <c:pt idx="4419">
                  <c:v>-3</c:v>
                </c:pt>
                <c:pt idx="4420">
                  <c:v>-3</c:v>
                </c:pt>
                <c:pt idx="4421">
                  <c:v>-3</c:v>
                </c:pt>
                <c:pt idx="4422">
                  <c:v>-3</c:v>
                </c:pt>
                <c:pt idx="4423">
                  <c:v>-3</c:v>
                </c:pt>
                <c:pt idx="4424">
                  <c:v>-3</c:v>
                </c:pt>
                <c:pt idx="4425">
                  <c:v>-3</c:v>
                </c:pt>
                <c:pt idx="4426">
                  <c:v>-3</c:v>
                </c:pt>
                <c:pt idx="4427">
                  <c:v>-3</c:v>
                </c:pt>
                <c:pt idx="4428">
                  <c:v>-3</c:v>
                </c:pt>
                <c:pt idx="4429">
                  <c:v>-3</c:v>
                </c:pt>
                <c:pt idx="4430">
                  <c:v>-3</c:v>
                </c:pt>
                <c:pt idx="4431">
                  <c:v>-3</c:v>
                </c:pt>
                <c:pt idx="4432">
                  <c:v>-3</c:v>
                </c:pt>
                <c:pt idx="4433">
                  <c:v>-3</c:v>
                </c:pt>
                <c:pt idx="4434">
                  <c:v>-3</c:v>
                </c:pt>
                <c:pt idx="4435">
                  <c:v>-3</c:v>
                </c:pt>
                <c:pt idx="4436">
                  <c:v>-3</c:v>
                </c:pt>
                <c:pt idx="4437">
                  <c:v>-3</c:v>
                </c:pt>
                <c:pt idx="4438">
                  <c:v>-3</c:v>
                </c:pt>
                <c:pt idx="4439">
                  <c:v>-3</c:v>
                </c:pt>
                <c:pt idx="4440">
                  <c:v>-3</c:v>
                </c:pt>
                <c:pt idx="4441">
                  <c:v>-3</c:v>
                </c:pt>
                <c:pt idx="4442">
                  <c:v>-3</c:v>
                </c:pt>
                <c:pt idx="4443">
                  <c:v>-3</c:v>
                </c:pt>
                <c:pt idx="4444">
                  <c:v>-3</c:v>
                </c:pt>
                <c:pt idx="4445">
                  <c:v>-3</c:v>
                </c:pt>
                <c:pt idx="4446">
                  <c:v>-3</c:v>
                </c:pt>
                <c:pt idx="4447">
                  <c:v>-3</c:v>
                </c:pt>
                <c:pt idx="4448">
                  <c:v>-3</c:v>
                </c:pt>
                <c:pt idx="4449">
                  <c:v>-3</c:v>
                </c:pt>
                <c:pt idx="4450">
                  <c:v>-3</c:v>
                </c:pt>
                <c:pt idx="4451">
                  <c:v>-3</c:v>
                </c:pt>
                <c:pt idx="4452">
                  <c:v>-3</c:v>
                </c:pt>
                <c:pt idx="4453">
                  <c:v>-3</c:v>
                </c:pt>
                <c:pt idx="4454">
                  <c:v>-3</c:v>
                </c:pt>
                <c:pt idx="4455">
                  <c:v>-3</c:v>
                </c:pt>
                <c:pt idx="4456">
                  <c:v>-3</c:v>
                </c:pt>
                <c:pt idx="4457">
                  <c:v>-3</c:v>
                </c:pt>
                <c:pt idx="4458">
                  <c:v>-3</c:v>
                </c:pt>
                <c:pt idx="4459">
                  <c:v>-3</c:v>
                </c:pt>
                <c:pt idx="4460">
                  <c:v>-3</c:v>
                </c:pt>
                <c:pt idx="4461">
                  <c:v>-3</c:v>
                </c:pt>
                <c:pt idx="4462">
                  <c:v>-3</c:v>
                </c:pt>
                <c:pt idx="4463">
                  <c:v>-3</c:v>
                </c:pt>
                <c:pt idx="4464">
                  <c:v>-3</c:v>
                </c:pt>
                <c:pt idx="4465">
                  <c:v>-3</c:v>
                </c:pt>
                <c:pt idx="4466">
                  <c:v>-3</c:v>
                </c:pt>
                <c:pt idx="4467">
                  <c:v>-3</c:v>
                </c:pt>
                <c:pt idx="4468">
                  <c:v>-3</c:v>
                </c:pt>
                <c:pt idx="4469">
                  <c:v>-3</c:v>
                </c:pt>
                <c:pt idx="4470">
                  <c:v>-3</c:v>
                </c:pt>
                <c:pt idx="4471">
                  <c:v>-3</c:v>
                </c:pt>
                <c:pt idx="4472">
                  <c:v>-3</c:v>
                </c:pt>
                <c:pt idx="4473">
                  <c:v>-3</c:v>
                </c:pt>
                <c:pt idx="4474">
                  <c:v>-3</c:v>
                </c:pt>
                <c:pt idx="4475">
                  <c:v>-3</c:v>
                </c:pt>
                <c:pt idx="4476">
                  <c:v>-3</c:v>
                </c:pt>
                <c:pt idx="4477">
                  <c:v>-3</c:v>
                </c:pt>
                <c:pt idx="4478">
                  <c:v>-3</c:v>
                </c:pt>
                <c:pt idx="4479">
                  <c:v>-3</c:v>
                </c:pt>
                <c:pt idx="4480">
                  <c:v>-3</c:v>
                </c:pt>
                <c:pt idx="4481">
                  <c:v>-3</c:v>
                </c:pt>
                <c:pt idx="4482">
                  <c:v>-3</c:v>
                </c:pt>
                <c:pt idx="4483">
                  <c:v>-3</c:v>
                </c:pt>
                <c:pt idx="4484">
                  <c:v>-3</c:v>
                </c:pt>
                <c:pt idx="4485">
                  <c:v>-3</c:v>
                </c:pt>
                <c:pt idx="4486">
                  <c:v>-3</c:v>
                </c:pt>
                <c:pt idx="4487">
                  <c:v>-3</c:v>
                </c:pt>
                <c:pt idx="4488">
                  <c:v>-3</c:v>
                </c:pt>
                <c:pt idx="4489">
                  <c:v>-3</c:v>
                </c:pt>
                <c:pt idx="4490">
                  <c:v>-3</c:v>
                </c:pt>
                <c:pt idx="4491">
                  <c:v>-3</c:v>
                </c:pt>
                <c:pt idx="4492">
                  <c:v>-3</c:v>
                </c:pt>
                <c:pt idx="4493">
                  <c:v>-3</c:v>
                </c:pt>
                <c:pt idx="4494">
                  <c:v>-3</c:v>
                </c:pt>
                <c:pt idx="4495">
                  <c:v>-3</c:v>
                </c:pt>
                <c:pt idx="4496">
                  <c:v>-3</c:v>
                </c:pt>
                <c:pt idx="4497">
                  <c:v>-3</c:v>
                </c:pt>
                <c:pt idx="4498">
                  <c:v>-3</c:v>
                </c:pt>
                <c:pt idx="4499">
                  <c:v>-3</c:v>
                </c:pt>
                <c:pt idx="4500">
                  <c:v>-3</c:v>
                </c:pt>
                <c:pt idx="4501">
                  <c:v>-3</c:v>
                </c:pt>
                <c:pt idx="4502">
                  <c:v>-3</c:v>
                </c:pt>
                <c:pt idx="4503">
                  <c:v>-3</c:v>
                </c:pt>
                <c:pt idx="4504">
                  <c:v>-3</c:v>
                </c:pt>
                <c:pt idx="4505">
                  <c:v>-3</c:v>
                </c:pt>
                <c:pt idx="4506">
                  <c:v>-3</c:v>
                </c:pt>
                <c:pt idx="4507">
                  <c:v>-3</c:v>
                </c:pt>
                <c:pt idx="4508">
                  <c:v>-3</c:v>
                </c:pt>
                <c:pt idx="4509">
                  <c:v>-3</c:v>
                </c:pt>
                <c:pt idx="4510">
                  <c:v>-3</c:v>
                </c:pt>
                <c:pt idx="4511">
                  <c:v>-3</c:v>
                </c:pt>
                <c:pt idx="4512">
                  <c:v>-3</c:v>
                </c:pt>
                <c:pt idx="4513">
                  <c:v>-3</c:v>
                </c:pt>
                <c:pt idx="4514">
                  <c:v>-3</c:v>
                </c:pt>
                <c:pt idx="4515">
                  <c:v>-3</c:v>
                </c:pt>
                <c:pt idx="4516">
                  <c:v>-3</c:v>
                </c:pt>
                <c:pt idx="4517">
                  <c:v>-3</c:v>
                </c:pt>
                <c:pt idx="4518">
                  <c:v>-3</c:v>
                </c:pt>
                <c:pt idx="4519">
                  <c:v>-3</c:v>
                </c:pt>
                <c:pt idx="4520">
                  <c:v>-3</c:v>
                </c:pt>
                <c:pt idx="4521">
                  <c:v>-3</c:v>
                </c:pt>
                <c:pt idx="4522">
                  <c:v>-3</c:v>
                </c:pt>
                <c:pt idx="4523">
                  <c:v>-3</c:v>
                </c:pt>
                <c:pt idx="4524">
                  <c:v>-3</c:v>
                </c:pt>
                <c:pt idx="4525">
                  <c:v>-3</c:v>
                </c:pt>
                <c:pt idx="4526">
                  <c:v>-3</c:v>
                </c:pt>
                <c:pt idx="4527">
                  <c:v>-3</c:v>
                </c:pt>
                <c:pt idx="4528">
                  <c:v>-3</c:v>
                </c:pt>
                <c:pt idx="4529">
                  <c:v>-3</c:v>
                </c:pt>
                <c:pt idx="4530">
                  <c:v>-3</c:v>
                </c:pt>
                <c:pt idx="4531">
                  <c:v>-3</c:v>
                </c:pt>
                <c:pt idx="4532">
                  <c:v>-3</c:v>
                </c:pt>
                <c:pt idx="4533">
                  <c:v>-3</c:v>
                </c:pt>
                <c:pt idx="4534">
                  <c:v>-3</c:v>
                </c:pt>
                <c:pt idx="4535">
                  <c:v>-3</c:v>
                </c:pt>
                <c:pt idx="4536">
                  <c:v>-3</c:v>
                </c:pt>
                <c:pt idx="4537">
                  <c:v>-3</c:v>
                </c:pt>
                <c:pt idx="4538">
                  <c:v>-3</c:v>
                </c:pt>
                <c:pt idx="4539">
                  <c:v>-3</c:v>
                </c:pt>
                <c:pt idx="4540">
                  <c:v>-3</c:v>
                </c:pt>
                <c:pt idx="4541">
                  <c:v>-3</c:v>
                </c:pt>
                <c:pt idx="4542">
                  <c:v>-3</c:v>
                </c:pt>
                <c:pt idx="4543">
                  <c:v>-3</c:v>
                </c:pt>
                <c:pt idx="4544">
                  <c:v>-3</c:v>
                </c:pt>
                <c:pt idx="4545">
                  <c:v>-3</c:v>
                </c:pt>
                <c:pt idx="4546">
                  <c:v>-3</c:v>
                </c:pt>
                <c:pt idx="4547">
                  <c:v>-3</c:v>
                </c:pt>
                <c:pt idx="4548">
                  <c:v>-3</c:v>
                </c:pt>
                <c:pt idx="4549">
                  <c:v>-3</c:v>
                </c:pt>
                <c:pt idx="4550">
                  <c:v>-3</c:v>
                </c:pt>
                <c:pt idx="4551">
                  <c:v>-3</c:v>
                </c:pt>
                <c:pt idx="4552">
                  <c:v>-3</c:v>
                </c:pt>
                <c:pt idx="4553">
                  <c:v>-3</c:v>
                </c:pt>
                <c:pt idx="4554">
                  <c:v>-3</c:v>
                </c:pt>
                <c:pt idx="4555">
                  <c:v>-3</c:v>
                </c:pt>
                <c:pt idx="4556">
                  <c:v>-3</c:v>
                </c:pt>
                <c:pt idx="4557">
                  <c:v>-3</c:v>
                </c:pt>
                <c:pt idx="4558">
                  <c:v>-3</c:v>
                </c:pt>
                <c:pt idx="4559">
                  <c:v>-3</c:v>
                </c:pt>
                <c:pt idx="4560">
                  <c:v>-3</c:v>
                </c:pt>
                <c:pt idx="4561">
                  <c:v>-3</c:v>
                </c:pt>
                <c:pt idx="4562">
                  <c:v>-3</c:v>
                </c:pt>
                <c:pt idx="4563">
                  <c:v>-3</c:v>
                </c:pt>
                <c:pt idx="4564">
                  <c:v>-3</c:v>
                </c:pt>
                <c:pt idx="4565">
                  <c:v>-3</c:v>
                </c:pt>
                <c:pt idx="4566">
                  <c:v>-3</c:v>
                </c:pt>
                <c:pt idx="4567">
                  <c:v>-3</c:v>
                </c:pt>
                <c:pt idx="4568">
                  <c:v>-3</c:v>
                </c:pt>
                <c:pt idx="4569">
                  <c:v>-3</c:v>
                </c:pt>
                <c:pt idx="4570">
                  <c:v>-3</c:v>
                </c:pt>
                <c:pt idx="4571">
                  <c:v>-3</c:v>
                </c:pt>
                <c:pt idx="4572">
                  <c:v>-3</c:v>
                </c:pt>
                <c:pt idx="4573">
                  <c:v>-3</c:v>
                </c:pt>
                <c:pt idx="4574">
                  <c:v>-3</c:v>
                </c:pt>
                <c:pt idx="4575">
                  <c:v>-3</c:v>
                </c:pt>
                <c:pt idx="4576">
                  <c:v>-3</c:v>
                </c:pt>
                <c:pt idx="4577">
                  <c:v>-3</c:v>
                </c:pt>
                <c:pt idx="4578">
                  <c:v>-3</c:v>
                </c:pt>
                <c:pt idx="4579">
                  <c:v>-3</c:v>
                </c:pt>
                <c:pt idx="4580">
                  <c:v>-3</c:v>
                </c:pt>
                <c:pt idx="4581">
                  <c:v>-3</c:v>
                </c:pt>
                <c:pt idx="4582">
                  <c:v>-3</c:v>
                </c:pt>
                <c:pt idx="4583">
                  <c:v>-3</c:v>
                </c:pt>
                <c:pt idx="4584">
                  <c:v>-3</c:v>
                </c:pt>
                <c:pt idx="4585">
                  <c:v>-3</c:v>
                </c:pt>
                <c:pt idx="4586">
                  <c:v>-3</c:v>
                </c:pt>
                <c:pt idx="4587">
                  <c:v>-3</c:v>
                </c:pt>
                <c:pt idx="4588">
                  <c:v>-3</c:v>
                </c:pt>
                <c:pt idx="4589">
                  <c:v>-3</c:v>
                </c:pt>
                <c:pt idx="4590">
                  <c:v>-3</c:v>
                </c:pt>
                <c:pt idx="4591">
                  <c:v>-3</c:v>
                </c:pt>
                <c:pt idx="4592">
                  <c:v>-3</c:v>
                </c:pt>
                <c:pt idx="4593">
                  <c:v>-3</c:v>
                </c:pt>
                <c:pt idx="4594">
                  <c:v>-3</c:v>
                </c:pt>
                <c:pt idx="4595">
                  <c:v>-3</c:v>
                </c:pt>
                <c:pt idx="4596">
                  <c:v>-3</c:v>
                </c:pt>
                <c:pt idx="4597">
                  <c:v>-3</c:v>
                </c:pt>
                <c:pt idx="4598">
                  <c:v>-3</c:v>
                </c:pt>
                <c:pt idx="4599">
                  <c:v>-3</c:v>
                </c:pt>
                <c:pt idx="4600">
                  <c:v>-3</c:v>
                </c:pt>
                <c:pt idx="4601">
                  <c:v>-3</c:v>
                </c:pt>
                <c:pt idx="4602">
                  <c:v>-3</c:v>
                </c:pt>
                <c:pt idx="4603">
                  <c:v>-3</c:v>
                </c:pt>
                <c:pt idx="4604">
                  <c:v>-3</c:v>
                </c:pt>
                <c:pt idx="4605">
                  <c:v>-3</c:v>
                </c:pt>
                <c:pt idx="4606">
                  <c:v>-3</c:v>
                </c:pt>
                <c:pt idx="4607">
                  <c:v>-3</c:v>
                </c:pt>
                <c:pt idx="4608">
                  <c:v>-3</c:v>
                </c:pt>
                <c:pt idx="4609">
                  <c:v>-3</c:v>
                </c:pt>
                <c:pt idx="4610">
                  <c:v>-3</c:v>
                </c:pt>
                <c:pt idx="4611">
                  <c:v>-3</c:v>
                </c:pt>
                <c:pt idx="4612">
                  <c:v>-3</c:v>
                </c:pt>
                <c:pt idx="4613">
                  <c:v>-3</c:v>
                </c:pt>
                <c:pt idx="4614">
                  <c:v>-3</c:v>
                </c:pt>
                <c:pt idx="4615">
                  <c:v>-3</c:v>
                </c:pt>
                <c:pt idx="4616">
                  <c:v>-3</c:v>
                </c:pt>
                <c:pt idx="4617">
                  <c:v>-3</c:v>
                </c:pt>
                <c:pt idx="4618">
                  <c:v>-3</c:v>
                </c:pt>
                <c:pt idx="4619">
                  <c:v>-3</c:v>
                </c:pt>
                <c:pt idx="4620">
                  <c:v>-3</c:v>
                </c:pt>
                <c:pt idx="4621">
                  <c:v>-3</c:v>
                </c:pt>
                <c:pt idx="4622">
                  <c:v>-3</c:v>
                </c:pt>
                <c:pt idx="4623">
                  <c:v>-3</c:v>
                </c:pt>
                <c:pt idx="4624">
                  <c:v>-3</c:v>
                </c:pt>
                <c:pt idx="4625">
                  <c:v>-3</c:v>
                </c:pt>
                <c:pt idx="4626">
                  <c:v>-3</c:v>
                </c:pt>
                <c:pt idx="4627">
                  <c:v>-3</c:v>
                </c:pt>
                <c:pt idx="4628">
                  <c:v>-3</c:v>
                </c:pt>
                <c:pt idx="4629">
                  <c:v>-3</c:v>
                </c:pt>
                <c:pt idx="4630">
                  <c:v>-3</c:v>
                </c:pt>
                <c:pt idx="4631">
                  <c:v>-3</c:v>
                </c:pt>
                <c:pt idx="4632">
                  <c:v>-3</c:v>
                </c:pt>
                <c:pt idx="4633">
                  <c:v>-3</c:v>
                </c:pt>
                <c:pt idx="4634">
                  <c:v>-3</c:v>
                </c:pt>
                <c:pt idx="4635">
                  <c:v>-3</c:v>
                </c:pt>
                <c:pt idx="4636">
                  <c:v>-3</c:v>
                </c:pt>
                <c:pt idx="4637">
                  <c:v>-3</c:v>
                </c:pt>
                <c:pt idx="4638">
                  <c:v>-3</c:v>
                </c:pt>
                <c:pt idx="4639">
                  <c:v>-3</c:v>
                </c:pt>
                <c:pt idx="4640">
                  <c:v>-3</c:v>
                </c:pt>
                <c:pt idx="4641">
                  <c:v>-3</c:v>
                </c:pt>
                <c:pt idx="4642">
                  <c:v>-3</c:v>
                </c:pt>
                <c:pt idx="4643">
                  <c:v>-3</c:v>
                </c:pt>
                <c:pt idx="4644">
                  <c:v>-3</c:v>
                </c:pt>
                <c:pt idx="4645">
                  <c:v>-3</c:v>
                </c:pt>
                <c:pt idx="4646">
                  <c:v>-3</c:v>
                </c:pt>
                <c:pt idx="4647">
                  <c:v>-3</c:v>
                </c:pt>
                <c:pt idx="4648">
                  <c:v>-3</c:v>
                </c:pt>
                <c:pt idx="4649">
                  <c:v>-3</c:v>
                </c:pt>
                <c:pt idx="4650">
                  <c:v>-3</c:v>
                </c:pt>
                <c:pt idx="4651">
                  <c:v>-3</c:v>
                </c:pt>
                <c:pt idx="4652">
                  <c:v>-3</c:v>
                </c:pt>
                <c:pt idx="4653">
                  <c:v>-3</c:v>
                </c:pt>
                <c:pt idx="4654">
                  <c:v>-3</c:v>
                </c:pt>
                <c:pt idx="4655">
                  <c:v>-3</c:v>
                </c:pt>
                <c:pt idx="4656">
                  <c:v>-3</c:v>
                </c:pt>
                <c:pt idx="4657">
                  <c:v>-3</c:v>
                </c:pt>
                <c:pt idx="4658">
                  <c:v>-3</c:v>
                </c:pt>
                <c:pt idx="4659">
                  <c:v>-3</c:v>
                </c:pt>
                <c:pt idx="4660">
                  <c:v>-3</c:v>
                </c:pt>
                <c:pt idx="4661">
                  <c:v>-3</c:v>
                </c:pt>
                <c:pt idx="4662">
                  <c:v>-3</c:v>
                </c:pt>
                <c:pt idx="4663">
                  <c:v>-3</c:v>
                </c:pt>
                <c:pt idx="4664">
                  <c:v>-3</c:v>
                </c:pt>
                <c:pt idx="4665">
                  <c:v>-3</c:v>
                </c:pt>
                <c:pt idx="4666">
                  <c:v>-3</c:v>
                </c:pt>
                <c:pt idx="4667">
                  <c:v>-3</c:v>
                </c:pt>
                <c:pt idx="4668">
                  <c:v>-3</c:v>
                </c:pt>
                <c:pt idx="4669">
                  <c:v>-3</c:v>
                </c:pt>
                <c:pt idx="4670">
                  <c:v>-3</c:v>
                </c:pt>
                <c:pt idx="4671">
                  <c:v>-3</c:v>
                </c:pt>
                <c:pt idx="4672">
                  <c:v>-3</c:v>
                </c:pt>
                <c:pt idx="4673">
                  <c:v>-3</c:v>
                </c:pt>
                <c:pt idx="4674">
                  <c:v>-3</c:v>
                </c:pt>
                <c:pt idx="4675">
                  <c:v>-3</c:v>
                </c:pt>
                <c:pt idx="4676">
                  <c:v>-3</c:v>
                </c:pt>
                <c:pt idx="4677">
                  <c:v>-3</c:v>
                </c:pt>
                <c:pt idx="4678">
                  <c:v>-3</c:v>
                </c:pt>
                <c:pt idx="4679">
                  <c:v>-3</c:v>
                </c:pt>
                <c:pt idx="4680">
                  <c:v>-3</c:v>
                </c:pt>
                <c:pt idx="4681">
                  <c:v>-3</c:v>
                </c:pt>
                <c:pt idx="4682">
                  <c:v>-3</c:v>
                </c:pt>
                <c:pt idx="4683">
                  <c:v>-3</c:v>
                </c:pt>
                <c:pt idx="4684">
                  <c:v>-3</c:v>
                </c:pt>
                <c:pt idx="4685">
                  <c:v>-3</c:v>
                </c:pt>
                <c:pt idx="4686">
                  <c:v>-3</c:v>
                </c:pt>
                <c:pt idx="4687">
                  <c:v>-3</c:v>
                </c:pt>
                <c:pt idx="4688">
                  <c:v>-3</c:v>
                </c:pt>
                <c:pt idx="4689">
                  <c:v>-3</c:v>
                </c:pt>
                <c:pt idx="4690">
                  <c:v>-3</c:v>
                </c:pt>
                <c:pt idx="4691">
                  <c:v>-3</c:v>
                </c:pt>
                <c:pt idx="4692">
                  <c:v>-3</c:v>
                </c:pt>
                <c:pt idx="4693">
                  <c:v>-3</c:v>
                </c:pt>
                <c:pt idx="4694">
                  <c:v>-3</c:v>
                </c:pt>
                <c:pt idx="4695">
                  <c:v>-3</c:v>
                </c:pt>
                <c:pt idx="4696">
                  <c:v>-3</c:v>
                </c:pt>
                <c:pt idx="4697">
                  <c:v>-3</c:v>
                </c:pt>
                <c:pt idx="4698">
                  <c:v>-3</c:v>
                </c:pt>
                <c:pt idx="4699">
                  <c:v>-3</c:v>
                </c:pt>
                <c:pt idx="4700">
                  <c:v>-3</c:v>
                </c:pt>
                <c:pt idx="4701">
                  <c:v>-3</c:v>
                </c:pt>
                <c:pt idx="4702">
                  <c:v>-3</c:v>
                </c:pt>
                <c:pt idx="4703">
                  <c:v>-3</c:v>
                </c:pt>
                <c:pt idx="4704">
                  <c:v>-3</c:v>
                </c:pt>
                <c:pt idx="4705">
                  <c:v>-3</c:v>
                </c:pt>
                <c:pt idx="4706">
                  <c:v>-3</c:v>
                </c:pt>
                <c:pt idx="4707">
                  <c:v>-3</c:v>
                </c:pt>
                <c:pt idx="4708">
                  <c:v>-3</c:v>
                </c:pt>
                <c:pt idx="4709">
                  <c:v>-3</c:v>
                </c:pt>
                <c:pt idx="4710">
                  <c:v>-3</c:v>
                </c:pt>
                <c:pt idx="4711">
                  <c:v>-3</c:v>
                </c:pt>
                <c:pt idx="4712">
                  <c:v>-3</c:v>
                </c:pt>
                <c:pt idx="4713">
                  <c:v>-3</c:v>
                </c:pt>
                <c:pt idx="4714">
                  <c:v>-3</c:v>
                </c:pt>
                <c:pt idx="4715">
                  <c:v>-3</c:v>
                </c:pt>
                <c:pt idx="4716">
                  <c:v>-3</c:v>
                </c:pt>
                <c:pt idx="4717">
                  <c:v>-3</c:v>
                </c:pt>
                <c:pt idx="4718">
                  <c:v>-3</c:v>
                </c:pt>
                <c:pt idx="4719">
                  <c:v>-3</c:v>
                </c:pt>
                <c:pt idx="4720">
                  <c:v>-3</c:v>
                </c:pt>
                <c:pt idx="4721">
                  <c:v>-3</c:v>
                </c:pt>
                <c:pt idx="4722">
                  <c:v>-3</c:v>
                </c:pt>
                <c:pt idx="4723">
                  <c:v>-3</c:v>
                </c:pt>
                <c:pt idx="4724">
                  <c:v>-3</c:v>
                </c:pt>
                <c:pt idx="4725">
                  <c:v>-3</c:v>
                </c:pt>
                <c:pt idx="4726">
                  <c:v>-3</c:v>
                </c:pt>
                <c:pt idx="4727">
                  <c:v>-3</c:v>
                </c:pt>
                <c:pt idx="4728">
                  <c:v>-3</c:v>
                </c:pt>
                <c:pt idx="4729">
                  <c:v>-3</c:v>
                </c:pt>
                <c:pt idx="4730">
                  <c:v>-3</c:v>
                </c:pt>
                <c:pt idx="4731">
                  <c:v>-3</c:v>
                </c:pt>
                <c:pt idx="4732">
                  <c:v>-3</c:v>
                </c:pt>
                <c:pt idx="4733">
                  <c:v>-3</c:v>
                </c:pt>
                <c:pt idx="4734">
                  <c:v>-3</c:v>
                </c:pt>
                <c:pt idx="4735">
                  <c:v>-3</c:v>
                </c:pt>
                <c:pt idx="4736">
                  <c:v>-3</c:v>
                </c:pt>
                <c:pt idx="4737">
                  <c:v>-3</c:v>
                </c:pt>
                <c:pt idx="4738">
                  <c:v>-3</c:v>
                </c:pt>
                <c:pt idx="4739">
                  <c:v>-3</c:v>
                </c:pt>
                <c:pt idx="4740">
                  <c:v>-3</c:v>
                </c:pt>
                <c:pt idx="4741">
                  <c:v>-3</c:v>
                </c:pt>
                <c:pt idx="4742">
                  <c:v>-3</c:v>
                </c:pt>
                <c:pt idx="4743">
                  <c:v>-3</c:v>
                </c:pt>
                <c:pt idx="4744">
                  <c:v>-3</c:v>
                </c:pt>
                <c:pt idx="4745">
                  <c:v>-3</c:v>
                </c:pt>
                <c:pt idx="4746">
                  <c:v>-3</c:v>
                </c:pt>
                <c:pt idx="4747">
                  <c:v>-3</c:v>
                </c:pt>
                <c:pt idx="4748">
                  <c:v>-3</c:v>
                </c:pt>
                <c:pt idx="4749">
                  <c:v>-3</c:v>
                </c:pt>
                <c:pt idx="4750">
                  <c:v>-3</c:v>
                </c:pt>
                <c:pt idx="4751">
                  <c:v>-3</c:v>
                </c:pt>
                <c:pt idx="4752">
                  <c:v>-3</c:v>
                </c:pt>
                <c:pt idx="4753">
                  <c:v>-3</c:v>
                </c:pt>
                <c:pt idx="4754">
                  <c:v>-3</c:v>
                </c:pt>
                <c:pt idx="4755">
                  <c:v>-3</c:v>
                </c:pt>
                <c:pt idx="4756">
                  <c:v>-3</c:v>
                </c:pt>
                <c:pt idx="4757">
                  <c:v>-3</c:v>
                </c:pt>
                <c:pt idx="4758">
                  <c:v>-3</c:v>
                </c:pt>
                <c:pt idx="4759">
                  <c:v>-3</c:v>
                </c:pt>
                <c:pt idx="4760">
                  <c:v>-3</c:v>
                </c:pt>
                <c:pt idx="4761">
                  <c:v>-3</c:v>
                </c:pt>
                <c:pt idx="4762">
                  <c:v>-3</c:v>
                </c:pt>
                <c:pt idx="4763">
                  <c:v>-3</c:v>
                </c:pt>
                <c:pt idx="4764">
                  <c:v>-3</c:v>
                </c:pt>
                <c:pt idx="4765">
                  <c:v>-3</c:v>
                </c:pt>
                <c:pt idx="4766">
                  <c:v>-3</c:v>
                </c:pt>
                <c:pt idx="4767">
                  <c:v>-3</c:v>
                </c:pt>
                <c:pt idx="4768">
                  <c:v>-3</c:v>
                </c:pt>
                <c:pt idx="4769">
                  <c:v>-3</c:v>
                </c:pt>
                <c:pt idx="4770">
                  <c:v>-3</c:v>
                </c:pt>
                <c:pt idx="4771">
                  <c:v>-3</c:v>
                </c:pt>
                <c:pt idx="4772">
                  <c:v>-3</c:v>
                </c:pt>
                <c:pt idx="4773">
                  <c:v>-3</c:v>
                </c:pt>
                <c:pt idx="4774">
                  <c:v>-3</c:v>
                </c:pt>
                <c:pt idx="4775">
                  <c:v>-3</c:v>
                </c:pt>
                <c:pt idx="4776">
                  <c:v>-3</c:v>
                </c:pt>
                <c:pt idx="4777">
                  <c:v>-3</c:v>
                </c:pt>
                <c:pt idx="4778">
                  <c:v>-3</c:v>
                </c:pt>
                <c:pt idx="4779">
                  <c:v>-3</c:v>
                </c:pt>
                <c:pt idx="4780">
                  <c:v>-3</c:v>
                </c:pt>
                <c:pt idx="4781">
                  <c:v>-3</c:v>
                </c:pt>
                <c:pt idx="4782">
                  <c:v>-3</c:v>
                </c:pt>
                <c:pt idx="4783">
                  <c:v>-3</c:v>
                </c:pt>
                <c:pt idx="4784">
                  <c:v>-3</c:v>
                </c:pt>
                <c:pt idx="4785">
                  <c:v>-3</c:v>
                </c:pt>
                <c:pt idx="4786">
                  <c:v>-3</c:v>
                </c:pt>
                <c:pt idx="4787">
                  <c:v>-3</c:v>
                </c:pt>
                <c:pt idx="4788">
                  <c:v>-3</c:v>
                </c:pt>
                <c:pt idx="4789">
                  <c:v>-3</c:v>
                </c:pt>
                <c:pt idx="4790">
                  <c:v>-3</c:v>
                </c:pt>
                <c:pt idx="4791">
                  <c:v>-3</c:v>
                </c:pt>
                <c:pt idx="4792">
                  <c:v>-3</c:v>
                </c:pt>
                <c:pt idx="4793">
                  <c:v>-3</c:v>
                </c:pt>
                <c:pt idx="4794">
                  <c:v>-3</c:v>
                </c:pt>
                <c:pt idx="4795">
                  <c:v>-3</c:v>
                </c:pt>
                <c:pt idx="4796">
                  <c:v>-3</c:v>
                </c:pt>
                <c:pt idx="4797">
                  <c:v>-3</c:v>
                </c:pt>
                <c:pt idx="4798">
                  <c:v>-3</c:v>
                </c:pt>
                <c:pt idx="4799">
                  <c:v>-3</c:v>
                </c:pt>
                <c:pt idx="4800">
                  <c:v>-3</c:v>
                </c:pt>
                <c:pt idx="4801">
                  <c:v>-3</c:v>
                </c:pt>
                <c:pt idx="4802">
                  <c:v>-3</c:v>
                </c:pt>
                <c:pt idx="4803">
                  <c:v>-3</c:v>
                </c:pt>
                <c:pt idx="4804">
                  <c:v>-3</c:v>
                </c:pt>
                <c:pt idx="4805">
                  <c:v>-3</c:v>
                </c:pt>
                <c:pt idx="4806">
                  <c:v>-3</c:v>
                </c:pt>
                <c:pt idx="4807">
                  <c:v>-3</c:v>
                </c:pt>
                <c:pt idx="4808">
                  <c:v>-3</c:v>
                </c:pt>
                <c:pt idx="4809">
                  <c:v>-3</c:v>
                </c:pt>
                <c:pt idx="4810">
                  <c:v>-3</c:v>
                </c:pt>
                <c:pt idx="4811">
                  <c:v>-3</c:v>
                </c:pt>
                <c:pt idx="4812">
                  <c:v>-3</c:v>
                </c:pt>
                <c:pt idx="4813">
                  <c:v>-3</c:v>
                </c:pt>
                <c:pt idx="4814">
                  <c:v>-3</c:v>
                </c:pt>
                <c:pt idx="4815">
                  <c:v>-3</c:v>
                </c:pt>
                <c:pt idx="4816">
                  <c:v>-3</c:v>
                </c:pt>
                <c:pt idx="4817">
                  <c:v>-3</c:v>
                </c:pt>
                <c:pt idx="4818">
                  <c:v>-3</c:v>
                </c:pt>
                <c:pt idx="4819">
                  <c:v>-3</c:v>
                </c:pt>
                <c:pt idx="4820">
                  <c:v>-3</c:v>
                </c:pt>
                <c:pt idx="4821">
                  <c:v>-3</c:v>
                </c:pt>
                <c:pt idx="4822">
                  <c:v>-3</c:v>
                </c:pt>
                <c:pt idx="4823">
                  <c:v>-3</c:v>
                </c:pt>
                <c:pt idx="4824">
                  <c:v>-3</c:v>
                </c:pt>
                <c:pt idx="4825">
                  <c:v>-3</c:v>
                </c:pt>
                <c:pt idx="4826">
                  <c:v>-3</c:v>
                </c:pt>
                <c:pt idx="4827">
                  <c:v>-3</c:v>
                </c:pt>
                <c:pt idx="4828">
                  <c:v>-3</c:v>
                </c:pt>
                <c:pt idx="4829">
                  <c:v>-3</c:v>
                </c:pt>
                <c:pt idx="4830">
                  <c:v>-3</c:v>
                </c:pt>
                <c:pt idx="4831">
                  <c:v>-3</c:v>
                </c:pt>
                <c:pt idx="4832">
                  <c:v>-3</c:v>
                </c:pt>
                <c:pt idx="4833">
                  <c:v>-3</c:v>
                </c:pt>
                <c:pt idx="4834">
                  <c:v>-3</c:v>
                </c:pt>
                <c:pt idx="4835">
                  <c:v>-3</c:v>
                </c:pt>
                <c:pt idx="4836">
                  <c:v>-3</c:v>
                </c:pt>
                <c:pt idx="4837">
                  <c:v>-3</c:v>
                </c:pt>
                <c:pt idx="4838">
                  <c:v>-3</c:v>
                </c:pt>
                <c:pt idx="4839">
                  <c:v>-3</c:v>
                </c:pt>
                <c:pt idx="4840">
                  <c:v>-3</c:v>
                </c:pt>
                <c:pt idx="4841">
                  <c:v>-3</c:v>
                </c:pt>
                <c:pt idx="4842">
                  <c:v>-3</c:v>
                </c:pt>
                <c:pt idx="4843">
                  <c:v>-3</c:v>
                </c:pt>
                <c:pt idx="4844">
                  <c:v>-3</c:v>
                </c:pt>
                <c:pt idx="4845">
                  <c:v>-3</c:v>
                </c:pt>
                <c:pt idx="4846">
                  <c:v>-3</c:v>
                </c:pt>
                <c:pt idx="4847">
                  <c:v>-3</c:v>
                </c:pt>
                <c:pt idx="4848">
                  <c:v>-3</c:v>
                </c:pt>
                <c:pt idx="4849">
                  <c:v>-3</c:v>
                </c:pt>
                <c:pt idx="4850">
                  <c:v>-3</c:v>
                </c:pt>
                <c:pt idx="4851">
                  <c:v>-3</c:v>
                </c:pt>
                <c:pt idx="4852">
                  <c:v>-3</c:v>
                </c:pt>
                <c:pt idx="4853">
                  <c:v>-3</c:v>
                </c:pt>
                <c:pt idx="4854">
                  <c:v>-3</c:v>
                </c:pt>
                <c:pt idx="4855">
                  <c:v>-3</c:v>
                </c:pt>
                <c:pt idx="4856">
                  <c:v>-3</c:v>
                </c:pt>
                <c:pt idx="4857">
                  <c:v>-3</c:v>
                </c:pt>
                <c:pt idx="4858">
                  <c:v>-3</c:v>
                </c:pt>
                <c:pt idx="4859">
                  <c:v>-3</c:v>
                </c:pt>
                <c:pt idx="4860">
                  <c:v>-3</c:v>
                </c:pt>
                <c:pt idx="4861">
                  <c:v>-3</c:v>
                </c:pt>
                <c:pt idx="4862">
                  <c:v>-3</c:v>
                </c:pt>
                <c:pt idx="4863">
                  <c:v>-3</c:v>
                </c:pt>
                <c:pt idx="4864">
                  <c:v>-3</c:v>
                </c:pt>
                <c:pt idx="4865">
                  <c:v>-3</c:v>
                </c:pt>
                <c:pt idx="4866">
                  <c:v>-3</c:v>
                </c:pt>
                <c:pt idx="4867">
                  <c:v>-3</c:v>
                </c:pt>
                <c:pt idx="4868">
                  <c:v>-3</c:v>
                </c:pt>
                <c:pt idx="4869">
                  <c:v>-3</c:v>
                </c:pt>
                <c:pt idx="4870">
                  <c:v>-3</c:v>
                </c:pt>
                <c:pt idx="4871">
                  <c:v>-3</c:v>
                </c:pt>
                <c:pt idx="4872">
                  <c:v>-3</c:v>
                </c:pt>
                <c:pt idx="4873">
                  <c:v>-3</c:v>
                </c:pt>
                <c:pt idx="4874">
                  <c:v>-3</c:v>
                </c:pt>
                <c:pt idx="4875">
                  <c:v>-3</c:v>
                </c:pt>
                <c:pt idx="4876">
                  <c:v>-3</c:v>
                </c:pt>
                <c:pt idx="4877">
                  <c:v>-3</c:v>
                </c:pt>
                <c:pt idx="4878">
                  <c:v>-3</c:v>
                </c:pt>
                <c:pt idx="4879">
                  <c:v>-3</c:v>
                </c:pt>
                <c:pt idx="4880">
                  <c:v>-3</c:v>
                </c:pt>
                <c:pt idx="4881">
                  <c:v>-3</c:v>
                </c:pt>
                <c:pt idx="4882">
                  <c:v>-3</c:v>
                </c:pt>
                <c:pt idx="4883">
                  <c:v>-3</c:v>
                </c:pt>
                <c:pt idx="4884">
                  <c:v>-3</c:v>
                </c:pt>
                <c:pt idx="4885">
                  <c:v>-3</c:v>
                </c:pt>
                <c:pt idx="4886">
                  <c:v>-3</c:v>
                </c:pt>
                <c:pt idx="4887">
                  <c:v>-3</c:v>
                </c:pt>
                <c:pt idx="4888">
                  <c:v>-3</c:v>
                </c:pt>
                <c:pt idx="4889">
                  <c:v>-3</c:v>
                </c:pt>
                <c:pt idx="4890">
                  <c:v>-3</c:v>
                </c:pt>
                <c:pt idx="4891">
                  <c:v>-3</c:v>
                </c:pt>
                <c:pt idx="4892">
                  <c:v>-3</c:v>
                </c:pt>
                <c:pt idx="4893">
                  <c:v>-3</c:v>
                </c:pt>
                <c:pt idx="4894">
                  <c:v>-3</c:v>
                </c:pt>
                <c:pt idx="4895">
                  <c:v>-3</c:v>
                </c:pt>
                <c:pt idx="4896">
                  <c:v>-3</c:v>
                </c:pt>
                <c:pt idx="4897">
                  <c:v>-3</c:v>
                </c:pt>
                <c:pt idx="4898">
                  <c:v>-3</c:v>
                </c:pt>
                <c:pt idx="4899">
                  <c:v>-3</c:v>
                </c:pt>
                <c:pt idx="4900">
                  <c:v>-3</c:v>
                </c:pt>
                <c:pt idx="4901">
                  <c:v>-3</c:v>
                </c:pt>
                <c:pt idx="4902">
                  <c:v>-3</c:v>
                </c:pt>
                <c:pt idx="4903">
                  <c:v>-3</c:v>
                </c:pt>
                <c:pt idx="4904">
                  <c:v>-3</c:v>
                </c:pt>
                <c:pt idx="4905">
                  <c:v>-3</c:v>
                </c:pt>
                <c:pt idx="4906">
                  <c:v>-3</c:v>
                </c:pt>
                <c:pt idx="4907">
                  <c:v>-3</c:v>
                </c:pt>
                <c:pt idx="4908">
                  <c:v>-3</c:v>
                </c:pt>
                <c:pt idx="4909">
                  <c:v>-3</c:v>
                </c:pt>
                <c:pt idx="4910">
                  <c:v>-3</c:v>
                </c:pt>
                <c:pt idx="4911">
                  <c:v>-3</c:v>
                </c:pt>
                <c:pt idx="4912">
                  <c:v>-3</c:v>
                </c:pt>
                <c:pt idx="4913">
                  <c:v>-3</c:v>
                </c:pt>
                <c:pt idx="4914">
                  <c:v>-3</c:v>
                </c:pt>
                <c:pt idx="4915">
                  <c:v>-3</c:v>
                </c:pt>
                <c:pt idx="4916">
                  <c:v>-3</c:v>
                </c:pt>
                <c:pt idx="4917">
                  <c:v>-3</c:v>
                </c:pt>
                <c:pt idx="4918">
                  <c:v>-3</c:v>
                </c:pt>
                <c:pt idx="4919">
                  <c:v>-3</c:v>
                </c:pt>
                <c:pt idx="4920">
                  <c:v>-3</c:v>
                </c:pt>
                <c:pt idx="4921">
                  <c:v>-3</c:v>
                </c:pt>
                <c:pt idx="4922">
                  <c:v>-3</c:v>
                </c:pt>
                <c:pt idx="4923">
                  <c:v>-3</c:v>
                </c:pt>
                <c:pt idx="4924">
                  <c:v>-3</c:v>
                </c:pt>
                <c:pt idx="4925">
                  <c:v>-3</c:v>
                </c:pt>
                <c:pt idx="4926">
                  <c:v>-3</c:v>
                </c:pt>
                <c:pt idx="4927">
                  <c:v>-3</c:v>
                </c:pt>
                <c:pt idx="4928">
                  <c:v>-3</c:v>
                </c:pt>
                <c:pt idx="4929">
                  <c:v>-3</c:v>
                </c:pt>
                <c:pt idx="4930">
                  <c:v>-3</c:v>
                </c:pt>
                <c:pt idx="4931">
                  <c:v>-3</c:v>
                </c:pt>
                <c:pt idx="4932">
                  <c:v>-3</c:v>
                </c:pt>
                <c:pt idx="4933">
                  <c:v>-3</c:v>
                </c:pt>
                <c:pt idx="4934">
                  <c:v>-3</c:v>
                </c:pt>
                <c:pt idx="4935">
                  <c:v>-3</c:v>
                </c:pt>
                <c:pt idx="4936">
                  <c:v>-3</c:v>
                </c:pt>
                <c:pt idx="4937">
                  <c:v>-3</c:v>
                </c:pt>
                <c:pt idx="4938">
                  <c:v>-3</c:v>
                </c:pt>
                <c:pt idx="4939">
                  <c:v>-3</c:v>
                </c:pt>
                <c:pt idx="4940">
                  <c:v>-3</c:v>
                </c:pt>
                <c:pt idx="4941">
                  <c:v>-3</c:v>
                </c:pt>
                <c:pt idx="4942">
                  <c:v>-3</c:v>
                </c:pt>
                <c:pt idx="4943">
                  <c:v>-3</c:v>
                </c:pt>
                <c:pt idx="4944">
                  <c:v>-3</c:v>
                </c:pt>
                <c:pt idx="4945">
                  <c:v>-3</c:v>
                </c:pt>
                <c:pt idx="4946">
                  <c:v>-3</c:v>
                </c:pt>
                <c:pt idx="4947">
                  <c:v>-3</c:v>
                </c:pt>
                <c:pt idx="4948">
                  <c:v>-3</c:v>
                </c:pt>
                <c:pt idx="4949">
                  <c:v>-3</c:v>
                </c:pt>
                <c:pt idx="4950">
                  <c:v>-3</c:v>
                </c:pt>
                <c:pt idx="4951">
                  <c:v>-3</c:v>
                </c:pt>
                <c:pt idx="4952">
                  <c:v>-3</c:v>
                </c:pt>
                <c:pt idx="4953">
                  <c:v>-3</c:v>
                </c:pt>
                <c:pt idx="4954">
                  <c:v>-3</c:v>
                </c:pt>
                <c:pt idx="4955">
                  <c:v>-3</c:v>
                </c:pt>
                <c:pt idx="4956">
                  <c:v>-3</c:v>
                </c:pt>
                <c:pt idx="4957">
                  <c:v>-3</c:v>
                </c:pt>
                <c:pt idx="4958">
                  <c:v>-3</c:v>
                </c:pt>
                <c:pt idx="4959">
                  <c:v>-3</c:v>
                </c:pt>
                <c:pt idx="4960">
                  <c:v>-3</c:v>
                </c:pt>
                <c:pt idx="4961">
                  <c:v>-3</c:v>
                </c:pt>
                <c:pt idx="4962">
                  <c:v>-3</c:v>
                </c:pt>
                <c:pt idx="4963">
                  <c:v>-3</c:v>
                </c:pt>
                <c:pt idx="4964">
                  <c:v>-3</c:v>
                </c:pt>
                <c:pt idx="4965">
                  <c:v>-3</c:v>
                </c:pt>
                <c:pt idx="4966">
                  <c:v>-3</c:v>
                </c:pt>
                <c:pt idx="4967">
                  <c:v>-3</c:v>
                </c:pt>
                <c:pt idx="4968">
                  <c:v>-3</c:v>
                </c:pt>
                <c:pt idx="4969">
                  <c:v>-3</c:v>
                </c:pt>
                <c:pt idx="4970">
                  <c:v>-3</c:v>
                </c:pt>
                <c:pt idx="4971">
                  <c:v>-3</c:v>
                </c:pt>
                <c:pt idx="4972">
                  <c:v>-3</c:v>
                </c:pt>
                <c:pt idx="4973">
                  <c:v>-3</c:v>
                </c:pt>
                <c:pt idx="4974">
                  <c:v>-3</c:v>
                </c:pt>
                <c:pt idx="4975">
                  <c:v>-3</c:v>
                </c:pt>
                <c:pt idx="4976">
                  <c:v>-3</c:v>
                </c:pt>
                <c:pt idx="4977">
                  <c:v>-3</c:v>
                </c:pt>
                <c:pt idx="4978">
                  <c:v>-3</c:v>
                </c:pt>
                <c:pt idx="4979">
                  <c:v>-3</c:v>
                </c:pt>
                <c:pt idx="4980">
                  <c:v>-3</c:v>
                </c:pt>
                <c:pt idx="4981">
                  <c:v>-3</c:v>
                </c:pt>
                <c:pt idx="4982">
                  <c:v>-3</c:v>
                </c:pt>
                <c:pt idx="4983">
                  <c:v>-3</c:v>
                </c:pt>
                <c:pt idx="4984">
                  <c:v>-3</c:v>
                </c:pt>
                <c:pt idx="4985">
                  <c:v>-3</c:v>
                </c:pt>
                <c:pt idx="4986">
                  <c:v>-3</c:v>
                </c:pt>
                <c:pt idx="4987">
                  <c:v>-3</c:v>
                </c:pt>
                <c:pt idx="4988">
                  <c:v>-3</c:v>
                </c:pt>
                <c:pt idx="4989">
                  <c:v>-3</c:v>
                </c:pt>
                <c:pt idx="4990">
                  <c:v>-3</c:v>
                </c:pt>
                <c:pt idx="4991">
                  <c:v>-3</c:v>
                </c:pt>
                <c:pt idx="4992">
                  <c:v>-3</c:v>
                </c:pt>
                <c:pt idx="4993">
                  <c:v>-3</c:v>
                </c:pt>
                <c:pt idx="4994">
                  <c:v>-3</c:v>
                </c:pt>
                <c:pt idx="4995">
                  <c:v>-3</c:v>
                </c:pt>
                <c:pt idx="4996">
                  <c:v>-3</c:v>
                </c:pt>
                <c:pt idx="4997">
                  <c:v>-3</c:v>
                </c:pt>
                <c:pt idx="4998">
                  <c:v>-3</c:v>
                </c:pt>
                <c:pt idx="4999">
                  <c:v>-3</c:v>
                </c:pt>
                <c:pt idx="5000">
                  <c:v>-3</c:v>
                </c:pt>
                <c:pt idx="5001">
                  <c:v>-3</c:v>
                </c:pt>
                <c:pt idx="5002">
                  <c:v>-3</c:v>
                </c:pt>
                <c:pt idx="5003">
                  <c:v>-3</c:v>
                </c:pt>
                <c:pt idx="5004">
                  <c:v>-3</c:v>
                </c:pt>
                <c:pt idx="5005">
                  <c:v>-3</c:v>
                </c:pt>
                <c:pt idx="5006">
                  <c:v>-3</c:v>
                </c:pt>
                <c:pt idx="5007">
                  <c:v>-3</c:v>
                </c:pt>
                <c:pt idx="5008">
                  <c:v>-3</c:v>
                </c:pt>
                <c:pt idx="5009">
                  <c:v>-3</c:v>
                </c:pt>
                <c:pt idx="5010">
                  <c:v>-3</c:v>
                </c:pt>
                <c:pt idx="5011">
                  <c:v>-3</c:v>
                </c:pt>
                <c:pt idx="5012">
                  <c:v>-3</c:v>
                </c:pt>
                <c:pt idx="5013">
                  <c:v>-3</c:v>
                </c:pt>
                <c:pt idx="5014">
                  <c:v>-3</c:v>
                </c:pt>
                <c:pt idx="5015">
                  <c:v>-3</c:v>
                </c:pt>
                <c:pt idx="5016">
                  <c:v>-3</c:v>
                </c:pt>
                <c:pt idx="5017">
                  <c:v>-3</c:v>
                </c:pt>
                <c:pt idx="5018">
                  <c:v>-3</c:v>
                </c:pt>
                <c:pt idx="5019">
                  <c:v>-3</c:v>
                </c:pt>
                <c:pt idx="5020">
                  <c:v>-3</c:v>
                </c:pt>
                <c:pt idx="5021">
                  <c:v>-3</c:v>
                </c:pt>
                <c:pt idx="5022">
                  <c:v>-3</c:v>
                </c:pt>
                <c:pt idx="5023">
                  <c:v>-3</c:v>
                </c:pt>
                <c:pt idx="5024">
                  <c:v>-3</c:v>
                </c:pt>
                <c:pt idx="5025">
                  <c:v>-3</c:v>
                </c:pt>
                <c:pt idx="5026">
                  <c:v>-3</c:v>
                </c:pt>
                <c:pt idx="5027">
                  <c:v>-3</c:v>
                </c:pt>
                <c:pt idx="5028">
                  <c:v>-3</c:v>
                </c:pt>
                <c:pt idx="5029">
                  <c:v>-3</c:v>
                </c:pt>
                <c:pt idx="5030">
                  <c:v>-3</c:v>
                </c:pt>
                <c:pt idx="5031">
                  <c:v>-3</c:v>
                </c:pt>
                <c:pt idx="5032">
                  <c:v>-3</c:v>
                </c:pt>
                <c:pt idx="5033">
                  <c:v>-3</c:v>
                </c:pt>
                <c:pt idx="5034">
                  <c:v>-3</c:v>
                </c:pt>
                <c:pt idx="5035">
                  <c:v>-3</c:v>
                </c:pt>
                <c:pt idx="5036">
                  <c:v>-3</c:v>
                </c:pt>
                <c:pt idx="5037">
                  <c:v>-3</c:v>
                </c:pt>
                <c:pt idx="5038">
                  <c:v>-3</c:v>
                </c:pt>
                <c:pt idx="5039">
                  <c:v>-3</c:v>
                </c:pt>
                <c:pt idx="5040">
                  <c:v>-3</c:v>
                </c:pt>
                <c:pt idx="5041">
                  <c:v>-3</c:v>
                </c:pt>
                <c:pt idx="5042">
                  <c:v>-3</c:v>
                </c:pt>
                <c:pt idx="5043">
                  <c:v>-3</c:v>
                </c:pt>
                <c:pt idx="5044">
                  <c:v>-3</c:v>
                </c:pt>
                <c:pt idx="5045">
                  <c:v>-3</c:v>
                </c:pt>
                <c:pt idx="5046">
                  <c:v>-3</c:v>
                </c:pt>
                <c:pt idx="5047">
                  <c:v>-3</c:v>
                </c:pt>
                <c:pt idx="5048">
                  <c:v>-3</c:v>
                </c:pt>
                <c:pt idx="5049">
                  <c:v>-3</c:v>
                </c:pt>
                <c:pt idx="5050">
                  <c:v>-3</c:v>
                </c:pt>
                <c:pt idx="5051">
                  <c:v>-3</c:v>
                </c:pt>
                <c:pt idx="5052">
                  <c:v>-3</c:v>
                </c:pt>
                <c:pt idx="5053">
                  <c:v>-3</c:v>
                </c:pt>
                <c:pt idx="5054">
                  <c:v>-3</c:v>
                </c:pt>
                <c:pt idx="5055">
                  <c:v>-3</c:v>
                </c:pt>
                <c:pt idx="5056">
                  <c:v>-3</c:v>
                </c:pt>
                <c:pt idx="5057">
                  <c:v>-3</c:v>
                </c:pt>
                <c:pt idx="5058">
                  <c:v>-3</c:v>
                </c:pt>
                <c:pt idx="5059">
                  <c:v>-3</c:v>
                </c:pt>
                <c:pt idx="5060">
                  <c:v>-3</c:v>
                </c:pt>
                <c:pt idx="5061">
                  <c:v>-3</c:v>
                </c:pt>
                <c:pt idx="5062">
                  <c:v>-3</c:v>
                </c:pt>
                <c:pt idx="5063">
                  <c:v>-3</c:v>
                </c:pt>
                <c:pt idx="5064">
                  <c:v>-3</c:v>
                </c:pt>
                <c:pt idx="5065">
                  <c:v>-3</c:v>
                </c:pt>
                <c:pt idx="5066">
                  <c:v>-3</c:v>
                </c:pt>
                <c:pt idx="5067">
                  <c:v>-3</c:v>
                </c:pt>
                <c:pt idx="5068">
                  <c:v>-3</c:v>
                </c:pt>
                <c:pt idx="5069">
                  <c:v>-3</c:v>
                </c:pt>
                <c:pt idx="5070">
                  <c:v>-3</c:v>
                </c:pt>
                <c:pt idx="5071">
                  <c:v>-3</c:v>
                </c:pt>
                <c:pt idx="5072">
                  <c:v>-3</c:v>
                </c:pt>
                <c:pt idx="5073">
                  <c:v>-3</c:v>
                </c:pt>
                <c:pt idx="5074">
                  <c:v>-3</c:v>
                </c:pt>
                <c:pt idx="5075">
                  <c:v>-3</c:v>
                </c:pt>
                <c:pt idx="5076">
                  <c:v>-3</c:v>
                </c:pt>
                <c:pt idx="5077">
                  <c:v>-3</c:v>
                </c:pt>
                <c:pt idx="5078">
                  <c:v>-3</c:v>
                </c:pt>
                <c:pt idx="5079">
                  <c:v>-3</c:v>
                </c:pt>
                <c:pt idx="5080">
                  <c:v>-3</c:v>
                </c:pt>
                <c:pt idx="5081">
                  <c:v>-3</c:v>
                </c:pt>
                <c:pt idx="5082">
                  <c:v>-3</c:v>
                </c:pt>
                <c:pt idx="5083">
                  <c:v>-3</c:v>
                </c:pt>
                <c:pt idx="5084">
                  <c:v>-3</c:v>
                </c:pt>
                <c:pt idx="5085">
                  <c:v>-3</c:v>
                </c:pt>
                <c:pt idx="5086">
                  <c:v>-3</c:v>
                </c:pt>
                <c:pt idx="5087">
                  <c:v>-3</c:v>
                </c:pt>
                <c:pt idx="5088">
                  <c:v>-3</c:v>
                </c:pt>
                <c:pt idx="5089">
                  <c:v>-3</c:v>
                </c:pt>
                <c:pt idx="5090">
                  <c:v>-3</c:v>
                </c:pt>
                <c:pt idx="5091">
                  <c:v>-3</c:v>
                </c:pt>
                <c:pt idx="5092">
                  <c:v>-3</c:v>
                </c:pt>
                <c:pt idx="5093">
                  <c:v>-3</c:v>
                </c:pt>
                <c:pt idx="5094">
                  <c:v>-3</c:v>
                </c:pt>
                <c:pt idx="5095">
                  <c:v>-3</c:v>
                </c:pt>
                <c:pt idx="5096">
                  <c:v>-3</c:v>
                </c:pt>
                <c:pt idx="5097">
                  <c:v>-3</c:v>
                </c:pt>
                <c:pt idx="5098">
                  <c:v>-3</c:v>
                </c:pt>
                <c:pt idx="5099">
                  <c:v>-3</c:v>
                </c:pt>
                <c:pt idx="5100">
                  <c:v>-3</c:v>
                </c:pt>
                <c:pt idx="5101">
                  <c:v>-3</c:v>
                </c:pt>
                <c:pt idx="5102">
                  <c:v>-3</c:v>
                </c:pt>
                <c:pt idx="5103">
                  <c:v>-3</c:v>
                </c:pt>
                <c:pt idx="5104">
                  <c:v>-3</c:v>
                </c:pt>
                <c:pt idx="5105">
                  <c:v>-3</c:v>
                </c:pt>
                <c:pt idx="5106">
                  <c:v>-3</c:v>
                </c:pt>
                <c:pt idx="5107">
                  <c:v>-3</c:v>
                </c:pt>
                <c:pt idx="5108">
                  <c:v>-3</c:v>
                </c:pt>
                <c:pt idx="5109">
                  <c:v>-3</c:v>
                </c:pt>
                <c:pt idx="5110">
                  <c:v>-3</c:v>
                </c:pt>
                <c:pt idx="5111">
                  <c:v>-3</c:v>
                </c:pt>
                <c:pt idx="5112">
                  <c:v>-3</c:v>
                </c:pt>
                <c:pt idx="5113">
                  <c:v>-3</c:v>
                </c:pt>
                <c:pt idx="5114">
                  <c:v>-3</c:v>
                </c:pt>
                <c:pt idx="5115">
                  <c:v>-3</c:v>
                </c:pt>
                <c:pt idx="5116">
                  <c:v>-3</c:v>
                </c:pt>
                <c:pt idx="5117">
                  <c:v>-3</c:v>
                </c:pt>
                <c:pt idx="5118">
                  <c:v>-3</c:v>
                </c:pt>
                <c:pt idx="5119">
                  <c:v>-3</c:v>
                </c:pt>
                <c:pt idx="5120">
                  <c:v>-3</c:v>
                </c:pt>
                <c:pt idx="5121">
                  <c:v>-3</c:v>
                </c:pt>
                <c:pt idx="5122">
                  <c:v>-3</c:v>
                </c:pt>
                <c:pt idx="5123">
                  <c:v>-3</c:v>
                </c:pt>
                <c:pt idx="5124">
                  <c:v>-3</c:v>
                </c:pt>
                <c:pt idx="5125">
                  <c:v>-3</c:v>
                </c:pt>
                <c:pt idx="5126">
                  <c:v>-3</c:v>
                </c:pt>
                <c:pt idx="5127">
                  <c:v>-3</c:v>
                </c:pt>
                <c:pt idx="5128">
                  <c:v>-3</c:v>
                </c:pt>
                <c:pt idx="5129">
                  <c:v>-3</c:v>
                </c:pt>
                <c:pt idx="5130">
                  <c:v>-3</c:v>
                </c:pt>
                <c:pt idx="5131">
                  <c:v>-3</c:v>
                </c:pt>
                <c:pt idx="5132">
                  <c:v>-3</c:v>
                </c:pt>
                <c:pt idx="5133">
                  <c:v>-3</c:v>
                </c:pt>
                <c:pt idx="5134">
                  <c:v>-3</c:v>
                </c:pt>
                <c:pt idx="5135">
                  <c:v>-3</c:v>
                </c:pt>
                <c:pt idx="5136">
                  <c:v>-3</c:v>
                </c:pt>
                <c:pt idx="5137">
                  <c:v>-3</c:v>
                </c:pt>
                <c:pt idx="5138">
                  <c:v>-3</c:v>
                </c:pt>
                <c:pt idx="5139">
                  <c:v>-3</c:v>
                </c:pt>
                <c:pt idx="5140">
                  <c:v>-3</c:v>
                </c:pt>
                <c:pt idx="5141">
                  <c:v>-3</c:v>
                </c:pt>
                <c:pt idx="5142">
                  <c:v>-3</c:v>
                </c:pt>
                <c:pt idx="5143">
                  <c:v>-3</c:v>
                </c:pt>
                <c:pt idx="5144">
                  <c:v>-3</c:v>
                </c:pt>
                <c:pt idx="5145">
                  <c:v>-3</c:v>
                </c:pt>
                <c:pt idx="5146">
                  <c:v>-3</c:v>
                </c:pt>
                <c:pt idx="5147">
                  <c:v>-3</c:v>
                </c:pt>
                <c:pt idx="5148">
                  <c:v>-3</c:v>
                </c:pt>
                <c:pt idx="5149">
                  <c:v>-3</c:v>
                </c:pt>
                <c:pt idx="5150">
                  <c:v>-3</c:v>
                </c:pt>
                <c:pt idx="5151">
                  <c:v>-3</c:v>
                </c:pt>
                <c:pt idx="5152">
                  <c:v>-3</c:v>
                </c:pt>
                <c:pt idx="5153">
                  <c:v>-3</c:v>
                </c:pt>
                <c:pt idx="5154">
                  <c:v>-3</c:v>
                </c:pt>
                <c:pt idx="5155">
                  <c:v>-3</c:v>
                </c:pt>
                <c:pt idx="5156">
                  <c:v>-3</c:v>
                </c:pt>
                <c:pt idx="5157">
                  <c:v>-3</c:v>
                </c:pt>
                <c:pt idx="5158">
                  <c:v>-3</c:v>
                </c:pt>
                <c:pt idx="5159">
                  <c:v>-3</c:v>
                </c:pt>
                <c:pt idx="5160">
                  <c:v>-3</c:v>
                </c:pt>
                <c:pt idx="5161">
                  <c:v>-3</c:v>
                </c:pt>
                <c:pt idx="5162">
                  <c:v>-3</c:v>
                </c:pt>
                <c:pt idx="5163">
                  <c:v>-3</c:v>
                </c:pt>
                <c:pt idx="5164">
                  <c:v>-3</c:v>
                </c:pt>
                <c:pt idx="5165">
                  <c:v>-3</c:v>
                </c:pt>
                <c:pt idx="5166">
                  <c:v>-3</c:v>
                </c:pt>
                <c:pt idx="5167">
                  <c:v>-3</c:v>
                </c:pt>
                <c:pt idx="5168">
                  <c:v>-3</c:v>
                </c:pt>
                <c:pt idx="5169">
                  <c:v>-3</c:v>
                </c:pt>
                <c:pt idx="5170">
                  <c:v>-3</c:v>
                </c:pt>
                <c:pt idx="5171">
                  <c:v>-3</c:v>
                </c:pt>
                <c:pt idx="5172">
                  <c:v>-3</c:v>
                </c:pt>
                <c:pt idx="5173">
                  <c:v>-3</c:v>
                </c:pt>
                <c:pt idx="5174">
                  <c:v>-3</c:v>
                </c:pt>
                <c:pt idx="5175">
                  <c:v>-3</c:v>
                </c:pt>
                <c:pt idx="5176">
                  <c:v>-3</c:v>
                </c:pt>
                <c:pt idx="5177">
                  <c:v>-3</c:v>
                </c:pt>
                <c:pt idx="5178">
                  <c:v>-3</c:v>
                </c:pt>
                <c:pt idx="5179">
                  <c:v>-3</c:v>
                </c:pt>
                <c:pt idx="5180">
                  <c:v>-3</c:v>
                </c:pt>
                <c:pt idx="5181">
                  <c:v>-3</c:v>
                </c:pt>
                <c:pt idx="5182">
                  <c:v>-3</c:v>
                </c:pt>
                <c:pt idx="5183">
                  <c:v>-3</c:v>
                </c:pt>
                <c:pt idx="5184">
                  <c:v>-3</c:v>
                </c:pt>
                <c:pt idx="5185">
                  <c:v>-3</c:v>
                </c:pt>
                <c:pt idx="5186">
                  <c:v>-3</c:v>
                </c:pt>
                <c:pt idx="5187">
                  <c:v>-3</c:v>
                </c:pt>
                <c:pt idx="5188">
                  <c:v>-3</c:v>
                </c:pt>
                <c:pt idx="5189">
                  <c:v>-3</c:v>
                </c:pt>
                <c:pt idx="5190">
                  <c:v>-3</c:v>
                </c:pt>
                <c:pt idx="5191">
                  <c:v>-3</c:v>
                </c:pt>
                <c:pt idx="5192">
                  <c:v>-3</c:v>
                </c:pt>
                <c:pt idx="5193">
                  <c:v>-3</c:v>
                </c:pt>
                <c:pt idx="5194">
                  <c:v>-3</c:v>
                </c:pt>
                <c:pt idx="5195">
                  <c:v>-3</c:v>
                </c:pt>
                <c:pt idx="5196">
                  <c:v>-3</c:v>
                </c:pt>
                <c:pt idx="5197">
                  <c:v>-3</c:v>
                </c:pt>
                <c:pt idx="5198">
                  <c:v>-3</c:v>
                </c:pt>
                <c:pt idx="5199">
                  <c:v>-3</c:v>
                </c:pt>
                <c:pt idx="5200">
                  <c:v>-3</c:v>
                </c:pt>
                <c:pt idx="5201">
                  <c:v>-3</c:v>
                </c:pt>
                <c:pt idx="5202">
                  <c:v>-3</c:v>
                </c:pt>
                <c:pt idx="5203">
                  <c:v>-3</c:v>
                </c:pt>
                <c:pt idx="5204">
                  <c:v>-3</c:v>
                </c:pt>
                <c:pt idx="5205">
                  <c:v>-3</c:v>
                </c:pt>
                <c:pt idx="5206">
                  <c:v>-3</c:v>
                </c:pt>
                <c:pt idx="5207">
                  <c:v>-3</c:v>
                </c:pt>
                <c:pt idx="5208">
                  <c:v>-3</c:v>
                </c:pt>
                <c:pt idx="5209">
                  <c:v>-3</c:v>
                </c:pt>
                <c:pt idx="5210">
                  <c:v>-3</c:v>
                </c:pt>
                <c:pt idx="5211">
                  <c:v>-3</c:v>
                </c:pt>
                <c:pt idx="5212">
                  <c:v>-3</c:v>
                </c:pt>
                <c:pt idx="5213">
                  <c:v>-3</c:v>
                </c:pt>
                <c:pt idx="5214">
                  <c:v>-3</c:v>
                </c:pt>
                <c:pt idx="5215">
                  <c:v>-3</c:v>
                </c:pt>
                <c:pt idx="5216">
                  <c:v>-3</c:v>
                </c:pt>
                <c:pt idx="5217">
                  <c:v>-3</c:v>
                </c:pt>
                <c:pt idx="5218">
                  <c:v>-3</c:v>
                </c:pt>
                <c:pt idx="5219">
                  <c:v>-3</c:v>
                </c:pt>
                <c:pt idx="5220">
                  <c:v>-3</c:v>
                </c:pt>
                <c:pt idx="5221">
                  <c:v>-3</c:v>
                </c:pt>
                <c:pt idx="5222">
                  <c:v>-3</c:v>
                </c:pt>
                <c:pt idx="5223">
                  <c:v>-3</c:v>
                </c:pt>
                <c:pt idx="5224">
                  <c:v>-3</c:v>
                </c:pt>
                <c:pt idx="5225">
                  <c:v>-3</c:v>
                </c:pt>
                <c:pt idx="5226">
                  <c:v>-3</c:v>
                </c:pt>
                <c:pt idx="5227">
                  <c:v>-3</c:v>
                </c:pt>
                <c:pt idx="5228">
                  <c:v>-3</c:v>
                </c:pt>
                <c:pt idx="5229">
                  <c:v>-3</c:v>
                </c:pt>
                <c:pt idx="5230">
                  <c:v>-3</c:v>
                </c:pt>
                <c:pt idx="5231">
                  <c:v>-3</c:v>
                </c:pt>
                <c:pt idx="5232">
                  <c:v>-3</c:v>
                </c:pt>
                <c:pt idx="5233">
                  <c:v>-3</c:v>
                </c:pt>
                <c:pt idx="5234">
                  <c:v>-3</c:v>
                </c:pt>
                <c:pt idx="5235">
                  <c:v>-3</c:v>
                </c:pt>
                <c:pt idx="5236">
                  <c:v>-3</c:v>
                </c:pt>
                <c:pt idx="5237">
                  <c:v>-3</c:v>
                </c:pt>
                <c:pt idx="5238">
                  <c:v>-3</c:v>
                </c:pt>
                <c:pt idx="5239">
                  <c:v>-3</c:v>
                </c:pt>
                <c:pt idx="5240">
                  <c:v>-3</c:v>
                </c:pt>
                <c:pt idx="5241">
                  <c:v>-3</c:v>
                </c:pt>
                <c:pt idx="5242">
                  <c:v>-3</c:v>
                </c:pt>
                <c:pt idx="5243">
                  <c:v>-3</c:v>
                </c:pt>
                <c:pt idx="5244">
                  <c:v>-3</c:v>
                </c:pt>
                <c:pt idx="5245">
                  <c:v>-3</c:v>
                </c:pt>
                <c:pt idx="5246">
                  <c:v>-3</c:v>
                </c:pt>
                <c:pt idx="5247">
                  <c:v>-3</c:v>
                </c:pt>
                <c:pt idx="5248">
                  <c:v>-3</c:v>
                </c:pt>
                <c:pt idx="5249">
                  <c:v>-3</c:v>
                </c:pt>
                <c:pt idx="5250">
                  <c:v>-3</c:v>
                </c:pt>
                <c:pt idx="5251">
                  <c:v>-3</c:v>
                </c:pt>
                <c:pt idx="5252">
                  <c:v>-3</c:v>
                </c:pt>
                <c:pt idx="5253">
                  <c:v>-3</c:v>
                </c:pt>
                <c:pt idx="5254">
                  <c:v>-3</c:v>
                </c:pt>
                <c:pt idx="5255">
                  <c:v>-3</c:v>
                </c:pt>
                <c:pt idx="5256">
                  <c:v>-3</c:v>
                </c:pt>
                <c:pt idx="5257">
                  <c:v>-3</c:v>
                </c:pt>
                <c:pt idx="5258">
                  <c:v>-3</c:v>
                </c:pt>
                <c:pt idx="5259">
                  <c:v>-3</c:v>
                </c:pt>
                <c:pt idx="5260">
                  <c:v>-3</c:v>
                </c:pt>
                <c:pt idx="5261">
                  <c:v>-3</c:v>
                </c:pt>
                <c:pt idx="5262">
                  <c:v>-3</c:v>
                </c:pt>
                <c:pt idx="5263">
                  <c:v>-3</c:v>
                </c:pt>
                <c:pt idx="5264">
                  <c:v>-3</c:v>
                </c:pt>
                <c:pt idx="5265">
                  <c:v>-3</c:v>
                </c:pt>
                <c:pt idx="5266">
                  <c:v>-3</c:v>
                </c:pt>
                <c:pt idx="5267">
                  <c:v>-3</c:v>
                </c:pt>
                <c:pt idx="5268">
                  <c:v>-3</c:v>
                </c:pt>
                <c:pt idx="5269">
                  <c:v>-3</c:v>
                </c:pt>
                <c:pt idx="5270">
                  <c:v>-3</c:v>
                </c:pt>
                <c:pt idx="5271">
                  <c:v>-3</c:v>
                </c:pt>
                <c:pt idx="5272">
                  <c:v>-3</c:v>
                </c:pt>
                <c:pt idx="5273">
                  <c:v>-3</c:v>
                </c:pt>
                <c:pt idx="5274">
                  <c:v>-3</c:v>
                </c:pt>
                <c:pt idx="5275">
                  <c:v>-3</c:v>
                </c:pt>
                <c:pt idx="5276">
                  <c:v>-3</c:v>
                </c:pt>
                <c:pt idx="5277">
                  <c:v>-3</c:v>
                </c:pt>
                <c:pt idx="5278">
                  <c:v>-3</c:v>
                </c:pt>
                <c:pt idx="5279">
                  <c:v>-3</c:v>
                </c:pt>
                <c:pt idx="5280">
                  <c:v>-3</c:v>
                </c:pt>
                <c:pt idx="5281">
                  <c:v>-3</c:v>
                </c:pt>
                <c:pt idx="5282">
                  <c:v>-3</c:v>
                </c:pt>
                <c:pt idx="5283">
                  <c:v>-3</c:v>
                </c:pt>
                <c:pt idx="5284">
                  <c:v>-3</c:v>
                </c:pt>
                <c:pt idx="5285">
                  <c:v>-3</c:v>
                </c:pt>
                <c:pt idx="5286">
                  <c:v>-3</c:v>
                </c:pt>
                <c:pt idx="5287">
                  <c:v>-3</c:v>
                </c:pt>
                <c:pt idx="5288">
                  <c:v>-3</c:v>
                </c:pt>
                <c:pt idx="5289">
                  <c:v>-3</c:v>
                </c:pt>
                <c:pt idx="5290">
                  <c:v>-3</c:v>
                </c:pt>
                <c:pt idx="5291">
                  <c:v>-3</c:v>
                </c:pt>
                <c:pt idx="5292">
                  <c:v>-3</c:v>
                </c:pt>
                <c:pt idx="5293">
                  <c:v>-3</c:v>
                </c:pt>
                <c:pt idx="5294">
                  <c:v>-3</c:v>
                </c:pt>
                <c:pt idx="5295">
                  <c:v>-3</c:v>
                </c:pt>
                <c:pt idx="5296">
                  <c:v>-3</c:v>
                </c:pt>
                <c:pt idx="5297">
                  <c:v>-3</c:v>
                </c:pt>
                <c:pt idx="5298">
                  <c:v>-3</c:v>
                </c:pt>
                <c:pt idx="5299">
                  <c:v>-3</c:v>
                </c:pt>
                <c:pt idx="5300">
                  <c:v>-3</c:v>
                </c:pt>
                <c:pt idx="5301">
                  <c:v>-3</c:v>
                </c:pt>
                <c:pt idx="5302">
                  <c:v>-3</c:v>
                </c:pt>
                <c:pt idx="5303">
                  <c:v>-3</c:v>
                </c:pt>
                <c:pt idx="5304">
                  <c:v>-3</c:v>
                </c:pt>
                <c:pt idx="5305">
                  <c:v>-3</c:v>
                </c:pt>
                <c:pt idx="5306">
                  <c:v>-3</c:v>
                </c:pt>
                <c:pt idx="5307">
                  <c:v>-3</c:v>
                </c:pt>
                <c:pt idx="5308">
                  <c:v>-3</c:v>
                </c:pt>
                <c:pt idx="5309">
                  <c:v>-3</c:v>
                </c:pt>
                <c:pt idx="5310">
                  <c:v>-3</c:v>
                </c:pt>
                <c:pt idx="5311">
                  <c:v>-3</c:v>
                </c:pt>
                <c:pt idx="5312">
                  <c:v>-3</c:v>
                </c:pt>
                <c:pt idx="5313">
                  <c:v>-3</c:v>
                </c:pt>
                <c:pt idx="5314">
                  <c:v>-3</c:v>
                </c:pt>
                <c:pt idx="5315">
                  <c:v>-3</c:v>
                </c:pt>
                <c:pt idx="5316">
                  <c:v>-3</c:v>
                </c:pt>
                <c:pt idx="5317">
                  <c:v>-3</c:v>
                </c:pt>
                <c:pt idx="5318">
                  <c:v>-3</c:v>
                </c:pt>
                <c:pt idx="5319">
                  <c:v>-3</c:v>
                </c:pt>
                <c:pt idx="5320">
                  <c:v>-3</c:v>
                </c:pt>
                <c:pt idx="5321">
                  <c:v>-3</c:v>
                </c:pt>
                <c:pt idx="5322">
                  <c:v>-3</c:v>
                </c:pt>
                <c:pt idx="5323">
                  <c:v>-3</c:v>
                </c:pt>
                <c:pt idx="5324">
                  <c:v>-3</c:v>
                </c:pt>
                <c:pt idx="5325">
                  <c:v>-3</c:v>
                </c:pt>
                <c:pt idx="5326">
                  <c:v>-3</c:v>
                </c:pt>
                <c:pt idx="5327">
                  <c:v>-3</c:v>
                </c:pt>
                <c:pt idx="5328">
                  <c:v>-3</c:v>
                </c:pt>
                <c:pt idx="5329">
                  <c:v>-3</c:v>
                </c:pt>
                <c:pt idx="5330">
                  <c:v>-3</c:v>
                </c:pt>
                <c:pt idx="5331">
                  <c:v>-3</c:v>
                </c:pt>
                <c:pt idx="5332">
                  <c:v>-3</c:v>
                </c:pt>
                <c:pt idx="5333">
                  <c:v>-3</c:v>
                </c:pt>
                <c:pt idx="5334">
                  <c:v>-3</c:v>
                </c:pt>
                <c:pt idx="5335">
                  <c:v>-3</c:v>
                </c:pt>
                <c:pt idx="5336">
                  <c:v>-3</c:v>
                </c:pt>
                <c:pt idx="5337">
                  <c:v>-3</c:v>
                </c:pt>
                <c:pt idx="5338">
                  <c:v>-3</c:v>
                </c:pt>
                <c:pt idx="5339">
                  <c:v>-3</c:v>
                </c:pt>
                <c:pt idx="5340">
                  <c:v>-3</c:v>
                </c:pt>
                <c:pt idx="5341">
                  <c:v>-3</c:v>
                </c:pt>
                <c:pt idx="5342">
                  <c:v>-3</c:v>
                </c:pt>
                <c:pt idx="5343">
                  <c:v>-3</c:v>
                </c:pt>
                <c:pt idx="5344">
                  <c:v>-3</c:v>
                </c:pt>
                <c:pt idx="5345">
                  <c:v>-3</c:v>
                </c:pt>
                <c:pt idx="5346">
                  <c:v>-3</c:v>
                </c:pt>
                <c:pt idx="5347">
                  <c:v>-3</c:v>
                </c:pt>
                <c:pt idx="5348">
                  <c:v>-3</c:v>
                </c:pt>
                <c:pt idx="5349">
                  <c:v>-3</c:v>
                </c:pt>
                <c:pt idx="5350">
                  <c:v>-3</c:v>
                </c:pt>
                <c:pt idx="5351">
                  <c:v>-3</c:v>
                </c:pt>
                <c:pt idx="5352">
                  <c:v>-3</c:v>
                </c:pt>
                <c:pt idx="5353">
                  <c:v>-3</c:v>
                </c:pt>
                <c:pt idx="5354">
                  <c:v>-3</c:v>
                </c:pt>
                <c:pt idx="5355">
                  <c:v>-3</c:v>
                </c:pt>
                <c:pt idx="5356">
                  <c:v>-3</c:v>
                </c:pt>
                <c:pt idx="5357">
                  <c:v>-3</c:v>
                </c:pt>
                <c:pt idx="5358">
                  <c:v>-3</c:v>
                </c:pt>
                <c:pt idx="5359">
                  <c:v>-3</c:v>
                </c:pt>
                <c:pt idx="5360">
                  <c:v>-3</c:v>
                </c:pt>
                <c:pt idx="5361">
                  <c:v>-3</c:v>
                </c:pt>
                <c:pt idx="5362">
                  <c:v>-3</c:v>
                </c:pt>
                <c:pt idx="5363">
                  <c:v>-3</c:v>
                </c:pt>
                <c:pt idx="5364">
                  <c:v>-3</c:v>
                </c:pt>
                <c:pt idx="5365">
                  <c:v>-3</c:v>
                </c:pt>
                <c:pt idx="5366">
                  <c:v>-3</c:v>
                </c:pt>
                <c:pt idx="5367">
                  <c:v>-3</c:v>
                </c:pt>
                <c:pt idx="5368">
                  <c:v>-3</c:v>
                </c:pt>
                <c:pt idx="5369">
                  <c:v>-3</c:v>
                </c:pt>
                <c:pt idx="5370">
                  <c:v>-3</c:v>
                </c:pt>
                <c:pt idx="5371">
                  <c:v>-3</c:v>
                </c:pt>
                <c:pt idx="5372">
                  <c:v>-3</c:v>
                </c:pt>
                <c:pt idx="5373">
                  <c:v>-3</c:v>
                </c:pt>
                <c:pt idx="5374">
                  <c:v>-3</c:v>
                </c:pt>
                <c:pt idx="5375">
                  <c:v>-3</c:v>
                </c:pt>
                <c:pt idx="5376">
                  <c:v>-3</c:v>
                </c:pt>
                <c:pt idx="5377">
                  <c:v>-3</c:v>
                </c:pt>
                <c:pt idx="5378">
                  <c:v>-3</c:v>
                </c:pt>
                <c:pt idx="5379">
                  <c:v>-3</c:v>
                </c:pt>
                <c:pt idx="5380">
                  <c:v>-3</c:v>
                </c:pt>
                <c:pt idx="5381">
                  <c:v>-3</c:v>
                </c:pt>
                <c:pt idx="5382">
                  <c:v>-3</c:v>
                </c:pt>
                <c:pt idx="5383">
                  <c:v>-3</c:v>
                </c:pt>
                <c:pt idx="5384">
                  <c:v>-3</c:v>
                </c:pt>
                <c:pt idx="5385">
                  <c:v>-3</c:v>
                </c:pt>
                <c:pt idx="5386">
                  <c:v>-3</c:v>
                </c:pt>
                <c:pt idx="5387">
                  <c:v>-3</c:v>
                </c:pt>
                <c:pt idx="5388">
                  <c:v>-3</c:v>
                </c:pt>
                <c:pt idx="5389">
                  <c:v>-3</c:v>
                </c:pt>
                <c:pt idx="5390">
                  <c:v>-3</c:v>
                </c:pt>
                <c:pt idx="5391">
                  <c:v>-3</c:v>
                </c:pt>
                <c:pt idx="5392">
                  <c:v>-3</c:v>
                </c:pt>
                <c:pt idx="5393">
                  <c:v>-3</c:v>
                </c:pt>
                <c:pt idx="5394">
                  <c:v>-3</c:v>
                </c:pt>
                <c:pt idx="5395">
                  <c:v>-3</c:v>
                </c:pt>
                <c:pt idx="5396">
                  <c:v>-3</c:v>
                </c:pt>
                <c:pt idx="5397">
                  <c:v>-3</c:v>
                </c:pt>
                <c:pt idx="5398">
                  <c:v>-3</c:v>
                </c:pt>
                <c:pt idx="5399">
                  <c:v>-3</c:v>
                </c:pt>
                <c:pt idx="5400">
                  <c:v>-3</c:v>
                </c:pt>
                <c:pt idx="5401">
                  <c:v>-3</c:v>
                </c:pt>
                <c:pt idx="5402">
                  <c:v>-3</c:v>
                </c:pt>
                <c:pt idx="5403">
                  <c:v>-3</c:v>
                </c:pt>
                <c:pt idx="5404">
                  <c:v>-3</c:v>
                </c:pt>
                <c:pt idx="5405">
                  <c:v>-3</c:v>
                </c:pt>
                <c:pt idx="5406">
                  <c:v>-3</c:v>
                </c:pt>
                <c:pt idx="5407">
                  <c:v>-3</c:v>
                </c:pt>
                <c:pt idx="5408">
                  <c:v>-3</c:v>
                </c:pt>
                <c:pt idx="5409">
                  <c:v>-3</c:v>
                </c:pt>
                <c:pt idx="5410">
                  <c:v>-3</c:v>
                </c:pt>
                <c:pt idx="5411">
                  <c:v>-3</c:v>
                </c:pt>
                <c:pt idx="5412">
                  <c:v>-3</c:v>
                </c:pt>
                <c:pt idx="5413">
                  <c:v>-3</c:v>
                </c:pt>
                <c:pt idx="5414">
                  <c:v>-3</c:v>
                </c:pt>
                <c:pt idx="5415">
                  <c:v>-3</c:v>
                </c:pt>
                <c:pt idx="5416">
                  <c:v>-3</c:v>
                </c:pt>
                <c:pt idx="5417">
                  <c:v>-3</c:v>
                </c:pt>
                <c:pt idx="5418">
                  <c:v>-3</c:v>
                </c:pt>
                <c:pt idx="5419">
                  <c:v>-3</c:v>
                </c:pt>
                <c:pt idx="5420">
                  <c:v>-3</c:v>
                </c:pt>
                <c:pt idx="5421">
                  <c:v>-3</c:v>
                </c:pt>
                <c:pt idx="5422">
                  <c:v>-3</c:v>
                </c:pt>
                <c:pt idx="5423">
                  <c:v>-3</c:v>
                </c:pt>
                <c:pt idx="5424">
                  <c:v>-3</c:v>
                </c:pt>
                <c:pt idx="5425">
                  <c:v>-3</c:v>
                </c:pt>
                <c:pt idx="5426">
                  <c:v>-3</c:v>
                </c:pt>
                <c:pt idx="5427">
                  <c:v>-3</c:v>
                </c:pt>
                <c:pt idx="5428">
                  <c:v>-3</c:v>
                </c:pt>
                <c:pt idx="5429">
                  <c:v>-3</c:v>
                </c:pt>
                <c:pt idx="5430">
                  <c:v>-3</c:v>
                </c:pt>
                <c:pt idx="5431">
                  <c:v>-3</c:v>
                </c:pt>
                <c:pt idx="5432">
                  <c:v>-3</c:v>
                </c:pt>
                <c:pt idx="5433">
                  <c:v>-3</c:v>
                </c:pt>
                <c:pt idx="5434">
                  <c:v>-3</c:v>
                </c:pt>
                <c:pt idx="5435">
                  <c:v>-3</c:v>
                </c:pt>
                <c:pt idx="5436">
                  <c:v>-3</c:v>
                </c:pt>
                <c:pt idx="5437">
                  <c:v>-3</c:v>
                </c:pt>
                <c:pt idx="5438">
                  <c:v>-3</c:v>
                </c:pt>
                <c:pt idx="5439">
                  <c:v>-3</c:v>
                </c:pt>
                <c:pt idx="5440">
                  <c:v>-3</c:v>
                </c:pt>
                <c:pt idx="5441">
                  <c:v>-3</c:v>
                </c:pt>
                <c:pt idx="5442">
                  <c:v>-3</c:v>
                </c:pt>
                <c:pt idx="5443">
                  <c:v>-3</c:v>
                </c:pt>
                <c:pt idx="5444">
                  <c:v>-3</c:v>
                </c:pt>
                <c:pt idx="5445">
                  <c:v>-3</c:v>
                </c:pt>
                <c:pt idx="5446">
                  <c:v>-3</c:v>
                </c:pt>
                <c:pt idx="5447">
                  <c:v>-3</c:v>
                </c:pt>
                <c:pt idx="5448">
                  <c:v>-3</c:v>
                </c:pt>
                <c:pt idx="5449">
                  <c:v>-3</c:v>
                </c:pt>
                <c:pt idx="5450">
                  <c:v>-3</c:v>
                </c:pt>
                <c:pt idx="5451">
                  <c:v>-3</c:v>
                </c:pt>
                <c:pt idx="5452">
                  <c:v>-3</c:v>
                </c:pt>
                <c:pt idx="5453">
                  <c:v>-3</c:v>
                </c:pt>
                <c:pt idx="5454">
                  <c:v>-3</c:v>
                </c:pt>
                <c:pt idx="5455">
                  <c:v>-3</c:v>
                </c:pt>
                <c:pt idx="5456">
                  <c:v>-3</c:v>
                </c:pt>
                <c:pt idx="5457">
                  <c:v>-3</c:v>
                </c:pt>
                <c:pt idx="5458">
                  <c:v>-3</c:v>
                </c:pt>
                <c:pt idx="5459">
                  <c:v>-3</c:v>
                </c:pt>
                <c:pt idx="5460">
                  <c:v>-3</c:v>
                </c:pt>
                <c:pt idx="5461">
                  <c:v>-3</c:v>
                </c:pt>
                <c:pt idx="5462">
                  <c:v>-3</c:v>
                </c:pt>
                <c:pt idx="5463">
                  <c:v>-3</c:v>
                </c:pt>
                <c:pt idx="5464">
                  <c:v>-3</c:v>
                </c:pt>
                <c:pt idx="5465">
                  <c:v>-3</c:v>
                </c:pt>
                <c:pt idx="5466">
                  <c:v>-3</c:v>
                </c:pt>
                <c:pt idx="5467">
                  <c:v>-3</c:v>
                </c:pt>
                <c:pt idx="5468">
                  <c:v>-3</c:v>
                </c:pt>
                <c:pt idx="5469">
                  <c:v>-3</c:v>
                </c:pt>
                <c:pt idx="5470">
                  <c:v>-3</c:v>
                </c:pt>
                <c:pt idx="5471">
                  <c:v>-3</c:v>
                </c:pt>
                <c:pt idx="5472">
                  <c:v>-3</c:v>
                </c:pt>
                <c:pt idx="5473">
                  <c:v>-3</c:v>
                </c:pt>
                <c:pt idx="5474">
                  <c:v>-3</c:v>
                </c:pt>
                <c:pt idx="5475">
                  <c:v>-3</c:v>
                </c:pt>
                <c:pt idx="5476">
                  <c:v>-3</c:v>
                </c:pt>
                <c:pt idx="5477">
                  <c:v>-3</c:v>
                </c:pt>
                <c:pt idx="5478">
                  <c:v>-3</c:v>
                </c:pt>
                <c:pt idx="5479">
                  <c:v>-3</c:v>
                </c:pt>
                <c:pt idx="5480">
                  <c:v>-3</c:v>
                </c:pt>
                <c:pt idx="5481">
                  <c:v>-3</c:v>
                </c:pt>
                <c:pt idx="5482">
                  <c:v>-3</c:v>
                </c:pt>
                <c:pt idx="5483">
                  <c:v>-3</c:v>
                </c:pt>
                <c:pt idx="5484">
                  <c:v>-3</c:v>
                </c:pt>
                <c:pt idx="5485">
                  <c:v>-3</c:v>
                </c:pt>
                <c:pt idx="5486">
                  <c:v>-3</c:v>
                </c:pt>
                <c:pt idx="5487">
                  <c:v>-3</c:v>
                </c:pt>
                <c:pt idx="5488">
                  <c:v>-3</c:v>
                </c:pt>
                <c:pt idx="5489">
                  <c:v>-3</c:v>
                </c:pt>
                <c:pt idx="5490">
                  <c:v>-3</c:v>
                </c:pt>
                <c:pt idx="5491">
                  <c:v>-3</c:v>
                </c:pt>
                <c:pt idx="5492">
                  <c:v>-3</c:v>
                </c:pt>
                <c:pt idx="5493">
                  <c:v>-3</c:v>
                </c:pt>
                <c:pt idx="5494">
                  <c:v>-3</c:v>
                </c:pt>
                <c:pt idx="5495">
                  <c:v>-3</c:v>
                </c:pt>
                <c:pt idx="5496">
                  <c:v>-3</c:v>
                </c:pt>
                <c:pt idx="5497">
                  <c:v>-3</c:v>
                </c:pt>
                <c:pt idx="5498">
                  <c:v>-3</c:v>
                </c:pt>
                <c:pt idx="5499">
                  <c:v>-3</c:v>
                </c:pt>
                <c:pt idx="5500">
                  <c:v>-3</c:v>
                </c:pt>
                <c:pt idx="5501">
                  <c:v>-3</c:v>
                </c:pt>
                <c:pt idx="5502">
                  <c:v>-3</c:v>
                </c:pt>
                <c:pt idx="5503">
                  <c:v>-3</c:v>
                </c:pt>
                <c:pt idx="5504">
                  <c:v>-3</c:v>
                </c:pt>
                <c:pt idx="5505">
                  <c:v>-3</c:v>
                </c:pt>
                <c:pt idx="5506">
                  <c:v>-3</c:v>
                </c:pt>
                <c:pt idx="5507">
                  <c:v>-3</c:v>
                </c:pt>
                <c:pt idx="5508">
                  <c:v>-3</c:v>
                </c:pt>
                <c:pt idx="5509">
                  <c:v>-3</c:v>
                </c:pt>
                <c:pt idx="5510">
                  <c:v>-3</c:v>
                </c:pt>
                <c:pt idx="5511">
                  <c:v>-3</c:v>
                </c:pt>
                <c:pt idx="5512">
                  <c:v>-3</c:v>
                </c:pt>
                <c:pt idx="5513">
                  <c:v>-3</c:v>
                </c:pt>
                <c:pt idx="5514">
                  <c:v>-3</c:v>
                </c:pt>
                <c:pt idx="5515">
                  <c:v>-3</c:v>
                </c:pt>
                <c:pt idx="5516">
                  <c:v>-3</c:v>
                </c:pt>
                <c:pt idx="5517">
                  <c:v>-3</c:v>
                </c:pt>
                <c:pt idx="5518">
                  <c:v>-3</c:v>
                </c:pt>
                <c:pt idx="5519">
                  <c:v>-3</c:v>
                </c:pt>
                <c:pt idx="5520">
                  <c:v>-3</c:v>
                </c:pt>
                <c:pt idx="5521">
                  <c:v>-3</c:v>
                </c:pt>
                <c:pt idx="5522">
                  <c:v>-3</c:v>
                </c:pt>
                <c:pt idx="5523">
                  <c:v>-3</c:v>
                </c:pt>
                <c:pt idx="5524">
                  <c:v>-3</c:v>
                </c:pt>
                <c:pt idx="5525">
                  <c:v>-3</c:v>
                </c:pt>
                <c:pt idx="5526">
                  <c:v>-3</c:v>
                </c:pt>
                <c:pt idx="5527">
                  <c:v>-3</c:v>
                </c:pt>
                <c:pt idx="5528">
                  <c:v>-3</c:v>
                </c:pt>
                <c:pt idx="5529">
                  <c:v>-3</c:v>
                </c:pt>
                <c:pt idx="5530">
                  <c:v>-3</c:v>
                </c:pt>
                <c:pt idx="5531">
                  <c:v>-3</c:v>
                </c:pt>
                <c:pt idx="5532">
                  <c:v>-3</c:v>
                </c:pt>
                <c:pt idx="5533">
                  <c:v>-3</c:v>
                </c:pt>
                <c:pt idx="5534">
                  <c:v>-3</c:v>
                </c:pt>
                <c:pt idx="5535">
                  <c:v>-3</c:v>
                </c:pt>
                <c:pt idx="5536">
                  <c:v>-3</c:v>
                </c:pt>
                <c:pt idx="5537">
                  <c:v>-3</c:v>
                </c:pt>
                <c:pt idx="5538">
                  <c:v>-3</c:v>
                </c:pt>
                <c:pt idx="5539">
                  <c:v>-3</c:v>
                </c:pt>
                <c:pt idx="5540">
                  <c:v>-3</c:v>
                </c:pt>
                <c:pt idx="5541">
                  <c:v>-3</c:v>
                </c:pt>
                <c:pt idx="5542">
                  <c:v>-3</c:v>
                </c:pt>
                <c:pt idx="5543">
                  <c:v>-3</c:v>
                </c:pt>
                <c:pt idx="5544">
                  <c:v>-3</c:v>
                </c:pt>
                <c:pt idx="5545">
                  <c:v>-3</c:v>
                </c:pt>
                <c:pt idx="5546">
                  <c:v>-3</c:v>
                </c:pt>
                <c:pt idx="5547">
                  <c:v>-3</c:v>
                </c:pt>
                <c:pt idx="5548">
                  <c:v>-3</c:v>
                </c:pt>
                <c:pt idx="5549">
                  <c:v>-3</c:v>
                </c:pt>
                <c:pt idx="5550">
                  <c:v>-3</c:v>
                </c:pt>
                <c:pt idx="5551">
                  <c:v>-3</c:v>
                </c:pt>
                <c:pt idx="5552">
                  <c:v>-3</c:v>
                </c:pt>
                <c:pt idx="5553">
                  <c:v>-3</c:v>
                </c:pt>
                <c:pt idx="5554">
                  <c:v>-3</c:v>
                </c:pt>
                <c:pt idx="5555">
                  <c:v>-3</c:v>
                </c:pt>
                <c:pt idx="5556">
                  <c:v>-3</c:v>
                </c:pt>
                <c:pt idx="5557">
                  <c:v>-3</c:v>
                </c:pt>
                <c:pt idx="5558">
                  <c:v>-3</c:v>
                </c:pt>
                <c:pt idx="5559">
                  <c:v>-3</c:v>
                </c:pt>
                <c:pt idx="5560">
                  <c:v>-3</c:v>
                </c:pt>
                <c:pt idx="5561">
                  <c:v>-3</c:v>
                </c:pt>
                <c:pt idx="5562">
                  <c:v>-3</c:v>
                </c:pt>
                <c:pt idx="5563">
                  <c:v>-3</c:v>
                </c:pt>
                <c:pt idx="5564">
                  <c:v>-3</c:v>
                </c:pt>
                <c:pt idx="5565">
                  <c:v>-3</c:v>
                </c:pt>
                <c:pt idx="5566">
                  <c:v>-3</c:v>
                </c:pt>
                <c:pt idx="5567">
                  <c:v>-3</c:v>
                </c:pt>
                <c:pt idx="5568">
                  <c:v>-3</c:v>
                </c:pt>
                <c:pt idx="5569">
                  <c:v>-3</c:v>
                </c:pt>
                <c:pt idx="5570">
                  <c:v>-3</c:v>
                </c:pt>
                <c:pt idx="5571">
                  <c:v>-3</c:v>
                </c:pt>
                <c:pt idx="5572">
                  <c:v>-3</c:v>
                </c:pt>
                <c:pt idx="5573">
                  <c:v>-3</c:v>
                </c:pt>
                <c:pt idx="5574">
                  <c:v>-3</c:v>
                </c:pt>
                <c:pt idx="5575">
                  <c:v>-3</c:v>
                </c:pt>
                <c:pt idx="5576">
                  <c:v>-3</c:v>
                </c:pt>
                <c:pt idx="5577">
                  <c:v>-3</c:v>
                </c:pt>
                <c:pt idx="5578">
                  <c:v>-3</c:v>
                </c:pt>
                <c:pt idx="5579">
                  <c:v>-3</c:v>
                </c:pt>
                <c:pt idx="5580">
                  <c:v>-3</c:v>
                </c:pt>
                <c:pt idx="5581">
                  <c:v>-3</c:v>
                </c:pt>
                <c:pt idx="5582">
                  <c:v>-3</c:v>
                </c:pt>
                <c:pt idx="5583">
                  <c:v>-3</c:v>
                </c:pt>
                <c:pt idx="5584">
                  <c:v>-3</c:v>
                </c:pt>
                <c:pt idx="5585">
                  <c:v>-3</c:v>
                </c:pt>
                <c:pt idx="5586">
                  <c:v>-3</c:v>
                </c:pt>
                <c:pt idx="5587">
                  <c:v>-3</c:v>
                </c:pt>
                <c:pt idx="5588">
                  <c:v>-3</c:v>
                </c:pt>
                <c:pt idx="5589">
                  <c:v>-3</c:v>
                </c:pt>
                <c:pt idx="5590">
                  <c:v>-3</c:v>
                </c:pt>
                <c:pt idx="5591">
                  <c:v>-3</c:v>
                </c:pt>
                <c:pt idx="5592">
                  <c:v>-3</c:v>
                </c:pt>
                <c:pt idx="5593">
                  <c:v>-3</c:v>
                </c:pt>
                <c:pt idx="5594">
                  <c:v>-3</c:v>
                </c:pt>
                <c:pt idx="5595">
                  <c:v>-3</c:v>
                </c:pt>
                <c:pt idx="5596">
                  <c:v>-3</c:v>
                </c:pt>
                <c:pt idx="5597">
                  <c:v>-3</c:v>
                </c:pt>
                <c:pt idx="5598">
                  <c:v>-3</c:v>
                </c:pt>
                <c:pt idx="5599">
                  <c:v>-3</c:v>
                </c:pt>
                <c:pt idx="5600">
                  <c:v>-3</c:v>
                </c:pt>
                <c:pt idx="5601">
                  <c:v>-3</c:v>
                </c:pt>
                <c:pt idx="5602">
                  <c:v>-3</c:v>
                </c:pt>
                <c:pt idx="5603">
                  <c:v>-3</c:v>
                </c:pt>
                <c:pt idx="5604">
                  <c:v>-3</c:v>
                </c:pt>
                <c:pt idx="5605">
                  <c:v>-3</c:v>
                </c:pt>
                <c:pt idx="5606">
                  <c:v>-3</c:v>
                </c:pt>
                <c:pt idx="5607">
                  <c:v>-3</c:v>
                </c:pt>
                <c:pt idx="5608">
                  <c:v>-3</c:v>
                </c:pt>
                <c:pt idx="5609">
                  <c:v>-3</c:v>
                </c:pt>
                <c:pt idx="5610">
                  <c:v>-3</c:v>
                </c:pt>
                <c:pt idx="5611">
                  <c:v>-3</c:v>
                </c:pt>
                <c:pt idx="5612">
                  <c:v>-3</c:v>
                </c:pt>
                <c:pt idx="5613">
                  <c:v>-3</c:v>
                </c:pt>
                <c:pt idx="5614">
                  <c:v>-3</c:v>
                </c:pt>
                <c:pt idx="5615">
                  <c:v>-3</c:v>
                </c:pt>
                <c:pt idx="5616">
                  <c:v>-3</c:v>
                </c:pt>
                <c:pt idx="5617">
                  <c:v>-3</c:v>
                </c:pt>
                <c:pt idx="5618">
                  <c:v>-3</c:v>
                </c:pt>
                <c:pt idx="5619">
                  <c:v>-3</c:v>
                </c:pt>
                <c:pt idx="5620">
                  <c:v>-3</c:v>
                </c:pt>
                <c:pt idx="5621">
                  <c:v>-3</c:v>
                </c:pt>
                <c:pt idx="5622">
                  <c:v>-3</c:v>
                </c:pt>
                <c:pt idx="5623">
                  <c:v>-3</c:v>
                </c:pt>
                <c:pt idx="5624">
                  <c:v>-3</c:v>
                </c:pt>
                <c:pt idx="5625">
                  <c:v>-3</c:v>
                </c:pt>
                <c:pt idx="5626">
                  <c:v>-3</c:v>
                </c:pt>
                <c:pt idx="5627">
                  <c:v>-3</c:v>
                </c:pt>
                <c:pt idx="5628">
                  <c:v>-3</c:v>
                </c:pt>
                <c:pt idx="5629">
                  <c:v>-3</c:v>
                </c:pt>
                <c:pt idx="5630">
                  <c:v>-3</c:v>
                </c:pt>
                <c:pt idx="5631">
                  <c:v>-3</c:v>
                </c:pt>
                <c:pt idx="5632">
                  <c:v>-3</c:v>
                </c:pt>
                <c:pt idx="5633">
                  <c:v>-3</c:v>
                </c:pt>
                <c:pt idx="5634">
                  <c:v>-3</c:v>
                </c:pt>
                <c:pt idx="5635">
                  <c:v>-3</c:v>
                </c:pt>
                <c:pt idx="5636">
                  <c:v>-3</c:v>
                </c:pt>
                <c:pt idx="5637">
                  <c:v>-3</c:v>
                </c:pt>
                <c:pt idx="5638">
                  <c:v>-3</c:v>
                </c:pt>
                <c:pt idx="5639">
                  <c:v>-3</c:v>
                </c:pt>
                <c:pt idx="5640">
                  <c:v>-3</c:v>
                </c:pt>
                <c:pt idx="5641">
                  <c:v>-3</c:v>
                </c:pt>
                <c:pt idx="5642">
                  <c:v>-3</c:v>
                </c:pt>
                <c:pt idx="5643">
                  <c:v>-3</c:v>
                </c:pt>
                <c:pt idx="5644">
                  <c:v>-3</c:v>
                </c:pt>
                <c:pt idx="5645">
                  <c:v>-3</c:v>
                </c:pt>
                <c:pt idx="5646">
                  <c:v>-3</c:v>
                </c:pt>
                <c:pt idx="5647">
                  <c:v>-3</c:v>
                </c:pt>
                <c:pt idx="5648">
                  <c:v>-3</c:v>
                </c:pt>
                <c:pt idx="5649">
                  <c:v>-3</c:v>
                </c:pt>
                <c:pt idx="5650">
                  <c:v>-3</c:v>
                </c:pt>
                <c:pt idx="5651">
                  <c:v>-3</c:v>
                </c:pt>
                <c:pt idx="5652">
                  <c:v>-3</c:v>
                </c:pt>
                <c:pt idx="5653">
                  <c:v>-3</c:v>
                </c:pt>
                <c:pt idx="5654">
                  <c:v>-3</c:v>
                </c:pt>
                <c:pt idx="5655">
                  <c:v>-3</c:v>
                </c:pt>
                <c:pt idx="5656">
                  <c:v>-3</c:v>
                </c:pt>
                <c:pt idx="5657">
                  <c:v>-3</c:v>
                </c:pt>
                <c:pt idx="5658">
                  <c:v>-3</c:v>
                </c:pt>
                <c:pt idx="5659">
                  <c:v>-3</c:v>
                </c:pt>
                <c:pt idx="5660">
                  <c:v>-3</c:v>
                </c:pt>
                <c:pt idx="5661">
                  <c:v>-3</c:v>
                </c:pt>
                <c:pt idx="5662">
                  <c:v>-3</c:v>
                </c:pt>
                <c:pt idx="5663">
                  <c:v>-3</c:v>
                </c:pt>
                <c:pt idx="5664">
                  <c:v>-3</c:v>
                </c:pt>
                <c:pt idx="5665">
                  <c:v>-3</c:v>
                </c:pt>
                <c:pt idx="5666">
                  <c:v>-3</c:v>
                </c:pt>
                <c:pt idx="5667">
                  <c:v>-3</c:v>
                </c:pt>
                <c:pt idx="5668">
                  <c:v>-3</c:v>
                </c:pt>
                <c:pt idx="5669">
                  <c:v>-3</c:v>
                </c:pt>
                <c:pt idx="5670">
                  <c:v>-3</c:v>
                </c:pt>
                <c:pt idx="5671">
                  <c:v>-3</c:v>
                </c:pt>
                <c:pt idx="5672">
                  <c:v>-3</c:v>
                </c:pt>
                <c:pt idx="5673">
                  <c:v>-3</c:v>
                </c:pt>
                <c:pt idx="5674">
                  <c:v>-3</c:v>
                </c:pt>
                <c:pt idx="5675">
                  <c:v>-3</c:v>
                </c:pt>
                <c:pt idx="5676">
                  <c:v>-3</c:v>
                </c:pt>
                <c:pt idx="5677">
                  <c:v>-3</c:v>
                </c:pt>
                <c:pt idx="5678">
                  <c:v>-3</c:v>
                </c:pt>
                <c:pt idx="5679">
                  <c:v>-3</c:v>
                </c:pt>
                <c:pt idx="5680">
                  <c:v>-3</c:v>
                </c:pt>
                <c:pt idx="5681">
                  <c:v>-3</c:v>
                </c:pt>
                <c:pt idx="5682">
                  <c:v>-3</c:v>
                </c:pt>
                <c:pt idx="5683">
                  <c:v>-3</c:v>
                </c:pt>
                <c:pt idx="5684">
                  <c:v>-3</c:v>
                </c:pt>
                <c:pt idx="5685">
                  <c:v>-3</c:v>
                </c:pt>
                <c:pt idx="5686">
                  <c:v>-3</c:v>
                </c:pt>
                <c:pt idx="5687">
                  <c:v>-3</c:v>
                </c:pt>
                <c:pt idx="5688">
                  <c:v>-3</c:v>
                </c:pt>
                <c:pt idx="5689">
                  <c:v>-3</c:v>
                </c:pt>
                <c:pt idx="5690">
                  <c:v>-3</c:v>
                </c:pt>
                <c:pt idx="5691">
                  <c:v>-3</c:v>
                </c:pt>
                <c:pt idx="5692">
                  <c:v>-3</c:v>
                </c:pt>
                <c:pt idx="5693">
                  <c:v>-3</c:v>
                </c:pt>
                <c:pt idx="5694">
                  <c:v>-3</c:v>
                </c:pt>
                <c:pt idx="5695">
                  <c:v>-3</c:v>
                </c:pt>
                <c:pt idx="5696">
                  <c:v>-3</c:v>
                </c:pt>
                <c:pt idx="5697">
                  <c:v>-3</c:v>
                </c:pt>
                <c:pt idx="5698">
                  <c:v>-3</c:v>
                </c:pt>
                <c:pt idx="5699">
                  <c:v>-3</c:v>
                </c:pt>
                <c:pt idx="5700">
                  <c:v>-3</c:v>
                </c:pt>
                <c:pt idx="5701">
                  <c:v>-3</c:v>
                </c:pt>
                <c:pt idx="5702">
                  <c:v>-3</c:v>
                </c:pt>
                <c:pt idx="5703">
                  <c:v>-3</c:v>
                </c:pt>
                <c:pt idx="5704">
                  <c:v>-3</c:v>
                </c:pt>
                <c:pt idx="5705">
                  <c:v>-3</c:v>
                </c:pt>
                <c:pt idx="5706">
                  <c:v>-3</c:v>
                </c:pt>
                <c:pt idx="5707">
                  <c:v>-3</c:v>
                </c:pt>
                <c:pt idx="5708">
                  <c:v>-3</c:v>
                </c:pt>
                <c:pt idx="5709">
                  <c:v>-3</c:v>
                </c:pt>
                <c:pt idx="5710">
                  <c:v>-3</c:v>
                </c:pt>
                <c:pt idx="5711">
                  <c:v>-3</c:v>
                </c:pt>
                <c:pt idx="5712">
                  <c:v>-3</c:v>
                </c:pt>
                <c:pt idx="5713">
                  <c:v>-3</c:v>
                </c:pt>
                <c:pt idx="5714">
                  <c:v>-3</c:v>
                </c:pt>
                <c:pt idx="5715">
                  <c:v>-3</c:v>
                </c:pt>
                <c:pt idx="5716">
                  <c:v>-3</c:v>
                </c:pt>
                <c:pt idx="5717">
                  <c:v>-3</c:v>
                </c:pt>
                <c:pt idx="5718">
                  <c:v>-3</c:v>
                </c:pt>
                <c:pt idx="5719">
                  <c:v>-3</c:v>
                </c:pt>
                <c:pt idx="5720">
                  <c:v>-3</c:v>
                </c:pt>
                <c:pt idx="5721">
                  <c:v>-3</c:v>
                </c:pt>
                <c:pt idx="5722">
                  <c:v>-3</c:v>
                </c:pt>
                <c:pt idx="5723">
                  <c:v>-3</c:v>
                </c:pt>
                <c:pt idx="5724">
                  <c:v>-3</c:v>
                </c:pt>
                <c:pt idx="5725">
                  <c:v>-3</c:v>
                </c:pt>
                <c:pt idx="5726">
                  <c:v>-3</c:v>
                </c:pt>
                <c:pt idx="5727">
                  <c:v>-3</c:v>
                </c:pt>
                <c:pt idx="5728">
                  <c:v>-3</c:v>
                </c:pt>
                <c:pt idx="5729">
                  <c:v>-3</c:v>
                </c:pt>
                <c:pt idx="5730">
                  <c:v>-3</c:v>
                </c:pt>
                <c:pt idx="5731">
                  <c:v>-3</c:v>
                </c:pt>
                <c:pt idx="5732">
                  <c:v>-3</c:v>
                </c:pt>
                <c:pt idx="5733">
                  <c:v>-3</c:v>
                </c:pt>
                <c:pt idx="5734">
                  <c:v>-3</c:v>
                </c:pt>
                <c:pt idx="5735">
                  <c:v>-3</c:v>
                </c:pt>
                <c:pt idx="5736">
                  <c:v>-3</c:v>
                </c:pt>
                <c:pt idx="5737">
                  <c:v>-3</c:v>
                </c:pt>
                <c:pt idx="5738">
                  <c:v>-3</c:v>
                </c:pt>
                <c:pt idx="5739">
                  <c:v>-3</c:v>
                </c:pt>
                <c:pt idx="5740">
                  <c:v>-3</c:v>
                </c:pt>
                <c:pt idx="5741">
                  <c:v>-3</c:v>
                </c:pt>
                <c:pt idx="5742">
                  <c:v>-3</c:v>
                </c:pt>
                <c:pt idx="5743">
                  <c:v>-3</c:v>
                </c:pt>
                <c:pt idx="5744">
                  <c:v>-3</c:v>
                </c:pt>
                <c:pt idx="5745">
                  <c:v>-3</c:v>
                </c:pt>
                <c:pt idx="5746">
                  <c:v>-3</c:v>
                </c:pt>
                <c:pt idx="5747">
                  <c:v>-3</c:v>
                </c:pt>
                <c:pt idx="5748">
                  <c:v>-3</c:v>
                </c:pt>
                <c:pt idx="5749">
                  <c:v>-3</c:v>
                </c:pt>
                <c:pt idx="5750">
                  <c:v>-3</c:v>
                </c:pt>
                <c:pt idx="5751">
                  <c:v>-3</c:v>
                </c:pt>
                <c:pt idx="5752">
                  <c:v>-3</c:v>
                </c:pt>
                <c:pt idx="5753">
                  <c:v>-3</c:v>
                </c:pt>
                <c:pt idx="5754">
                  <c:v>-3</c:v>
                </c:pt>
                <c:pt idx="5755">
                  <c:v>-3</c:v>
                </c:pt>
                <c:pt idx="5756">
                  <c:v>-3</c:v>
                </c:pt>
                <c:pt idx="5757">
                  <c:v>-3</c:v>
                </c:pt>
                <c:pt idx="5758">
                  <c:v>-3</c:v>
                </c:pt>
                <c:pt idx="5759">
                  <c:v>-3</c:v>
                </c:pt>
                <c:pt idx="5760">
                  <c:v>-3</c:v>
                </c:pt>
                <c:pt idx="5761">
                  <c:v>-3</c:v>
                </c:pt>
                <c:pt idx="5762">
                  <c:v>-3</c:v>
                </c:pt>
                <c:pt idx="5763">
                  <c:v>-3</c:v>
                </c:pt>
                <c:pt idx="5764">
                  <c:v>-3</c:v>
                </c:pt>
                <c:pt idx="5765">
                  <c:v>-3</c:v>
                </c:pt>
                <c:pt idx="5766">
                  <c:v>-3</c:v>
                </c:pt>
                <c:pt idx="5767">
                  <c:v>-3</c:v>
                </c:pt>
                <c:pt idx="5768">
                  <c:v>-3</c:v>
                </c:pt>
                <c:pt idx="5769">
                  <c:v>-3</c:v>
                </c:pt>
                <c:pt idx="5770">
                  <c:v>-3</c:v>
                </c:pt>
                <c:pt idx="5771">
                  <c:v>-3</c:v>
                </c:pt>
                <c:pt idx="5772">
                  <c:v>-3</c:v>
                </c:pt>
                <c:pt idx="5773">
                  <c:v>-3</c:v>
                </c:pt>
                <c:pt idx="5774">
                  <c:v>-3</c:v>
                </c:pt>
                <c:pt idx="5775">
                  <c:v>-3</c:v>
                </c:pt>
                <c:pt idx="5776">
                  <c:v>-3</c:v>
                </c:pt>
                <c:pt idx="5777">
                  <c:v>-3</c:v>
                </c:pt>
                <c:pt idx="5778">
                  <c:v>-3</c:v>
                </c:pt>
                <c:pt idx="5779">
                  <c:v>-3</c:v>
                </c:pt>
                <c:pt idx="5780">
                  <c:v>-3</c:v>
                </c:pt>
                <c:pt idx="5781">
                  <c:v>-3</c:v>
                </c:pt>
                <c:pt idx="5782">
                  <c:v>-3</c:v>
                </c:pt>
                <c:pt idx="5783">
                  <c:v>-3</c:v>
                </c:pt>
                <c:pt idx="5784">
                  <c:v>-3</c:v>
                </c:pt>
                <c:pt idx="5785">
                  <c:v>-3</c:v>
                </c:pt>
                <c:pt idx="5786">
                  <c:v>-3</c:v>
                </c:pt>
                <c:pt idx="5787">
                  <c:v>-3</c:v>
                </c:pt>
                <c:pt idx="5788">
                  <c:v>-3</c:v>
                </c:pt>
                <c:pt idx="5789">
                  <c:v>-3</c:v>
                </c:pt>
                <c:pt idx="5790">
                  <c:v>-3</c:v>
                </c:pt>
                <c:pt idx="5791">
                  <c:v>-3</c:v>
                </c:pt>
                <c:pt idx="5792">
                  <c:v>-3</c:v>
                </c:pt>
                <c:pt idx="5793">
                  <c:v>-3</c:v>
                </c:pt>
                <c:pt idx="5794">
                  <c:v>-3</c:v>
                </c:pt>
                <c:pt idx="5795">
                  <c:v>-3</c:v>
                </c:pt>
                <c:pt idx="5796">
                  <c:v>-3</c:v>
                </c:pt>
                <c:pt idx="5797">
                  <c:v>-3</c:v>
                </c:pt>
                <c:pt idx="5798">
                  <c:v>-3</c:v>
                </c:pt>
                <c:pt idx="5799">
                  <c:v>-3</c:v>
                </c:pt>
                <c:pt idx="5800">
                  <c:v>-3</c:v>
                </c:pt>
                <c:pt idx="5801">
                  <c:v>-3</c:v>
                </c:pt>
                <c:pt idx="5802">
                  <c:v>-3</c:v>
                </c:pt>
                <c:pt idx="5803">
                  <c:v>-3</c:v>
                </c:pt>
                <c:pt idx="5804">
                  <c:v>-3</c:v>
                </c:pt>
                <c:pt idx="5805">
                  <c:v>-3</c:v>
                </c:pt>
                <c:pt idx="5806">
                  <c:v>-3</c:v>
                </c:pt>
                <c:pt idx="5807">
                  <c:v>-3</c:v>
                </c:pt>
                <c:pt idx="5808">
                  <c:v>-3</c:v>
                </c:pt>
                <c:pt idx="5809">
                  <c:v>-3</c:v>
                </c:pt>
                <c:pt idx="5810">
                  <c:v>-3</c:v>
                </c:pt>
                <c:pt idx="5811">
                  <c:v>-3</c:v>
                </c:pt>
                <c:pt idx="5812">
                  <c:v>-3</c:v>
                </c:pt>
                <c:pt idx="5813">
                  <c:v>-3</c:v>
                </c:pt>
                <c:pt idx="5814">
                  <c:v>-3</c:v>
                </c:pt>
                <c:pt idx="5815">
                  <c:v>-3</c:v>
                </c:pt>
                <c:pt idx="5816">
                  <c:v>-3</c:v>
                </c:pt>
                <c:pt idx="5817">
                  <c:v>-3</c:v>
                </c:pt>
                <c:pt idx="5818">
                  <c:v>-3</c:v>
                </c:pt>
                <c:pt idx="5819">
                  <c:v>-3</c:v>
                </c:pt>
                <c:pt idx="5820">
                  <c:v>-3</c:v>
                </c:pt>
                <c:pt idx="5821">
                  <c:v>-3</c:v>
                </c:pt>
                <c:pt idx="5822">
                  <c:v>-3</c:v>
                </c:pt>
                <c:pt idx="5823">
                  <c:v>-3</c:v>
                </c:pt>
                <c:pt idx="5824">
                  <c:v>-3</c:v>
                </c:pt>
                <c:pt idx="5825">
                  <c:v>-3</c:v>
                </c:pt>
                <c:pt idx="5826">
                  <c:v>-3</c:v>
                </c:pt>
                <c:pt idx="5827">
                  <c:v>-3</c:v>
                </c:pt>
                <c:pt idx="5828">
                  <c:v>-3</c:v>
                </c:pt>
                <c:pt idx="5829">
                  <c:v>-3</c:v>
                </c:pt>
                <c:pt idx="5830">
                  <c:v>-3</c:v>
                </c:pt>
                <c:pt idx="5831">
                  <c:v>-3</c:v>
                </c:pt>
                <c:pt idx="5832">
                  <c:v>-3</c:v>
                </c:pt>
                <c:pt idx="5833">
                  <c:v>-3</c:v>
                </c:pt>
                <c:pt idx="5834">
                  <c:v>-3</c:v>
                </c:pt>
                <c:pt idx="5835">
                  <c:v>-3</c:v>
                </c:pt>
                <c:pt idx="5836">
                  <c:v>-3</c:v>
                </c:pt>
                <c:pt idx="5837">
                  <c:v>-3</c:v>
                </c:pt>
                <c:pt idx="5838">
                  <c:v>-3</c:v>
                </c:pt>
                <c:pt idx="5839">
                  <c:v>-3</c:v>
                </c:pt>
                <c:pt idx="5840">
                  <c:v>-3</c:v>
                </c:pt>
                <c:pt idx="5841">
                  <c:v>-3</c:v>
                </c:pt>
                <c:pt idx="5842">
                  <c:v>-3</c:v>
                </c:pt>
                <c:pt idx="5843">
                  <c:v>-3</c:v>
                </c:pt>
                <c:pt idx="5844">
                  <c:v>-3</c:v>
                </c:pt>
                <c:pt idx="5845">
                  <c:v>-3</c:v>
                </c:pt>
                <c:pt idx="5846">
                  <c:v>-3</c:v>
                </c:pt>
                <c:pt idx="5847">
                  <c:v>-3</c:v>
                </c:pt>
                <c:pt idx="5848">
                  <c:v>-3</c:v>
                </c:pt>
                <c:pt idx="5849">
                  <c:v>-3</c:v>
                </c:pt>
                <c:pt idx="5850">
                  <c:v>-3</c:v>
                </c:pt>
                <c:pt idx="5851">
                  <c:v>-3</c:v>
                </c:pt>
                <c:pt idx="5852">
                  <c:v>-3</c:v>
                </c:pt>
                <c:pt idx="5853">
                  <c:v>-3</c:v>
                </c:pt>
                <c:pt idx="5854">
                  <c:v>-3</c:v>
                </c:pt>
                <c:pt idx="5855">
                  <c:v>-3</c:v>
                </c:pt>
                <c:pt idx="5856">
                  <c:v>-3</c:v>
                </c:pt>
                <c:pt idx="5857">
                  <c:v>-3</c:v>
                </c:pt>
                <c:pt idx="5858">
                  <c:v>-3</c:v>
                </c:pt>
                <c:pt idx="5859">
                  <c:v>-3</c:v>
                </c:pt>
                <c:pt idx="5860">
                  <c:v>-3</c:v>
                </c:pt>
                <c:pt idx="5861">
                  <c:v>-3</c:v>
                </c:pt>
                <c:pt idx="5862">
                  <c:v>-3</c:v>
                </c:pt>
                <c:pt idx="5863">
                  <c:v>-3</c:v>
                </c:pt>
                <c:pt idx="5864">
                  <c:v>-3</c:v>
                </c:pt>
                <c:pt idx="5865">
                  <c:v>-3</c:v>
                </c:pt>
                <c:pt idx="5866">
                  <c:v>-3</c:v>
                </c:pt>
                <c:pt idx="5867">
                  <c:v>-3</c:v>
                </c:pt>
                <c:pt idx="5868">
                  <c:v>-3</c:v>
                </c:pt>
                <c:pt idx="5869">
                  <c:v>-3</c:v>
                </c:pt>
                <c:pt idx="5870">
                  <c:v>-3</c:v>
                </c:pt>
                <c:pt idx="5871">
                  <c:v>-3</c:v>
                </c:pt>
                <c:pt idx="5872">
                  <c:v>-3</c:v>
                </c:pt>
                <c:pt idx="5873">
                  <c:v>-3</c:v>
                </c:pt>
                <c:pt idx="5874">
                  <c:v>-3</c:v>
                </c:pt>
                <c:pt idx="5875">
                  <c:v>-3</c:v>
                </c:pt>
                <c:pt idx="5876">
                  <c:v>-3</c:v>
                </c:pt>
                <c:pt idx="5877">
                  <c:v>-3</c:v>
                </c:pt>
                <c:pt idx="5878">
                  <c:v>-3</c:v>
                </c:pt>
                <c:pt idx="5879">
                  <c:v>-3</c:v>
                </c:pt>
                <c:pt idx="5880">
                  <c:v>-3</c:v>
                </c:pt>
                <c:pt idx="5881">
                  <c:v>-3</c:v>
                </c:pt>
                <c:pt idx="5882">
                  <c:v>-3</c:v>
                </c:pt>
                <c:pt idx="5883">
                  <c:v>-3</c:v>
                </c:pt>
                <c:pt idx="5884">
                  <c:v>-3</c:v>
                </c:pt>
                <c:pt idx="5885">
                  <c:v>-3</c:v>
                </c:pt>
                <c:pt idx="5886">
                  <c:v>-3</c:v>
                </c:pt>
                <c:pt idx="5887">
                  <c:v>-3</c:v>
                </c:pt>
                <c:pt idx="5888">
                  <c:v>-3</c:v>
                </c:pt>
                <c:pt idx="5889">
                  <c:v>-3</c:v>
                </c:pt>
                <c:pt idx="5890">
                  <c:v>-3</c:v>
                </c:pt>
                <c:pt idx="5891">
                  <c:v>-3</c:v>
                </c:pt>
                <c:pt idx="5892">
                  <c:v>-3</c:v>
                </c:pt>
                <c:pt idx="5893">
                  <c:v>-3</c:v>
                </c:pt>
                <c:pt idx="5894">
                  <c:v>-3</c:v>
                </c:pt>
                <c:pt idx="5895">
                  <c:v>-3</c:v>
                </c:pt>
                <c:pt idx="5896">
                  <c:v>-3</c:v>
                </c:pt>
                <c:pt idx="5897">
                  <c:v>-3</c:v>
                </c:pt>
                <c:pt idx="5898">
                  <c:v>-3</c:v>
                </c:pt>
                <c:pt idx="5899">
                  <c:v>-3</c:v>
                </c:pt>
                <c:pt idx="5900">
                  <c:v>-3</c:v>
                </c:pt>
                <c:pt idx="5901">
                  <c:v>-3</c:v>
                </c:pt>
                <c:pt idx="5902">
                  <c:v>-3</c:v>
                </c:pt>
                <c:pt idx="5903">
                  <c:v>-3</c:v>
                </c:pt>
                <c:pt idx="5904">
                  <c:v>-3</c:v>
                </c:pt>
                <c:pt idx="5905">
                  <c:v>-3</c:v>
                </c:pt>
                <c:pt idx="5906">
                  <c:v>-3</c:v>
                </c:pt>
                <c:pt idx="5907">
                  <c:v>-3</c:v>
                </c:pt>
                <c:pt idx="5908">
                  <c:v>-3</c:v>
                </c:pt>
                <c:pt idx="5909">
                  <c:v>-3</c:v>
                </c:pt>
                <c:pt idx="5910">
                  <c:v>-3</c:v>
                </c:pt>
                <c:pt idx="5911">
                  <c:v>-3</c:v>
                </c:pt>
                <c:pt idx="5912">
                  <c:v>-3</c:v>
                </c:pt>
                <c:pt idx="5913">
                  <c:v>-3</c:v>
                </c:pt>
                <c:pt idx="5914">
                  <c:v>-3</c:v>
                </c:pt>
                <c:pt idx="5915">
                  <c:v>-3</c:v>
                </c:pt>
                <c:pt idx="5916">
                  <c:v>-3</c:v>
                </c:pt>
                <c:pt idx="5917">
                  <c:v>-3</c:v>
                </c:pt>
                <c:pt idx="5918">
                  <c:v>-3</c:v>
                </c:pt>
                <c:pt idx="5919">
                  <c:v>-3</c:v>
                </c:pt>
                <c:pt idx="5920">
                  <c:v>-3</c:v>
                </c:pt>
                <c:pt idx="5921">
                  <c:v>-3</c:v>
                </c:pt>
                <c:pt idx="5922">
                  <c:v>-3</c:v>
                </c:pt>
                <c:pt idx="5923">
                  <c:v>-3</c:v>
                </c:pt>
                <c:pt idx="5924">
                  <c:v>-3</c:v>
                </c:pt>
                <c:pt idx="5925">
                  <c:v>-3</c:v>
                </c:pt>
                <c:pt idx="5926">
                  <c:v>-3</c:v>
                </c:pt>
                <c:pt idx="5927">
                  <c:v>-3</c:v>
                </c:pt>
                <c:pt idx="5928">
                  <c:v>-3</c:v>
                </c:pt>
                <c:pt idx="5929">
                  <c:v>-3</c:v>
                </c:pt>
                <c:pt idx="5930">
                  <c:v>-3</c:v>
                </c:pt>
                <c:pt idx="5931">
                  <c:v>-3</c:v>
                </c:pt>
                <c:pt idx="5932">
                  <c:v>-3</c:v>
                </c:pt>
                <c:pt idx="5933">
                  <c:v>-3</c:v>
                </c:pt>
                <c:pt idx="5934">
                  <c:v>-3</c:v>
                </c:pt>
                <c:pt idx="5935">
                  <c:v>-3</c:v>
                </c:pt>
                <c:pt idx="5936">
                  <c:v>-3</c:v>
                </c:pt>
                <c:pt idx="5937">
                  <c:v>-3</c:v>
                </c:pt>
                <c:pt idx="5938">
                  <c:v>-3</c:v>
                </c:pt>
                <c:pt idx="5939">
                  <c:v>-3</c:v>
                </c:pt>
                <c:pt idx="5940">
                  <c:v>-3</c:v>
                </c:pt>
                <c:pt idx="5941">
                  <c:v>-3</c:v>
                </c:pt>
                <c:pt idx="5942">
                  <c:v>-3</c:v>
                </c:pt>
                <c:pt idx="5943">
                  <c:v>-3</c:v>
                </c:pt>
                <c:pt idx="5944">
                  <c:v>-3</c:v>
                </c:pt>
                <c:pt idx="5945">
                  <c:v>-3</c:v>
                </c:pt>
                <c:pt idx="5946">
                  <c:v>-3</c:v>
                </c:pt>
                <c:pt idx="5947">
                  <c:v>-3</c:v>
                </c:pt>
                <c:pt idx="5948">
                  <c:v>-3</c:v>
                </c:pt>
                <c:pt idx="5949">
                  <c:v>-3</c:v>
                </c:pt>
                <c:pt idx="5950">
                  <c:v>-3</c:v>
                </c:pt>
                <c:pt idx="5951">
                  <c:v>-3</c:v>
                </c:pt>
                <c:pt idx="5952">
                  <c:v>-3</c:v>
                </c:pt>
                <c:pt idx="5953">
                  <c:v>-3</c:v>
                </c:pt>
                <c:pt idx="5954">
                  <c:v>-3</c:v>
                </c:pt>
                <c:pt idx="5955">
                  <c:v>-3</c:v>
                </c:pt>
                <c:pt idx="5956">
                  <c:v>-3</c:v>
                </c:pt>
                <c:pt idx="5957">
                  <c:v>-3</c:v>
                </c:pt>
                <c:pt idx="5958">
                  <c:v>-3</c:v>
                </c:pt>
                <c:pt idx="5959">
                  <c:v>-3</c:v>
                </c:pt>
                <c:pt idx="5960">
                  <c:v>-3</c:v>
                </c:pt>
                <c:pt idx="5961">
                  <c:v>-3</c:v>
                </c:pt>
                <c:pt idx="5962">
                  <c:v>-3</c:v>
                </c:pt>
                <c:pt idx="5963">
                  <c:v>-3</c:v>
                </c:pt>
                <c:pt idx="5964">
                  <c:v>-3</c:v>
                </c:pt>
                <c:pt idx="5965">
                  <c:v>-3</c:v>
                </c:pt>
                <c:pt idx="5966">
                  <c:v>-3</c:v>
                </c:pt>
                <c:pt idx="5967">
                  <c:v>-3</c:v>
                </c:pt>
                <c:pt idx="5968">
                  <c:v>-3</c:v>
                </c:pt>
                <c:pt idx="5969">
                  <c:v>-3</c:v>
                </c:pt>
                <c:pt idx="5970">
                  <c:v>-3</c:v>
                </c:pt>
                <c:pt idx="5971">
                  <c:v>-3</c:v>
                </c:pt>
                <c:pt idx="5972">
                  <c:v>-3</c:v>
                </c:pt>
                <c:pt idx="5973">
                  <c:v>-3</c:v>
                </c:pt>
                <c:pt idx="5974">
                  <c:v>-3</c:v>
                </c:pt>
                <c:pt idx="5975">
                  <c:v>-3</c:v>
                </c:pt>
                <c:pt idx="5976">
                  <c:v>-3</c:v>
                </c:pt>
                <c:pt idx="5977">
                  <c:v>-3</c:v>
                </c:pt>
                <c:pt idx="5978">
                  <c:v>-3</c:v>
                </c:pt>
                <c:pt idx="5979">
                  <c:v>-3</c:v>
                </c:pt>
                <c:pt idx="5980">
                  <c:v>-3</c:v>
                </c:pt>
                <c:pt idx="5981">
                  <c:v>-3</c:v>
                </c:pt>
                <c:pt idx="5982">
                  <c:v>-3</c:v>
                </c:pt>
                <c:pt idx="5983">
                  <c:v>-3</c:v>
                </c:pt>
                <c:pt idx="5984">
                  <c:v>-3</c:v>
                </c:pt>
                <c:pt idx="5985">
                  <c:v>-3</c:v>
                </c:pt>
                <c:pt idx="5986">
                  <c:v>-3</c:v>
                </c:pt>
                <c:pt idx="5987">
                  <c:v>-3</c:v>
                </c:pt>
                <c:pt idx="5988">
                  <c:v>-3</c:v>
                </c:pt>
                <c:pt idx="5989">
                  <c:v>-3</c:v>
                </c:pt>
                <c:pt idx="5990">
                  <c:v>-3</c:v>
                </c:pt>
                <c:pt idx="5991">
                  <c:v>-3</c:v>
                </c:pt>
                <c:pt idx="5992">
                  <c:v>-3</c:v>
                </c:pt>
                <c:pt idx="5993">
                  <c:v>-3</c:v>
                </c:pt>
                <c:pt idx="5994">
                  <c:v>-3</c:v>
                </c:pt>
                <c:pt idx="5995">
                  <c:v>-3</c:v>
                </c:pt>
                <c:pt idx="5996">
                  <c:v>-3</c:v>
                </c:pt>
                <c:pt idx="5997">
                  <c:v>-3</c:v>
                </c:pt>
                <c:pt idx="5998">
                  <c:v>-3</c:v>
                </c:pt>
                <c:pt idx="5999">
                  <c:v>-3</c:v>
                </c:pt>
                <c:pt idx="6000">
                  <c:v>-3</c:v>
                </c:pt>
                <c:pt idx="6001">
                  <c:v>-3</c:v>
                </c:pt>
                <c:pt idx="6002">
                  <c:v>-3</c:v>
                </c:pt>
                <c:pt idx="6003">
                  <c:v>-3</c:v>
                </c:pt>
                <c:pt idx="6004">
                  <c:v>-3</c:v>
                </c:pt>
                <c:pt idx="6005">
                  <c:v>-3</c:v>
                </c:pt>
                <c:pt idx="6006">
                  <c:v>-3</c:v>
                </c:pt>
                <c:pt idx="6007">
                  <c:v>-3</c:v>
                </c:pt>
                <c:pt idx="6008">
                  <c:v>-3</c:v>
                </c:pt>
                <c:pt idx="6009">
                  <c:v>-3</c:v>
                </c:pt>
                <c:pt idx="6010">
                  <c:v>-3</c:v>
                </c:pt>
                <c:pt idx="6011">
                  <c:v>-3</c:v>
                </c:pt>
                <c:pt idx="6012">
                  <c:v>-3</c:v>
                </c:pt>
                <c:pt idx="6013">
                  <c:v>-3</c:v>
                </c:pt>
                <c:pt idx="6014">
                  <c:v>-3</c:v>
                </c:pt>
                <c:pt idx="6015">
                  <c:v>-3</c:v>
                </c:pt>
                <c:pt idx="6016">
                  <c:v>-3</c:v>
                </c:pt>
                <c:pt idx="6017">
                  <c:v>-3</c:v>
                </c:pt>
                <c:pt idx="6018">
                  <c:v>-3</c:v>
                </c:pt>
                <c:pt idx="6019">
                  <c:v>-3</c:v>
                </c:pt>
                <c:pt idx="6020">
                  <c:v>-3</c:v>
                </c:pt>
                <c:pt idx="6021">
                  <c:v>-3</c:v>
                </c:pt>
                <c:pt idx="6022">
                  <c:v>-3</c:v>
                </c:pt>
                <c:pt idx="6023">
                  <c:v>-3</c:v>
                </c:pt>
                <c:pt idx="6024">
                  <c:v>-3</c:v>
                </c:pt>
                <c:pt idx="6025">
                  <c:v>-3</c:v>
                </c:pt>
                <c:pt idx="6026">
                  <c:v>-3</c:v>
                </c:pt>
                <c:pt idx="6027">
                  <c:v>-3</c:v>
                </c:pt>
                <c:pt idx="6028">
                  <c:v>-3</c:v>
                </c:pt>
                <c:pt idx="6029">
                  <c:v>-3</c:v>
                </c:pt>
                <c:pt idx="6030">
                  <c:v>-3</c:v>
                </c:pt>
                <c:pt idx="6031">
                  <c:v>-3</c:v>
                </c:pt>
                <c:pt idx="6032">
                  <c:v>-3</c:v>
                </c:pt>
                <c:pt idx="6033">
                  <c:v>-3</c:v>
                </c:pt>
                <c:pt idx="6034">
                  <c:v>-3</c:v>
                </c:pt>
                <c:pt idx="6035">
                  <c:v>-3</c:v>
                </c:pt>
                <c:pt idx="6036">
                  <c:v>-3</c:v>
                </c:pt>
                <c:pt idx="6037">
                  <c:v>-3</c:v>
                </c:pt>
                <c:pt idx="6038">
                  <c:v>-3</c:v>
                </c:pt>
                <c:pt idx="6039">
                  <c:v>-3</c:v>
                </c:pt>
                <c:pt idx="6040">
                  <c:v>-3</c:v>
                </c:pt>
                <c:pt idx="6041">
                  <c:v>-3</c:v>
                </c:pt>
                <c:pt idx="6042">
                  <c:v>-3</c:v>
                </c:pt>
                <c:pt idx="6043">
                  <c:v>-3</c:v>
                </c:pt>
                <c:pt idx="6044">
                  <c:v>-3</c:v>
                </c:pt>
                <c:pt idx="6045">
                  <c:v>-3</c:v>
                </c:pt>
                <c:pt idx="6046">
                  <c:v>-3</c:v>
                </c:pt>
                <c:pt idx="6047">
                  <c:v>-3</c:v>
                </c:pt>
                <c:pt idx="6048">
                  <c:v>-3</c:v>
                </c:pt>
                <c:pt idx="6049">
                  <c:v>-3</c:v>
                </c:pt>
                <c:pt idx="6050">
                  <c:v>-3</c:v>
                </c:pt>
                <c:pt idx="6051">
                  <c:v>-3</c:v>
                </c:pt>
                <c:pt idx="6052">
                  <c:v>-3</c:v>
                </c:pt>
                <c:pt idx="6053">
                  <c:v>-3</c:v>
                </c:pt>
                <c:pt idx="6054">
                  <c:v>-3</c:v>
                </c:pt>
                <c:pt idx="6055">
                  <c:v>-3</c:v>
                </c:pt>
                <c:pt idx="6056">
                  <c:v>-3</c:v>
                </c:pt>
                <c:pt idx="6057">
                  <c:v>-3</c:v>
                </c:pt>
                <c:pt idx="6058">
                  <c:v>-3</c:v>
                </c:pt>
                <c:pt idx="6059">
                  <c:v>-3</c:v>
                </c:pt>
                <c:pt idx="6060">
                  <c:v>-3</c:v>
                </c:pt>
                <c:pt idx="6061">
                  <c:v>-3</c:v>
                </c:pt>
                <c:pt idx="6062">
                  <c:v>-3</c:v>
                </c:pt>
                <c:pt idx="6063">
                  <c:v>-3</c:v>
                </c:pt>
                <c:pt idx="6064">
                  <c:v>-3</c:v>
                </c:pt>
                <c:pt idx="6065">
                  <c:v>-3</c:v>
                </c:pt>
                <c:pt idx="6066">
                  <c:v>-3</c:v>
                </c:pt>
                <c:pt idx="6067">
                  <c:v>-3</c:v>
                </c:pt>
                <c:pt idx="6068">
                  <c:v>-3</c:v>
                </c:pt>
                <c:pt idx="6069">
                  <c:v>-3</c:v>
                </c:pt>
                <c:pt idx="6070">
                  <c:v>-3</c:v>
                </c:pt>
                <c:pt idx="6071">
                  <c:v>-3</c:v>
                </c:pt>
                <c:pt idx="6072">
                  <c:v>-3</c:v>
                </c:pt>
                <c:pt idx="6073">
                  <c:v>-3</c:v>
                </c:pt>
                <c:pt idx="6074">
                  <c:v>-3</c:v>
                </c:pt>
                <c:pt idx="6075">
                  <c:v>-3</c:v>
                </c:pt>
                <c:pt idx="6076">
                  <c:v>-3</c:v>
                </c:pt>
                <c:pt idx="6077">
                  <c:v>-3</c:v>
                </c:pt>
                <c:pt idx="6078">
                  <c:v>-3</c:v>
                </c:pt>
                <c:pt idx="6079">
                  <c:v>-3</c:v>
                </c:pt>
                <c:pt idx="6080">
                  <c:v>-3</c:v>
                </c:pt>
                <c:pt idx="6081">
                  <c:v>-3</c:v>
                </c:pt>
                <c:pt idx="6082">
                  <c:v>-3</c:v>
                </c:pt>
                <c:pt idx="6083">
                  <c:v>-3</c:v>
                </c:pt>
                <c:pt idx="6084">
                  <c:v>-3</c:v>
                </c:pt>
                <c:pt idx="6085">
                  <c:v>-3</c:v>
                </c:pt>
                <c:pt idx="6086">
                  <c:v>-3</c:v>
                </c:pt>
                <c:pt idx="6087">
                  <c:v>-3</c:v>
                </c:pt>
                <c:pt idx="6088">
                  <c:v>-3</c:v>
                </c:pt>
                <c:pt idx="6089">
                  <c:v>-3</c:v>
                </c:pt>
                <c:pt idx="6090">
                  <c:v>-3</c:v>
                </c:pt>
                <c:pt idx="6091">
                  <c:v>-3</c:v>
                </c:pt>
                <c:pt idx="6092">
                  <c:v>-3</c:v>
                </c:pt>
                <c:pt idx="6093">
                  <c:v>-3</c:v>
                </c:pt>
                <c:pt idx="6094">
                  <c:v>-3</c:v>
                </c:pt>
                <c:pt idx="6095">
                  <c:v>-3</c:v>
                </c:pt>
                <c:pt idx="6096">
                  <c:v>-3</c:v>
                </c:pt>
                <c:pt idx="6097">
                  <c:v>-3</c:v>
                </c:pt>
                <c:pt idx="6098">
                  <c:v>-3</c:v>
                </c:pt>
                <c:pt idx="6099">
                  <c:v>-3</c:v>
                </c:pt>
                <c:pt idx="6100">
                  <c:v>-3</c:v>
                </c:pt>
                <c:pt idx="6101">
                  <c:v>-3</c:v>
                </c:pt>
                <c:pt idx="6102">
                  <c:v>-3</c:v>
                </c:pt>
                <c:pt idx="6103">
                  <c:v>-3</c:v>
                </c:pt>
                <c:pt idx="6104">
                  <c:v>-3</c:v>
                </c:pt>
                <c:pt idx="6105">
                  <c:v>-3</c:v>
                </c:pt>
                <c:pt idx="6106">
                  <c:v>-3</c:v>
                </c:pt>
                <c:pt idx="6107">
                  <c:v>-3</c:v>
                </c:pt>
                <c:pt idx="6108">
                  <c:v>-3</c:v>
                </c:pt>
                <c:pt idx="6109">
                  <c:v>-3</c:v>
                </c:pt>
                <c:pt idx="6110">
                  <c:v>-3</c:v>
                </c:pt>
                <c:pt idx="6111">
                  <c:v>-3</c:v>
                </c:pt>
                <c:pt idx="6112">
                  <c:v>-3</c:v>
                </c:pt>
                <c:pt idx="6113">
                  <c:v>-3</c:v>
                </c:pt>
                <c:pt idx="6114">
                  <c:v>-3</c:v>
                </c:pt>
                <c:pt idx="6115">
                  <c:v>-3</c:v>
                </c:pt>
                <c:pt idx="6116">
                  <c:v>-3</c:v>
                </c:pt>
                <c:pt idx="6117">
                  <c:v>-3</c:v>
                </c:pt>
                <c:pt idx="6118">
                  <c:v>-3</c:v>
                </c:pt>
                <c:pt idx="6119">
                  <c:v>-3</c:v>
                </c:pt>
                <c:pt idx="6120">
                  <c:v>-3</c:v>
                </c:pt>
                <c:pt idx="6121">
                  <c:v>-3</c:v>
                </c:pt>
                <c:pt idx="6122">
                  <c:v>-3</c:v>
                </c:pt>
                <c:pt idx="6123">
                  <c:v>-3</c:v>
                </c:pt>
                <c:pt idx="6124">
                  <c:v>-3</c:v>
                </c:pt>
                <c:pt idx="6125">
                  <c:v>-3</c:v>
                </c:pt>
                <c:pt idx="6126">
                  <c:v>-3</c:v>
                </c:pt>
                <c:pt idx="6127">
                  <c:v>-3</c:v>
                </c:pt>
                <c:pt idx="6128">
                  <c:v>-3</c:v>
                </c:pt>
                <c:pt idx="6129">
                  <c:v>-3</c:v>
                </c:pt>
                <c:pt idx="6130">
                  <c:v>-3</c:v>
                </c:pt>
              </c:numCache>
            </c:numRef>
          </c:val>
          <c:extLst>
            <c:ext xmlns:c16="http://schemas.microsoft.com/office/drawing/2014/chart" uri="{C3380CC4-5D6E-409C-BE32-E72D297353CC}">
              <c16:uniqueId val="{00000000-FE79-4F56-8C61-D5CCC4ABBB15}"/>
            </c:ext>
          </c:extLst>
        </c:ser>
        <c:ser>
          <c:idx val="1"/>
          <c:order val="1"/>
          <c:tx>
            <c:v>Domestic stress</c:v>
          </c:tx>
          <c:spPr>
            <a:solidFill>
              <a:srgbClr val="F9C113">
                <a:alpha val="65000"/>
              </a:srgbClr>
            </a:solidFill>
            <a:ln>
              <a:noFill/>
            </a:ln>
          </c:spPr>
          <c:cat>
            <c:numRef>
              <c:f>'L1'!$A$2:$A$6132</c:f>
              <c:numCache>
                <c:formatCode>yyyy\-mm\-dd</c:formatCode>
                <c:ptCount val="6131"/>
                <c:pt idx="0">
                  <c:v>37292</c:v>
                </c:pt>
                <c:pt idx="1">
                  <c:v>37293</c:v>
                </c:pt>
                <c:pt idx="2">
                  <c:v>37294</c:v>
                </c:pt>
                <c:pt idx="3">
                  <c:v>37295</c:v>
                </c:pt>
                <c:pt idx="4">
                  <c:v>37300</c:v>
                </c:pt>
                <c:pt idx="5">
                  <c:v>37301</c:v>
                </c:pt>
                <c:pt idx="6">
                  <c:v>37302</c:v>
                </c:pt>
                <c:pt idx="7">
                  <c:v>37305</c:v>
                </c:pt>
                <c:pt idx="8">
                  <c:v>37306</c:v>
                </c:pt>
                <c:pt idx="9">
                  <c:v>37307</c:v>
                </c:pt>
                <c:pt idx="10">
                  <c:v>37308</c:v>
                </c:pt>
                <c:pt idx="11">
                  <c:v>37309</c:v>
                </c:pt>
                <c:pt idx="12">
                  <c:v>37312</c:v>
                </c:pt>
                <c:pt idx="13">
                  <c:v>37313</c:v>
                </c:pt>
                <c:pt idx="14">
                  <c:v>37314</c:v>
                </c:pt>
                <c:pt idx="15">
                  <c:v>37315</c:v>
                </c:pt>
                <c:pt idx="16">
                  <c:v>37316</c:v>
                </c:pt>
                <c:pt idx="17">
                  <c:v>37319</c:v>
                </c:pt>
                <c:pt idx="18">
                  <c:v>37320</c:v>
                </c:pt>
                <c:pt idx="19">
                  <c:v>37321</c:v>
                </c:pt>
                <c:pt idx="20">
                  <c:v>37322</c:v>
                </c:pt>
                <c:pt idx="21">
                  <c:v>37323</c:v>
                </c:pt>
                <c:pt idx="22">
                  <c:v>37326</c:v>
                </c:pt>
                <c:pt idx="23">
                  <c:v>37327</c:v>
                </c:pt>
                <c:pt idx="24">
                  <c:v>37328</c:v>
                </c:pt>
                <c:pt idx="25">
                  <c:v>37329</c:v>
                </c:pt>
                <c:pt idx="26">
                  <c:v>37330</c:v>
                </c:pt>
                <c:pt idx="27">
                  <c:v>37333</c:v>
                </c:pt>
                <c:pt idx="28">
                  <c:v>37334</c:v>
                </c:pt>
                <c:pt idx="29">
                  <c:v>37335</c:v>
                </c:pt>
                <c:pt idx="30">
                  <c:v>37336</c:v>
                </c:pt>
                <c:pt idx="31">
                  <c:v>37337</c:v>
                </c:pt>
                <c:pt idx="32">
                  <c:v>37340</c:v>
                </c:pt>
                <c:pt idx="33">
                  <c:v>37341</c:v>
                </c:pt>
                <c:pt idx="34">
                  <c:v>37342</c:v>
                </c:pt>
                <c:pt idx="35">
                  <c:v>37343</c:v>
                </c:pt>
                <c:pt idx="36">
                  <c:v>37347</c:v>
                </c:pt>
                <c:pt idx="37">
                  <c:v>37348</c:v>
                </c:pt>
                <c:pt idx="38">
                  <c:v>37349</c:v>
                </c:pt>
                <c:pt idx="39">
                  <c:v>37350</c:v>
                </c:pt>
                <c:pt idx="40">
                  <c:v>37351</c:v>
                </c:pt>
                <c:pt idx="41">
                  <c:v>37354</c:v>
                </c:pt>
                <c:pt idx="42">
                  <c:v>37355</c:v>
                </c:pt>
                <c:pt idx="43">
                  <c:v>37356</c:v>
                </c:pt>
                <c:pt idx="44">
                  <c:v>37357</c:v>
                </c:pt>
                <c:pt idx="45">
                  <c:v>37358</c:v>
                </c:pt>
                <c:pt idx="46">
                  <c:v>37361</c:v>
                </c:pt>
                <c:pt idx="47">
                  <c:v>37362</c:v>
                </c:pt>
                <c:pt idx="48">
                  <c:v>37363</c:v>
                </c:pt>
                <c:pt idx="49">
                  <c:v>37364</c:v>
                </c:pt>
                <c:pt idx="50">
                  <c:v>37365</c:v>
                </c:pt>
                <c:pt idx="51">
                  <c:v>37368</c:v>
                </c:pt>
                <c:pt idx="52">
                  <c:v>37369</c:v>
                </c:pt>
                <c:pt idx="53">
                  <c:v>37370</c:v>
                </c:pt>
                <c:pt idx="54">
                  <c:v>37371</c:v>
                </c:pt>
                <c:pt idx="55">
                  <c:v>37372</c:v>
                </c:pt>
                <c:pt idx="56">
                  <c:v>37375</c:v>
                </c:pt>
                <c:pt idx="57">
                  <c:v>37376</c:v>
                </c:pt>
                <c:pt idx="58">
                  <c:v>37378</c:v>
                </c:pt>
                <c:pt idx="59">
                  <c:v>37379</c:v>
                </c:pt>
                <c:pt idx="60">
                  <c:v>37382</c:v>
                </c:pt>
                <c:pt idx="61">
                  <c:v>37383</c:v>
                </c:pt>
                <c:pt idx="62">
                  <c:v>37384</c:v>
                </c:pt>
                <c:pt idx="63">
                  <c:v>37385</c:v>
                </c:pt>
                <c:pt idx="64">
                  <c:v>37386</c:v>
                </c:pt>
                <c:pt idx="65">
                  <c:v>37389</c:v>
                </c:pt>
                <c:pt idx="66">
                  <c:v>37390</c:v>
                </c:pt>
                <c:pt idx="67">
                  <c:v>37391</c:v>
                </c:pt>
                <c:pt idx="68">
                  <c:v>37392</c:v>
                </c:pt>
                <c:pt idx="69">
                  <c:v>37393</c:v>
                </c:pt>
                <c:pt idx="70">
                  <c:v>37396</c:v>
                </c:pt>
                <c:pt idx="71">
                  <c:v>37397</c:v>
                </c:pt>
                <c:pt idx="72">
                  <c:v>37398</c:v>
                </c:pt>
                <c:pt idx="73">
                  <c:v>37399</c:v>
                </c:pt>
                <c:pt idx="74">
                  <c:v>37400</c:v>
                </c:pt>
                <c:pt idx="75">
                  <c:v>37403</c:v>
                </c:pt>
                <c:pt idx="76">
                  <c:v>37404</c:v>
                </c:pt>
                <c:pt idx="77">
                  <c:v>37405</c:v>
                </c:pt>
                <c:pt idx="78">
                  <c:v>37407</c:v>
                </c:pt>
                <c:pt idx="79">
                  <c:v>37410</c:v>
                </c:pt>
                <c:pt idx="80">
                  <c:v>37411</c:v>
                </c:pt>
                <c:pt idx="81">
                  <c:v>37412</c:v>
                </c:pt>
                <c:pt idx="82">
                  <c:v>37413</c:v>
                </c:pt>
                <c:pt idx="83">
                  <c:v>37414</c:v>
                </c:pt>
                <c:pt idx="84">
                  <c:v>37417</c:v>
                </c:pt>
                <c:pt idx="85">
                  <c:v>37418</c:v>
                </c:pt>
                <c:pt idx="86">
                  <c:v>37419</c:v>
                </c:pt>
                <c:pt idx="87">
                  <c:v>37420</c:v>
                </c:pt>
                <c:pt idx="88">
                  <c:v>37421</c:v>
                </c:pt>
                <c:pt idx="89">
                  <c:v>37424</c:v>
                </c:pt>
                <c:pt idx="90">
                  <c:v>37425</c:v>
                </c:pt>
                <c:pt idx="91">
                  <c:v>37426</c:v>
                </c:pt>
                <c:pt idx="92">
                  <c:v>37427</c:v>
                </c:pt>
                <c:pt idx="93">
                  <c:v>37428</c:v>
                </c:pt>
                <c:pt idx="94">
                  <c:v>37431</c:v>
                </c:pt>
                <c:pt idx="95">
                  <c:v>37432</c:v>
                </c:pt>
                <c:pt idx="96">
                  <c:v>37433</c:v>
                </c:pt>
                <c:pt idx="97">
                  <c:v>37434</c:v>
                </c:pt>
                <c:pt idx="98">
                  <c:v>37435</c:v>
                </c:pt>
                <c:pt idx="99">
                  <c:v>37438</c:v>
                </c:pt>
                <c:pt idx="100">
                  <c:v>37439</c:v>
                </c:pt>
                <c:pt idx="101">
                  <c:v>37440</c:v>
                </c:pt>
                <c:pt idx="102">
                  <c:v>37441</c:v>
                </c:pt>
                <c:pt idx="103">
                  <c:v>37442</c:v>
                </c:pt>
                <c:pt idx="104">
                  <c:v>37445</c:v>
                </c:pt>
                <c:pt idx="105">
                  <c:v>37447</c:v>
                </c:pt>
                <c:pt idx="106">
                  <c:v>37448</c:v>
                </c:pt>
                <c:pt idx="107">
                  <c:v>37449</c:v>
                </c:pt>
                <c:pt idx="108">
                  <c:v>37452</c:v>
                </c:pt>
                <c:pt idx="109">
                  <c:v>37453</c:v>
                </c:pt>
                <c:pt idx="110">
                  <c:v>37454</c:v>
                </c:pt>
                <c:pt idx="111">
                  <c:v>37455</c:v>
                </c:pt>
                <c:pt idx="112">
                  <c:v>37456</c:v>
                </c:pt>
                <c:pt idx="113">
                  <c:v>37459</c:v>
                </c:pt>
                <c:pt idx="114">
                  <c:v>37460</c:v>
                </c:pt>
                <c:pt idx="115">
                  <c:v>37461</c:v>
                </c:pt>
                <c:pt idx="116">
                  <c:v>37462</c:v>
                </c:pt>
                <c:pt idx="117">
                  <c:v>37463</c:v>
                </c:pt>
                <c:pt idx="118">
                  <c:v>37466</c:v>
                </c:pt>
                <c:pt idx="119">
                  <c:v>37467</c:v>
                </c:pt>
                <c:pt idx="120">
                  <c:v>37468</c:v>
                </c:pt>
                <c:pt idx="121">
                  <c:v>37469</c:v>
                </c:pt>
                <c:pt idx="122">
                  <c:v>37470</c:v>
                </c:pt>
                <c:pt idx="123">
                  <c:v>37473</c:v>
                </c:pt>
                <c:pt idx="124">
                  <c:v>37474</c:v>
                </c:pt>
                <c:pt idx="125">
                  <c:v>37475</c:v>
                </c:pt>
                <c:pt idx="126">
                  <c:v>37476</c:v>
                </c:pt>
                <c:pt idx="127">
                  <c:v>37477</c:v>
                </c:pt>
                <c:pt idx="128">
                  <c:v>37480</c:v>
                </c:pt>
                <c:pt idx="129">
                  <c:v>37481</c:v>
                </c:pt>
                <c:pt idx="130">
                  <c:v>37482</c:v>
                </c:pt>
                <c:pt idx="131">
                  <c:v>37483</c:v>
                </c:pt>
                <c:pt idx="132">
                  <c:v>37484</c:v>
                </c:pt>
                <c:pt idx="133">
                  <c:v>37487</c:v>
                </c:pt>
                <c:pt idx="134">
                  <c:v>37488</c:v>
                </c:pt>
                <c:pt idx="135">
                  <c:v>37489</c:v>
                </c:pt>
                <c:pt idx="136">
                  <c:v>37490</c:v>
                </c:pt>
                <c:pt idx="137">
                  <c:v>37491</c:v>
                </c:pt>
                <c:pt idx="138">
                  <c:v>37494</c:v>
                </c:pt>
                <c:pt idx="139">
                  <c:v>37495</c:v>
                </c:pt>
                <c:pt idx="140">
                  <c:v>37496</c:v>
                </c:pt>
                <c:pt idx="141">
                  <c:v>37497</c:v>
                </c:pt>
                <c:pt idx="142">
                  <c:v>37498</c:v>
                </c:pt>
                <c:pt idx="143">
                  <c:v>37501</c:v>
                </c:pt>
                <c:pt idx="144">
                  <c:v>37502</c:v>
                </c:pt>
                <c:pt idx="145">
                  <c:v>37503</c:v>
                </c:pt>
                <c:pt idx="146">
                  <c:v>37504</c:v>
                </c:pt>
                <c:pt idx="147">
                  <c:v>37505</c:v>
                </c:pt>
                <c:pt idx="148">
                  <c:v>37508</c:v>
                </c:pt>
                <c:pt idx="149">
                  <c:v>37509</c:v>
                </c:pt>
                <c:pt idx="150">
                  <c:v>37510</c:v>
                </c:pt>
                <c:pt idx="151">
                  <c:v>37511</c:v>
                </c:pt>
                <c:pt idx="152">
                  <c:v>37512</c:v>
                </c:pt>
                <c:pt idx="153">
                  <c:v>37515</c:v>
                </c:pt>
                <c:pt idx="154">
                  <c:v>37516</c:v>
                </c:pt>
                <c:pt idx="155">
                  <c:v>37517</c:v>
                </c:pt>
                <c:pt idx="156">
                  <c:v>37518</c:v>
                </c:pt>
                <c:pt idx="157">
                  <c:v>37519</c:v>
                </c:pt>
                <c:pt idx="158">
                  <c:v>37522</c:v>
                </c:pt>
                <c:pt idx="159">
                  <c:v>37523</c:v>
                </c:pt>
                <c:pt idx="160">
                  <c:v>37524</c:v>
                </c:pt>
                <c:pt idx="161">
                  <c:v>37525</c:v>
                </c:pt>
                <c:pt idx="162">
                  <c:v>37526</c:v>
                </c:pt>
                <c:pt idx="163">
                  <c:v>37529</c:v>
                </c:pt>
                <c:pt idx="164">
                  <c:v>37530</c:v>
                </c:pt>
                <c:pt idx="165">
                  <c:v>37531</c:v>
                </c:pt>
                <c:pt idx="166">
                  <c:v>37532</c:v>
                </c:pt>
                <c:pt idx="167">
                  <c:v>37533</c:v>
                </c:pt>
                <c:pt idx="168">
                  <c:v>37536</c:v>
                </c:pt>
                <c:pt idx="169">
                  <c:v>37537</c:v>
                </c:pt>
                <c:pt idx="170">
                  <c:v>37538</c:v>
                </c:pt>
                <c:pt idx="171">
                  <c:v>37539</c:v>
                </c:pt>
                <c:pt idx="172">
                  <c:v>37540</c:v>
                </c:pt>
                <c:pt idx="173">
                  <c:v>37543</c:v>
                </c:pt>
                <c:pt idx="174">
                  <c:v>37544</c:v>
                </c:pt>
                <c:pt idx="175">
                  <c:v>37545</c:v>
                </c:pt>
                <c:pt idx="176">
                  <c:v>37546</c:v>
                </c:pt>
                <c:pt idx="177">
                  <c:v>37547</c:v>
                </c:pt>
                <c:pt idx="178">
                  <c:v>37550</c:v>
                </c:pt>
                <c:pt idx="179">
                  <c:v>37551</c:v>
                </c:pt>
                <c:pt idx="180">
                  <c:v>37552</c:v>
                </c:pt>
                <c:pt idx="181">
                  <c:v>37553</c:v>
                </c:pt>
                <c:pt idx="182">
                  <c:v>37554</c:v>
                </c:pt>
                <c:pt idx="183">
                  <c:v>37557</c:v>
                </c:pt>
                <c:pt idx="184">
                  <c:v>37558</c:v>
                </c:pt>
                <c:pt idx="185">
                  <c:v>37559</c:v>
                </c:pt>
                <c:pt idx="186">
                  <c:v>37560</c:v>
                </c:pt>
                <c:pt idx="187">
                  <c:v>37561</c:v>
                </c:pt>
                <c:pt idx="188">
                  <c:v>37564</c:v>
                </c:pt>
                <c:pt idx="189">
                  <c:v>37565</c:v>
                </c:pt>
                <c:pt idx="190">
                  <c:v>37566</c:v>
                </c:pt>
                <c:pt idx="191">
                  <c:v>37567</c:v>
                </c:pt>
                <c:pt idx="192">
                  <c:v>37568</c:v>
                </c:pt>
                <c:pt idx="193">
                  <c:v>37571</c:v>
                </c:pt>
                <c:pt idx="194">
                  <c:v>37572</c:v>
                </c:pt>
                <c:pt idx="195">
                  <c:v>37573</c:v>
                </c:pt>
                <c:pt idx="196">
                  <c:v>37574</c:v>
                </c:pt>
                <c:pt idx="197">
                  <c:v>37578</c:v>
                </c:pt>
                <c:pt idx="198">
                  <c:v>37579</c:v>
                </c:pt>
                <c:pt idx="199">
                  <c:v>37580</c:v>
                </c:pt>
                <c:pt idx="200">
                  <c:v>37581</c:v>
                </c:pt>
                <c:pt idx="201">
                  <c:v>37582</c:v>
                </c:pt>
                <c:pt idx="202">
                  <c:v>37585</c:v>
                </c:pt>
                <c:pt idx="203">
                  <c:v>37586</c:v>
                </c:pt>
                <c:pt idx="204">
                  <c:v>37587</c:v>
                </c:pt>
                <c:pt idx="205">
                  <c:v>37588</c:v>
                </c:pt>
                <c:pt idx="206">
                  <c:v>37589</c:v>
                </c:pt>
                <c:pt idx="207">
                  <c:v>37592</c:v>
                </c:pt>
                <c:pt idx="208">
                  <c:v>37593</c:v>
                </c:pt>
                <c:pt idx="209">
                  <c:v>37594</c:v>
                </c:pt>
                <c:pt idx="210">
                  <c:v>37595</c:v>
                </c:pt>
                <c:pt idx="211">
                  <c:v>37596</c:v>
                </c:pt>
                <c:pt idx="212">
                  <c:v>37599</c:v>
                </c:pt>
                <c:pt idx="213">
                  <c:v>37600</c:v>
                </c:pt>
                <c:pt idx="214">
                  <c:v>37601</c:v>
                </c:pt>
                <c:pt idx="215">
                  <c:v>37602</c:v>
                </c:pt>
                <c:pt idx="216">
                  <c:v>37603</c:v>
                </c:pt>
                <c:pt idx="217">
                  <c:v>37606</c:v>
                </c:pt>
                <c:pt idx="218">
                  <c:v>37607</c:v>
                </c:pt>
                <c:pt idx="219">
                  <c:v>37608</c:v>
                </c:pt>
                <c:pt idx="220">
                  <c:v>37609</c:v>
                </c:pt>
                <c:pt idx="221">
                  <c:v>37610</c:v>
                </c:pt>
                <c:pt idx="222">
                  <c:v>37613</c:v>
                </c:pt>
                <c:pt idx="223">
                  <c:v>37616</c:v>
                </c:pt>
                <c:pt idx="224">
                  <c:v>37617</c:v>
                </c:pt>
                <c:pt idx="225">
                  <c:v>37620</c:v>
                </c:pt>
                <c:pt idx="226">
                  <c:v>37623</c:v>
                </c:pt>
                <c:pt idx="227">
                  <c:v>37624</c:v>
                </c:pt>
                <c:pt idx="228">
                  <c:v>37627</c:v>
                </c:pt>
                <c:pt idx="229">
                  <c:v>37628</c:v>
                </c:pt>
                <c:pt idx="230">
                  <c:v>37629</c:v>
                </c:pt>
                <c:pt idx="231">
                  <c:v>37630</c:v>
                </c:pt>
                <c:pt idx="232">
                  <c:v>37631</c:v>
                </c:pt>
                <c:pt idx="233">
                  <c:v>37634</c:v>
                </c:pt>
                <c:pt idx="234">
                  <c:v>37635</c:v>
                </c:pt>
                <c:pt idx="235">
                  <c:v>37636</c:v>
                </c:pt>
                <c:pt idx="236">
                  <c:v>37637</c:v>
                </c:pt>
                <c:pt idx="237">
                  <c:v>37638</c:v>
                </c:pt>
                <c:pt idx="238">
                  <c:v>37641</c:v>
                </c:pt>
                <c:pt idx="239">
                  <c:v>37642</c:v>
                </c:pt>
                <c:pt idx="240">
                  <c:v>37643</c:v>
                </c:pt>
                <c:pt idx="241">
                  <c:v>37644</c:v>
                </c:pt>
                <c:pt idx="242">
                  <c:v>37645</c:v>
                </c:pt>
                <c:pt idx="243">
                  <c:v>37648</c:v>
                </c:pt>
                <c:pt idx="244">
                  <c:v>37649</c:v>
                </c:pt>
                <c:pt idx="245">
                  <c:v>37650</c:v>
                </c:pt>
                <c:pt idx="246">
                  <c:v>37651</c:v>
                </c:pt>
                <c:pt idx="247">
                  <c:v>37652</c:v>
                </c:pt>
                <c:pt idx="248">
                  <c:v>37655</c:v>
                </c:pt>
                <c:pt idx="249">
                  <c:v>37656</c:v>
                </c:pt>
                <c:pt idx="250">
                  <c:v>37657</c:v>
                </c:pt>
                <c:pt idx="251">
                  <c:v>37658</c:v>
                </c:pt>
                <c:pt idx="252">
                  <c:v>37659</c:v>
                </c:pt>
                <c:pt idx="253">
                  <c:v>37662</c:v>
                </c:pt>
                <c:pt idx="254">
                  <c:v>37663</c:v>
                </c:pt>
                <c:pt idx="255">
                  <c:v>37664</c:v>
                </c:pt>
                <c:pt idx="256">
                  <c:v>37665</c:v>
                </c:pt>
                <c:pt idx="257">
                  <c:v>37666</c:v>
                </c:pt>
                <c:pt idx="258">
                  <c:v>37669</c:v>
                </c:pt>
                <c:pt idx="259">
                  <c:v>37670</c:v>
                </c:pt>
                <c:pt idx="260">
                  <c:v>37671</c:v>
                </c:pt>
                <c:pt idx="261">
                  <c:v>37672</c:v>
                </c:pt>
                <c:pt idx="262">
                  <c:v>37673</c:v>
                </c:pt>
                <c:pt idx="263">
                  <c:v>37676</c:v>
                </c:pt>
                <c:pt idx="264">
                  <c:v>37677</c:v>
                </c:pt>
                <c:pt idx="265">
                  <c:v>37678</c:v>
                </c:pt>
                <c:pt idx="266">
                  <c:v>37679</c:v>
                </c:pt>
                <c:pt idx="267">
                  <c:v>37680</c:v>
                </c:pt>
                <c:pt idx="268">
                  <c:v>37685</c:v>
                </c:pt>
                <c:pt idx="269">
                  <c:v>37686</c:v>
                </c:pt>
                <c:pt idx="270">
                  <c:v>37687</c:v>
                </c:pt>
                <c:pt idx="271">
                  <c:v>37690</c:v>
                </c:pt>
                <c:pt idx="272">
                  <c:v>37691</c:v>
                </c:pt>
                <c:pt idx="273">
                  <c:v>37692</c:v>
                </c:pt>
                <c:pt idx="274">
                  <c:v>37693</c:v>
                </c:pt>
                <c:pt idx="275">
                  <c:v>37694</c:v>
                </c:pt>
                <c:pt idx="276">
                  <c:v>37697</c:v>
                </c:pt>
                <c:pt idx="277">
                  <c:v>37698</c:v>
                </c:pt>
                <c:pt idx="278">
                  <c:v>37699</c:v>
                </c:pt>
                <c:pt idx="279">
                  <c:v>37700</c:v>
                </c:pt>
                <c:pt idx="280">
                  <c:v>37701</c:v>
                </c:pt>
                <c:pt idx="281">
                  <c:v>37704</c:v>
                </c:pt>
                <c:pt idx="282">
                  <c:v>37705</c:v>
                </c:pt>
                <c:pt idx="283">
                  <c:v>37706</c:v>
                </c:pt>
                <c:pt idx="284">
                  <c:v>37707</c:v>
                </c:pt>
                <c:pt idx="285">
                  <c:v>37708</c:v>
                </c:pt>
                <c:pt idx="286">
                  <c:v>37711</c:v>
                </c:pt>
                <c:pt idx="287">
                  <c:v>37712</c:v>
                </c:pt>
                <c:pt idx="288">
                  <c:v>37713</c:v>
                </c:pt>
                <c:pt idx="289">
                  <c:v>37714</c:v>
                </c:pt>
                <c:pt idx="290">
                  <c:v>37715</c:v>
                </c:pt>
                <c:pt idx="291">
                  <c:v>37718</c:v>
                </c:pt>
                <c:pt idx="292">
                  <c:v>37719</c:v>
                </c:pt>
                <c:pt idx="293">
                  <c:v>37720</c:v>
                </c:pt>
                <c:pt idx="294">
                  <c:v>37721</c:v>
                </c:pt>
                <c:pt idx="295">
                  <c:v>37722</c:v>
                </c:pt>
                <c:pt idx="296">
                  <c:v>37725</c:v>
                </c:pt>
                <c:pt idx="297">
                  <c:v>37726</c:v>
                </c:pt>
                <c:pt idx="298">
                  <c:v>37727</c:v>
                </c:pt>
                <c:pt idx="299">
                  <c:v>37728</c:v>
                </c:pt>
                <c:pt idx="300">
                  <c:v>37733</c:v>
                </c:pt>
                <c:pt idx="301">
                  <c:v>37734</c:v>
                </c:pt>
                <c:pt idx="302">
                  <c:v>37735</c:v>
                </c:pt>
                <c:pt idx="303">
                  <c:v>37736</c:v>
                </c:pt>
                <c:pt idx="304">
                  <c:v>37739</c:v>
                </c:pt>
                <c:pt idx="305">
                  <c:v>37740</c:v>
                </c:pt>
                <c:pt idx="306">
                  <c:v>37741</c:v>
                </c:pt>
                <c:pt idx="307">
                  <c:v>37743</c:v>
                </c:pt>
                <c:pt idx="308">
                  <c:v>37746</c:v>
                </c:pt>
                <c:pt idx="309">
                  <c:v>37747</c:v>
                </c:pt>
                <c:pt idx="310">
                  <c:v>37748</c:v>
                </c:pt>
                <c:pt idx="311">
                  <c:v>37749</c:v>
                </c:pt>
                <c:pt idx="312">
                  <c:v>37750</c:v>
                </c:pt>
                <c:pt idx="313">
                  <c:v>37753</c:v>
                </c:pt>
                <c:pt idx="314">
                  <c:v>37754</c:v>
                </c:pt>
                <c:pt idx="315">
                  <c:v>37755</c:v>
                </c:pt>
                <c:pt idx="316">
                  <c:v>37756</c:v>
                </c:pt>
                <c:pt idx="317">
                  <c:v>37757</c:v>
                </c:pt>
                <c:pt idx="318">
                  <c:v>37760</c:v>
                </c:pt>
                <c:pt idx="319">
                  <c:v>37761</c:v>
                </c:pt>
                <c:pt idx="320">
                  <c:v>37762</c:v>
                </c:pt>
                <c:pt idx="321">
                  <c:v>37763</c:v>
                </c:pt>
                <c:pt idx="322">
                  <c:v>37764</c:v>
                </c:pt>
                <c:pt idx="323">
                  <c:v>37767</c:v>
                </c:pt>
                <c:pt idx="324">
                  <c:v>37768</c:v>
                </c:pt>
                <c:pt idx="325">
                  <c:v>37769</c:v>
                </c:pt>
                <c:pt idx="326">
                  <c:v>37770</c:v>
                </c:pt>
                <c:pt idx="327">
                  <c:v>37771</c:v>
                </c:pt>
                <c:pt idx="328">
                  <c:v>37774</c:v>
                </c:pt>
                <c:pt idx="329">
                  <c:v>37775</c:v>
                </c:pt>
                <c:pt idx="330">
                  <c:v>37776</c:v>
                </c:pt>
                <c:pt idx="331">
                  <c:v>37777</c:v>
                </c:pt>
                <c:pt idx="332">
                  <c:v>37778</c:v>
                </c:pt>
                <c:pt idx="333">
                  <c:v>37781</c:v>
                </c:pt>
                <c:pt idx="334">
                  <c:v>37782</c:v>
                </c:pt>
                <c:pt idx="335">
                  <c:v>37783</c:v>
                </c:pt>
                <c:pt idx="336">
                  <c:v>37784</c:v>
                </c:pt>
                <c:pt idx="337">
                  <c:v>37785</c:v>
                </c:pt>
                <c:pt idx="338">
                  <c:v>37788</c:v>
                </c:pt>
                <c:pt idx="339">
                  <c:v>37789</c:v>
                </c:pt>
                <c:pt idx="340">
                  <c:v>37790</c:v>
                </c:pt>
                <c:pt idx="341">
                  <c:v>37792</c:v>
                </c:pt>
                <c:pt idx="342">
                  <c:v>37795</c:v>
                </c:pt>
                <c:pt idx="343">
                  <c:v>37796</c:v>
                </c:pt>
                <c:pt idx="344">
                  <c:v>37797</c:v>
                </c:pt>
                <c:pt idx="345">
                  <c:v>37798</c:v>
                </c:pt>
                <c:pt idx="346">
                  <c:v>37799</c:v>
                </c:pt>
                <c:pt idx="347">
                  <c:v>37802</c:v>
                </c:pt>
                <c:pt idx="348">
                  <c:v>37803</c:v>
                </c:pt>
                <c:pt idx="349">
                  <c:v>37804</c:v>
                </c:pt>
                <c:pt idx="350">
                  <c:v>37805</c:v>
                </c:pt>
                <c:pt idx="351">
                  <c:v>37806</c:v>
                </c:pt>
                <c:pt idx="352">
                  <c:v>37809</c:v>
                </c:pt>
                <c:pt idx="353">
                  <c:v>37810</c:v>
                </c:pt>
                <c:pt idx="354">
                  <c:v>37812</c:v>
                </c:pt>
                <c:pt idx="355">
                  <c:v>37813</c:v>
                </c:pt>
                <c:pt idx="356">
                  <c:v>37816</c:v>
                </c:pt>
                <c:pt idx="357">
                  <c:v>37817</c:v>
                </c:pt>
                <c:pt idx="358">
                  <c:v>37818</c:v>
                </c:pt>
                <c:pt idx="359">
                  <c:v>37819</c:v>
                </c:pt>
                <c:pt idx="360">
                  <c:v>37820</c:v>
                </c:pt>
                <c:pt idx="361">
                  <c:v>37823</c:v>
                </c:pt>
                <c:pt idx="362">
                  <c:v>37824</c:v>
                </c:pt>
                <c:pt idx="363">
                  <c:v>37825</c:v>
                </c:pt>
                <c:pt idx="364">
                  <c:v>37826</c:v>
                </c:pt>
                <c:pt idx="365">
                  <c:v>37827</c:v>
                </c:pt>
                <c:pt idx="366">
                  <c:v>37830</c:v>
                </c:pt>
                <c:pt idx="367">
                  <c:v>37831</c:v>
                </c:pt>
                <c:pt idx="368">
                  <c:v>37832</c:v>
                </c:pt>
                <c:pt idx="369">
                  <c:v>37833</c:v>
                </c:pt>
                <c:pt idx="370">
                  <c:v>37834</c:v>
                </c:pt>
                <c:pt idx="371">
                  <c:v>37837</c:v>
                </c:pt>
                <c:pt idx="372">
                  <c:v>37838</c:v>
                </c:pt>
                <c:pt idx="373">
                  <c:v>37839</c:v>
                </c:pt>
                <c:pt idx="374">
                  <c:v>37840</c:v>
                </c:pt>
                <c:pt idx="375">
                  <c:v>37841</c:v>
                </c:pt>
                <c:pt idx="376">
                  <c:v>37844</c:v>
                </c:pt>
                <c:pt idx="377">
                  <c:v>37845</c:v>
                </c:pt>
                <c:pt idx="378">
                  <c:v>37846</c:v>
                </c:pt>
                <c:pt idx="379">
                  <c:v>37847</c:v>
                </c:pt>
                <c:pt idx="380">
                  <c:v>37848</c:v>
                </c:pt>
                <c:pt idx="381">
                  <c:v>37851</c:v>
                </c:pt>
                <c:pt idx="382">
                  <c:v>37852</c:v>
                </c:pt>
                <c:pt idx="383">
                  <c:v>37853</c:v>
                </c:pt>
                <c:pt idx="384">
                  <c:v>37854</c:v>
                </c:pt>
                <c:pt idx="385">
                  <c:v>37855</c:v>
                </c:pt>
                <c:pt idx="386">
                  <c:v>37858</c:v>
                </c:pt>
                <c:pt idx="387">
                  <c:v>37859</c:v>
                </c:pt>
                <c:pt idx="388">
                  <c:v>37860</c:v>
                </c:pt>
                <c:pt idx="389">
                  <c:v>37861</c:v>
                </c:pt>
                <c:pt idx="390">
                  <c:v>37862</c:v>
                </c:pt>
                <c:pt idx="391">
                  <c:v>37865</c:v>
                </c:pt>
                <c:pt idx="392">
                  <c:v>37866</c:v>
                </c:pt>
                <c:pt idx="393">
                  <c:v>37867</c:v>
                </c:pt>
                <c:pt idx="394">
                  <c:v>37868</c:v>
                </c:pt>
                <c:pt idx="395">
                  <c:v>37869</c:v>
                </c:pt>
                <c:pt idx="396">
                  <c:v>37872</c:v>
                </c:pt>
                <c:pt idx="397">
                  <c:v>37873</c:v>
                </c:pt>
                <c:pt idx="398">
                  <c:v>37874</c:v>
                </c:pt>
                <c:pt idx="399">
                  <c:v>37875</c:v>
                </c:pt>
                <c:pt idx="400">
                  <c:v>37876</c:v>
                </c:pt>
                <c:pt idx="401">
                  <c:v>37879</c:v>
                </c:pt>
                <c:pt idx="402">
                  <c:v>37880</c:v>
                </c:pt>
                <c:pt idx="403">
                  <c:v>37881</c:v>
                </c:pt>
                <c:pt idx="404">
                  <c:v>37882</c:v>
                </c:pt>
                <c:pt idx="405">
                  <c:v>37883</c:v>
                </c:pt>
                <c:pt idx="406">
                  <c:v>37886</c:v>
                </c:pt>
                <c:pt idx="407">
                  <c:v>37887</c:v>
                </c:pt>
                <c:pt idx="408">
                  <c:v>37888</c:v>
                </c:pt>
                <c:pt idx="409">
                  <c:v>37889</c:v>
                </c:pt>
                <c:pt idx="410">
                  <c:v>37890</c:v>
                </c:pt>
                <c:pt idx="411">
                  <c:v>37893</c:v>
                </c:pt>
                <c:pt idx="412">
                  <c:v>37894</c:v>
                </c:pt>
                <c:pt idx="413">
                  <c:v>37895</c:v>
                </c:pt>
                <c:pt idx="414">
                  <c:v>37896</c:v>
                </c:pt>
                <c:pt idx="415">
                  <c:v>37897</c:v>
                </c:pt>
                <c:pt idx="416">
                  <c:v>37900</c:v>
                </c:pt>
                <c:pt idx="417">
                  <c:v>37901</c:v>
                </c:pt>
                <c:pt idx="418">
                  <c:v>37902</c:v>
                </c:pt>
                <c:pt idx="419">
                  <c:v>37903</c:v>
                </c:pt>
                <c:pt idx="420">
                  <c:v>37904</c:v>
                </c:pt>
                <c:pt idx="421">
                  <c:v>37907</c:v>
                </c:pt>
                <c:pt idx="422">
                  <c:v>37908</c:v>
                </c:pt>
                <c:pt idx="423">
                  <c:v>37909</c:v>
                </c:pt>
                <c:pt idx="424">
                  <c:v>37910</c:v>
                </c:pt>
                <c:pt idx="425">
                  <c:v>37911</c:v>
                </c:pt>
                <c:pt idx="426">
                  <c:v>37914</c:v>
                </c:pt>
                <c:pt idx="427">
                  <c:v>37915</c:v>
                </c:pt>
                <c:pt idx="428">
                  <c:v>37916</c:v>
                </c:pt>
                <c:pt idx="429">
                  <c:v>37917</c:v>
                </c:pt>
                <c:pt idx="430">
                  <c:v>37918</c:v>
                </c:pt>
                <c:pt idx="431">
                  <c:v>37921</c:v>
                </c:pt>
                <c:pt idx="432">
                  <c:v>37922</c:v>
                </c:pt>
                <c:pt idx="433">
                  <c:v>37923</c:v>
                </c:pt>
                <c:pt idx="434">
                  <c:v>37924</c:v>
                </c:pt>
                <c:pt idx="435">
                  <c:v>37925</c:v>
                </c:pt>
                <c:pt idx="436">
                  <c:v>37928</c:v>
                </c:pt>
                <c:pt idx="437">
                  <c:v>37929</c:v>
                </c:pt>
                <c:pt idx="438">
                  <c:v>37930</c:v>
                </c:pt>
                <c:pt idx="439">
                  <c:v>37931</c:v>
                </c:pt>
                <c:pt idx="440">
                  <c:v>37932</c:v>
                </c:pt>
                <c:pt idx="441">
                  <c:v>37935</c:v>
                </c:pt>
                <c:pt idx="442">
                  <c:v>37936</c:v>
                </c:pt>
                <c:pt idx="443">
                  <c:v>37937</c:v>
                </c:pt>
                <c:pt idx="444">
                  <c:v>37938</c:v>
                </c:pt>
                <c:pt idx="445">
                  <c:v>37939</c:v>
                </c:pt>
                <c:pt idx="446">
                  <c:v>37942</c:v>
                </c:pt>
                <c:pt idx="447">
                  <c:v>37943</c:v>
                </c:pt>
                <c:pt idx="448">
                  <c:v>37944</c:v>
                </c:pt>
                <c:pt idx="449">
                  <c:v>37945</c:v>
                </c:pt>
                <c:pt idx="450">
                  <c:v>37946</c:v>
                </c:pt>
                <c:pt idx="451">
                  <c:v>37949</c:v>
                </c:pt>
                <c:pt idx="452">
                  <c:v>37950</c:v>
                </c:pt>
                <c:pt idx="453">
                  <c:v>37951</c:v>
                </c:pt>
                <c:pt idx="454">
                  <c:v>37952</c:v>
                </c:pt>
                <c:pt idx="455">
                  <c:v>37953</c:v>
                </c:pt>
                <c:pt idx="456">
                  <c:v>37956</c:v>
                </c:pt>
                <c:pt idx="457">
                  <c:v>37957</c:v>
                </c:pt>
                <c:pt idx="458">
                  <c:v>37958</c:v>
                </c:pt>
                <c:pt idx="459">
                  <c:v>37959</c:v>
                </c:pt>
                <c:pt idx="460">
                  <c:v>37960</c:v>
                </c:pt>
                <c:pt idx="461">
                  <c:v>37963</c:v>
                </c:pt>
                <c:pt idx="462">
                  <c:v>37964</c:v>
                </c:pt>
                <c:pt idx="463">
                  <c:v>37965</c:v>
                </c:pt>
                <c:pt idx="464">
                  <c:v>37966</c:v>
                </c:pt>
                <c:pt idx="465">
                  <c:v>37967</c:v>
                </c:pt>
                <c:pt idx="466">
                  <c:v>37970</c:v>
                </c:pt>
                <c:pt idx="467">
                  <c:v>37971</c:v>
                </c:pt>
                <c:pt idx="468">
                  <c:v>37972</c:v>
                </c:pt>
                <c:pt idx="469">
                  <c:v>37973</c:v>
                </c:pt>
                <c:pt idx="470">
                  <c:v>37974</c:v>
                </c:pt>
                <c:pt idx="471">
                  <c:v>37977</c:v>
                </c:pt>
                <c:pt idx="472">
                  <c:v>37978</c:v>
                </c:pt>
                <c:pt idx="473">
                  <c:v>37981</c:v>
                </c:pt>
                <c:pt idx="474">
                  <c:v>37984</c:v>
                </c:pt>
                <c:pt idx="475">
                  <c:v>37985</c:v>
                </c:pt>
                <c:pt idx="476">
                  <c:v>37988</c:v>
                </c:pt>
                <c:pt idx="477">
                  <c:v>37991</c:v>
                </c:pt>
                <c:pt idx="478">
                  <c:v>37992</c:v>
                </c:pt>
                <c:pt idx="479">
                  <c:v>37993</c:v>
                </c:pt>
                <c:pt idx="480">
                  <c:v>37994</c:v>
                </c:pt>
                <c:pt idx="481">
                  <c:v>37995</c:v>
                </c:pt>
                <c:pt idx="482">
                  <c:v>37998</c:v>
                </c:pt>
                <c:pt idx="483">
                  <c:v>37999</c:v>
                </c:pt>
                <c:pt idx="484">
                  <c:v>38000</c:v>
                </c:pt>
                <c:pt idx="485">
                  <c:v>38001</c:v>
                </c:pt>
                <c:pt idx="486">
                  <c:v>38002</c:v>
                </c:pt>
                <c:pt idx="487">
                  <c:v>38005</c:v>
                </c:pt>
                <c:pt idx="488">
                  <c:v>38006</c:v>
                </c:pt>
                <c:pt idx="489">
                  <c:v>38007</c:v>
                </c:pt>
                <c:pt idx="490">
                  <c:v>38008</c:v>
                </c:pt>
                <c:pt idx="491">
                  <c:v>38009</c:v>
                </c:pt>
                <c:pt idx="492">
                  <c:v>38012</c:v>
                </c:pt>
                <c:pt idx="493">
                  <c:v>38013</c:v>
                </c:pt>
                <c:pt idx="494">
                  <c:v>38014</c:v>
                </c:pt>
                <c:pt idx="495">
                  <c:v>38015</c:v>
                </c:pt>
                <c:pt idx="496">
                  <c:v>38016</c:v>
                </c:pt>
                <c:pt idx="497">
                  <c:v>38019</c:v>
                </c:pt>
                <c:pt idx="498">
                  <c:v>38020</c:v>
                </c:pt>
                <c:pt idx="499">
                  <c:v>38021</c:v>
                </c:pt>
                <c:pt idx="500">
                  <c:v>38022</c:v>
                </c:pt>
                <c:pt idx="501">
                  <c:v>38023</c:v>
                </c:pt>
                <c:pt idx="502">
                  <c:v>38026</c:v>
                </c:pt>
                <c:pt idx="503">
                  <c:v>38027</c:v>
                </c:pt>
                <c:pt idx="504">
                  <c:v>38028</c:v>
                </c:pt>
                <c:pt idx="505">
                  <c:v>38029</c:v>
                </c:pt>
                <c:pt idx="506">
                  <c:v>38030</c:v>
                </c:pt>
                <c:pt idx="507">
                  <c:v>38033</c:v>
                </c:pt>
                <c:pt idx="508">
                  <c:v>38034</c:v>
                </c:pt>
                <c:pt idx="509">
                  <c:v>38035</c:v>
                </c:pt>
                <c:pt idx="510">
                  <c:v>38036</c:v>
                </c:pt>
                <c:pt idx="511">
                  <c:v>38037</c:v>
                </c:pt>
                <c:pt idx="512">
                  <c:v>38042</c:v>
                </c:pt>
                <c:pt idx="513">
                  <c:v>38043</c:v>
                </c:pt>
                <c:pt idx="514">
                  <c:v>38044</c:v>
                </c:pt>
                <c:pt idx="515">
                  <c:v>38047</c:v>
                </c:pt>
                <c:pt idx="516">
                  <c:v>38048</c:v>
                </c:pt>
                <c:pt idx="517">
                  <c:v>38049</c:v>
                </c:pt>
                <c:pt idx="518">
                  <c:v>38050</c:v>
                </c:pt>
                <c:pt idx="519">
                  <c:v>38051</c:v>
                </c:pt>
                <c:pt idx="520">
                  <c:v>38054</c:v>
                </c:pt>
                <c:pt idx="521">
                  <c:v>38055</c:v>
                </c:pt>
                <c:pt idx="522">
                  <c:v>38056</c:v>
                </c:pt>
                <c:pt idx="523">
                  <c:v>38057</c:v>
                </c:pt>
                <c:pt idx="524">
                  <c:v>38058</c:v>
                </c:pt>
                <c:pt idx="525">
                  <c:v>38061</c:v>
                </c:pt>
                <c:pt idx="526">
                  <c:v>38062</c:v>
                </c:pt>
                <c:pt idx="527">
                  <c:v>38063</c:v>
                </c:pt>
                <c:pt idx="528">
                  <c:v>38064</c:v>
                </c:pt>
                <c:pt idx="529">
                  <c:v>38065</c:v>
                </c:pt>
                <c:pt idx="530">
                  <c:v>38068</c:v>
                </c:pt>
                <c:pt idx="531">
                  <c:v>38069</c:v>
                </c:pt>
                <c:pt idx="532">
                  <c:v>38070</c:v>
                </c:pt>
                <c:pt idx="533">
                  <c:v>38071</c:v>
                </c:pt>
                <c:pt idx="534">
                  <c:v>38072</c:v>
                </c:pt>
                <c:pt idx="535">
                  <c:v>38075</c:v>
                </c:pt>
                <c:pt idx="536">
                  <c:v>38076</c:v>
                </c:pt>
                <c:pt idx="537">
                  <c:v>38077</c:v>
                </c:pt>
                <c:pt idx="538">
                  <c:v>38078</c:v>
                </c:pt>
                <c:pt idx="539">
                  <c:v>38079</c:v>
                </c:pt>
                <c:pt idx="540">
                  <c:v>38082</c:v>
                </c:pt>
                <c:pt idx="541">
                  <c:v>38083</c:v>
                </c:pt>
                <c:pt idx="542">
                  <c:v>38084</c:v>
                </c:pt>
                <c:pt idx="543">
                  <c:v>38085</c:v>
                </c:pt>
                <c:pt idx="544">
                  <c:v>38089</c:v>
                </c:pt>
                <c:pt idx="545">
                  <c:v>38090</c:v>
                </c:pt>
                <c:pt idx="546">
                  <c:v>38091</c:v>
                </c:pt>
                <c:pt idx="547">
                  <c:v>38092</c:v>
                </c:pt>
                <c:pt idx="548">
                  <c:v>38093</c:v>
                </c:pt>
                <c:pt idx="549">
                  <c:v>38096</c:v>
                </c:pt>
                <c:pt idx="550">
                  <c:v>38097</c:v>
                </c:pt>
                <c:pt idx="551">
                  <c:v>38099</c:v>
                </c:pt>
                <c:pt idx="552">
                  <c:v>38100</c:v>
                </c:pt>
                <c:pt idx="553">
                  <c:v>38103</c:v>
                </c:pt>
                <c:pt idx="554">
                  <c:v>38104</c:v>
                </c:pt>
                <c:pt idx="555">
                  <c:v>38105</c:v>
                </c:pt>
                <c:pt idx="556">
                  <c:v>38106</c:v>
                </c:pt>
                <c:pt idx="557">
                  <c:v>38107</c:v>
                </c:pt>
                <c:pt idx="558">
                  <c:v>38110</c:v>
                </c:pt>
                <c:pt idx="559">
                  <c:v>38111</c:v>
                </c:pt>
                <c:pt idx="560">
                  <c:v>38112</c:v>
                </c:pt>
                <c:pt idx="561">
                  <c:v>38113</c:v>
                </c:pt>
                <c:pt idx="562">
                  <c:v>38114</c:v>
                </c:pt>
                <c:pt idx="563">
                  <c:v>38117</c:v>
                </c:pt>
                <c:pt idx="564">
                  <c:v>38118</c:v>
                </c:pt>
                <c:pt idx="565">
                  <c:v>38119</c:v>
                </c:pt>
                <c:pt idx="566">
                  <c:v>38120</c:v>
                </c:pt>
                <c:pt idx="567">
                  <c:v>38121</c:v>
                </c:pt>
                <c:pt idx="568">
                  <c:v>38124</c:v>
                </c:pt>
                <c:pt idx="569">
                  <c:v>38125</c:v>
                </c:pt>
                <c:pt idx="570">
                  <c:v>38126</c:v>
                </c:pt>
                <c:pt idx="571">
                  <c:v>38127</c:v>
                </c:pt>
                <c:pt idx="572">
                  <c:v>38128</c:v>
                </c:pt>
                <c:pt idx="573">
                  <c:v>38131</c:v>
                </c:pt>
                <c:pt idx="574">
                  <c:v>38132</c:v>
                </c:pt>
                <c:pt idx="575">
                  <c:v>38133</c:v>
                </c:pt>
                <c:pt idx="576">
                  <c:v>38134</c:v>
                </c:pt>
                <c:pt idx="577">
                  <c:v>38135</c:v>
                </c:pt>
                <c:pt idx="578">
                  <c:v>38138</c:v>
                </c:pt>
                <c:pt idx="579">
                  <c:v>38139</c:v>
                </c:pt>
                <c:pt idx="580">
                  <c:v>38140</c:v>
                </c:pt>
                <c:pt idx="581">
                  <c:v>38141</c:v>
                </c:pt>
                <c:pt idx="582">
                  <c:v>38142</c:v>
                </c:pt>
                <c:pt idx="583">
                  <c:v>38145</c:v>
                </c:pt>
                <c:pt idx="584">
                  <c:v>38146</c:v>
                </c:pt>
                <c:pt idx="585">
                  <c:v>38147</c:v>
                </c:pt>
                <c:pt idx="586">
                  <c:v>38149</c:v>
                </c:pt>
                <c:pt idx="587">
                  <c:v>38152</c:v>
                </c:pt>
                <c:pt idx="588">
                  <c:v>38153</c:v>
                </c:pt>
                <c:pt idx="589">
                  <c:v>38154</c:v>
                </c:pt>
                <c:pt idx="590">
                  <c:v>38155</c:v>
                </c:pt>
                <c:pt idx="591">
                  <c:v>38156</c:v>
                </c:pt>
                <c:pt idx="592">
                  <c:v>38159</c:v>
                </c:pt>
                <c:pt idx="593">
                  <c:v>38160</c:v>
                </c:pt>
                <c:pt idx="594">
                  <c:v>38161</c:v>
                </c:pt>
                <c:pt idx="595">
                  <c:v>38162</c:v>
                </c:pt>
                <c:pt idx="596">
                  <c:v>38163</c:v>
                </c:pt>
                <c:pt idx="597">
                  <c:v>38166</c:v>
                </c:pt>
                <c:pt idx="598">
                  <c:v>38167</c:v>
                </c:pt>
                <c:pt idx="599">
                  <c:v>38168</c:v>
                </c:pt>
                <c:pt idx="600">
                  <c:v>38169</c:v>
                </c:pt>
                <c:pt idx="601">
                  <c:v>38170</c:v>
                </c:pt>
                <c:pt idx="602">
                  <c:v>38173</c:v>
                </c:pt>
                <c:pt idx="603">
                  <c:v>38174</c:v>
                </c:pt>
                <c:pt idx="604">
                  <c:v>38175</c:v>
                </c:pt>
                <c:pt idx="605">
                  <c:v>38176</c:v>
                </c:pt>
                <c:pt idx="606">
                  <c:v>38180</c:v>
                </c:pt>
                <c:pt idx="607">
                  <c:v>38181</c:v>
                </c:pt>
                <c:pt idx="608">
                  <c:v>38182</c:v>
                </c:pt>
                <c:pt idx="609">
                  <c:v>38183</c:v>
                </c:pt>
                <c:pt idx="610">
                  <c:v>38184</c:v>
                </c:pt>
                <c:pt idx="611">
                  <c:v>38187</c:v>
                </c:pt>
                <c:pt idx="612">
                  <c:v>38188</c:v>
                </c:pt>
                <c:pt idx="613">
                  <c:v>38189</c:v>
                </c:pt>
                <c:pt idx="614">
                  <c:v>38190</c:v>
                </c:pt>
                <c:pt idx="615">
                  <c:v>38191</c:v>
                </c:pt>
                <c:pt idx="616">
                  <c:v>38194</c:v>
                </c:pt>
                <c:pt idx="617">
                  <c:v>38195</c:v>
                </c:pt>
                <c:pt idx="618">
                  <c:v>38196</c:v>
                </c:pt>
                <c:pt idx="619">
                  <c:v>38197</c:v>
                </c:pt>
                <c:pt idx="620">
                  <c:v>38198</c:v>
                </c:pt>
                <c:pt idx="621">
                  <c:v>38201</c:v>
                </c:pt>
                <c:pt idx="622">
                  <c:v>38202</c:v>
                </c:pt>
                <c:pt idx="623">
                  <c:v>38203</c:v>
                </c:pt>
                <c:pt idx="624">
                  <c:v>38204</c:v>
                </c:pt>
                <c:pt idx="625">
                  <c:v>38205</c:v>
                </c:pt>
                <c:pt idx="626">
                  <c:v>38208</c:v>
                </c:pt>
                <c:pt idx="627">
                  <c:v>38209</c:v>
                </c:pt>
                <c:pt idx="628">
                  <c:v>38210</c:v>
                </c:pt>
                <c:pt idx="629">
                  <c:v>38211</c:v>
                </c:pt>
                <c:pt idx="630">
                  <c:v>38212</c:v>
                </c:pt>
                <c:pt idx="631">
                  <c:v>38215</c:v>
                </c:pt>
                <c:pt idx="632">
                  <c:v>38216</c:v>
                </c:pt>
                <c:pt idx="633">
                  <c:v>38217</c:v>
                </c:pt>
                <c:pt idx="634">
                  <c:v>38218</c:v>
                </c:pt>
                <c:pt idx="635">
                  <c:v>38219</c:v>
                </c:pt>
                <c:pt idx="636">
                  <c:v>38222</c:v>
                </c:pt>
                <c:pt idx="637">
                  <c:v>38223</c:v>
                </c:pt>
                <c:pt idx="638">
                  <c:v>38224</c:v>
                </c:pt>
                <c:pt idx="639">
                  <c:v>38225</c:v>
                </c:pt>
                <c:pt idx="640">
                  <c:v>38226</c:v>
                </c:pt>
                <c:pt idx="641">
                  <c:v>38229</c:v>
                </c:pt>
                <c:pt idx="642">
                  <c:v>38230</c:v>
                </c:pt>
                <c:pt idx="643">
                  <c:v>38231</c:v>
                </c:pt>
                <c:pt idx="644">
                  <c:v>38232</c:v>
                </c:pt>
                <c:pt idx="645">
                  <c:v>38233</c:v>
                </c:pt>
                <c:pt idx="646">
                  <c:v>38236</c:v>
                </c:pt>
                <c:pt idx="647">
                  <c:v>38238</c:v>
                </c:pt>
                <c:pt idx="648">
                  <c:v>38239</c:v>
                </c:pt>
                <c:pt idx="649">
                  <c:v>38240</c:v>
                </c:pt>
                <c:pt idx="650">
                  <c:v>38243</c:v>
                </c:pt>
                <c:pt idx="651">
                  <c:v>38244</c:v>
                </c:pt>
                <c:pt idx="652">
                  <c:v>38245</c:v>
                </c:pt>
                <c:pt idx="653">
                  <c:v>38246</c:v>
                </c:pt>
                <c:pt idx="654">
                  <c:v>38247</c:v>
                </c:pt>
                <c:pt idx="655">
                  <c:v>38250</c:v>
                </c:pt>
                <c:pt idx="656">
                  <c:v>38251</c:v>
                </c:pt>
                <c:pt idx="657">
                  <c:v>38252</c:v>
                </c:pt>
                <c:pt idx="658">
                  <c:v>38253</c:v>
                </c:pt>
                <c:pt idx="659">
                  <c:v>38254</c:v>
                </c:pt>
                <c:pt idx="660">
                  <c:v>38257</c:v>
                </c:pt>
                <c:pt idx="661">
                  <c:v>38258</c:v>
                </c:pt>
                <c:pt idx="662">
                  <c:v>38259</c:v>
                </c:pt>
                <c:pt idx="663">
                  <c:v>38260</c:v>
                </c:pt>
                <c:pt idx="664">
                  <c:v>38261</c:v>
                </c:pt>
                <c:pt idx="665">
                  <c:v>38264</c:v>
                </c:pt>
                <c:pt idx="666">
                  <c:v>38265</c:v>
                </c:pt>
                <c:pt idx="667">
                  <c:v>38266</c:v>
                </c:pt>
                <c:pt idx="668">
                  <c:v>38267</c:v>
                </c:pt>
                <c:pt idx="669">
                  <c:v>38268</c:v>
                </c:pt>
                <c:pt idx="670">
                  <c:v>38271</c:v>
                </c:pt>
                <c:pt idx="671">
                  <c:v>38273</c:v>
                </c:pt>
                <c:pt idx="672">
                  <c:v>38274</c:v>
                </c:pt>
                <c:pt idx="673">
                  <c:v>38275</c:v>
                </c:pt>
                <c:pt idx="674">
                  <c:v>38278</c:v>
                </c:pt>
                <c:pt idx="675">
                  <c:v>38279</c:v>
                </c:pt>
                <c:pt idx="676">
                  <c:v>38280</c:v>
                </c:pt>
                <c:pt idx="677">
                  <c:v>38281</c:v>
                </c:pt>
                <c:pt idx="678">
                  <c:v>38282</c:v>
                </c:pt>
                <c:pt idx="679">
                  <c:v>38285</c:v>
                </c:pt>
                <c:pt idx="680">
                  <c:v>38286</c:v>
                </c:pt>
                <c:pt idx="681">
                  <c:v>38287</c:v>
                </c:pt>
                <c:pt idx="682">
                  <c:v>38288</c:v>
                </c:pt>
                <c:pt idx="683">
                  <c:v>38289</c:v>
                </c:pt>
                <c:pt idx="684">
                  <c:v>38292</c:v>
                </c:pt>
                <c:pt idx="685">
                  <c:v>38294</c:v>
                </c:pt>
                <c:pt idx="686">
                  <c:v>38295</c:v>
                </c:pt>
                <c:pt idx="687">
                  <c:v>38296</c:v>
                </c:pt>
                <c:pt idx="688">
                  <c:v>38299</c:v>
                </c:pt>
                <c:pt idx="689">
                  <c:v>38300</c:v>
                </c:pt>
                <c:pt idx="690">
                  <c:v>38301</c:v>
                </c:pt>
                <c:pt idx="691">
                  <c:v>38302</c:v>
                </c:pt>
                <c:pt idx="692">
                  <c:v>38303</c:v>
                </c:pt>
                <c:pt idx="693">
                  <c:v>38307</c:v>
                </c:pt>
                <c:pt idx="694">
                  <c:v>38308</c:v>
                </c:pt>
                <c:pt idx="695">
                  <c:v>38309</c:v>
                </c:pt>
                <c:pt idx="696">
                  <c:v>38310</c:v>
                </c:pt>
                <c:pt idx="697">
                  <c:v>38313</c:v>
                </c:pt>
                <c:pt idx="698">
                  <c:v>38314</c:v>
                </c:pt>
                <c:pt idx="699">
                  <c:v>38315</c:v>
                </c:pt>
                <c:pt idx="700">
                  <c:v>38316</c:v>
                </c:pt>
                <c:pt idx="701">
                  <c:v>38317</c:v>
                </c:pt>
                <c:pt idx="702">
                  <c:v>38320</c:v>
                </c:pt>
                <c:pt idx="703">
                  <c:v>38321</c:v>
                </c:pt>
                <c:pt idx="704">
                  <c:v>38322</c:v>
                </c:pt>
                <c:pt idx="705">
                  <c:v>38323</c:v>
                </c:pt>
                <c:pt idx="706">
                  <c:v>38324</c:v>
                </c:pt>
                <c:pt idx="707">
                  <c:v>38327</c:v>
                </c:pt>
                <c:pt idx="708">
                  <c:v>38328</c:v>
                </c:pt>
                <c:pt idx="709">
                  <c:v>38329</c:v>
                </c:pt>
                <c:pt idx="710">
                  <c:v>38330</c:v>
                </c:pt>
                <c:pt idx="711">
                  <c:v>38331</c:v>
                </c:pt>
                <c:pt idx="712">
                  <c:v>38334</c:v>
                </c:pt>
                <c:pt idx="713">
                  <c:v>38335</c:v>
                </c:pt>
                <c:pt idx="714">
                  <c:v>38336</c:v>
                </c:pt>
                <c:pt idx="715">
                  <c:v>38337</c:v>
                </c:pt>
                <c:pt idx="716">
                  <c:v>38338</c:v>
                </c:pt>
                <c:pt idx="717">
                  <c:v>38341</c:v>
                </c:pt>
                <c:pt idx="718">
                  <c:v>38342</c:v>
                </c:pt>
                <c:pt idx="719">
                  <c:v>38343</c:v>
                </c:pt>
                <c:pt idx="720">
                  <c:v>38344</c:v>
                </c:pt>
                <c:pt idx="721">
                  <c:v>38348</c:v>
                </c:pt>
                <c:pt idx="722">
                  <c:v>38349</c:v>
                </c:pt>
                <c:pt idx="723">
                  <c:v>38350</c:v>
                </c:pt>
                <c:pt idx="724">
                  <c:v>38351</c:v>
                </c:pt>
                <c:pt idx="725">
                  <c:v>38355</c:v>
                </c:pt>
                <c:pt idx="726">
                  <c:v>38356</c:v>
                </c:pt>
                <c:pt idx="727">
                  <c:v>38357</c:v>
                </c:pt>
                <c:pt idx="728">
                  <c:v>38358</c:v>
                </c:pt>
                <c:pt idx="729">
                  <c:v>38359</c:v>
                </c:pt>
                <c:pt idx="730">
                  <c:v>38362</c:v>
                </c:pt>
                <c:pt idx="731">
                  <c:v>38363</c:v>
                </c:pt>
                <c:pt idx="732">
                  <c:v>38364</c:v>
                </c:pt>
                <c:pt idx="733">
                  <c:v>38365</c:v>
                </c:pt>
                <c:pt idx="734">
                  <c:v>38366</c:v>
                </c:pt>
                <c:pt idx="735">
                  <c:v>38369</c:v>
                </c:pt>
                <c:pt idx="736">
                  <c:v>38370</c:v>
                </c:pt>
                <c:pt idx="737">
                  <c:v>38371</c:v>
                </c:pt>
                <c:pt idx="738">
                  <c:v>38372</c:v>
                </c:pt>
                <c:pt idx="739">
                  <c:v>38373</c:v>
                </c:pt>
                <c:pt idx="740">
                  <c:v>38376</c:v>
                </c:pt>
                <c:pt idx="741">
                  <c:v>38378</c:v>
                </c:pt>
                <c:pt idx="742">
                  <c:v>38379</c:v>
                </c:pt>
                <c:pt idx="743">
                  <c:v>38380</c:v>
                </c:pt>
                <c:pt idx="744">
                  <c:v>38383</c:v>
                </c:pt>
                <c:pt idx="745">
                  <c:v>38384</c:v>
                </c:pt>
                <c:pt idx="746">
                  <c:v>38385</c:v>
                </c:pt>
                <c:pt idx="747">
                  <c:v>38386</c:v>
                </c:pt>
                <c:pt idx="748">
                  <c:v>38387</c:v>
                </c:pt>
                <c:pt idx="749">
                  <c:v>38392</c:v>
                </c:pt>
                <c:pt idx="750">
                  <c:v>38393</c:v>
                </c:pt>
                <c:pt idx="751">
                  <c:v>38394</c:v>
                </c:pt>
                <c:pt idx="752">
                  <c:v>38397</c:v>
                </c:pt>
                <c:pt idx="753">
                  <c:v>38398</c:v>
                </c:pt>
                <c:pt idx="754">
                  <c:v>38399</c:v>
                </c:pt>
                <c:pt idx="755">
                  <c:v>38400</c:v>
                </c:pt>
                <c:pt idx="756">
                  <c:v>38401</c:v>
                </c:pt>
                <c:pt idx="757">
                  <c:v>38404</c:v>
                </c:pt>
                <c:pt idx="758">
                  <c:v>38405</c:v>
                </c:pt>
                <c:pt idx="759">
                  <c:v>38406</c:v>
                </c:pt>
                <c:pt idx="760">
                  <c:v>38407</c:v>
                </c:pt>
                <c:pt idx="761">
                  <c:v>38408</c:v>
                </c:pt>
                <c:pt idx="762">
                  <c:v>38411</c:v>
                </c:pt>
                <c:pt idx="763">
                  <c:v>38412</c:v>
                </c:pt>
                <c:pt idx="764">
                  <c:v>38413</c:v>
                </c:pt>
                <c:pt idx="765">
                  <c:v>38414</c:v>
                </c:pt>
                <c:pt idx="766">
                  <c:v>38415</c:v>
                </c:pt>
                <c:pt idx="767">
                  <c:v>38418</c:v>
                </c:pt>
                <c:pt idx="768">
                  <c:v>38419</c:v>
                </c:pt>
                <c:pt idx="769">
                  <c:v>38420</c:v>
                </c:pt>
                <c:pt idx="770">
                  <c:v>38421</c:v>
                </c:pt>
                <c:pt idx="771">
                  <c:v>38422</c:v>
                </c:pt>
                <c:pt idx="772">
                  <c:v>38425</c:v>
                </c:pt>
                <c:pt idx="773">
                  <c:v>38426</c:v>
                </c:pt>
                <c:pt idx="774">
                  <c:v>38427</c:v>
                </c:pt>
                <c:pt idx="775">
                  <c:v>38428</c:v>
                </c:pt>
                <c:pt idx="776">
                  <c:v>38429</c:v>
                </c:pt>
                <c:pt idx="777">
                  <c:v>38432</c:v>
                </c:pt>
                <c:pt idx="778">
                  <c:v>38433</c:v>
                </c:pt>
                <c:pt idx="779">
                  <c:v>38434</c:v>
                </c:pt>
                <c:pt idx="780">
                  <c:v>38435</c:v>
                </c:pt>
                <c:pt idx="781">
                  <c:v>38439</c:v>
                </c:pt>
                <c:pt idx="782">
                  <c:v>38440</c:v>
                </c:pt>
                <c:pt idx="783">
                  <c:v>38441</c:v>
                </c:pt>
                <c:pt idx="784">
                  <c:v>38442</c:v>
                </c:pt>
                <c:pt idx="785">
                  <c:v>38443</c:v>
                </c:pt>
                <c:pt idx="786">
                  <c:v>38446</c:v>
                </c:pt>
                <c:pt idx="787">
                  <c:v>38447</c:v>
                </c:pt>
                <c:pt idx="788">
                  <c:v>38448</c:v>
                </c:pt>
                <c:pt idx="789">
                  <c:v>38449</c:v>
                </c:pt>
                <c:pt idx="790">
                  <c:v>38450</c:v>
                </c:pt>
                <c:pt idx="791">
                  <c:v>38453</c:v>
                </c:pt>
                <c:pt idx="792">
                  <c:v>38454</c:v>
                </c:pt>
                <c:pt idx="793">
                  <c:v>38455</c:v>
                </c:pt>
                <c:pt idx="794">
                  <c:v>38456</c:v>
                </c:pt>
                <c:pt idx="795">
                  <c:v>38457</c:v>
                </c:pt>
                <c:pt idx="796">
                  <c:v>38460</c:v>
                </c:pt>
                <c:pt idx="797">
                  <c:v>38461</c:v>
                </c:pt>
                <c:pt idx="798">
                  <c:v>38462</c:v>
                </c:pt>
                <c:pt idx="799">
                  <c:v>38464</c:v>
                </c:pt>
                <c:pt idx="800">
                  <c:v>38467</c:v>
                </c:pt>
                <c:pt idx="801">
                  <c:v>38468</c:v>
                </c:pt>
                <c:pt idx="802">
                  <c:v>38469</c:v>
                </c:pt>
                <c:pt idx="803">
                  <c:v>38470</c:v>
                </c:pt>
                <c:pt idx="804">
                  <c:v>38471</c:v>
                </c:pt>
                <c:pt idx="805">
                  <c:v>38474</c:v>
                </c:pt>
                <c:pt idx="806">
                  <c:v>38475</c:v>
                </c:pt>
                <c:pt idx="807">
                  <c:v>38476</c:v>
                </c:pt>
                <c:pt idx="808">
                  <c:v>38477</c:v>
                </c:pt>
                <c:pt idx="809">
                  <c:v>38478</c:v>
                </c:pt>
                <c:pt idx="810">
                  <c:v>38481</c:v>
                </c:pt>
                <c:pt idx="811">
                  <c:v>38482</c:v>
                </c:pt>
                <c:pt idx="812">
                  <c:v>38483</c:v>
                </c:pt>
                <c:pt idx="813">
                  <c:v>38484</c:v>
                </c:pt>
                <c:pt idx="814">
                  <c:v>38485</c:v>
                </c:pt>
                <c:pt idx="815">
                  <c:v>38488</c:v>
                </c:pt>
                <c:pt idx="816">
                  <c:v>38489</c:v>
                </c:pt>
                <c:pt idx="817">
                  <c:v>38490</c:v>
                </c:pt>
                <c:pt idx="818">
                  <c:v>38491</c:v>
                </c:pt>
                <c:pt idx="819">
                  <c:v>38492</c:v>
                </c:pt>
                <c:pt idx="820">
                  <c:v>38495</c:v>
                </c:pt>
                <c:pt idx="821">
                  <c:v>38496</c:v>
                </c:pt>
                <c:pt idx="822">
                  <c:v>38497</c:v>
                </c:pt>
                <c:pt idx="823">
                  <c:v>38499</c:v>
                </c:pt>
                <c:pt idx="824">
                  <c:v>38502</c:v>
                </c:pt>
                <c:pt idx="825">
                  <c:v>38503</c:v>
                </c:pt>
                <c:pt idx="826">
                  <c:v>38504</c:v>
                </c:pt>
                <c:pt idx="827">
                  <c:v>38505</c:v>
                </c:pt>
                <c:pt idx="828">
                  <c:v>38506</c:v>
                </c:pt>
                <c:pt idx="829">
                  <c:v>38509</c:v>
                </c:pt>
                <c:pt idx="830">
                  <c:v>38510</c:v>
                </c:pt>
                <c:pt idx="831">
                  <c:v>38511</c:v>
                </c:pt>
                <c:pt idx="832">
                  <c:v>38512</c:v>
                </c:pt>
                <c:pt idx="833">
                  <c:v>38513</c:v>
                </c:pt>
                <c:pt idx="834">
                  <c:v>38516</c:v>
                </c:pt>
                <c:pt idx="835">
                  <c:v>38517</c:v>
                </c:pt>
                <c:pt idx="836">
                  <c:v>38518</c:v>
                </c:pt>
                <c:pt idx="837">
                  <c:v>38519</c:v>
                </c:pt>
                <c:pt idx="838">
                  <c:v>38520</c:v>
                </c:pt>
                <c:pt idx="839">
                  <c:v>38523</c:v>
                </c:pt>
                <c:pt idx="840">
                  <c:v>38524</c:v>
                </c:pt>
                <c:pt idx="841">
                  <c:v>38525</c:v>
                </c:pt>
                <c:pt idx="842">
                  <c:v>38526</c:v>
                </c:pt>
                <c:pt idx="843">
                  <c:v>38527</c:v>
                </c:pt>
                <c:pt idx="844">
                  <c:v>38530</c:v>
                </c:pt>
                <c:pt idx="845">
                  <c:v>38531</c:v>
                </c:pt>
                <c:pt idx="846">
                  <c:v>38532</c:v>
                </c:pt>
                <c:pt idx="847">
                  <c:v>38533</c:v>
                </c:pt>
                <c:pt idx="848">
                  <c:v>38534</c:v>
                </c:pt>
                <c:pt idx="849">
                  <c:v>38537</c:v>
                </c:pt>
                <c:pt idx="850">
                  <c:v>38538</c:v>
                </c:pt>
                <c:pt idx="851">
                  <c:v>38539</c:v>
                </c:pt>
                <c:pt idx="852">
                  <c:v>38540</c:v>
                </c:pt>
                <c:pt idx="853">
                  <c:v>38541</c:v>
                </c:pt>
                <c:pt idx="854">
                  <c:v>38544</c:v>
                </c:pt>
                <c:pt idx="855">
                  <c:v>38545</c:v>
                </c:pt>
                <c:pt idx="856">
                  <c:v>38546</c:v>
                </c:pt>
                <c:pt idx="857">
                  <c:v>38547</c:v>
                </c:pt>
                <c:pt idx="858">
                  <c:v>38548</c:v>
                </c:pt>
                <c:pt idx="859">
                  <c:v>38551</c:v>
                </c:pt>
                <c:pt idx="860">
                  <c:v>38552</c:v>
                </c:pt>
                <c:pt idx="861">
                  <c:v>38553</c:v>
                </c:pt>
                <c:pt idx="862">
                  <c:v>38554</c:v>
                </c:pt>
                <c:pt idx="863">
                  <c:v>38555</c:v>
                </c:pt>
                <c:pt idx="864">
                  <c:v>38558</c:v>
                </c:pt>
                <c:pt idx="865">
                  <c:v>38559</c:v>
                </c:pt>
                <c:pt idx="866">
                  <c:v>38560</c:v>
                </c:pt>
                <c:pt idx="867">
                  <c:v>38561</c:v>
                </c:pt>
                <c:pt idx="868">
                  <c:v>38562</c:v>
                </c:pt>
                <c:pt idx="869">
                  <c:v>38565</c:v>
                </c:pt>
                <c:pt idx="870">
                  <c:v>38566</c:v>
                </c:pt>
                <c:pt idx="871">
                  <c:v>38567</c:v>
                </c:pt>
                <c:pt idx="872">
                  <c:v>38568</c:v>
                </c:pt>
                <c:pt idx="873">
                  <c:v>38569</c:v>
                </c:pt>
                <c:pt idx="874">
                  <c:v>38572</c:v>
                </c:pt>
                <c:pt idx="875">
                  <c:v>38573</c:v>
                </c:pt>
                <c:pt idx="876">
                  <c:v>38574</c:v>
                </c:pt>
                <c:pt idx="877">
                  <c:v>38575</c:v>
                </c:pt>
                <c:pt idx="878">
                  <c:v>38576</c:v>
                </c:pt>
                <c:pt idx="879">
                  <c:v>38579</c:v>
                </c:pt>
                <c:pt idx="880">
                  <c:v>38580</c:v>
                </c:pt>
                <c:pt idx="881">
                  <c:v>38581</c:v>
                </c:pt>
                <c:pt idx="882">
                  <c:v>38582</c:v>
                </c:pt>
                <c:pt idx="883">
                  <c:v>38583</c:v>
                </c:pt>
                <c:pt idx="884">
                  <c:v>38586</c:v>
                </c:pt>
                <c:pt idx="885">
                  <c:v>38587</c:v>
                </c:pt>
                <c:pt idx="886">
                  <c:v>38588</c:v>
                </c:pt>
                <c:pt idx="887">
                  <c:v>38589</c:v>
                </c:pt>
                <c:pt idx="888">
                  <c:v>38590</c:v>
                </c:pt>
                <c:pt idx="889">
                  <c:v>38593</c:v>
                </c:pt>
                <c:pt idx="890">
                  <c:v>38594</c:v>
                </c:pt>
                <c:pt idx="891">
                  <c:v>38595</c:v>
                </c:pt>
                <c:pt idx="892">
                  <c:v>38596</c:v>
                </c:pt>
                <c:pt idx="893">
                  <c:v>38597</c:v>
                </c:pt>
                <c:pt idx="894">
                  <c:v>38600</c:v>
                </c:pt>
                <c:pt idx="895">
                  <c:v>38601</c:v>
                </c:pt>
                <c:pt idx="896">
                  <c:v>38603</c:v>
                </c:pt>
                <c:pt idx="897">
                  <c:v>38604</c:v>
                </c:pt>
                <c:pt idx="898">
                  <c:v>38607</c:v>
                </c:pt>
                <c:pt idx="899">
                  <c:v>38608</c:v>
                </c:pt>
                <c:pt idx="900">
                  <c:v>38609</c:v>
                </c:pt>
                <c:pt idx="901">
                  <c:v>38610</c:v>
                </c:pt>
                <c:pt idx="902">
                  <c:v>38611</c:v>
                </c:pt>
                <c:pt idx="903">
                  <c:v>38614</c:v>
                </c:pt>
                <c:pt idx="904">
                  <c:v>38615</c:v>
                </c:pt>
                <c:pt idx="905">
                  <c:v>38616</c:v>
                </c:pt>
                <c:pt idx="906">
                  <c:v>38617</c:v>
                </c:pt>
                <c:pt idx="907">
                  <c:v>38618</c:v>
                </c:pt>
                <c:pt idx="908">
                  <c:v>38621</c:v>
                </c:pt>
                <c:pt idx="909">
                  <c:v>38622</c:v>
                </c:pt>
                <c:pt idx="910">
                  <c:v>38623</c:v>
                </c:pt>
                <c:pt idx="911">
                  <c:v>38624</c:v>
                </c:pt>
                <c:pt idx="912">
                  <c:v>38625</c:v>
                </c:pt>
                <c:pt idx="913">
                  <c:v>38628</c:v>
                </c:pt>
                <c:pt idx="914">
                  <c:v>38629</c:v>
                </c:pt>
                <c:pt idx="915">
                  <c:v>38630</c:v>
                </c:pt>
                <c:pt idx="916">
                  <c:v>38631</c:v>
                </c:pt>
                <c:pt idx="917">
                  <c:v>38632</c:v>
                </c:pt>
                <c:pt idx="918">
                  <c:v>38635</c:v>
                </c:pt>
                <c:pt idx="919">
                  <c:v>38636</c:v>
                </c:pt>
                <c:pt idx="920">
                  <c:v>38638</c:v>
                </c:pt>
                <c:pt idx="921">
                  <c:v>38639</c:v>
                </c:pt>
                <c:pt idx="922">
                  <c:v>38642</c:v>
                </c:pt>
                <c:pt idx="923">
                  <c:v>38643</c:v>
                </c:pt>
                <c:pt idx="924">
                  <c:v>38644</c:v>
                </c:pt>
                <c:pt idx="925">
                  <c:v>38645</c:v>
                </c:pt>
                <c:pt idx="926">
                  <c:v>38646</c:v>
                </c:pt>
                <c:pt idx="927">
                  <c:v>38649</c:v>
                </c:pt>
                <c:pt idx="928">
                  <c:v>38650</c:v>
                </c:pt>
                <c:pt idx="929">
                  <c:v>38651</c:v>
                </c:pt>
                <c:pt idx="930">
                  <c:v>38652</c:v>
                </c:pt>
                <c:pt idx="931">
                  <c:v>38653</c:v>
                </c:pt>
                <c:pt idx="932">
                  <c:v>38656</c:v>
                </c:pt>
                <c:pt idx="933">
                  <c:v>38657</c:v>
                </c:pt>
                <c:pt idx="934">
                  <c:v>38659</c:v>
                </c:pt>
                <c:pt idx="935">
                  <c:v>38660</c:v>
                </c:pt>
                <c:pt idx="936">
                  <c:v>38663</c:v>
                </c:pt>
                <c:pt idx="937">
                  <c:v>38664</c:v>
                </c:pt>
                <c:pt idx="938">
                  <c:v>38665</c:v>
                </c:pt>
                <c:pt idx="939">
                  <c:v>38666</c:v>
                </c:pt>
                <c:pt idx="940">
                  <c:v>38667</c:v>
                </c:pt>
                <c:pt idx="941">
                  <c:v>38670</c:v>
                </c:pt>
                <c:pt idx="942">
                  <c:v>38672</c:v>
                </c:pt>
                <c:pt idx="943">
                  <c:v>38673</c:v>
                </c:pt>
                <c:pt idx="944">
                  <c:v>38674</c:v>
                </c:pt>
                <c:pt idx="945">
                  <c:v>38677</c:v>
                </c:pt>
                <c:pt idx="946">
                  <c:v>38678</c:v>
                </c:pt>
                <c:pt idx="947">
                  <c:v>38679</c:v>
                </c:pt>
                <c:pt idx="948">
                  <c:v>38680</c:v>
                </c:pt>
                <c:pt idx="949">
                  <c:v>38681</c:v>
                </c:pt>
                <c:pt idx="950">
                  <c:v>38684</c:v>
                </c:pt>
                <c:pt idx="951">
                  <c:v>38685</c:v>
                </c:pt>
                <c:pt idx="952">
                  <c:v>38686</c:v>
                </c:pt>
                <c:pt idx="953">
                  <c:v>38687</c:v>
                </c:pt>
                <c:pt idx="954">
                  <c:v>38688</c:v>
                </c:pt>
                <c:pt idx="955">
                  <c:v>38691</c:v>
                </c:pt>
                <c:pt idx="956">
                  <c:v>38692</c:v>
                </c:pt>
                <c:pt idx="957">
                  <c:v>38693</c:v>
                </c:pt>
                <c:pt idx="958">
                  <c:v>38694</c:v>
                </c:pt>
                <c:pt idx="959">
                  <c:v>38695</c:v>
                </c:pt>
                <c:pt idx="960">
                  <c:v>38698</c:v>
                </c:pt>
                <c:pt idx="961">
                  <c:v>38699</c:v>
                </c:pt>
                <c:pt idx="962">
                  <c:v>38700</c:v>
                </c:pt>
                <c:pt idx="963">
                  <c:v>38701</c:v>
                </c:pt>
                <c:pt idx="964">
                  <c:v>38702</c:v>
                </c:pt>
                <c:pt idx="965">
                  <c:v>38705</c:v>
                </c:pt>
                <c:pt idx="966">
                  <c:v>38706</c:v>
                </c:pt>
                <c:pt idx="967">
                  <c:v>38707</c:v>
                </c:pt>
                <c:pt idx="968">
                  <c:v>38708</c:v>
                </c:pt>
                <c:pt idx="969">
                  <c:v>38709</c:v>
                </c:pt>
                <c:pt idx="970">
                  <c:v>38712</c:v>
                </c:pt>
                <c:pt idx="971">
                  <c:v>38713</c:v>
                </c:pt>
                <c:pt idx="972">
                  <c:v>38714</c:v>
                </c:pt>
                <c:pt idx="973">
                  <c:v>38715</c:v>
                </c:pt>
                <c:pt idx="974">
                  <c:v>38719</c:v>
                </c:pt>
                <c:pt idx="975">
                  <c:v>38720</c:v>
                </c:pt>
                <c:pt idx="976">
                  <c:v>38721</c:v>
                </c:pt>
                <c:pt idx="977">
                  <c:v>38722</c:v>
                </c:pt>
                <c:pt idx="978">
                  <c:v>38723</c:v>
                </c:pt>
                <c:pt idx="979">
                  <c:v>38726</c:v>
                </c:pt>
                <c:pt idx="980">
                  <c:v>38727</c:v>
                </c:pt>
                <c:pt idx="981">
                  <c:v>38728</c:v>
                </c:pt>
                <c:pt idx="982">
                  <c:v>38729</c:v>
                </c:pt>
                <c:pt idx="983">
                  <c:v>38730</c:v>
                </c:pt>
                <c:pt idx="984">
                  <c:v>38733</c:v>
                </c:pt>
                <c:pt idx="985">
                  <c:v>38734</c:v>
                </c:pt>
                <c:pt idx="986">
                  <c:v>38735</c:v>
                </c:pt>
                <c:pt idx="987">
                  <c:v>38736</c:v>
                </c:pt>
                <c:pt idx="988">
                  <c:v>38737</c:v>
                </c:pt>
                <c:pt idx="989">
                  <c:v>38740</c:v>
                </c:pt>
                <c:pt idx="990">
                  <c:v>38741</c:v>
                </c:pt>
                <c:pt idx="991">
                  <c:v>38743</c:v>
                </c:pt>
                <c:pt idx="992">
                  <c:v>38744</c:v>
                </c:pt>
                <c:pt idx="993">
                  <c:v>38747</c:v>
                </c:pt>
                <c:pt idx="994">
                  <c:v>38748</c:v>
                </c:pt>
                <c:pt idx="995">
                  <c:v>38749</c:v>
                </c:pt>
                <c:pt idx="996">
                  <c:v>38750</c:v>
                </c:pt>
                <c:pt idx="997">
                  <c:v>38751</c:v>
                </c:pt>
                <c:pt idx="998">
                  <c:v>38754</c:v>
                </c:pt>
                <c:pt idx="999">
                  <c:v>38755</c:v>
                </c:pt>
                <c:pt idx="1000">
                  <c:v>38756</c:v>
                </c:pt>
                <c:pt idx="1001">
                  <c:v>38757</c:v>
                </c:pt>
                <c:pt idx="1002">
                  <c:v>38758</c:v>
                </c:pt>
                <c:pt idx="1003">
                  <c:v>38761</c:v>
                </c:pt>
                <c:pt idx="1004">
                  <c:v>38762</c:v>
                </c:pt>
                <c:pt idx="1005">
                  <c:v>38763</c:v>
                </c:pt>
                <c:pt idx="1006">
                  <c:v>38764</c:v>
                </c:pt>
                <c:pt idx="1007">
                  <c:v>38765</c:v>
                </c:pt>
                <c:pt idx="1008">
                  <c:v>38768</c:v>
                </c:pt>
                <c:pt idx="1009">
                  <c:v>38769</c:v>
                </c:pt>
                <c:pt idx="1010">
                  <c:v>38770</c:v>
                </c:pt>
                <c:pt idx="1011">
                  <c:v>38771</c:v>
                </c:pt>
                <c:pt idx="1012">
                  <c:v>38772</c:v>
                </c:pt>
                <c:pt idx="1013">
                  <c:v>38777</c:v>
                </c:pt>
                <c:pt idx="1014">
                  <c:v>38778</c:v>
                </c:pt>
                <c:pt idx="1015">
                  <c:v>38779</c:v>
                </c:pt>
                <c:pt idx="1016">
                  <c:v>38782</c:v>
                </c:pt>
                <c:pt idx="1017">
                  <c:v>38783</c:v>
                </c:pt>
                <c:pt idx="1018">
                  <c:v>38784</c:v>
                </c:pt>
                <c:pt idx="1019">
                  <c:v>38785</c:v>
                </c:pt>
                <c:pt idx="1020">
                  <c:v>38786</c:v>
                </c:pt>
                <c:pt idx="1021">
                  <c:v>38789</c:v>
                </c:pt>
                <c:pt idx="1022">
                  <c:v>38790</c:v>
                </c:pt>
                <c:pt idx="1023">
                  <c:v>38791</c:v>
                </c:pt>
                <c:pt idx="1024">
                  <c:v>38792</c:v>
                </c:pt>
                <c:pt idx="1025">
                  <c:v>38793</c:v>
                </c:pt>
                <c:pt idx="1026">
                  <c:v>38796</c:v>
                </c:pt>
                <c:pt idx="1027">
                  <c:v>38797</c:v>
                </c:pt>
                <c:pt idx="1028">
                  <c:v>38798</c:v>
                </c:pt>
                <c:pt idx="1029">
                  <c:v>38799</c:v>
                </c:pt>
                <c:pt idx="1030">
                  <c:v>38800</c:v>
                </c:pt>
                <c:pt idx="1031">
                  <c:v>38803</c:v>
                </c:pt>
                <c:pt idx="1032">
                  <c:v>38804</c:v>
                </c:pt>
                <c:pt idx="1033">
                  <c:v>38805</c:v>
                </c:pt>
                <c:pt idx="1034">
                  <c:v>38806</c:v>
                </c:pt>
                <c:pt idx="1035">
                  <c:v>38807</c:v>
                </c:pt>
                <c:pt idx="1036">
                  <c:v>38810</c:v>
                </c:pt>
                <c:pt idx="1037">
                  <c:v>38811</c:v>
                </c:pt>
                <c:pt idx="1038">
                  <c:v>38812</c:v>
                </c:pt>
                <c:pt idx="1039">
                  <c:v>38813</c:v>
                </c:pt>
                <c:pt idx="1040">
                  <c:v>38814</c:v>
                </c:pt>
                <c:pt idx="1041">
                  <c:v>38817</c:v>
                </c:pt>
                <c:pt idx="1042">
                  <c:v>38818</c:v>
                </c:pt>
                <c:pt idx="1043">
                  <c:v>38819</c:v>
                </c:pt>
                <c:pt idx="1044">
                  <c:v>38820</c:v>
                </c:pt>
                <c:pt idx="1045">
                  <c:v>38824</c:v>
                </c:pt>
                <c:pt idx="1046">
                  <c:v>38825</c:v>
                </c:pt>
                <c:pt idx="1047">
                  <c:v>38826</c:v>
                </c:pt>
                <c:pt idx="1048">
                  <c:v>38827</c:v>
                </c:pt>
                <c:pt idx="1049">
                  <c:v>38831</c:v>
                </c:pt>
                <c:pt idx="1050">
                  <c:v>38832</c:v>
                </c:pt>
                <c:pt idx="1051">
                  <c:v>38833</c:v>
                </c:pt>
                <c:pt idx="1052">
                  <c:v>38834</c:v>
                </c:pt>
                <c:pt idx="1053">
                  <c:v>38835</c:v>
                </c:pt>
                <c:pt idx="1054">
                  <c:v>38839</c:v>
                </c:pt>
                <c:pt idx="1055">
                  <c:v>38840</c:v>
                </c:pt>
                <c:pt idx="1056">
                  <c:v>38841</c:v>
                </c:pt>
                <c:pt idx="1057">
                  <c:v>38842</c:v>
                </c:pt>
                <c:pt idx="1058">
                  <c:v>38845</c:v>
                </c:pt>
                <c:pt idx="1059">
                  <c:v>38846</c:v>
                </c:pt>
                <c:pt idx="1060">
                  <c:v>38847</c:v>
                </c:pt>
                <c:pt idx="1061">
                  <c:v>38848</c:v>
                </c:pt>
                <c:pt idx="1062">
                  <c:v>38849</c:v>
                </c:pt>
                <c:pt idx="1063">
                  <c:v>38852</c:v>
                </c:pt>
                <c:pt idx="1064">
                  <c:v>38853</c:v>
                </c:pt>
                <c:pt idx="1065">
                  <c:v>38854</c:v>
                </c:pt>
                <c:pt idx="1066">
                  <c:v>38855</c:v>
                </c:pt>
                <c:pt idx="1067">
                  <c:v>38856</c:v>
                </c:pt>
                <c:pt idx="1068">
                  <c:v>38859</c:v>
                </c:pt>
                <c:pt idx="1069">
                  <c:v>38860</c:v>
                </c:pt>
                <c:pt idx="1070">
                  <c:v>38861</c:v>
                </c:pt>
                <c:pt idx="1071">
                  <c:v>38862</c:v>
                </c:pt>
                <c:pt idx="1072">
                  <c:v>38863</c:v>
                </c:pt>
                <c:pt idx="1073">
                  <c:v>38866</c:v>
                </c:pt>
                <c:pt idx="1074">
                  <c:v>38867</c:v>
                </c:pt>
                <c:pt idx="1075">
                  <c:v>38868</c:v>
                </c:pt>
                <c:pt idx="1076">
                  <c:v>38869</c:v>
                </c:pt>
                <c:pt idx="1077">
                  <c:v>38870</c:v>
                </c:pt>
                <c:pt idx="1078">
                  <c:v>38873</c:v>
                </c:pt>
                <c:pt idx="1079">
                  <c:v>38874</c:v>
                </c:pt>
                <c:pt idx="1080">
                  <c:v>38875</c:v>
                </c:pt>
                <c:pt idx="1081">
                  <c:v>38876</c:v>
                </c:pt>
                <c:pt idx="1082">
                  <c:v>38877</c:v>
                </c:pt>
                <c:pt idx="1083">
                  <c:v>38880</c:v>
                </c:pt>
                <c:pt idx="1084">
                  <c:v>38881</c:v>
                </c:pt>
                <c:pt idx="1085">
                  <c:v>38882</c:v>
                </c:pt>
                <c:pt idx="1086">
                  <c:v>38884</c:v>
                </c:pt>
                <c:pt idx="1087">
                  <c:v>38887</c:v>
                </c:pt>
                <c:pt idx="1088">
                  <c:v>38888</c:v>
                </c:pt>
                <c:pt idx="1089">
                  <c:v>38889</c:v>
                </c:pt>
                <c:pt idx="1090">
                  <c:v>38890</c:v>
                </c:pt>
                <c:pt idx="1091">
                  <c:v>38891</c:v>
                </c:pt>
                <c:pt idx="1092">
                  <c:v>38894</c:v>
                </c:pt>
                <c:pt idx="1093">
                  <c:v>38895</c:v>
                </c:pt>
                <c:pt idx="1094">
                  <c:v>38896</c:v>
                </c:pt>
                <c:pt idx="1095">
                  <c:v>38897</c:v>
                </c:pt>
                <c:pt idx="1096">
                  <c:v>38898</c:v>
                </c:pt>
                <c:pt idx="1097">
                  <c:v>38901</c:v>
                </c:pt>
                <c:pt idx="1098">
                  <c:v>38902</c:v>
                </c:pt>
                <c:pt idx="1099">
                  <c:v>38903</c:v>
                </c:pt>
                <c:pt idx="1100">
                  <c:v>38904</c:v>
                </c:pt>
                <c:pt idx="1101">
                  <c:v>38905</c:v>
                </c:pt>
                <c:pt idx="1102">
                  <c:v>38908</c:v>
                </c:pt>
                <c:pt idx="1103">
                  <c:v>38909</c:v>
                </c:pt>
                <c:pt idx="1104">
                  <c:v>38910</c:v>
                </c:pt>
                <c:pt idx="1105">
                  <c:v>38911</c:v>
                </c:pt>
                <c:pt idx="1106">
                  <c:v>38912</c:v>
                </c:pt>
                <c:pt idx="1107">
                  <c:v>38915</c:v>
                </c:pt>
                <c:pt idx="1108">
                  <c:v>38916</c:v>
                </c:pt>
                <c:pt idx="1109">
                  <c:v>38917</c:v>
                </c:pt>
                <c:pt idx="1110">
                  <c:v>38918</c:v>
                </c:pt>
                <c:pt idx="1111">
                  <c:v>38919</c:v>
                </c:pt>
                <c:pt idx="1112">
                  <c:v>38922</c:v>
                </c:pt>
                <c:pt idx="1113">
                  <c:v>38923</c:v>
                </c:pt>
                <c:pt idx="1114">
                  <c:v>38924</c:v>
                </c:pt>
                <c:pt idx="1115">
                  <c:v>38925</c:v>
                </c:pt>
                <c:pt idx="1116">
                  <c:v>38926</c:v>
                </c:pt>
                <c:pt idx="1117">
                  <c:v>38929</c:v>
                </c:pt>
                <c:pt idx="1118">
                  <c:v>38930</c:v>
                </c:pt>
                <c:pt idx="1119">
                  <c:v>38931</c:v>
                </c:pt>
                <c:pt idx="1120">
                  <c:v>38932</c:v>
                </c:pt>
                <c:pt idx="1121">
                  <c:v>38933</c:v>
                </c:pt>
                <c:pt idx="1122">
                  <c:v>38936</c:v>
                </c:pt>
                <c:pt idx="1123">
                  <c:v>38937</c:v>
                </c:pt>
                <c:pt idx="1124">
                  <c:v>38938</c:v>
                </c:pt>
                <c:pt idx="1125">
                  <c:v>38939</c:v>
                </c:pt>
                <c:pt idx="1126">
                  <c:v>38940</c:v>
                </c:pt>
                <c:pt idx="1127">
                  <c:v>38943</c:v>
                </c:pt>
                <c:pt idx="1128">
                  <c:v>38944</c:v>
                </c:pt>
                <c:pt idx="1129">
                  <c:v>38945</c:v>
                </c:pt>
                <c:pt idx="1130">
                  <c:v>38946</c:v>
                </c:pt>
                <c:pt idx="1131">
                  <c:v>38947</c:v>
                </c:pt>
                <c:pt idx="1132">
                  <c:v>38950</c:v>
                </c:pt>
                <c:pt idx="1133">
                  <c:v>38951</c:v>
                </c:pt>
                <c:pt idx="1134">
                  <c:v>38952</c:v>
                </c:pt>
                <c:pt idx="1135">
                  <c:v>38953</c:v>
                </c:pt>
                <c:pt idx="1136">
                  <c:v>38954</c:v>
                </c:pt>
                <c:pt idx="1137">
                  <c:v>38957</c:v>
                </c:pt>
                <c:pt idx="1138">
                  <c:v>38958</c:v>
                </c:pt>
                <c:pt idx="1139">
                  <c:v>38959</c:v>
                </c:pt>
                <c:pt idx="1140">
                  <c:v>38960</c:v>
                </c:pt>
                <c:pt idx="1141">
                  <c:v>38961</c:v>
                </c:pt>
                <c:pt idx="1142">
                  <c:v>38964</c:v>
                </c:pt>
                <c:pt idx="1143">
                  <c:v>38965</c:v>
                </c:pt>
                <c:pt idx="1144">
                  <c:v>38966</c:v>
                </c:pt>
                <c:pt idx="1145">
                  <c:v>38968</c:v>
                </c:pt>
                <c:pt idx="1146">
                  <c:v>38971</c:v>
                </c:pt>
                <c:pt idx="1147">
                  <c:v>38972</c:v>
                </c:pt>
                <c:pt idx="1148">
                  <c:v>38973</c:v>
                </c:pt>
                <c:pt idx="1149">
                  <c:v>38974</c:v>
                </c:pt>
                <c:pt idx="1150">
                  <c:v>38975</c:v>
                </c:pt>
                <c:pt idx="1151">
                  <c:v>38978</c:v>
                </c:pt>
                <c:pt idx="1152">
                  <c:v>38979</c:v>
                </c:pt>
                <c:pt idx="1153">
                  <c:v>38980</c:v>
                </c:pt>
                <c:pt idx="1154">
                  <c:v>38981</c:v>
                </c:pt>
                <c:pt idx="1155">
                  <c:v>38982</c:v>
                </c:pt>
                <c:pt idx="1156">
                  <c:v>38985</c:v>
                </c:pt>
                <c:pt idx="1157">
                  <c:v>38986</c:v>
                </c:pt>
                <c:pt idx="1158">
                  <c:v>38987</c:v>
                </c:pt>
                <c:pt idx="1159">
                  <c:v>38988</c:v>
                </c:pt>
                <c:pt idx="1160">
                  <c:v>38989</c:v>
                </c:pt>
                <c:pt idx="1161">
                  <c:v>38992</c:v>
                </c:pt>
                <c:pt idx="1162">
                  <c:v>38993</c:v>
                </c:pt>
                <c:pt idx="1163">
                  <c:v>38994</c:v>
                </c:pt>
                <c:pt idx="1164">
                  <c:v>38995</c:v>
                </c:pt>
                <c:pt idx="1165">
                  <c:v>38996</c:v>
                </c:pt>
                <c:pt idx="1166">
                  <c:v>38999</c:v>
                </c:pt>
                <c:pt idx="1167">
                  <c:v>39000</c:v>
                </c:pt>
                <c:pt idx="1168">
                  <c:v>39001</c:v>
                </c:pt>
                <c:pt idx="1169">
                  <c:v>39003</c:v>
                </c:pt>
                <c:pt idx="1170">
                  <c:v>39006</c:v>
                </c:pt>
                <c:pt idx="1171">
                  <c:v>39007</c:v>
                </c:pt>
                <c:pt idx="1172">
                  <c:v>39008</c:v>
                </c:pt>
                <c:pt idx="1173">
                  <c:v>39009</c:v>
                </c:pt>
                <c:pt idx="1174">
                  <c:v>39010</c:v>
                </c:pt>
                <c:pt idx="1175">
                  <c:v>39013</c:v>
                </c:pt>
                <c:pt idx="1176">
                  <c:v>39014</c:v>
                </c:pt>
                <c:pt idx="1177">
                  <c:v>39015</c:v>
                </c:pt>
                <c:pt idx="1178">
                  <c:v>39016</c:v>
                </c:pt>
                <c:pt idx="1179">
                  <c:v>39017</c:v>
                </c:pt>
                <c:pt idx="1180">
                  <c:v>39020</c:v>
                </c:pt>
                <c:pt idx="1181">
                  <c:v>39021</c:v>
                </c:pt>
                <c:pt idx="1182">
                  <c:v>39022</c:v>
                </c:pt>
                <c:pt idx="1183">
                  <c:v>39024</c:v>
                </c:pt>
                <c:pt idx="1184">
                  <c:v>39027</c:v>
                </c:pt>
                <c:pt idx="1185">
                  <c:v>39028</c:v>
                </c:pt>
                <c:pt idx="1186">
                  <c:v>39029</c:v>
                </c:pt>
                <c:pt idx="1187">
                  <c:v>39030</c:v>
                </c:pt>
                <c:pt idx="1188">
                  <c:v>39031</c:v>
                </c:pt>
                <c:pt idx="1189">
                  <c:v>39034</c:v>
                </c:pt>
                <c:pt idx="1190">
                  <c:v>39035</c:v>
                </c:pt>
                <c:pt idx="1191">
                  <c:v>39037</c:v>
                </c:pt>
                <c:pt idx="1192">
                  <c:v>39038</c:v>
                </c:pt>
                <c:pt idx="1193">
                  <c:v>39042</c:v>
                </c:pt>
                <c:pt idx="1194">
                  <c:v>39043</c:v>
                </c:pt>
                <c:pt idx="1195">
                  <c:v>39044</c:v>
                </c:pt>
                <c:pt idx="1196">
                  <c:v>39045</c:v>
                </c:pt>
                <c:pt idx="1197">
                  <c:v>39048</c:v>
                </c:pt>
                <c:pt idx="1198">
                  <c:v>39049</c:v>
                </c:pt>
                <c:pt idx="1199">
                  <c:v>39050</c:v>
                </c:pt>
                <c:pt idx="1200">
                  <c:v>39051</c:v>
                </c:pt>
                <c:pt idx="1201">
                  <c:v>39052</c:v>
                </c:pt>
                <c:pt idx="1202">
                  <c:v>39055</c:v>
                </c:pt>
                <c:pt idx="1203">
                  <c:v>39056</c:v>
                </c:pt>
                <c:pt idx="1204">
                  <c:v>39057</c:v>
                </c:pt>
                <c:pt idx="1205">
                  <c:v>39058</c:v>
                </c:pt>
                <c:pt idx="1206">
                  <c:v>39059</c:v>
                </c:pt>
                <c:pt idx="1207">
                  <c:v>39062</c:v>
                </c:pt>
                <c:pt idx="1208">
                  <c:v>39063</c:v>
                </c:pt>
                <c:pt idx="1209">
                  <c:v>39064</c:v>
                </c:pt>
                <c:pt idx="1210">
                  <c:v>39065</c:v>
                </c:pt>
                <c:pt idx="1211">
                  <c:v>39066</c:v>
                </c:pt>
                <c:pt idx="1212">
                  <c:v>39069</c:v>
                </c:pt>
                <c:pt idx="1213">
                  <c:v>39070</c:v>
                </c:pt>
                <c:pt idx="1214">
                  <c:v>39071</c:v>
                </c:pt>
                <c:pt idx="1215">
                  <c:v>39072</c:v>
                </c:pt>
                <c:pt idx="1216">
                  <c:v>39073</c:v>
                </c:pt>
                <c:pt idx="1217">
                  <c:v>39077</c:v>
                </c:pt>
                <c:pt idx="1218">
                  <c:v>39078</c:v>
                </c:pt>
                <c:pt idx="1219">
                  <c:v>39079</c:v>
                </c:pt>
                <c:pt idx="1220">
                  <c:v>39084</c:v>
                </c:pt>
                <c:pt idx="1221">
                  <c:v>39085</c:v>
                </c:pt>
                <c:pt idx="1222">
                  <c:v>39086</c:v>
                </c:pt>
                <c:pt idx="1223">
                  <c:v>39087</c:v>
                </c:pt>
                <c:pt idx="1224">
                  <c:v>39090</c:v>
                </c:pt>
                <c:pt idx="1225">
                  <c:v>39091</c:v>
                </c:pt>
                <c:pt idx="1226">
                  <c:v>39092</c:v>
                </c:pt>
                <c:pt idx="1227">
                  <c:v>39093</c:v>
                </c:pt>
                <c:pt idx="1228">
                  <c:v>39094</c:v>
                </c:pt>
                <c:pt idx="1229">
                  <c:v>39097</c:v>
                </c:pt>
                <c:pt idx="1230">
                  <c:v>39098</c:v>
                </c:pt>
                <c:pt idx="1231">
                  <c:v>39099</c:v>
                </c:pt>
                <c:pt idx="1232">
                  <c:v>39100</c:v>
                </c:pt>
                <c:pt idx="1233">
                  <c:v>39101</c:v>
                </c:pt>
                <c:pt idx="1234">
                  <c:v>39104</c:v>
                </c:pt>
                <c:pt idx="1235">
                  <c:v>39105</c:v>
                </c:pt>
                <c:pt idx="1236">
                  <c:v>39106</c:v>
                </c:pt>
                <c:pt idx="1237">
                  <c:v>39108</c:v>
                </c:pt>
                <c:pt idx="1238">
                  <c:v>39111</c:v>
                </c:pt>
                <c:pt idx="1239">
                  <c:v>39112</c:v>
                </c:pt>
                <c:pt idx="1240">
                  <c:v>39113</c:v>
                </c:pt>
                <c:pt idx="1241">
                  <c:v>39114</c:v>
                </c:pt>
                <c:pt idx="1242">
                  <c:v>39115</c:v>
                </c:pt>
                <c:pt idx="1243">
                  <c:v>39118</c:v>
                </c:pt>
                <c:pt idx="1244">
                  <c:v>39119</c:v>
                </c:pt>
                <c:pt idx="1245">
                  <c:v>39120</c:v>
                </c:pt>
                <c:pt idx="1246">
                  <c:v>39121</c:v>
                </c:pt>
                <c:pt idx="1247">
                  <c:v>39122</c:v>
                </c:pt>
                <c:pt idx="1248">
                  <c:v>39125</c:v>
                </c:pt>
                <c:pt idx="1249">
                  <c:v>39126</c:v>
                </c:pt>
                <c:pt idx="1250">
                  <c:v>39127</c:v>
                </c:pt>
                <c:pt idx="1251">
                  <c:v>39128</c:v>
                </c:pt>
                <c:pt idx="1252">
                  <c:v>39129</c:v>
                </c:pt>
                <c:pt idx="1253">
                  <c:v>39134</c:v>
                </c:pt>
                <c:pt idx="1254">
                  <c:v>39135</c:v>
                </c:pt>
                <c:pt idx="1255">
                  <c:v>39136</c:v>
                </c:pt>
                <c:pt idx="1256">
                  <c:v>39139</c:v>
                </c:pt>
                <c:pt idx="1257">
                  <c:v>39140</c:v>
                </c:pt>
                <c:pt idx="1258">
                  <c:v>39141</c:v>
                </c:pt>
                <c:pt idx="1259">
                  <c:v>39142</c:v>
                </c:pt>
                <c:pt idx="1260">
                  <c:v>39143</c:v>
                </c:pt>
                <c:pt idx="1261">
                  <c:v>39146</c:v>
                </c:pt>
                <c:pt idx="1262">
                  <c:v>39147</c:v>
                </c:pt>
                <c:pt idx="1263">
                  <c:v>39148</c:v>
                </c:pt>
                <c:pt idx="1264">
                  <c:v>39149</c:v>
                </c:pt>
                <c:pt idx="1265">
                  <c:v>39150</c:v>
                </c:pt>
                <c:pt idx="1266">
                  <c:v>39153</c:v>
                </c:pt>
                <c:pt idx="1267">
                  <c:v>39154</c:v>
                </c:pt>
                <c:pt idx="1268">
                  <c:v>39155</c:v>
                </c:pt>
                <c:pt idx="1269">
                  <c:v>39156</c:v>
                </c:pt>
                <c:pt idx="1270">
                  <c:v>39157</c:v>
                </c:pt>
                <c:pt idx="1271">
                  <c:v>39160</c:v>
                </c:pt>
                <c:pt idx="1272">
                  <c:v>39161</c:v>
                </c:pt>
                <c:pt idx="1273">
                  <c:v>39162</c:v>
                </c:pt>
                <c:pt idx="1274">
                  <c:v>39163</c:v>
                </c:pt>
                <c:pt idx="1275">
                  <c:v>39164</c:v>
                </c:pt>
                <c:pt idx="1276">
                  <c:v>39167</c:v>
                </c:pt>
                <c:pt idx="1277">
                  <c:v>39168</c:v>
                </c:pt>
                <c:pt idx="1278">
                  <c:v>39169</c:v>
                </c:pt>
                <c:pt idx="1279">
                  <c:v>39170</c:v>
                </c:pt>
                <c:pt idx="1280">
                  <c:v>39171</c:v>
                </c:pt>
                <c:pt idx="1281">
                  <c:v>39174</c:v>
                </c:pt>
                <c:pt idx="1282">
                  <c:v>39175</c:v>
                </c:pt>
                <c:pt idx="1283">
                  <c:v>39176</c:v>
                </c:pt>
                <c:pt idx="1284">
                  <c:v>39177</c:v>
                </c:pt>
                <c:pt idx="1285">
                  <c:v>39181</c:v>
                </c:pt>
                <c:pt idx="1286">
                  <c:v>39182</c:v>
                </c:pt>
                <c:pt idx="1287">
                  <c:v>39183</c:v>
                </c:pt>
                <c:pt idx="1288">
                  <c:v>39184</c:v>
                </c:pt>
                <c:pt idx="1289">
                  <c:v>39185</c:v>
                </c:pt>
                <c:pt idx="1290">
                  <c:v>39188</c:v>
                </c:pt>
                <c:pt idx="1291">
                  <c:v>39189</c:v>
                </c:pt>
                <c:pt idx="1292">
                  <c:v>39190</c:v>
                </c:pt>
                <c:pt idx="1293">
                  <c:v>39191</c:v>
                </c:pt>
                <c:pt idx="1294">
                  <c:v>39192</c:v>
                </c:pt>
                <c:pt idx="1295">
                  <c:v>39195</c:v>
                </c:pt>
                <c:pt idx="1296">
                  <c:v>39196</c:v>
                </c:pt>
                <c:pt idx="1297">
                  <c:v>39197</c:v>
                </c:pt>
                <c:pt idx="1298">
                  <c:v>39198</c:v>
                </c:pt>
                <c:pt idx="1299">
                  <c:v>39199</c:v>
                </c:pt>
                <c:pt idx="1300">
                  <c:v>39202</c:v>
                </c:pt>
                <c:pt idx="1301">
                  <c:v>39204</c:v>
                </c:pt>
                <c:pt idx="1302">
                  <c:v>39205</c:v>
                </c:pt>
                <c:pt idx="1303">
                  <c:v>39206</c:v>
                </c:pt>
                <c:pt idx="1304">
                  <c:v>39209</c:v>
                </c:pt>
                <c:pt idx="1305">
                  <c:v>39210</c:v>
                </c:pt>
                <c:pt idx="1306">
                  <c:v>39211</c:v>
                </c:pt>
                <c:pt idx="1307">
                  <c:v>39212</c:v>
                </c:pt>
                <c:pt idx="1308">
                  <c:v>39213</c:v>
                </c:pt>
                <c:pt idx="1309">
                  <c:v>39216</c:v>
                </c:pt>
                <c:pt idx="1310">
                  <c:v>39217</c:v>
                </c:pt>
                <c:pt idx="1311">
                  <c:v>39218</c:v>
                </c:pt>
                <c:pt idx="1312">
                  <c:v>39219</c:v>
                </c:pt>
                <c:pt idx="1313">
                  <c:v>39220</c:v>
                </c:pt>
                <c:pt idx="1314">
                  <c:v>39223</c:v>
                </c:pt>
                <c:pt idx="1315">
                  <c:v>39224</c:v>
                </c:pt>
                <c:pt idx="1316">
                  <c:v>39225</c:v>
                </c:pt>
                <c:pt idx="1317">
                  <c:v>39226</c:v>
                </c:pt>
                <c:pt idx="1318">
                  <c:v>39227</c:v>
                </c:pt>
                <c:pt idx="1319">
                  <c:v>39230</c:v>
                </c:pt>
                <c:pt idx="1320">
                  <c:v>39231</c:v>
                </c:pt>
                <c:pt idx="1321">
                  <c:v>39232</c:v>
                </c:pt>
                <c:pt idx="1322">
                  <c:v>39233</c:v>
                </c:pt>
                <c:pt idx="1323">
                  <c:v>39234</c:v>
                </c:pt>
                <c:pt idx="1324">
                  <c:v>39237</c:v>
                </c:pt>
                <c:pt idx="1325">
                  <c:v>39238</c:v>
                </c:pt>
                <c:pt idx="1326">
                  <c:v>39239</c:v>
                </c:pt>
                <c:pt idx="1327">
                  <c:v>39241</c:v>
                </c:pt>
                <c:pt idx="1328">
                  <c:v>39244</c:v>
                </c:pt>
                <c:pt idx="1329">
                  <c:v>39245</c:v>
                </c:pt>
                <c:pt idx="1330">
                  <c:v>39246</c:v>
                </c:pt>
                <c:pt idx="1331">
                  <c:v>39247</c:v>
                </c:pt>
                <c:pt idx="1332">
                  <c:v>39248</c:v>
                </c:pt>
                <c:pt idx="1333">
                  <c:v>39251</c:v>
                </c:pt>
                <c:pt idx="1334">
                  <c:v>39252</c:v>
                </c:pt>
                <c:pt idx="1335">
                  <c:v>39253</c:v>
                </c:pt>
                <c:pt idx="1336">
                  <c:v>39254</c:v>
                </c:pt>
                <c:pt idx="1337">
                  <c:v>39255</c:v>
                </c:pt>
                <c:pt idx="1338">
                  <c:v>39258</c:v>
                </c:pt>
                <c:pt idx="1339">
                  <c:v>39259</c:v>
                </c:pt>
                <c:pt idx="1340">
                  <c:v>39260</c:v>
                </c:pt>
                <c:pt idx="1341">
                  <c:v>39261</c:v>
                </c:pt>
                <c:pt idx="1342">
                  <c:v>39262</c:v>
                </c:pt>
                <c:pt idx="1343">
                  <c:v>39265</c:v>
                </c:pt>
                <c:pt idx="1344">
                  <c:v>39266</c:v>
                </c:pt>
                <c:pt idx="1345">
                  <c:v>39267</c:v>
                </c:pt>
                <c:pt idx="1346">
                  <c:v>39268</c:v>
                </c:pt>
                <c:pt idx="1347">
                  <c:v>39269</c:v>
                </c:pt>
                <c:pt idx="1348">
                  <c:v>39273</c:v>
                </c:pt>
                <c:pt idx="1349">
                  <c:v>39274</c:v>
                </c:pt>
                <c:pt idx="1350">
                  <c:v>39275</c:v>
                </c:pt>
                <c:pt idx="1351">
                  <c:v>39276</c:v>
                </c:pt>
                <c:pt idx="1352">
                  <c:v>39279</c:v>
                </c:pt>
                <c:pt idx="1353">
                  <c:v>39280</c:v>
                </c:pt>
                <c:pt idx="1354">
                  <c:v>39281</c:v>
                </c:pt>
                <c:pt idx="1355">
                  <c:v>39282</c:v>
                </c:pt>
                <c:pt idx="1356">
                  <c:v>39283</c:v>
                </c:pt>
                <c:pt idx="1357">
                  <c:v>39286</c:v>
                </c:pt>
                <c:pt idx="1358">
                  <c:v>39287</c:v>
                </c:pt>
                <c:pt idx="1359">
                  <c:v>39288</c:v>
                </c:pt>
                <c:pt idx="1360">
                  <c:v>39289</c:v>
                </c:pt>
                <c:pt idx="1361">
                  <c:v>39290</c:v>
                </c:pt>
                <c:pt idx="1362">
                  <c:v>39293</c:v>
                </c:pt>
                <c:pt idx="1363">
                  <c:v>39294</c:v>
                </c:pt>
                <c:pt idx="1364">
                  <c:v>39295</c:v>
                </c:pt>
                <c:pt idx="1365">
                  <c:v>39296</c:v>
                </c:pt>
                <c:pt idx="1366">
                  <c:v>39297</c:v>
                </c:pt>
                <c:pt idx="1367">
                  <c:v>39300</c:v>
                </c:pt>
                <c:pt idx="1368">
                  <c:v>39301</c:v>
                </c:pt>
                <c:pt idx="1369">
                  <c:v>39302</c:v>
                </c:pt>
                <c:pt idx="1370">
                  <c:v>39303</c:v>
                </c:pt>
                <c:pt idx="1371">
                  <c:v>39304</c:v>
                </c:pt>
                <c:pt idx="1372">
                  <c:v>39307</c:v>
                </c:pt>
                <c:pt idx="1373">
                  <c:v>39308</c:v>
                </c:pt>
                <c:pt idx="1374">
                  <c:v>39309</c:v>
                </c:pt>
                <c:pt idx="1375">
                  <c:v>39310</c:v>
                </c:pt>
                <c:pt idx="1376">
                  <c:v>39311</c:v>
                </c:pt>
                <c:pt idx="1377">
                  <c:v>39314</c:v>
                </c:pt>
                <c:pt idx="1378">
                  <c:v>39315</c:v>
                </c:pt>
                <c:pt idx="1379">
                  <c:v>39316</c:v>
                </c:pt>
                <c:pt idx="1380">
                  <c:v>39317</c:v>
                </c:pt>
                <c:pt idx="1381">
                  <c:v>39318</c:v>
                </c:pt>
                <c:pt idx="1382">
                  <c:v>39321</c:v>
                </c:pt>
                <c:pt idx="1383">
                  <c:v>39322</c:v>
                </c:pt>
                <c:pt idx="1384">
                  <c:v>39323</c:v>
                </c:pt>
                <c:pt idx="1385">
                  <c:v>39324</c:v>
                </c:pt>
                <c:pt idx="1386">
                  <c:v>39325</c:v>
                </c:pt>
                <c:pt idx="1387">
                  <c:v>39328</c:v>
                </c:pt>
                <c:pt idx="1388">
                  <c:v>39329</c:v>
                </c:pt>
                <c:pt idx="1389">
                  <c:v>39330</c:v>
                </c:pt>
                <c:pt idx="1390">
                  <c:v>39331</c:v>
                </c:pt>
                <c:pt idx="1391">
                  <c:v>39335</c:v>
                </c:pt>
                <c:pt idx="1392">
                  <c:v>39336</c:v>
                </c:pt>
                <c:pt idx="1393">
                  <c:v>39337</c:v>
                </c:pt>
                <c:pt idx="1394">
                  <c:v>39338</c:v>
                </c:pt>
                <c:pt idx="1395">
                  <c:v>39339</c:v>
                </c:pt>
                <c:pt idx="1396">
                  <c:v>39342</c:v>
                </c:pt>
                <c:pt idx="1397">
                  <c:v>39343</c:v>
                </c:pt>
                <c:pt idx="1398">
                  <c:v>39344</c:v>
                </c:pt>
                <c:pt idx="1399">
                  <c:v>39345</c:v>
                </c:pt>
                <c:pt idx="1400">
                  <c:v>39346</c:v>
                </c:pt>
                <c:pt idx="1401">
                  <c:v>39349</c:v>
                </c:pt>
                <c:pt idx="1402">
                  <c:v>39350</c:v>
                </c:pt>
                <c:pt idx="1403">
                  <c:v>39351</c:v>
                </c:pt>
                <c:pt idx="1404">
                  <c:v>39352</c:v>
                </c:pt>
                <c:pt idx="1405">
                  <c:v>39353</c:v>
                </c:pt>
                <c:pt idx="1406">
                  <c:v>39356</c:v>
                </c:pt>
                <c:pt idx="1407">
                  <c:v>39357</c:v>
                </c:pt>
                <c:pt idx="1408">
                  <c:v>39358</c:v>
                </c:pt>
                <c:pt idx="1409">
                  <c:v>39359</c:v>
                </c:pt>
                <c:pt idx="1410">
                  <c:v>39360</c:v>
                </c:pt>
                <c:pt idx="1411">
                  <c:v>39363</c:v>
                </c:pt>
                <c:pt idx="1412">
                  <c:v>39364</c:v>
                </c:pt>
                <c:pt idx="1413">
                  <c:v>39365</c:v>
                </c:pt>
                <c:pt idx="1414">
                  <c:v>39366</c:v>
                </c:pt>
                <c:pt idx="1415">
                  <c:v>39370</c:v>
                </c:pt>
                <c:pt idx="1416">
                  <c:v>39371</c:v>
                </c:pt>
                <c:pt idx="1417">
                  <c:v>39372</c:v>
                </c:pt>
                <c:pt idx="1418">
                  <c:v>39373</c:v>
                </c:pt>
                <c:pt idx="1419">
                  <c:v>39374</c:v>
                </c:pt>
                <c:pt idx="1420">
                  <c:v>39377</c:v>
                </c:pt>
                <c:pt idx="1421">
                  <c:v>39378</c:v>
                </c:pt>
                <c:pt idx="1422">
                  <c:v>39379</c:v>
                </c:pt>
                <c:pt idx="1423">
                  <c:v>39380</c:v>
                </c:pt>
                <c:pt idx="1424">
                  <c:v>39381</c:v>
                </c:pt>
                <c:pt idx="1425">
                  <c:v>39384</c:v>
                </c:pt>
                <c:pt idx="1426">
                  <c:v>39385</c:v>
                </c:pt>
                <c:pt idx="1427">
                  <c:v>39386</c:v>
                </c:pt>
                <c:pt idx="1428">
                  <c:v>39387</c:v>
                </c:pt>
                <c:pt idx="1429">
                  <c:v>39391</c:v>
                </c:pt>
                <c:pt idx="1430">
                  <c:v>39392</c:v>
                </c:pt>
                <c:pt idx="1431">
                  <c:v>39393</c:v>
                </c:pt>
                <c:pt idx="1432">
                  <c:v>39394</c:v>
                </c:pt>
                <c:pt idx="1433">
                  <c:v>39395</c:v>
                </c:pt>
                <c:pt idx="1434">
                  <c:v>39398</c:v>
                </c:pt>
                <c:pt idx="1435">
                  <c:v>39399</c:v>
                </c:pt>
                <c:pt idx="1436">
                  <c:v>39400</c:v>
                </c:pt>
                <c:pt idx="1437">
                  <c:v>39402</c:v>
                </c:pt>
                <c:pt idx="1438">
                  <c:v>39405</c:v>
                </c:pt>
                <c:pt idx="1439">
                  <c:v>39407</c:v>
                </c:pt>
                <c:pt idx="1440">
                  <c:v>39408</c:v>
                </c:pt>
                <c:pt idx="1441">
                  <c:v>39409</c:v>
                </c:pt>
                <c:pt idx="1442">
                  <c:v>39412</c:v>
                </c:pt>
                <c:pt idx="1443">
                  <c:v>39413</c:v>
                </c:pt>
                <c:pt idx="1444">
                  <c:v>39414</c:v>
                </c:pt>
                <c:pt idx="1445">
                  <c:v>39415</c:v>
                </c:pt>
                <c:pt idx="1446">
                  <c:v>39416</c:v>
                </c:pt>
                <c:pt idx="1447">
                  <c:v>39419</c:v>
                </c:pt>
                <c:pt idx="1448">
                  <c:v>39420</c:v>
                </c:pt>
                <c:pt idx="1449">
                  <c:v>39421</c:v>
                </c:pt>
                <c:pt idx="1450">
                  <c:v>39422</c:v>
                </c:pt>
                <c:pt idx="1451">
                  <c:v>39423</c:v>
                </c:pt>
                <c:pt idx="1452">
                  <c:v>39426</c:v>
                </c:pt>
                <c:pt idx="1453">
                  <c:v>39427</c:v>
                </c:pt>
                <c:pt idx="1454">
                  <c:v>39428</c:v>
                </c:pt>
                <c:pt idx="1455">
                  <c:v>39429</c:v>
                </c:pt>
                <c:pt idx="1456">
                  <c:v>39430</c:v>
                </c:pt>
                <c:pt idx="1457">
                  <c:v>39433</c:v>
                </c:pt>
                <c:pt idx="1458">
                  <c:v>39434</c:v>
                </c:pt>
                <c:pt idx="1459">
                  <c:v>39435</c:v>
                </c:pt>
                <c:pt idx="1460">
                  <c:v>39436</c:v>
                </c:pt>
                <c:pt idx="1461">
                  <c:v>39437</c:v>
                </c:pt>
                <c:pt idx="1462">
                  <c:v>39442</c:v>
                </c:pt>
                <c:pt idx="1463">
                  <c:v>39443</c:v>
                </c:pt>
                <c:pt idx="1464">
                  <c:v>39444</c:v>
                </c:pt>
                <c:pt idx="1465">
                  <c:v>39449</c:v>
                </c:pt>
                <c:pt idx="1466">
                  <c:v>39450</c:v>
                </c:pt>
                <c:pt idx="1467">
                  <c:v>39451</c:v>
                </c:pt>
                <c:pt idx="1468">
                  <c:v>39454</c:v>
                </c:pt>
                <c:pt idx="1469">
                  <c:v>39455</c:v>
                </c:pt>
                <c:pt idx="1470">
                  <c:v>39456</c:v>
                </c:pt>
                <c:pt idx="1471">
                  <c:v>39457</c:v>
                </c:pt>
                <c:pt idx="1472">
                  <c:v>39458</c:v>
                </c:pt>
                <c:pt idx="1473">
                  <c:v>39461</c:v>
                </c:pt>
                <c:pt idx="1474">
                  <c:v>39462</c:v>
                </c:pt>
                <c:pt idx="1475">
                  <c:v>39463</c:v>
                </c:pt>
                <c:pt idx="1476">
                  <c:v>39464</c:v>
                </c:pt>
                <c:pt idx="1477">
                  <c:v>39465</c:v>
                </c:pt>
                <c:pt idx="1478">
                  <c:v>39468</c:v>
                </c:pt>
                <c:pt idx="1479">
                  <c:v>39469</c:v>
                </c:pt>
                <c:pt idx="1480">
                  <c:v>39470</c:v>
                </c:pt>
                <c:pt idx="1481">
                  <c:v>39471</c:v>
                </c:pt>
                <c:pt idx="1482">
                  <c:v>39475</c:v>
                </c:pt>
                <c:pt idx="1483">
                  <c:v>39476</c:v>
                </c:pt>
                <c:pt idx="1484">
                  <c:v>39477</c:v>
                </c:pt>
                <c:pt idx="1485">
                  <c:v>39478</c:v>
                </c:pt>
                <c:pt idx="1486">
                  <c:v>39479</c:v>
                </c:pt>
                <c:pt idx="1487">
                  <c:v>39484</c:v>
                </c:pt>
                <c:pt idx="1488">
                  <c:v>39485</c:v>
                </c:pt>
                <c:pt idx="1489">
                  <c:v>39486</c:v>
                </c:pt>
                <c:pt idx="1490">
                  <c:v>39489</c:v>
                </c:pt>
                <c:pt idx="1491">
                  <c:v>39490</c:v>
                </c:pt>
                <c:pt idx="1492">
                  <c:v>39491</c:v>
                </c:pt>
                <c:pt idx="1493">
                  <c:v>39492</c:v>
                </c:pt>
                <c:pt idx="1494">
                  <c:v>39493</c:v>
                </c:pt>
                <c:pt idx="1495">
                  <c:v>39496</c:v>
                </c:pt>
                <c:pt idx="1496">
                  <c:v>39497</c:v>
                </c:pt>
                <c:pt idx="1497">
                  <c:v>39498</c:v>
                </c:pt>
                <c:pt idx="1498">
                  <c:v>39499</c:v>
                </c:pt>
                <c:pt idx="1499">
                  <c:v>39500</c:v>
                </c:pt>
                <c:pt idx="1500">
                  <c:v>39503</c:v>
                </c:pt>
                <c:pt idx="1501">
                  <c:v>39504</c:v>
                </c:pt>
                <c:pt idx="1502">
                  <c:v>39505</c:v>
                </c:pt>
                <c:pt idx="1503">
                  <c:v>39506</c:v>
                </c:pt>
                <c:pt idx="1504">
                  <c:v>39507</c:v>
                </c:pt>
                <c:pt idx="1505">
                  <c:v>39510</c:v>
                </c:pt>
                <c:pt idx="1506">
                  <c:v>39511</c:v>
                </c:pt>
                <c:pt idx="1507">
                  <c:v>39512</c:v>
                </c:pt>
                <c:pt idx="1508">
                  <c:v>39513</c:v>
                </c:pt>
                <c:pt idx="1509">
                  <c:v>39514</c:v>
                </c:pt>
                <c:pt idx="1510">
                  <c:v>39517</c:v>
                </c:pt>
                <c:pt idx="1511">
                  <c:v>39518</c:v>
                </c:pt>
                <c:pt idx="1512">
                  <c:v>39519</c:v>
                </c:pt>
                <c:pt idx="1513">
                  <c:v>39520</c:v>
                </c:pt>
                <c:pt idx="1514">
                  <c:v>39521</c:v>
                </c:pt>
                <c:pt idx="1515">
                  <c:v>39524</c:v>
                </c:pt>
                <c:pt idx="1516">
                  <c:v>39525</c:v>
                </c:pt>
                <c:pt idx="1517">
                  <c:v>39526</c:v>
                </c:pt>
                <c:pt idx="1518">
                  <c:v>39527</c:v>
                </c:pt>
                <c:pt idx="1519">
                  <c:v>39531</c:v>
                </c:pt>
                <c:pt idx="1520">
                  <c:v>39532</c:v>
                </c:pt>
                <c:pt idx="1521">
                  <c:v>39533</c:v>
                </c:pt>
                <c:pt idx="1522">
                  <c:v>39534</c:v>
                </c:pt>
                <c:pt idx="1523">
                  <c:v>39535</c:v>
                </c:pt>
                <c:pt idx="1524">
                  <c:v>39538</c:v>
                </c:pt>
                <c:pt idx="1525">
                  <c:v>39539</c:v>
                </c:pt>
                <c:pt idx="1526">
                  <c:v>39540</c:v>
                </c:pt>
                <c:pt idx="1527">
                  <c:v>39541</c:v>
                </c:pt>
                <c:pt idx="1528">
                  <c:v>39542</c:v>
                </c:pt>
                <c:pt idx="1529">
                  <c:v>39545</c:v>
                </c:pt>
                <c:pt idx="1530">
                  <c:v>39546</c:v>
                </c:pt>
                <c:pt idx="1531">
                  <c:v>39547</c:v>
                </c:pt>
                <c:pt idx="1532">
                  <c:v>39548</c:v>
                </c:pt>
                <c:pt idx="1533">
                  <c:v>39549</c:v>
                </c:pt>
                <c:pt idx="1534">
                  <c:v>39552</c:v>
                </c:pt>
                <c:pt idx="1535">
                  <c:v>39553</c:v>
                </c:pt>
                <c:pt idx="1536">
                  <c:v>39554</c:v>
                </c:pt>
                <c:pt idx="1537">
                  <c:v>39555</c:v>
                </c:pt>
                <c:pt idx="1538">
                  <c:v>39556</c:v>
                </c:pt>
                <c:pt idx="1539">
                  <c:v>39560</c:v>
                </c:pt>
                <c:pt idx="1540">
                  <c:v>39561</c:v>
                </c:pt>
                <c:pt idx="1541">
                  <c:v>39562</c:v>
                </c:pt>
                <c:pt idx="1542">
                  <c:v>39563</c:v>
                </c:pt>
                <c:pt idx="1543">
                  <c:v>39566</c:v>
                </c:pt>
                <c:pt idx="1544">
                  <c:v>39567</c:v>
                </c:pt>
                <c:pt idx="1545">
                  <c:v>39568</c:v>
                </c:pt>
                <c:pt idx="1546">
                  <c:v>39570</c:v>
                </c:pt>
                <c:pt idx="1547">
                  <c:v>39573</c:v>
                </c:pt>
                <c:pt idx="1548">
                  <c:v>39574</c:v>
                </c:pt>
                <c:pt idx="1549">
                  <c:v>39575</c:v>
                </c:pt>
                <c:pt idx="1550">
                  <c:v>39576</c:v>
                </c:pt>
                <c:pt idx="1551">
                  <c:v>39577</c:v>
                </c:pt>
                <c:pt idx="1552">
                  <c:v>39580</c:v>
                </c:pt>
                <c:pt idx="1553">
                  <c:v>39581</c:v>
                </c:pt>
                <c:pt idx="1554">
                  <c:v>39582</c:v>
                </c:pt>
                <c:pt idx="1555">
                  <c:v>39583</c:v>
                </c:pt>
                <c:pt idx="1556">
                  <c:v>39584</c:v>
                </c:pt>
                <c:pt idx="1557">
                  <c:v>39587</c:v>
                </c:pt>
                <c:pt idx="1558">
                  <c:v>39588</c:v>
                </c:pt>
                <c:pt idx="1559">
                  <c:v>39589</c:v>
                </c:pt>
                <c:pt idx="1560">
                  <c:v>39591</c:v>
                </c:pt>
                <c:pt idx="1561">
                  <c:v>39594</c:v>
                </c:pt>
                <c:pt idx="1562">
                  <c:v>39595</c:v>
                </c:pt>
                <c:pt idx="1563">
                  <c:v>39596</c:v>
                </c:pt>
                <c:pt idx="1564">
                  <c:v>39597</c:v>
                </c:pt>
                <c:pt idx="1565">
                  <c:v>39598</c:v>
                </c:pt>
                <c:pt idx="1566">
                  <c:v>39601</c:v>
                </c:pt>
                <c:pt idx="1567">
                  <c:v>39602</c:v>
                </c:pt>
                <c:pt idx="1568">
                  <c:v>39603</c:v>
                </c:pt>
                <c:pt idx="1569">
                  <c:v>39604</c:v>
                </c:pt>
                <c:pt idx="1570">
                  <c:v>39605</c:v>
                </c:pt>
                <c:pt idx="1571">
                  <c:v>39608</c:v>
                </c:pt>
                <c:pt idx="1572">
                  <c:v>39609</c:v>
                </c:pt>
                <c:pt idx="1573">
                  <c:v>39610</c:v>
                </c:pt>
                <c:pt idx="1574">
                  <c:v>39611</c:v>
                </c:pt>
                <c:pt idx="1575">
                  <c:v>39612</c:v>
                </c:pt>
                <c:pt idx="1576">
                  <c:v>39615</c:v>
                </c:pt>
                <c:pt idx="1577">
                  <c:v>39616</c:v>
                </c:pt>
                <c:pt idx="1578">
                  <c:v>39617</c:v>
                </c:pt>
                <c:pt idx="1579">
                  <c:v>39618</c:v>
                </c:pt>
                <c:pt idx="1580">
                  <c:v>39619</c:v>
                </c:pt>
                <c:pt idx="1581">
                  <c:v>39622</c:v>
                </c:pt>
                <c:pt idx="1582">
                  <c:v>39623</c:v>
                </c:pt>
                <c:pt idx="1583">
                  <c:v>39624</c:v>
                </c:pt>
                <c:pt idx="1584">
                  <c:v>39625</c:v>
                </c:pt>
                <c:pt idx="1585">
                  <c:v>39626</c:v>
                </c:pt>
                <c:pt idx="1586">
                  <c:v>39629</c:v>
                </c:pt>
                <c:pt idx="1587">
                  <c:v>39630</c:v>
                </c:pt>
                <c:pt idx="1588">
                  <c:v>39631</c:v>
                </c:pt>
                <c:pt idx="1589">
                  <c:v>39632</c:v>
                </c:pt>
                <c:pt idx="1590">
                  <c:v>39633</c:v>
                </c:pt>
                <c:pt idx="1591">
                  <c:v>39636</c:v>
                </c:pt>
                <c:pt idx="1592">
                  <c:v>39637</c:v>
                </c:pt>
                <c:pt idx="1593">
                  <c:v>39639</c:v>
                </c:pt>
                <c:pt idx="1594">
                  <c:v>39640</c:v>
                </c:pt>
                <c:pt idx="1595">
                  <c:v>39643</c:v>
                </c:pt>
                <c:pt idx="1596">
                  <c:v>39644</c:v>
                </c:pt>
                <c:pt idx="1597">
                  <c:v>39645</c:v>
                </c:pt>
                <c:pt idx="1598">
                  <c:v>39646</c:v>
                </c:pt>
                <c:pt idx="1599">
                  <c:v>39647</c:v>
                </c:pt>
                <c:pt idx="1600">
                  <c:v>39650</c:v>
                </c:pt>
                <c:pt idx="1601">
                  <c:v>39651</c:v>
                </c:pt>
                <c:pt idx="1602">
                  <c:v>39652</c:v>
                </c:pt>
                <c:pt idx="1603">
                  <c:v>39653</c:v>
                </c:pt>
                <c:pt idx="1604">
                  <c:v>39654</c:v>
                </c:pt>
                <c:pt idx="1605">
                  <c:v>39657</c:v>
                </c:pt>
                <c:pt idx="1606">
                  <c:v>39658</c:v>
                </c:pt>
                <c:pt idx="1607">
                  <c:v>39659</c:v>
                </c:pt>
                <c:pt idx="1608">
                  <c:v>39660</c:v>
                </c:pt>
                <c:pt idx="1609">
                  <c:v>39661</c:v>
                </c:pt>
                <c:pt idx="1610">
                  <c:v>39664</c:v>
                </c:pt>
                <c:pt idx="1611">
                  <c:v>39665</c:v>
                </c:pt>
                <c:pt idx="1612">
                  <c:v>39666</c:v>
                </c:pt>
                <c:pt idx="1613">
                  <c:v>39667</c:v>
                </c:pt>
                <c:pt idx="1614">
                  <c:v>39668</c:v>
                </c:pt>
                <c:pt idx="1615">
                  <c:v>39671</c:v>
                </c:pt>
                <c:pt idx="1616">
                  <c:v>39672</c:v>
                </c:pt>
                <c:pt idx="1617">
                  <c:v>39673</c:v>
                </c:pt>
                <c:pt idx="1618">
                  <c:v>39674</c:v>
                </c:pt>
                <c:pt idx="1619">
                  <c:v>39675</c:v>
                </c:pt>
                <c:pt idx="1620">
                  <c:v>39678</c:v>
                </c:pt>
                <c:pt idx="1621">
                  <c:v>39679</c:v>
                </c:pt>
                <c:pt idx="1622">
                  <c:v>39680</c:v>
                </c:pt>
                <c:pt idx="1623">
                  <c:v>39681</c:v>
                </c:pt>
                <c:pt idx="1624">
                  <c:v>39682</c:v>
                </c:pt>
                <c:pt idx="1625">
                  <c:v>39685</c:v>
                </c:pt>
                <c:pt idx="1626">
                  <c:v>39686</c:v>
                </c:pt>
                <c:pt idx="1627">
                  <c:v>39687</c:v>
                </c:pt>
                <c:pt idx="1628">
                  <c:v>39688</c:v>
                </c:pt>
                <c:pt idx="1629">
                  <c:v>39689</c:v>
                </c:pt>
                <c:pt idx="1630">
                  <c:v>39692</c:v>
                </c:pt>
                <c:pt idx="1631">
                  <c:v>39693</c:v>
                </c:pt>
                <c:pt idx="1632">
                  <c:v>39694</c:v>
                </c:pt>
                <c:pt idx="1633">
                  <c:v>39695</c:v>
                </c:pt>
                <c:pt idx="1634">
                  <c:v>39696</c:v>
                </c:pt>
                <c:pt idx="1635">
                  <c:v>39699</c:v>
                </c:pt>
                <c:pt idx="1636">
                  <c:v>39700</c:v>
                </c:pt>
                <c:pt idx="1637">
                  <c:v>39701</c:v>
                </c:pt>
                <c:pt idx="1638">
                  <c:v>39702</c:v>
                </c:pt>
                <c:pt idx="1639">
                  <c:v>39703</c:v>
                </c:pt>
                <c:pt idx="1640">
                  <c:v>39706</c:v>
                </c:pt>
                <c:pt idx="1641">
                  <c:v>39707</c:v>
                </c:pt>
                <c:pt idx="1642">
                  <c:v>39708</c:v>
                </c:pt>
                <c:pt idx="1643">
                  <c:v>39709</c:v>
                </c:pt>
                <c:pt idx="1644">
                  <c:v>39710</c:v>
                </c:pt>
                <c:pt idx="1645">
                  <c:v>39713</c:v>
                </c:pt>
                <c:pt idx="1646">
                  <c:v>39714</c:v>
                </c:pt>
                <c:pt idx="1647">
                  <c:v>39715</c:v>
                </c:pt>
                <c:pt idx="1648">
                  <c:v>39716</c:v>
                </c:pt>
                <c:pt idx="1649">
                  <c:v>39717</c:v>
                </c:pt>
                <c:pt idx="1650">
                  <c:v>39720</c:v>
                </c:pt>
                <c:pt idx="1651">
                  <c:v>39721</c:v>
                </c:pt>
                <c:pt idx="1652">
                  <c:v>39722</c:v>
                </c:pt>
                <c:pt idx="1653">
                  <c:v>39723</c:v>
                </c:pt>
                <c:pt idx="1654">
                  <c:v>39724</c:v>
                </c:pt>
                <c:pt idx="1655">
                  <c:v>39727</c:v>
                </c:pt>
                <c:pt idx="1656">
                  <c:v>39728</c:v>
                </c:pt>
                <c:pt idx="1657">
                  <c:v>39729</c:v>
                </c:pt>
                <c:pt idx="1658">
                  <c:v>39730</c:v>
                </c:pt>
                <c:pt idx="1659">
                  <c:v>39731</c:v>
                </c:pt>
                <c:pt idx="1660">
                  <c:v>39734</c:v>
                </c:pt>
                <c:pt idx="1661">
                  <c:v>39735</c:v>
                </c:pt>
                <c:pt idx="1662">
                  <c:v>39736</c:v>
                </c:pt>
                <c:pt idx="1663">
                  <c:v>39737</c:v>
                </c:pt>
                <c:pt idx="1664">
                  <c:v>39738</c:v>
                </c:pt>
                <c:pt idx="1665">
                  <c:v>39741</c:v>
                </c:pt>
                <c:pt idx="1666">
                  <c:v>39742</c:v>
                </c:pt>
                <c:pt idx="1667">
                  <c:v>39743</c:v>
                </c:pt>
                <c:pt idx="1668">
                  <c:v>39744</c:v>
                </c:pt>
                <c:pt idx="1669">
                  <c:v>39745</c:v>
                </c:pt>
                <c:pt idx="1670">
                  <c:v>39748</c:v>
                </c:pt>
                <c:pt idx="1671">
                  <c:v>39749</c:v>
                </c:pt>
                <c:pt idx="1672">
                  <c:v>39750</c:v>
                </c:pt>
                <c:pt idx="1673">
                  <c:v>39751</c:v>
                </c:pt>
                <c:pt idx="1674">
                  <c:v>39752</c:v>
                </c:pt>
                <c:pt idx="1675">
                  <c:v>39755</c:v>
                </c:pt>
                <c:pt idx="1676">
                  <c:v>39756</c:v>
                </c:pt>
                <c:pt idx="1677">
                  <c:v>39757</c:v>
                </c:pt>
                <c:pt idx="1678">
                  <c:v>39758</c:v>
                </c:pt>
                <c:pt idx="1679">
                  <c:v>39759</c:v>
                </c:pt>
                <c:pt idx="1680">
                  <c:v>39762</c:v>
                </c:pt>
                <c:pt idx="1681">
                  <c:v>39763</c:v>
                </c:pt>
                <c:pt idx="1682">
                  <c:v>39764</c:v>
                </c:pt>
                <c:pt idx="1683">
                  <c:v>39765</c:v>
                </c:pt>
                <c:pt idx="1684">
                  <c:v>39766</c:v>
                </c:pt>
                <c:pt idx="1685">
                  <c:v>39769</c:v>
                </c:pt>
                <c:pt idx="1686">
                  <c:v>39770</c:v>
                </c:pt>
                <c:pt idx="1687">
                  <c:v>39771</c:v>
                </c:pt>
                <c:pt idx="1688">
                  <c:v>39773</c:v>
                </c:pt>
                <c:pt idx="1689">
                  <c:v>39776</c:v>
                </c:pt>
                <c:pt idx="1690">
                  <c:v>39777</c:v>
                </c:pt>
                <c:pt idx="1691">
                  <c:v>39778</c:v>
                </c:pt>
                <c:pt idx="1692">
                  <c:v>39779</c:v>
                </c:pt>
                <c:pt idx="1693">
                  <c:v>39780</c:v>
                </c:pt>
                <c:pt idx="1694">
                  <c:v>39783</c:v>
                </c:pt>
                <c:pt idx="1695">
                  <c:v>39784</c:v>
                </c:pt>
                <c:pt idx="1696">
                  <c:v>39785</c:v>
                </c:pt>
                <c:pt idx="1697">
                  <c:v>39786</c:v>
                </c:pt>
                <c:pt idx="1698">
                  <c:v>39787</c:v>
                </c:pt>
                <c:pt idx="1699">
                  <c:v>39790</c:v>
                </c:pt>
                <c:pt idx="1700">
                  <c:v>39791</c:v>
                </c:pt>
                <c:pt idx="1701">
                  <c:v>39792</c:v>
                </c:pt>
                <c:pt idx="1702">
                  <c:v>39793</c:v>
                </c:pt>
                <c:pt idx="1703">
                  <c:v>39794</c:v>
                </c:pt>
                <c:pt idx="1704">
                  <c:v>39797</c:v>
                </c:pt>
                <c:pt idx="1705">
                  <c:v>39798</c:v>
                </c:pt>
                <c:pt idx="1706">
                  <c:v>39799</c:v>
                </c:pt>
                <c:pt idx="1707">
                  <c:v>39800</c:v>
                </c:pt>
                <c:pt idx="1708">
                  <c:v>39801</c:v>
                </c:pt>
                <c:pt idx="1709">
                  <c:v>39804</c:v>
                </c:pt>
                <c:pt idx="1710">
                  <c:v>39805</c:v>
                </c:pt>
                <c:pt idx="1711">
                  <c:v>39808</c:v>
                </c:pt>
                <c:pt idx="1712">
                  <c:v>39811</c:v>
                </c:pt>
                <c:pt idx="1713">
                  <c:v>39812</c:v>
                </c:pt>
                <c:pt idx="1714">
                  <c:v>39815</c:v>
                </c:pt>
                <c:pt idx="1715">
                  <c:v>39818</c:v>
                </c:pt>
                <c:pt idx="1716">
                  <c:v>39819</c:v>
                </c:pt>
                <c:pt idx="1717">
                  <c:v>39820</c:v>
                </c:pt>
                <c:pt idx="1718">
                  <c:v>39821</c:v>
                </c:pt>
                <c:pt idx="1719">
                  <c:v>39822</c:v>
                </c:pt>
                <c:pt idx="1720">
                  <c:v>39825</c:v>
                </c:pt>
                <c:pt idx="1721">
                  <c:v>39826</c:v>
                </c:pt>
                <c:pt idx="1722">
                  <c:v>39827</c:v>
                </c:pt>
                <c:pt idx="1723">
                  <c:v>39828</c:v>
                </c:pt>
                <c:pt idx="1724">
                  <c:v>39829</c:v>
                </c:pt>
                <c:pt idx="1725">
                  <c:v>39832</c:v>
                </c:pt>
                <c:pt idx="1726">
                  <c:v>39833</c:v>
                </c:pt>
                <c:pt idx="1727">
                  <c:v>39834</c:v>
                </c:pt>
                <c:pt idx="1728">
                  <c:v>39835</c:v>
                </c:pt>
                <c:pt idx="1729">
                  <c:v>39836</c:v>
                </c:pt>
                <c:pt idx="1730">
                  <c:v>39839</c:v>
                </c:pt>
                <c:pt idx="1731">
                  <c:v>39840</c:v>
                </c:pt>
                <c:pt idx="1732">
                  <c:v>39841</c:v>
                </c:pt>
                <c:pt idx="1733">
                  <c:v>39842</c:v>
                </c:pt>
                <c:pt idx="1734">
                  <c:v>39843</c:v>
                </c:pt>
                <c:pt idx="1735">
                  <c:v>39846</c:v>
                </c:pt>
                <c:pt idx="1736">
                  <c:v>39847</c:v>
                </c:pt>
                <c:pt idx="1737">
                  <c:v>39848</c:v>
                </c:pt>
                <c:pt idx="1738">
                  <c:v>39849</c:v>
                </c:pt>
                <c:pt idx="1739">
                  <c:v>39850</c:v>
                </c:pt>
                <c:pt idx="1740">
                  <c:v>39853</c:v>
                </c:pt>
                <c:pt idx="1741">
                  <c:v>39854</c:v>
                </c:pt>
                <c:pt idx="1742">
                  <c:v>39855</c:v>
                </c:pt>
                <c:pt idx="1743">
                  <c:v>39856</c:v>
                </c:pt>
                <c:pt idx="1744">
                  <c:v>39857</c:v>
                </c:pt>
                <c:pt idx="1745">
                  <c:v>39860</c:v>
                </c:pt>
                <c:pt idx="1746">
                  <c:v>39861</c:v>
                </c:pt>
                <c:pt idx="1747">
                  <c:v>39862</c:v>
                </c:pt>
                <c:pt idx="1748">
                  <c:v>39863</c:v>
                </c:pt>
                <c:pt idx="1749">
                  <c:v>39864</c:v>
                </c:pt>
                <c:pt idx="1750">
                  <c:v>39869</c:v>
                </c:pt>
                <c:pt idx="1751">
                  <c:v>39870</c:v>
                </c:pt>
                <c:pt idx="1752">
                  <c:v>39871</c:v>
                </c:pt>
                <c:pt idx="1753">
                  <c:v>39874</c:v>
                </c:pt>
                <c:pt idx="1754">
                  <c:v>39875</c:v>
                </c:pt>
                <c:pt idx="1755">
                  <c:v>39876</c:v>
                </c:pt>
                <c:pt idx="1756">
                  <c:v>39877</c:v>
                </c:pt>
                <c:pt idx="1757">
                  <c:v>39878</c:v>
                </c:pt>
                <c:pt idx="1758">
                  <c:v>39881</c:v>
                </c:pt>
                <c:pt idx="1759">
                  <c:v>39882</c:v>
                </c:pt>
                <c:pt idx="1760">
                  <c:v>39883</c:v>
                </c:pt>
                <c:pt idx="1761">
                  <c:v>39884</c:v>
                </c:pt>
                <c:pt idx="1762">
                  <c:v>39885</c:v>
                </c:pt>
                <c:pt idx="1763">
                  <c:v>39888</c:v>
                </c:pt>
                <c:pt idx="1764">
                  <c:v>39889</c:v>
                </c:pt>
                <c:pt idx="1765">
                  <c:v>39890</c:v>
                </c:pt>
                <c:pt idx="1766">
                  <c:v>39891</c:v>
                </c:pt>
                <c:pt idx="1767">
                  <c:v>39892</c:v>
                </c:pt>
                <c:pt idx="1768">
                  <c:v>39895</c:v>
                </c:pt>
                <c:pt idx="1769">
                  <c:v>39896</c:v>
                </c:pt>
                <c:pt idx="1770">
                  <c:v>39897</c:v>
                </c:pt>
                <c:pt idx="1771">
                  <c:v>39898</c:v>
                </c:pt>
                <c:pt idx="1772">
                  <c:v>39899</c:v>
                </c:pt>
                <c:pt idx="1773">
                  <c:v>39902</c:v>
                </c:pt>
                <c:pt idx="1774">
                  <c:v>39903</c:v>
                </c:pt>
                <c:pt idx="1775">
                  <c:v>39904</c:v>
                </c:pt>
                <c:pt idx="1776">
                  <c:v>39905</c:v>
                </c:pt>
                <c:pt idx="1777">
                  <c:v>39906</c:v>
                </c:pt>
                <c:pt idx="1778">
                  <c:v>39909</c:v>
                </c:pt>
                <c:pt idx="1779">
                  <c:v>39910</c:v>
                </c:pt>
                <c:pt idx="1780">
                  <c:v>39911</c:v>
                </c:pt>
                <c:pt idx="1781">
                  <c:v>39912</c:v>
                </c:pt>
                <c:pt idx="1782">
                  <c:v>39916</c:v>
                </c:pt>
                <c:pt idx="1783">
                  <c:v>39917</c:v>
                </c:pt>
                <c:pt idx="1784">
                  <c:v>39918</c:v>
                </c:pt>
                <c:pt idx="1785">
                  <c:v>39919</c:v>
                </c:pt>
                <c:pt idx="1786">
                  <c:v>39920</c:v>
                </c:pt>
                <c:pt idx="1787">
                  <c:v>39923</c:v>
                </c:pt>
                <c:pt idx="1788">
                  <c:v>39925</c:v>
                </c:pt>
                <c:pt idx="1789">
                  <c:v>39926</c:v>
                </c:pt>
                <c:pt idx="1790">
                  <c:v>39927</c:v>
                </c:pt>
                <c:pt idx="1791">
                  <c:v>39930</c:v>
                </c:pt>
                <c:pt idx="1792">
                  <c:v>39931</c:v>
                </c:pt>
                <c:pt idx="1793">
                  <c:v>39932</c:v>
                </c:pt>
                <c:pt idx="1794">
                  <c:v>39933</c:v>
                </c:pt>
                <c:pt idx="1795">
                  <c:v>39937</c:v>
                </c:pt>
                <c:pt idx="1796">
                  <c:v>39938</c:v>
                </c:pt>
                <c:pt idx="1797">
                  <c:v>39939</c:v>
                </c:pt>
                <c:pt idx="1798">
                  <c:v>39940</c:v>
                </c:pt>
                <c:pt idx="1799">
                  <c:v>39941</c:v>
                </c:pt>
                <c:pt idx="1800">
                  <c:v>39944</c:v>
                </c:pt>
                <c:pt idx="1801">
                  <c:v>39945</c:v>
                </c:pt>
                <c:pt idx="1802">
                  <c:v>39946</c:v>
                </c:pt>
                <c:pt idx="1803">
                  <c:v>39947</c:v>
                </c:pt>
                <c:pt idx="1804">
                  <c:v>39948</c:v>
                </c:pt>
                <c:pt idx="1805">
                  <c:v>39951</c:v>
                </c:pt>
                <c:pt idx="1806">
                  <c:v>39952</c:v>
                </c:pt>
                <c:pt idx="1807">
                  <c:v>39953</c:v>
                </c:pt>
                <c:pt idx="1808">
                  <c:v>39954</c:v>
                </c:pt>
                <c:pt idx="1809">
                  <c:v>39955</c:v>
                </c:pt>
                <c:pt idx="1810">
                  <c:v>39958</c:v>
                </c:pt>
                <c:pt idx="1811">
                  <c:v>39959</c:v>
                </c:pt>
                <c:pt idx="1812">
                  <c:v>39960</c:v>
                </c:pt>
                <c:pt idx="1813">
                  <c:v>39961</c:v>
                </c:pt>
                <c:pt idx="1814">
                  <c:v>39962</c:v>
                </c:pt>
                <c:pt idx="1815">
                  <c:v>39965</c:v>
                </c:pt>
                <c:pt idx="1816">
                  <c:v>39966</c:v>
                </c:pt>
                <c:pt idx="1817">
                  <c:v>39967</c:v>
                </c:pt>
                <c:pt idx="1818">
                  <c:v>39968</c:v>
                </c:pt>
                <c:pt idx="1819">
                  <c:v>39969</c:v>
                </c:pt>
                <c:pt idx="1820">
                  <c:v>39972</c:v>
                </c:pt>
                <c:pt idx="1821">
                  <c:v>39973</c:v>
                </c:pt>
                <c:pt idx="1822">
                  <c:v>39974</c:v>
                </c:pt>
                <c:pt idx="1823">
                  <c:v>39976</c:v>
                </c:pt>
                <c:pt idx="1824">
                  <c:v>39979</c:v>
                </c:pt>
                <c:pt idx="1825">
                  <c:v>39980</c:v>
                </c:pt>
                <c:pt idx="1826">
                  <c:v>39981</c:v>
                </c:pt>
                <c:pt idx="1827">
                  <c:v>39982</c:v>
                </c:pt>
                <c:pt idx="1828">
                  <c:v>39983</c:v>
                </c:pt>
                <c:pt idx="1829">
                  <c:v>39986</c:v>
                </c:pt>
                <c:pt idx="1830">
                  <c:v>39987</c:v>
                </c:pt>
                <c:pt idx="1831">
                  <c:v>39988</c:v>
                </c:pt>
                <c:pt idx="1832">
                  <c:v>39989</c:v>
                </c:pt>
                <c:pt idx="1833">
                  <c:v>39990</c:v>
                </c:pt>
                <c:pt idx="1834">
                  <c:v>39993</c:v>
                </c:pt>
                <c:pt idx="1835">
                  <c:v>39994</c:v>
                </c:pt>
                <c:pt idx="1836">
                  <c:v>39995</c:v>
                </c:pt>
                <c:pt idx="1837">
                  <c:v>39996</c:v>
                </c:pt>
                <c:pt idx="1838">
                  <c:v>39997</c:v>
                </c:pt>
                <c:pt idx="1839">
                  <c:v>40000</c:v>
                </c:pt>
                <c:pt idx="1840">
                  <c:v>40001</c:v>
                </c:pt>
                <c:pt idx="1841">
                  <c:v>40002</c:v>
                </c:pt>
                <c:pt idx="1842">
                  <c:v>40004</c:v>
                </c:pt>
                <c:pt idx="1843">
                  <c:v>40007</c:v>
                </c:pt>
                <c:pt idx="1844">
                  <c:v>40008</c:v>
                </c:pt>
                <c:pt idx="1845">
                  <c:v>40009</c:v>
                </c:pt>
                <c:pt idx="1846">
                  <c:v>40010</c:v>
                </c:pt>
                <c:pt idx="1847">
                  <c:v>40011</c:v>
                </c:pt>
                <c:pt idx="1848">
                  <c:v>40014</c:v>
                </c:pt>
                <c:pt idx="1849">
                  <c:v>40015</c:v>
                </c:pt>
                <c:pt idx="1850">
                  <c:v>40016</c:v>
                </c:pt>
                <c:pt idx="1851">
                  <c:v>40017</c:v>
                </c:pt>
                <c:pt idx="1852">
                  <c:v>40018</c:v>
                </c:pt>
                <c:pt idx="1853">
                  <c:v>40021</c:v>
                </c:pt>
                <c:pt idx="1854">
                  <c:v>40022</c:v>
                </c:pt>
                <c:pt idx="1855">
                  <c:v>40023</c:v>
                </c:pt>
                <c:pt idx="1856">
                  <c:v>40024</c:v>
                </c:pt>
                <c:pt idx="1857">
                  <c:v>40025</c:v>
                </c:pt>
                <c:pt idx="1858">
                  <c:v>40028</c:v>
                </c:pt>
                <c:pt idx="1859">
                  <c:v>40029</c:v>
                </c:pt>
                <c:pt idx="1860">
                  <c:v>40030</c:v>
                </c:pt>
                <c:pt idx="1861">
                  <c:v>40031</c:v>
                </c:pt>
                <c:pt idx="1862">
                  <c:v>40032</c:v>
                </c:pt>
                <c:pt idx="1863">
                  <c:v>40035</c:v>
                </c:pt>
                <c:pt idx="1864">
                  <c:v>40036</c:v>
                </c:pt>
                <c:pt idx="1865">
                  <c:v>40037</c:v>
                </c:pt>
                <c:pt idx="1866">
                  <c:v>40038</c:v>
                </c:pt>
                <c:pt idx="1867">
                  <c:v>40039</c:v>
                </c:pt>
                <c:pt idx="1868">
                  <c:v>40042</c:v>
                </c:pt>
                <c:pt idx="1869">
                  <c:v>40043</c:v>
                </c:pt>
                <c:pt idx="1870">
                  <c:v>40044</c:v>
                </c:pt>
                <c:pt idx="1871">
                  <c:v>40045</c:v>
                </c:pt>
                <c:pt idx="1872">
                  <c:v>40046</c:v>
                </c:pt>
                <c:pt idx="1873">
                  <c:v>40049</c:v>
                </c:pt>
                <c:pt idx="1874">
                  <c:v>40050</c:v>
                </c:pt>
                <c:pt idx="1875">
                  <c:v>40051</c:v>
                </c:pt>
                <c:pt idx="1876">
                  <c:v>40052</c:v>
                </c:pt>
                <c:pt idx="1877">
                  <c:v>40053</c:v>
                </c:pt>
                <c:pt idx="1878">
                  <c:v>40056</c:v>
                </c:pt>
                <c:pt idx="1879">
                  <c:v>40057</c:v>
                </c:pt>
                <c:pt idx="1880">
                  <c:v>40058</c:v>
                </c:pt>
                <c:pt idx="1881">
                  <c:v>40059</c:v>
                </c:pt>
                <c:pt idx="1882">
                  <c:v>40060</c:v>
                </c:pt>
                <c:pt idx="1883">
                  <c:v>40064</c:v>
                </c:pt>
                <c:pt idx="1884">
                  <c:v>40065</c:v>
                </c:pt>
                <c:pt idx="1885">
                  <c:v>40066</c:v>
                </c:pt>
                <c:pt idx="1886">
                  <c:v>40067</c:v>
                </c:pt>
                <c:pt idx="1887">
                  <c:v>40070</c:v>
                </c:pt>
                <c:pt idx="1888">
                  <c:v>40071</c:v>
                </c:pt>
                <c:pt idx="1889">
                  <c:v>40072</c:v>
                </c:pt>
                <c:pt idx="1890">
                  <c:v>40073</c:v>
                </c:pt>
                <c:pt idx="1891">
                  <c:v>40074</c:v>
                </c:pt>
                <c:pt idx="1892">
                  <c:v>40077</c:v>
                </c:pt>
                <c:pt idx="1893">
                  <c:v>40078</c:v>
                </c:pt>
                <c:pt idx="1894">
                  <c:v>40079</c:v>
                </c:pt>
                <c:pt idx="1895">
                  <c:v>40080</c:v>
                </c:pt>
                <c:pt idx="1896">
                  <c:v>40081</c:v>
                </c:pt>
                <c:pt idx="1897">
                  <c:v>40084</c:v>
                </c:pt>
                <c:pt idx="1898">
                  <c:v>40085</c:v>
                </c:pt>
                <c:pt idx="1899">
                  <c:v>40086</c:v>
                </c:pt>
                <c:pt idx="1900">
                  <c:v>40087</c:v>
                </c:pt>
                <c:pt idx="1901">
                  <c:v>40088</c:v>
                </c:pt>
                <c:pt idx="1902">
                  <c:v>40091</c:v>
                </c:pt>
                <c:pt idx="1903">
                  <c:v>40092</c:v>
                </c:pt>
                <c:pt idx="1904">
                  <c:v>40093</c:v>
                </c:pt>
                <c:pt idx="1905">
                  <c:v>40094</c:v>
                </c:pt>
                <c:pt idx="1906">
                  <c:v>40095</c:v>
                </c:pt>
                <c:pt idx="1907">
                  <c:v>40099</c:v>
                </c:pt>
                <c:pt idx="1908">
                  <c:v>40100</c:v>
                </c:pt>
                <c:pt idx="1909">
                  <c:v>40101</c:v>
                </c:pt>
                <c:pt idx="1910">
                  <c:v>40102</c:v>
                </c:pt>
                <c:pt idx="1911">
                  <c:v>40105</c:v>
                </c:pt>
                <c:pt idx="1912">
                  <c:v>40106</c:v>
                </c:pt>
                <c:pt idx="1913">
                  <c:v>40107</c:v>
                </c:pt>
                <c:pt idx="1914">
                  <c:v>40108</c:v>
                </c:pt>
                <c:pt idx="1915">
                  <c:v>40109</c:v>
                </c:pt>
                <c:pt idx="1916">
                  <c:v>40112</c:v>
                </c:pt>
                <c:pt idx="1917">
                  <c:v>40113</c:v>
                </c:pt>
                <c:pt idx="1918">
                  <c:v>40114</c:v>
                </c:pt>
                <c:pt idx="1919">
                  <c:v>40115</c:v>
                </c:pt>
                <c:pt idx="1920">
                  <c:v>40116</c:v>
                </c:pt>
                <c:pt idx="1921">
                  <c:v>40120</c:v>
                </c:pt>
                <c:pt idx="1922">
                  <c:v>40121</c:v>
                </c:pt>
                <c:pt idx="1923">
                  <c:v>40122</c:v>
                </c:pt>
                <c:pt idx="1924">
                  <c:v>40123</c:v>
                </c:pt>
                <c:pt idx="1925">
                  <c:v>40126</c:v>
                </c:pt>
                <c:pt idx="1926">
                  <c:v>40127</c:v>
                </c:pt>
                <c:pt idx="1927">
                  <c:v>40128</c:v>
                </c:pt>
                <c:pt idx="1928">
                  <c:v>40129</c:v>
                </c:pt>
                <c:pt idx="1929">
                  <c:v>40130</c:v>
                </c:pt>
                <c:pt idx="1930">
                  <c:v>40133</c:v>
                </c:pt>
                <c:pt idx="1931">
                  <c:v>40134</c:v>
                </c:pt>
                <c:pt idx="1932">
                  <c:v>40135</c:v>
                </c:pt>
                <c:pt idx="1933">
                  <c:v>40136</c:v>
                </c:pt>
                <c:pt idx="1934">
                  <c:v>40140</c:v>
                </c:pt>
                <c:pt idx="1935">
                  <c:v>40141</c:v>
                </c:pt>
                <c:pt idx="1936">
                  <c:v>40142</c:v>
                </c:pt>
                <c:pt idx="1937">
                  <c:v>40143</c:v>
                </c:pt>
                <c:pt idx="1938">
                  <c:v>40144</c:v>
                </c:pt>
                <c:pt idx="1939">
                  <c:v>40147</c:v>
                </c:pt>
                <c:pt idx="1940">
                  <c:v>40148</c:v>
                </c:pt>
                <c:pt idx="1941">
                  <c:v>40149</c:v>
                </c:pt>
                <c:pt idx="1942">
                  <c:v>40150</c:v>
                </c:pt>
                <c:pt idx="1943">
                  <c:v>40151</c:v>
                </c:pt>
                <c:pt idx="1944">
                  <c:v>40154</c:v>
                </c:pt>
                <c:pt idx="1945">
                  <c:v>40155</c:v>
                </c:pt>
                <c:pt idx="1946">
                  <c:v>40156</c:v>
                </c:pt>
                <c:pt idx="1947">
                  <c:v>40157</c:v>
                </c:pt>
                <c:pt idx="1948">
                  <c:v>40158</c:v>
                </c:pt>
                <c:pt idx="1949">
                  <c:v>40161</c:v>
                </c:pt>
                <c:pt idx="1950">
                  <c:v>40162</c:v>
                </c:pt>
                <c:pt idx="1951">
                  <c:v>40163</c:v>
                </c:pt>
                <c:pt idx="1952">
                  <c:v>40164</c:v>
                </c:pt>
                <c:pt idx="1953">
                  <c:v>40165</c:v>
                </c:pt>
                <c:pt idx="1954">
                  <c:v>40168</c:v>
                </c:pt>
                <c:pt idx="1955">
                  <c:v>40169</c:v>
                </c:pt>
                <c:pt idx="1956">
                  <c:v>40170</c:v>
                </c:pt>
                <c:pt idx="1957">
                  <c:v>40175</c:v>
                </c:pt>
                <c:pt idx="1958">
                  <c:v>40176</c:v>
                </c:pt>
                <c:pt idx="1959">
                  <c:v>40177</c:v>
                </c:pt>
                <c:pt idx="1960">
                  <c:v>40182</c:v>
                </c:pt>
                <c:pt idx="1961">
                  <c:v>40183</c:v>
                </c:pt>
                <c:pt idx="1962">
                  <c:v>40184</c:v>
                </c:pt>
                <c:pt idx="1963">
                  <c:v>40185</c:v>
                </c:pt>
                <c:pt idx="1964">
                  <c:v>40186</c:v>
                </c:pt>
                <c:pt idx="1965">
                  <c:v>40189</c:v>
                </c:pt>
                <c:pt idx="1966">
                  <c:v>40190</c:v>
                </c:pt>
                <c:pt idx="1967">
                  <c:v>40191</c:v>
                </c:pt>
                <c:pt idx="1968">
                  <c:v>40192</c:v>
                </c:pt>
                <c:pt idx="1969">
                  <c:v>40193</c:v>
                </c:pt>
                <c:pt idx="1970">
                  <c:v>40196</c:v>
                </c:pt>
                <c:pt idx="1971">
                  <c:v>40197</c:v>
                </c:pt>
                <c:pt idx="1972">
                  <c:v>40198</c:v>
                </c:pt>
                <c:pt idx="1973">
                  <c:v>40199</c:v>
                </c:pt>
                <c:pt idx="1974">
                  <c:v>40200</c:v>
                </c:pt>
                <c:pt idx="1975">
                  <c:v>40204</c:v>
                </c:pt>
                <c:pt idx="1976">
                  <c:v>40205</c:v>
                </c:pt>
                <c:pt idx="1977">
                  <c:v>40206</c:v>
                </c:pt>
                <c:pt idx="1978">
                  <c:v>40207</c:v>
                </c:pt>
                <c:pt idx="1979">
                  <c:v>40210</c:v>
                </c:pt>
                <c:pt idx="1980">
                  <c:v>40211</c:v>
                </c:pt>
                <c:pt idx="1981">
                  <c:v>40212</c:v>
                </c:pt>
                <c:pt idx="1982">
                  <c:v>40213</c:v>
                </c:pt>
                <c:pt idx="1983">
                  <c:v>40214</c:v>
                </c:pt>
                <c:pt idx="1984">
                  <c:v>40217</c:v>
                </c:pt>
                <c:pt idx="1985">
                  <c:v>40218</c:v>
                </c:pt>
                <c:pt idx="1986">
                  <c:v>40219</c:v>
                </c:pt>
                <c:pt idx="1987">
                  <c:v>40220</c:v>
                </c:pt>
                <c:pt idx="1988">
                  <c:v>40221</c:v>
                </c:pt>
                <c:pt idx="1989">
                  <c:v>40226</c:v>
                </c:pt>
                <c:pt idx="1990">
                  <c:v>40227</c:v>
                </c:pt>
                <c:pt idx="1991">
                  <c:v>40228</c:v>
                </c:pt>
                <c:pt idx="1992">
                  <c:v>40231</c:v>
                </c:pt>
                <c:pt idx="1993">
                  <c:v>40232</c:v>
                </c:pt>
                <c:pt idx="1994">
                  <c:v>40233</c:v>
                </c:pt>
                <c:pt idx="1995">
                  <c:v>40234</c:v>
                </c:pt>
                <c:pt idx="1996">
                  <c:v>40235</c:v>
                </c:pt>
                <c:pt idx="1997">
                  <c:v>40238</c:v>
                </c:pt>
                <c:pt idx="1998">
                  <c:v>40239</c:v>
                </c:pt>
                <c:pt idx="1999">
                  <c:v>40240</c:v>
                </c:pt>
                <c:pt idx="2000">
                  <c:v>40241</c:v>
                </c:pt>
                <c:pt idx="2001">
                  <c:v>40242</c:v>
                </c:pt>
                <c:pt idx="2002">
                  <c:v>40245</c:v>
                </c:pt>
                <c:pt idx="2003">
                  <c:v>40246</c:v>
                </c:pt>
                <c:pt idx="2004">
                  <c:v>40247</c:v>
                </c:pt>
                <c:pt idx="2005">
                  <c:v>40248</c:v>
                </c:pt>
                <c:pt idx="2006">
                  <c:v>40249</c:v>
                </c:pt>
                <c:pt idx="2007">
                  <c:v>40252</c:v>
                </c:pt>
                <c:pt idx="2008">
                  <c:v>40253</c:v>
                </c:pt>
                <c:pt idx="2009">
                  <c:v>40254</c:v>
                </c:pt>
                <c:pt idx="2010">
                  <c:v>40255</c:v>
                </c:pt>
                <c:pt idx="2011">
                  <c:v>40256</c:v>
                </c:pt>
                <c:pt idx="2012">
                  <c:v>40259</c:v>
                </c:pt>
                <c:pt idx="2013">
                  <c:v>40260</c:v>
                </c:pt>
                <c:pt idx="2014">
                  <c:v>40261</c:v>
                </c:pt>
                <c:pt idx="2015">
                  <c:v>40262</c:v>
                </c:pt>
                <c:pt idx="2016">
                  <c:v>40263</c:v>
                </c:pt>
                <c:pt idx="2017">
                  <c:v>40266</c:v>
                </c:pt>
                <c:pt idx="2018">
                  <c:v>40267</c:v>
                </c:pt>
                <c:pt idx="2019">
                  <c:v>40268</c:v>
                </c:pt>
                <c:pt idx="2020">
                  <c:v>40269</c:v>
                </c:pt>
                <c:pt idx="2021">
                  <c:v>40273</c:v>
                </c:pt>
                <c:pt idx="2022">
                  <c:v>40274</c:v>
                </c:pt>
                <c:pt idx="2023">
                  <c:v>40275</c:v>
                </c:pt>
                <c:pt idx="2024">
                  <c:v>40276</c:v>
                </c:pt>
                <c:pt idx="2025">
                  <c:v>40277</c:v>
                </c:pt>
                <c:pt idx="2026">
                  <c:v>40280</c:v>
                </c:pt>
                <c:pt idx="2027">
                  <c:v>40281</c:v>
                </c:pt>
                <c:pt idx="2028">
                  <c:v>40282</c:v>
                </c:pt>
                <c:pt idx="2029">
                  <c:v>40283</c:v>
                </c:pt>
                <c:pt idx="2030">
                  <c:v>40284</c:v>
                </c:pt>
                <c:pt idx="2031">
                  <c:v>40287</c:v>
                </c:pt>
                <c:pt idx="2032">
                  <c:v>40288</c:v>
                </c:pt>
                <c:pt idx="2033">
                  <c:v>40290</c:v>
                </c:pt>
                <c:pt idx="2034">
                  <c:v>40291</c:v>
                </c:pt>
                <c:pt idx="2035">
                  <c:v>40294</c:v>
                </c:pt>
                <c:pt idx="2036">
                  <c:v>40295</c:v>
                </c:pt>
                <c:pt idx="2037">
                  <c:v>40296</c:v>
                </c:pt>
                <c:pt idx="2038">
                  <c:v>40297</c:v>
                </c:pt>
                <c:pt idx="2039">
                  <c:v>40298</c:v>
                </c:pt>
                <c:pt idx="2040">
                  <c:v>40301</c:v>
                </c:pt>
                <c:pt idx="2041">
                  <c:v>40302</c:v>
                </c:pt>
                <c:pt idx="2042">
                  <c:v>40303</c:v>
                </c:pt>
                <c:pt idx="2043">
                  <c:v>40304</c:v>
                </c:pt>
                <c:pt idx="2044">
                  <c:v>40305</c:v>
                </c:pt>
                <c:pt idx="2045">
                  <c:v>40308</c:v>
                </c:pt>
                <c:pt idx="2046">
                  <c:v>40309</c:v>
                </c:pt>
                <c:pt idx="2047">
                  <c:v>40310</c:v>
                </c:pt>
                <c:pt idx="2048">
                  <c:v>40311</c:v>
                </c:pt>
                <c:pt idx="2049">
                  <c:v>40312</c:v>
                </c:pt>
                <c:pt idx="2050">
                  <c:v>40315</c:v>
                </c:pt>
                <c:pt idx="2051">
                  <c:v>40316</c:v>
                </c:pt>
                <c:pt idx="2052">
                  <c:v>40317</c:v>
                </c:pt>
                <c:pt idx="2053">
                  <c:v>40318</c:v>
                </c:pt>
                <c:pt idx="2054">
                  <c:v>40319</c:v>
                </c:pt>
                <c:pt idx="2055">
                  <c:v>40322</c:v>
                </c:pt>
                <c:pt idx="2056">
                  <c:v>40323</c:v>
                </c:pt>
                <c:pt idx="2057">
                  <c:v>40324</c:v>
                </c:pt>
                <c:pt idx="2058">
                  <c:v>40325</c:v>
                </c:pt>
                <c:pt idx="2059">
                  <c:v>40326</c:v>
                </c:pt>
                <c:pt idx="2060">
                  <c:v>40329</c:v>
                </c:pt>
                <c:pt idx="2061">
                  <c:v>40330</c:v>
                </c:pt>
                <c:pt idx="2062">
                  <c:v>40331</c:v>
                </c:pt>
                <c:pt idx="2063">
                  <c:v>40333</c:v>
                </c:pt>
                <c:pt idx="2064">
                  <c:v>40336</c:v>
                </c:pt>
                <c:pt idx="2065">
                  <c:v>40337</c:v>
                </c:pt>
                <c:pt idx="2066">
                  <c:v>40338</c:v>
                </c:pt>
                <c:pt idx="2067">
                  <c:v>40339</c:v>
                </c:pt>
                <c:pt idx="2068">
                  <c:v>40340</c:v>
                </c:pt>
                <c:pt idx="2069">
                  <c:v>40343</c:v>
                </c:pt>
                <c:pt idx="2070">
                  <c:v>40344</c:v>
                </c:pt>
                <c:pt idx="2071">
                  <c:v>40345</c:v>
                </c:pt>
                <c:pt idx="2072">
                  <c:v>40346</c:v>
                </c:pt>
                <c:pt idx="2073">
                  <c:v>40347</c:v>
                </c:pt>
                <c:pt idx="2074">
                  <c:v>40350</c:v>
                </c:pt>
                <c:pt idx="2075">
                  <c:v>40351</c:v>
                </c:pt>
                <c:pt idx="2076">
                  <c:v>40352</c:v>
                </c:pt>
                <c:pt idx="2077">
                  <c:v>40353</c:v>
                </c:pt>
                <c:pt idx="2078">
                  <c:v>40354</c:v>
                </c:pt>
                <c:pt idx="2079">
                  <c:v>40357</c:v>
                </c:pt>
                <c:pt idx="2080">
                  <c:v>40358</c:v>
                </c:pt>
                <c:pt idx="2081">
                  <c:v>40359</c:v>
                </c:pt>
                <c:pt idx="2082">
                  <c:v>40360</c:v>
                </c:pt>
                <c:pt idx="2083">
                  <c:v>40361</c:v>
                </c:pt>
                <c:pt idx="2084">
                  <c:v>40364</c:v>
                </c:pt>
                <c:pt idx="2085">
                  <c:v>40365</c:v>
                </c:pt>
                <c:pt idx="2086">
                  <c:v>40366</c:v>
                </c:pt>
                <c:pt idx="2087">
                  <c:v>40367</c:v>
                </c:pt>
                <c:pt idx="2088">
                  <c:v>40371</c:v>
                </c:pt>
                <c:pt idx="2089">
                  <c:v>40372</c:v>
                </c:pt>
                <c:pt idx="2090">
                  <c:v>40373</c:v>
                </c:pt>
                <c:pt idx="2091">
                  <c:v>40374</c:v>
                </c:pt>
                <c:pt idx="2092">
                  <c:v>40375</c:v>
                </c:pt>
                <c:pt idx="2093">
                  <c:v>40378</c:v>
                </c:pt>
                <c:pt idx="2094">
                  <c:v>40379</c:v>
                </c:pt>
                <c:pt idx="2095">
                  <c:v>40380</c:v>
                </c:pt>
                <c:pt idx="2096">
                  <c:v>40381</c:v>
                </c:pt>
                <c:pt idx="2097">
                  <c:v>40382</c:v>
                </c:pt>
                <c:pt idx="2098">
                  <c:v>40385</c:v>
                </c:pt>
                <c:pt idx="2099">
                  <c:v>40386</c:v>
                </c:pt>
                <c:pt idx="2100">
                  <c:v>40387</c:v>
                </c:pt>
                <c:pt idx="2101">
                  <c:v>40388</c:v>
                </c:pt>
                <c:pt idx="2102">
                  <c:v>40389</c:v>
                </c:pt>
                <c:pt idx="2103">
                  <c:v>40392</c:v>
                </c:pt>
                <c:pt idx="2104">
                  <c:v>40393</c:v>
                </c:pt>
                <c:pt idx="2105">
                  <c:v>40394</c:v>
                </c:pt>
                <c:pt idx="2106">
                  <c:v>40395</c:v>
                </c:pt>
                <c:pt idx="2107">
                  <c:v>40396</c:v>
                </c:pt>
                <c:pt idx="2108">
                  <c:v>40399</c:v>
                </c:pt>
                <c:pt idx="2109">
                  <c:v>40400</c:v>
                </c:pt>
                <c:pt idx="2110">
                  <c:v>40401</c:v>
                </c:pt>
                <c:pt idx="2111">
                  <c:v>40402</c:v>
                </c:pt>
                <c:pt idx="2112">
                  <c:v>40403</c:v>
                </c:pt>
                <c:pt idx="2113">
                  <c:v>40406</c:v>
                </c:pt>
                <c:pt idx="2114">
                  <c:v>40407</c:v>
                </c:pt>
                <c:pt idx="2115">
                  <c:v>40408</c:v>
                </c:pt>
                <c:pt idx="2116">
                  <c:v>40409</c:v>
                </c:pt>
                <c:pt idx="2117">
                  <c:v>40410</c:v>
                </c:pt>
                <c:pt idx="2118">
                  <c:v>40413</c:v>
                </c:pt>
                <c:pt idx="2119">
                  <c:v>40414</c:v>
                </c:pt>
                <c:pt idx="2120">
                  <c:v>40415</c:v>
                </c:pt>
                <c:pt idx="2121">
                  <c:v>40416</c:v>
                </c:pt>
                <c:pt idx="2122">
                  <c:v>40417</c:v>
                </c:pt>
                <c:pt idx="2123">
                  <c:v>40420</c:v>
                </c:pt>
                <c:pt idx="2124">
                  <c:v>40421</c:v>
                </c:pt>
                <c:pt idx="2125">
                  <c:v>40422</c:v>
                </c:pt>
                <c:pt idx="2126">
                  <c:v>40423</c:v>
                </c:pt>
                <c:pt idx="2127">
                  <c:v>40424</c:v>
                </c:pt>
                <c:pt idx="2128">
                  <c:v>40427</c:v>
                </c:pt>
                <c:pt idx="2129">
                  <c:v>40429</c:v>
                </c:pt>
                <c:pt idx="2130">
                  <c:v>40430</c:v>
                </c:pt>
                <c:pt idx="2131">
                  <c:v>40431</c:v>
                </c:pt>
                <c:pt idx="2132">
                  <c:v>40434</c:v>
                </c:pt>
                <c:pt idx="2133">
                  <c:v>40435</c:v>
                </c:pt>
                <c:pt idx="2134">
                  <c:v>40436</c:v>
                </c:pt>
                <c:pt idx="2135">
                  <c:v>40437</c:v>
                </c:pt>
                <c:pt idx="2136">
                  <c:v>40438</c:v>
                </c:pt>
                <c:pt idx="2137">
                  <c:v>40441</c:v>
                </c:pt>
                <c:pt idx="2138">
                  <c:v>40442</c:v>
                </c:pt>
                <c:pt idx="2139">
                  <c:v>40443</c:v>
                </c:pt>
                <c:pt idx="2140">
                  <c:v>40444</c:v>
                </c:pt>
                <c:pt idx="2141">
                  <c:v>40445</c:v>
                </c:pt>
                <c:pt idx="2142">
                  <c:v>40448</c:v>
                </c:pt>
                <c:pt idx="2143">
                  <c:v>40449</c:v>
                </c:pt>
                <c:pt idx="2144">
                  <c:v>40450</c:v>
                </c:pt>
                <c:pt idx="2145">
                  <c:v>40451</c:v>
                </c:pt>
                <c:pt idx="2146">
                  <c:v>40452</c:v>
                </c:pt>
                <c:pt idx="2147">
                  <c:v>40455</c:v>
                </c:pt>
                <c:pt idx="2148">
                  <c:v>40456</c:v>
                </c:pt>
                <c:pt idx="2149">
                  <c:v>40457</c:v>
                </c:pt>
                <c:pt idx="2150">
                  <c:v>40458</c:v>
                </c:pt>
                <c:pt idx="2151">
                  <c:v>40459</c:v>
                </c:pt>
                <c:pt idx="2152">
                  <c:v>40462</c:v>
                </c:pt>
                <c:pt idx="2153">
                  <c:v>40464</c:v>
                </c:pt>
                <c:pt idx="2154">
                  <c:v>40465</c:v>
                </c:pt>
                <c:pt idx="2155">
                  <c:v>40466</c:v>
                </c:pt>
                <c:pt idx="2156">
                  <c:v>40469</c:v>
                </c:pt>
                <c:pt idx="2157">
                  <c:v>40470</c:v>
                </c:pt>
                <c:pt idx="2158">
                  <c:v>40471</c:v>
                </c:pt>
                <c:pt idx="2159">
                  <c:v>40472</c:v>
                </c:pt>
                <c:pt idx="2160">
                  <c:v>40473</c:v>
                </c:pt>
                <c:pt idx="2161">
                  <c:v>40476</c:v>
                </c:pt>
                <c:pt idx="2162">
                  <c:v>40477</c:v>
                </c:pt>
                <c:pt idx="2163">
                  <c:v>40478</c:v>
                </c:pt>
                <c:pt idx="2164">
                  <c:v>40479</c:v>
                </c:pt>
                <c:pt idx="2165">
                  <c:v>40480</c:v>
                </c:pt>
                <c:pt idx="2166">
                  <c:v>40483</c:v>
                </c:pt>
                <c:pt idx="2167">
                  <c:v>40485</c:v>
                </c:pt>
                <c:pt idx="2168">
                  <c:v>40486</c:v>
                </c:pt>
                <c:pt idx="2169">
                  <c:v>40487</c:v>
                </c:pt>
                <c:pt idx="2170">
                  <c:v>40490</c:v>
                </c:pt>
                <c:pt idx="2171">
                  <c:v>40491</c:v>
                </c:pt>
                <c:pt idx="2172">
                  <c:v>40492</c:v>
                </c:pt>
                <c:pt idx="2173">
                  <c:v>40493</c:v>
                </c:pt>
                <c:pt idx="2174">
                  <c:v>40494</c:v>
                </c:pt>
                <c:pt idx="2175">
                  <c:v>40498</c:v>
                </c:pt>
                <c:pt idx="2176">
                  <c:v>40499</c:v>
                </c:pt>
                <c:pt idx="2177">
                  <c:v>40500</c:v>
                </c:pt>
                <c:pt idx="2178">
                  <c:v>40501</c:v>
                </c:pt>
                <c:pt idx="2179">
                  <c:v>40504</c:v>
                </c:pt>
                <c:pt idx="2180">
                  <c:v>40505</c:v>
                </c:pt>
                <c:pt idx="2181">
                  <c:v>40506</c:v>
                </c:pt>
                <c:pt idx="2182">
                  <c:v>40507</c:v>
                </c:pt>
                <c:pt idx="2183">
                  <c:v>40508</c:v>
                </c:pt>
                <c:pt idx="2184">
                  <c:v>40511</c:v>
                </c:pt>
                <c:pt idx="2185">
                  <c:v>40512</c:v>
                </c:pt>
                <c:pt idx="2186">
                  <c:v>40513</c:v>
                </c:pt>
                <c:pt idx="2187">
                  <c:v>40514</c:v>
                </c:pt>
                <c:pt idx="2188">
                  <c:v>40515</c:v>
                </c:pt>
                <c:pt idx="2189">
                  <c:v>40518</c:v>
                </c:pt>
                <c:pt idx="2190">
                  <c:v>40519</c:v>
                </c:pt>
                <c:pt idx="2191">
                  <c:v>40520</c:v>
                </c:pt>
                <c:pt idx="2192">
                  <c:v>40521</c:v>
                </c:pt>
                <c:pt idx="2193">
                  <c:v>40522</c:v>
                </c:pt>
                <c:pt idx="2194">
                  <c:v>40525</c:v>
                </c:pt>
                <c:pt idx="2195">
                  <c:v>40526</c:v>
                </c:pt>
                <c:pt idx="2196">
                  <c:v>40527</c:v>
                </c:pt>
                <c:pt idx="2197">
                  <c:v>40528</c:v>
                </c:pt>
                <c:pt idx="2198">
                  <c:v>40529</c:v>
                </c:pt>
                <c:pt idx="2199">
                  <c:v>40532</c:v>
                </c:pt>
                <c:pt idx="2200">
                  <c:v>40533</c:v>
                </c:pt>
                <c:pt idx="2201">
                  <c:v>40534</c:v>
                </c:pt>
                <c:pt idx="2202">
                  <c:v>40535</c:v>
                </c:pt>
                <c:pt idx="2203">
                  <c:v>40539</c:v>
                </c:pt>
                <c:pt idx="2204">
                  <c:v>40540</c:v>
                </c:pt>
                <c:pt idx="2205">
                  <c:v>40541</c:v>
                </c:pt>
                <c:pt idx="2206">
                  <c:v>40542</c:v>
                </c:pt>
                <c:pt idx="2207">
                  <c:v>40546</c:v>
                </c:pt>
                <c:pt idx="2208">
                  <c:v>40547</c:v>
                </c:pt>
                <c:pt idx="2209">
                  <c:v>40548</c:v>
                </c:pt>
                <c:pt idx="2210">
                  <c:v>40549</c:v>
                </c:pt>
                <c:pt idx="2211">
                  <c:v>40550</c:v>
                </c:pt>
                <c:pt idx="2212">
                  <c:v>40553</c:v>
                </c:pt>
                <c:pt idx="2213">
                  <c:v>40554</c:v>
                </c:pt>
                <c:pt idx="2214">
                  <c:v>40555</c:v>
                </c:pt>
                <c:pt idx="2215">
                  <c:v>40556</c:v>
                </c:pt>
                <c:pt idx="2216">
                  <c:v>40557</c:v>
                </c:pt>
                <c:pt idx="2217">
                  <c:v>40560</c:v>
                </c:pt>
                <c:pt idx="2218">
                  <c:v>40561</c:v>
                </c:pt>
                <c:pt idx="2219">
                  <c:v>40562</c:v>
                </c:pt>
                <c:pt idx="2220">
                  <c:v>40563</c:v>
                </c:pt>
                <c:pt idx="2221">
                  <c:v>40564</c:v>
                </c:pt>
                <c:pt idx="2222">
                  <c:v>40567</c:v>
                </c:pt>
                <c:pt idx="2223">
                  <c:v>40569</c:v>
                </c:pt>
                <c:pt idx="2224">
                  <c:v>40570</c:v>
                </c:pt>
                <c:pt idx="2225">
                  <c:v>40571</c:v>
                </c:pt>
                <c:pt idx="2226">
                  <c:v>40574</c:v>
                </c:pt>
                <c:pt idx="2227">
                  <c:v>40575</c:v>
                </c:pt>
                <c:pt idx="2228">
                  <c:v>40576</c:v>
                </c:pt>
                <c:pt idx="2229">
                  <c:v>40577</c:v>
                </c:pt>
                <c:pt idx="2230">
                  <c:v>40578</c:v>
                </c:pt>
                <c:pt idx="2231">
                  <c:v>40581</c:v>
                </c:pt>
                <c:pt idx="2232">
                  <c:v>40582</c:v>
                </c:pt>
                <c:pt idx="2233">
                  <c:v>40583</c:v>
                </c:pt>
                <c:pt idx="2234">
                  <c:v>40584</c:v>
                </c:pt>
                <c:pt idx="2235">
                  <c:v>40585</c:v>
                </c:pt>
                <c:pt idx="2236">
                  <c:v>40588</c:v>
                </c:pt>
                <c:pt idx="2237">
                  <c:v>40589</c:v>
                </c:pt>
                <c:pt idx="2238">
                  <c:v>40590</c:v>
                </c:pt>
                <c:pt idx="2239">
                  <c:v>40591</c:v>
                </c:pt>
                <c:pt idx="2240">
                  <c:v>40592</c:v>
                </c:pt>
                <c:pt idx="2241">
                  <c:v>40595</c:v>
                </c:pt>
                <c:pt idx="2242">
                  <c:v>40596</c:v>
                </c:pt>
                <c:pt idx="2243">
                  <c:v>40597</c:v>
                </c:pt>
                <c:pt idx="2244">
                  <c:v>40598</c:v>
                </c:pt>
                <c:pt idx="2245">
                  <c:v>40599</c:v>
                </c:pt>
                <c:pt idx="2246">
                  <c:v>40602</c:v>
                </c:pt>
                <c:pt idx="2247">
                  <c:v>40603</c:v>
                </c:pt>
                <c:pt idx="2248">
                  <c:v>40604</c:v>
                </c:pt>
                <c:pt idx="2249">
                  <c:v>40605</c:v>
                </c:pt>
                <c:pt idx="2250">
                  <c:v>40606</c:v>
                </c:pt>
                <c:pt idx="2251">
                  <c:v>40611</c:v>
                </c:pt>
                <c:pt idx="2252">
                  <c:v>40612</c:v>
                </c:pt>
                <c:pt idx="2253">
                  <c:v>40613</c:v>
                </c:pt>
                <c:pt idx="2254">
                  <c:v>40616</c:v>
                </c:pt>
                <c:pt idx="2255">
                  <c:v>40617</c:v>
                </c:pt>
                <c:pt idx="2256">
                  <c:v>40618</c:v>
                </c:pt>
                <c:pt idx="2257">
                  <c:v>40619</c:v>
                </c:pt>
                <c:pt idx="2258">
                  <c:v>40620</c:v>
                </c:pt>
                <c:pt idx="2259">
                  <c:v>40623</c:v>
                </c:pt>
                <c:pt idx="2260">
                  <c:v>40624</c:v>
                </c:pt>
                <c:pt idx="2261">
                  <c:v>40625</c:v>
                </c:pt>
                <c:pt idx="2262">
                  <c:v>40626</c:v>
                </c:pt>
                <c:pt idx="2263">
                  <c:v>40627</c:v>
                </c:pt>
                <c:pt idx="2264">
                  <c:v>40630</c:v>
                </c:pt>
                <c:pt idx="2265">
                  <c:v>40631</c:v>
                </c:pt>
                <c:pt idx="2266">
                  <c:v>40632</c:v>
                </c:pt>
                <c:pt idx="2267">
                  <c:v>40633</c:v>
                </c:pt>
                <c:pt idx="2268">
                  <c:v>40634</c:v>
                </c:pt>
                <c:pt idx="2269">
                  <c:v>40637</c:v>
                </c:pt>
                <c:pt idx="2270">
                  <c:v>40638</c:v>
                </c:pt>
                <c:pt idx="2271">
                  <c:v>40639</c:v>
                </c:pt>
                <c:pt idx="2272">
                  <c:v>40640</c:v>
                </c:pt>
                <c:pt idx="2273">
                  <c:v>40641</c:v>
                </c:pt>
                <c:pt idx="2274">
                  <c:v>40644</c:v>
                </c:pt>
                <c:pt idx="2275">
                  <c:v>40645</c:v>
                </c:pt>
                <c:pt idx="2276">
                  <c:v>40646</c:v>
                </c:pt>
                <c:pt idx="2277">
                  <c:v>40647</c:v>
                </c:pt>
                <c:pt idx="2278">
                  <c:v>40648</c:v>
                </c:pt>
                <c:pt idx="2279">
                  <c:v>40651</c:v>
                </c:pt>
                <c:pt idx="2280">
                  <c:v>40652</c:v>
                </c:pt>
                <c:pt idx="2281">
                  <c:v>40653</c:v>
                </c:pt>
                <c:pt idx="2282">
                  <c:v>40658</c:v>
                </c:pt>
                <c:pt idx="2283">
                  <c:v>40659</c:v>
                </c:pt>
                <c:pt idx="2284">
                  <c:v>40660</c:v>
                </c:pt>
                <c:pt idx="2285">
                  <c:v>40661</c:v>
                </c:pt>
                <c:pt idx="2286">
                  <c:v>40662</c:v>
                </c:pt>
                <c:pt idx="2287">
                  <c:v>40665</c:v>
                </c:pt>
                <c:pt idx="2288">
                  <c:v>40666</c:v>
                </c:pt>
                <c:pt idx="2289">
                  <c:v>40667</c:v>
                </c:pt>
                <c:pt idx="2290">
                  <c:v>40668</c:v>
                </c:pt>
                <c:pt idx="2291">
                  <c:v>40669</c:v>
                </c:pt>
                <c:pt idx="2292">
                  <c:v>40672</c:v>
                </c:pt>
                <c:pt idx="2293">
                  <c:v>40673</c:v>
                </c:pt>
                <c:pt idx="2294">
                  <c:v>40674</c:v>
                </c:pt>
                <c:pt idx="2295">
                  <c:v>40675</c:v>
                </c:pt>
                <c:pt idx="2296">
                  <c:v>40676</c:v>
                </c:pt>
                <c:pt idx="2297">
                  <c:v>40679</c:v>
                </c:pt>
                <c:pt idx="2298">
                  <c:v>40680</c:v>
                </c:pt>
                <c:pt idx="2299">
                  <c:v>40681</c:v>
                </c:pt>
                <c:pt idx="2300">
                  <c:v>40682</c:v>
                </c:pt>
                <c:pt idx="2301">
                  <c:v>40683</c:v>
                </c:pt>
                <c:pt idx="2302">
                  <c:v>40686</c:v>
                </c:pt>
                <c:pt idx="2303">
                  <c:v>40687</c:v>
                </c:pt>
                <c:pt idx="2304">
                  <c:v>40688</c:v>
                </c:pt>
                <c:pt idx="2305">
                  <c:v>40689</c:v>
                </c:pt>
                <c:pt idx="2306">
                  <c:v>40690</c:v>
                </c:pt>
                <c:pt idx="2307">
                  <c:v>40693</c:v>
                </c:pt>
                <c:pt idx="2308">
                  <c:v>40694</c:v>
                </c:pt>
                <c:pt idx="2309">
                  <c:v>40695</c:v>
                </c:pt>
                <c:pt idx="2310">
                  <c:v>40696</c:v>
                </c:pt>
                <c:pt idx="2311">
                  <c:v>40697</c:v>
                </c:pt>
                <c:pt idx="2312">
                  <c:v>40700</c:v>
                </c:pt>
                <c:pt idx="2313">
                  <c:v>40701</c:v>
                </c:pt>
                <c:pt idx="2314">
                  <c:v>40702</c:v>
                </c:pt>
                <c:pt idx="2315">
                  <c:v>40703</c:v>
                </c:pt>
                <c:pt idx="2316">
                  <c:v>40704</c:v>
                </c:pt>
                <c:pt idx="2317">
                  <c:v>40707</c:v>
                </c:pt>
                <c:pt idx="2318">
                  <c:v>40708</c:v>
                </c:pt>
                <c:pt idx="2319">
                  <c:v>40709</c:v>
                </c:pt>
                <c:pt idx="2320">
                  <c:v>40710</c:v>
                </c:pt>
                <c:pt idx="2321">
                  <c:v>40711</c:v>
                </c:pt>
                <c:pt idx="2322">
                  <c:v>40714</c:v>
                </c:pt>
                <c:pt idx="2323">
                  <c:v>40715</c:v>
                </c:pt>
                <c:pt idx="2324">
                  <c:v>40716</c:v>
                </c:pt>
                <c:pt idx="2325">
                  <c:v>40718</c:v>
                </c:pt>
                <c:pt idx="2326">
                  <c:v>40721</c:v>
                </c:pt>
                <c:pt idx="2327">
                  <c:v>40722</c:v>
                </c:pt>
                <c:pt idx="2328">
                  <c:v>40723</c:v>
                </c:pt>
                <c:pt idx="2329">
                  <c:v>40724</c:v>
                </c:pt>
                <c:pt idx="2330">
                  <c:v>40725</c:v>
                </c:pt>
                <c:pt idx="2331">
                  <c:v>40728</c:v>
                </c:pt>
                <c:pt idx="2332">
                  <c:v>40729</c:v>
                </c:pt>
                <c:pt idx="2333">
                  <c:v>40730</c:v>
                </c:pt>
                <c:pt idx="2334">
                  <c:v>40731</c:v>
                </c:pt>
                <c:pt idx="2335">
                  <c:v>40732</c:v>
                </c:pt>
                <c:pt idx="2336">
                  <c:v>40735</c:v>
                </c:pt>
                <c:pt idx="2337">
                  <c:v>40736</c:v>
                </c:pt>
                <c:pt idx="2338">
                  <c:v>40737</c:v>
                </c:pt>
                <c:pt idx="2339">
                  <c:v>40738</c:v>
                </c:pt>
                <c:pt idx="2340">
                  <c:v>40739</c:v>
                </c:pt>
                <c:pt idx="2341">
                  <c:v>40742</c:v>
                </c:pt>
                <c:pt idx="2342">
                  <c:v>40743</c:v>
                </c:pt>
                <c:pt idx="2343">
                  <c:v>40744</c:v>
                </c:pt>
                <c:pt idx="2344">
                  <c:v>40745</c:v>
                </c:pt>
                <c:pt idx="2345">
                  <c:v>40746</c:v>
                </c:pt>
                <c:pt idx="2346">
                  <c:v>40749</c:v>
                </c:pt>
                <c:pt idx="2347">
                  <c:v>40750</c:v>
                </c:pt>
                <c:pt idx="2348">
                  <c:v>40751</c:v>
                </c:pt>
                <c:pt idx="2349">
                  <c:v>40752</c:v>
                </c:pt>
                <c:pt idx="2350">
                  <c:v>40753</c:v>
                </c:pt>
                <c:pt idx="2351">
                  <c:v>40756</c:v>
                </c:pt>
                <c:pt idx="2352">
                  <c:v>40757</c:v>
                </c:pt>
                <c:pt idx="2353">
                  <c:v>40758</c:v>
                </c:pt>
                <c:pt idx="2354">
                  <c:v>40759</c:v>
                </c:pt>
                <c:pt idx="2355">
                  <c:v>40760</c:v>
                </c:pt>
                <c:pt idx="2356">
                  <c:v>40763</c:v>
                </c:pt>
                <c:pt idx="2357">
                  <c:v>40764</c:v>
                </c:pt>
                <c:pt idx="2358">
                  <c:v>40765</c:v>
                </c:pt>
                <c:pt idx="2359">
                  <c:v>40766</c:v>
                </c:pt>
                <c:pt idx="2360">
                  <c:v>40767</c:v>
                </c:pt>
                <c:pt idx="2361">
                  <c:v>40770</c:v>
                </c:pt>
                <c:pt idx="2362">
                  <c:v>40771</c:v>
                </c:pt>
                <c:pt idx="2363">
                  <c:v>40772</c:v>
                </c:pt>
                <c:pt idx="2364">
                  <c:v>40773</c:v>
                </c:pt>
                <c:pt idx="2365">
                  <c:v>40774</c:v>
                </c:pt>
                <c:pt idx="2366">
                  <c:v>40777</c:v>
                </c:pt>
                <c:pt idx="2367">
                  <c:v>40778</c:v>
                </c:pt>
                <c:pt idx="2368">
                  <c:v>40779</c:v>
                </c:pt>
                <c:pt idx="2369">
                  <c:v>40780</c:v>
                </c:pt>
                <c:pt idx="2370">
                  <c:v>40781</c:v>
                </c:pt>
                <c:pt idx="2371">
                  <c:v>40784</c:v>
                </c:pt>
                <c:pt idx="2372">
                  <c:v>40785</c:v>
                </c:pt>
                <c:pt idx="2373">
                  <c:v>40786</c:v>
                </c:pt>
                <c:pt idx="2374">
                  <c:v>40787</c:v>
                </c:pt>
                <c:pt idx="2375">
                  <c:v>40788</c:v>
                </c:pt>
                <c:pt idx="2376">
                  <c:v>40791</c:v>
                </c:pt>
                <c:pt idx="2377">
                  <c:v>40792</c:v>
                </c:pt>
                <c:pt idx="2378">
                  <c:v>40794</c:v>
                </c:pt>
                <c:pt idx="2379">
                  <c:v>40795</c:v>
                </c:pt>
                <c:pt idx="2380">
                  <c:v>40798</c:v>
                </c:pt>
                <c:pt idx="2381">
                  <c:v>40799</c:v>
                </c:pt>
                <c:pt idx="2382">
                  <c:v>40800</c:v>
                </c:pt>
                <c:pt idx="2383">
                  <c:v>40801</c:v>
                </c:pt>
                <c:pt idx="2384">
                  <c:v>40802</c:v>
                </c:pt>
                <c:pt idx="2385">
                  <c:v>40805</c:v>
                </c:pt>
                <c:pt idx="2386">
                  <c:v>40806</c:v>
                </c:pt>
                <c:pt idx="2387">
                  <c:v>40807</c:v>
                </c:pt>
                <c:pt idx="2388">
                  <c:v>40808</c:v>
                </c:pt>
                <c:pt idx="2389">
                  <c:v>40809</c:v>
                </c:pt>
                <c:pt idx="2390">
                  <c:v>40812</c:v>
                </c:pt>
                <c:pt idx="2391">
                  <c:v>40813</c:v>
                </c:pt>
                <c:pt idx="2392">
                  <c:v>40814</c:v>
                </c:pt>
                <c:pt idx="2393">
                  <c:v>40815</c:v>
                </c:pt>
                <c:pt idx="2394">
                  <c:v>40816</c:v>
                </c:pt>
                <c:pt idx="2395">
                  <c:v>40819</c:v>
                </c:pt>
                <c:pt idx="2396">
                  <c:v>40820</c:v>
                </c:pt>
                <c:pt idx="2397">
                  <c:v>40821</c:v>
                </c:pt>
                <c:pt idx="2398">
                  <c:v>40822</c:v>
                </c:pt>
                <c:pt idx="2399">
                  <c:v>40823</c:v>
                </c:pt>
                <c:pt idx="2400">
                  <c:v>40826</c:v>
                </c:pt>
                <c:pt idx="2401">
                  <c:v>40827</c:v>
                </c:pt>
                <c:pt idx="2402">
                  <c:v>40829</c:v>
                </c:pt>
                <c:pt idx="2403">
                  <c:v>40830</c:v>
                </c:pt>
                <c:pt idx="2404">
                  <c:v>40833</c:v>
                </c:pt>
                <c:pt idx="2405">
                  <c:v>40834</c:v>
                </c:pt>
                <c:pt idx="2406">
                  <c:v>40835</c:v>
                </c:pt>
                <c:pt idx="2407">
                  <c:v>40836</c:v>
                </c:pt>
                <c:pt idx="2408">
                  <c:v>40837</c:v>
                </c:pt>
                <c:pt idx="2409">
                  <c:v>40840</c:v>
                </c:pt>
                <c:pt idx="2410">
                  <c:v>40841</c:v>
                </c:pt>
                <c:pt idx="2411">
                  <c:v>40842</c:v>
                </c:pt>
                <c:pt idx="2412">
                  <c:v>40843</c:v>
                </c:pt>
                <c:pt idx="2413">
                  <c:v>40844</c:v>
                </c:pt>
                <c:pt idx="2414">
                  <c:v>40847</c:v>
                </c:pt>
                <c:pt idx="2415">
                  <c:v>40848</c:v>
                </c:pt>
                <c:pt idx="2416">
                  <c:v>40850</c:v>
                </c:pt>
                <c:pt idx="2417">
                  <c:v>40851</c:v>
                </c:pt>
                <c:pt idx="2418">
                  <c:v>40854</c:v>
                </c:pt>
                <c:pt idx="2419">
                  <c:v>40855</c:v>
                </c:pt>
                <c:pt idx="2420">
                  <c:v>40856</c:v>
                </c:pt>
                <c:pt idx="2421">
                  <c:v>40857</c:v>
                </c:pt>
                <c:pt idx="2422">
                  <c:v>40858</c:v>
                </c:pt>
                <c:pt idx="2423">
                  <c:v>40861</c:v>
                </c:pt>
                <c:pt idx="2424">
                  <c:v>40863</c:v>
                </c:pt>
                <c:pt idx="2425">
                  <c:v>40864</c:v>
                </c:pt>
                <c:pt idx="2426">
                  <c:v>40865</c:v>
                </c:pt>
                <c:pt idx="2427">
                  <c:v>40868</c:v>
                </c:pt>
                <c:pt idx="2428">
                  <c:v>40869</c:v>
                </c:pt>
                <c:pt idx="2429">
                  <c:v>40870</c:v>
                </c:pt>
                <c:pt idx="2430">
                  <c:v>40871</c:v>
                </c:pt>
                <c:pt idx="2431">
                  <c:v>40872</c:v>
                </c:pt>
                <c:pt idx="2432">
                  <c:v>40875</c:v>
                </c:pt>
                <c:pt idx="2433">
                  <c:v>40876</c:v>
                </c:pt>
                <c:pt idx="2434">
                  <c:v>40877</c:v>
                </c:pt>
                <c:pt idx="2435">
                  <c:v>40878</c:v>
                </c:pt>
                <c:pt idx="2436">
                  <c:v>40879</c:v>
                </c:pt>
                <c:pt idx="2437">
                  <c:v>40882</c:v>
                </c:pt>
                <c:pt idx="2438">
                  <c:v>40883</c:v>
                </c:pt>
                <c:pt idx="2439">
                  <c:v>40884</c:v>
                </c:pt>
                <c:pt idx="2440">
                  <c:v>40885</c:v>
                </c:pt>
                <c:pt idx="2441">
                  <c:v>40886</c:v>
                </c:pt>
                <c:pt idx="2442">
                  <c:v>40889</c:v>
                </c:pt>
                <c:pt idx="2443">
                  <c:v>40890</c:v>
                </c:pt>
                <c:pt idx="2444">
                  <c:v>40891</c:v>
                </c:pt>
                <c:pt idx="2445">
                  <c:v>40892</c:v>
                </c:pt>
                <c:pt idx="2446">
                  <c:v>40893</c:v>
                </c:pt>
                <c:pt idx="2447">
                  <c:v>40896</c:v>
                </c:pt>
                <c:pt idx="2448">
                  <c:v>40897</c:v>
                </c:pt>
                <c:pt idx="2449">
                  <c:v>40898</c:v>
                </c:pt>
                <c:pt idx="2450">
                  <c:v>40899</c:v>
                </c:pt>
                <c:pt idx="2451">
                  <c:v>40900</c:v>
                </c:pt>
                <c:pt idx="2452">
                  <c:v>40903</c:v>
                </c:pt>
                <c:pt idx="2453">
                  <c:v>40904</c:v>
                </c:pt>
                <c:pt idx="2454">
                  <c:v>40905</c:v>
                </c:pt>
                <c:pt idx="2455">
                  <c:v>40906</c:v>
                </c:pt>
                <c:pt idx="2456">
                  <c:v>40910</c:v>
                </c:pt>
                <c:pt idx="2457">
                  <c:v>40911</c:v>
                </c:pt>
                <c:pt idx="2458">
                  <c:v>40912</c:v>
                </c:pt>
                <c:pt idx="2459">
                  <c:v>40913</c:v>
                </c:pt>
                <c:pt idx="2460">
                  <c:v>40914</c:v>
                </c:pt>
                <c:pt idx="2461">
                  <c:v>40917</c:v>
                </c:pt>
                <c:pt idx="2462">
                  <c:v>40918</c:v>
                </c:pt>
                <c:pt idx="2463">
                  <c:v>40919</c:v>
                </c:pt>
                <c:pt idx="2464">
                  <c:v>40920</c:v>
                </c:pt>
                <c:pt idx="2465">
                  <c:v>40921</c:v>
                </c:pt>
                <c:pt idx="2466">
                  <c:v>40924</c:v>
                </c:pt>
                <c:pt idx="2467">
                  <c:v>40925</c:v>
                </c:pt>
                <c:pt idx="2468">
                  <c:v>40926</c:v>
                </c:pt>
                <c:pt idx="2469">
                  <c:v>40927</c:v>
                </c:pt>
                <c:pt idx="2470">
                  <c:v>40928</c:v>
                </c:pt>
                <c:pt idx="2471">
                  <c:v>40931</c:v>
                </c:pt>
                <c:pt idx="2472">
                  <c:v>40932</c:v>
                </c:pt>
                <c:pt idx="2473">
                  <c:v>40934</c:v>
                </c:pt>
                <c:pt idx="2474">
                  <c:v>40935</c:v>
                </c:pt>
                <c:pt idx="2475">
                  <c:v>40938</c:v>
                </c:pt>
                <c:pt idx="2476">
                  <c:v>40939</c:v>
                </c:pt>
                <c:pt idx="2477">
                  <c:v>40940</c:v>
                </c:pt>
                <c:pt idx="2478">
                  <c:v>40941</c:v>
                </c:pt>
                <c:pt idx="2479">
                  <c:v>40942</c:v>
                </c:pt>
                <c:pt idx="2480">
                  <c:v>40945</c:v>
                </c:pt>
                <c:pt idx="2481">
                  <c:v>40946</c:v>
                </c:pt>
                <c:pt idx="2482">
                  <c:v>40947</c:v>
                </c:pt>
                <c:pt idx="2483">
                  <c:v>40948</c:v>
                </c:pt>
                <c:pt idx="2484">
                  <c:v>40949</c:v>
                </c:pt>
                <c:pt idx="2485">
                  <c:v>40952</c:v>
                </c:pt>
                <c:pt idx="2486">
                  <c:v>40953</c:v>
                </c:pt>
                <c:pt idx="2487">
                  <c:v>40954</c:v>
                </c:pt>
                <c:pt idx="2488">
                  <c:v>40955</c:v>
                </c:pt>
                <c:pt idx="2489">
                  <c:v>40956</c:v>
                </c:pt>
                <c:pt idx="2490">
                  <c:v>40961</c:v>
                </c:pt>
                <c:pt idx="2491">
                  <c:v>40962</c:v>
                </c:pt>
                <c:pt idx="2492">
                  <c:v>40963</c:v>
                </c:pt>
                <c:pt idx="2493">
                  <c:v>40966</c:v>
                </c:pt>
                <c:pt idx="2494">
                  <c:v>40967</c:v>
                </c:pt>
                <c:pt idx="2495">
                  <c:v>40968</c:v>
                </c:pt>
                <c:pt idx="2496">
                  <c:v>40969</c:v>
                </c:pt>
                <c:pt idx="2497">
                  <c:v>40970</c:v>
                </c:pt>
                <c:pt idx="2498">
                  <c:v>40973</c:v>
                </c:pt>
                <c:pt idx="2499">
                  <c:v>40974</c:v>
                </c:pt>
                <c:pt idx="2500">
                  <c:v>40975</c:v>
                </c:pt>
                <c:pt idx="2501">
                  <c:v>40976</c:v>
                </c:pt>
                <c:pt idx="2502">
                  <c:v>40977</c:v>
                </c:pt>
                <c:pt idx="2503">
                  <c:v>40980</c:v>
                </c:pt>
                <c:pt idx="2504">
                  <c:v>40981</c:v>
                </c:pt>
                <c:pt idx="2505">
                  <c:v>40982</c:v>
                </c:pt>
                <c:pt idx="2506">
                  <c:v>40983</c:v>
                </c:pt>
                <c:pt idx="2507">
                  <c:v>40984</c:v>
                </c:pt>
                <c:pt idx="2508">
                  <c:v>40987</c:v>
                </c:pt>
                <c:pt idx="2509">
                  <c:v>40988</c:v>
                </c:pt>
                <c:pt idx="2510">
                  <c:v>40989</c:v>
                </c:pt>
                <c:pt idx="2511">
                  <c:v>40990</c:v>
                </c:pt>
                <c:pt idx="2512">
                  <c:v>40991</c:v>
                </c:pt>
                <c:pt idx="2513">
                  <c:v>40994</c:v>
                </c:pt>
                <c:pt idx="2514">
                  <c:v>40995</c:v>
                </c:pt>
                <c:pt idx="2515">
                  <c:v>40996</c:v>
                </c:pt>
                <c:pt idx="2516">
                  <c:v>40997</c:v>
                </c:pt>
                <c:pt idx="2517">
                  <c:v>40998</c:v>
                </c:pt>
                <c:pt idx="2518">
                  <c:v>41001</c:v>
                </c:pt>
                <c:pt idx="2519">
                  <c:v>41002</c:v>
                </c:pt>
                <c:pt idx="2520">
                  <c:v>41003</c:v>
                </c:pt>
                <c:pt idx="2521">
                  <c:v>41004</c:v>
                </c:pt>
                <c:pt idx="2522">
                  <c:v>41008</c:v>
                </c:pt>
                <c:pt idx="2523">
                  <c:v>41009</c:v>
                </c:pt>
                <c:pt idx="2524">
                  <c:v>41010</c:v>
                </c:pt>
                <c:pt idx="2525">
                  <c:v>41011</c:v>
                </c:pt>
                <c:pt idx="2526">
                  <c:v>41012</c:v>
                </c:pt>
                <c:pt idx="2527">
                  <c:v>41015</c:v>
                </c:pt>
                <c:pt idx="2528">
                  <c:v>41016</c:v>
                </c:pt>
                <c:pt idx="2529">
                  <c:v>41017</c:v>
                </c:pt>
                <c:pt idx="2530">
                  <c:v>41018</c:v>
                </c:pt>
                <c:pt idx="2531">
                  <c:v>41019</c:v>
                </c:pt>
                <c:pt idx="2532">
                  <c:v>41022</c:v>
                </c:pt>
                <c:pt idx="2533">
                  <c:v>41023</c:v>
                </c:pt>
                <c:pt idx="2534">
                  <c:v>41024</c:v>
                </c:pt>
                <c:pt idx="2535">
                  <c:v>41025</c:v>
                </c:pt>
                <c:pt idx="2536">
                  <c:v>41026</c:v>
                </c:pt>
                <c:pt idx="2537">
                  <c:v>41029</c:v>
                </c:pt>
                <c:pt idx="2538">
                  <c:v>41031</c:v>
                </c:pt>
                <c:pt idx="2539">
                  <c:v>41032</c:v>
                </c:pt>
                <c:pt idx="2540">
                  <c:v>41033</c:v>
                </c:pt>
                <c:pt idx="2541">
                  <c:v>41036</c:v>
                </c:pt>
                <c:pt idx="2542">
                  <c:v>41037</c:v>
                </c:pt>
                <c:pt idx="2543">
                  <c:v>41038</c:v>
                </c:pt>
                <c:pt idx="2544">
                  <c:v>41039</c:v>
                </c:pt>
                <c:pt idx="2545">
                  <c:v>41040</c:v>
                </c:pt>
                <c:pt idx="2546">
                  <c:v>41043</c:v>
                </c:pt>
                <c:pt idx="2547">
                  <c:v>41044</c:v>
                </c:pt>
                <c:pt idx="2548">
                  <c:v>41045</c:v>
                </c:pt>
                <c:pt idx="2549">
                  <c:v>41046</c:v>
                </c:pt>
                <c:pt idx="2550">
                  <c:v>41047</c:v>
                </c:pt>
                <c:pt idx="2551">
                  <c:v>41050</c:v>
                </c:pt>
                <c:pt idx="2552">
                  <c:v>41051</c:v>
                </c:pt>
                <c:pt idx="2553">
                  <c:v>41052</c:v>
                </c:pt>
                <c:pt idx="2554">
                  <c:v>41053</c:v>
                </c:pt>
                <c:pt idx="2555">
                  <c:v>41054</c:v>
                </c:pt>
                <c:pt idx="2556">
                  <c:v>41057</c:v>
                </c:pt>
                <c:pt idx="2557">
                  <c:v>41058</c:v>
                </c:pt>
                <c:pt idx="2558">
                  <c:v>41059</c:v>
                </c:pt>
                <c:pt idx="2559">
                  <c:v>41060</c:v>
                </c:pt>
                <c:pt idx="2560">
                  <c:v>41061</c:v>
                </c:pt>
                <c:pt idx="2561">
                  <c:v>41064</c:v>
                </c:pt>
                <c:pt idx="2562">
                  <c:v>41065</c:v>
                </c:pt>
                <c:pt idx="2563">
                  <c:v>41066</c:v>
                </c:pt>
                <c:pt idx="2564">
                  <c:v>41068</c:v>
                </c:pt>
                <c:pt idx="2565">
                  <c:v>41071</c:v>
                </c:pt>
                <c:pt idx="2566">
                  <c:v>41072</c:v>
                </c:pt>
                <c:pt idx="2567">
                  <c:v>41073</c:v>
                </c:pt>
                <c:pt idx="2568">
                  <c:v>41074</c:v>
                </c:pt>
                <c:pt idx="2569">
                  <c:v>41075</c:v>
                </c:pt>
                <c:pt idx="2570">
                  <c:v>41078</c:v>
                </c:pt>
                <c:pt idx="2571">
                  <c:v>41079</c:v>
                </c:pt>
                <c:pt idx="2572">
                  <c:v>41080</c:v>
                </c:pt>
                <c:pt idx="2573">
                  <c:v>41081</c:v>
                </c:pt>
                <c:pt idx="2574">
                  <c:v>41082</c:v>
                </c:pt>
                <c:pt idx="2575">
                  <c:v>41085</c:v>
                </c:pt>
                <c:pt idx="2576">
                  <c:v>41086</c:v>
                </c:pt>
                <c:pt idx="2577">
                  <c:v>41087</c:v>
                </c:pt>
                <c:pt idx="2578">
                  <c:v>41088</c:v>
                </c:pt>
                <c:pt idx="2579">
                  <c:v>41089</c:v>
                </c:pt>
                <c:pt idx="2580">
                  <c:v>41092</c:v>
                </c:pt>
                <c:pt idx="2581">
                  <c:v>41093</c:v>
                </c:pt>
                <c:pt idx="2582">
                  <c:v>41094</c:v>
                </c:pt>
                <c:pt idx="2583">
                  <c:v>41095</c:v>
                </c:pt>
                <c:pt idx="2584">
                  <c:v>41096</c:v>
                </c:pt>
                <c:pt idx="2585">
                  <c:v>41100</c:v>
                </c:pt>
                <c:pt idx="2586">
                  <c:v>41101</c:v>
                </c:pt>
                <c:pt idx="2587">
                  <c:v>41102</c:v>
                </c:pt>
                <c:pt idx="2588">
                  <c:v>41103</c:v>
                </c:pt>
                <c:pt idx="2589">
                  <c:v>41106</c:v>
                </c:pt>
                <c:pt idx="2590">
                  <c:v>41107</c:v>
                </c:pt>
                <c:pt idx="2591">
                  <c:v>41108</c:v>
                </c:pt>
                <c:pt idx="2592">
                  <c:v>41109</c:v>
                </c:pt>
                <c:pt idx="2593">
                  <c:v>41110</c:v>
                </c:pt>
                <c:pt idx="2594">
                  <c:v>41113</c:v>
                </c:pt>
                <c:pt idx="2595">
                  <c:v>41114</c:v>
                </c:pt>
                <c:pt idx="2596">
                  <c:v>41115</c:v>
                </c:pt>
                <c:pt idx="2597">
                  <c:v>41116</c:v>
                </c:pt>
                <c:pt idx="2598">
                  <c:v>41117</c:v>
                </c:pt>
                <c:pt idx="2599">
                  <c:v>41120</c:v>
                </c:pt>
                <c:pt idx="2600">
                  <c:v>41121</c:v>
                </c:pt>
                <c:pt idx="2601">
                  <c:v>41122</c:v>
                </c:pt>
                <c:pt idx="2602">
                  <c:v>41123</c:v>
                </c:pt>
                <c:pt idx="2603">
                  <c:v>41124</c:v>
                </c:pt>
                <c:pt idx="2604">
                  <c:v>41127</c:v>
                </c:pt>
                <c:pt idx="2605">
                  <c:v>41128</c:v>
                </c:pt>
                <c:pt idx="2606">
                  <c:v>41129</c:v>
                </c:pt>
                <c:pt idx="2607">
                  <c:v>41130</c:v>
                </c:pt>
                <c:pt idx="2608">
                  <c:v>41131</c:v>
                </c:pt>
                <c:pt idx="2609">
                  <c:v>41134</c:v>
                </c:pt>
                <c:pt idx="2610">
                  <c:v>41135</c:v>
                </c:pt>
                <c:pt idx="2611">
                  <c:v>41136</c:v>
                </c:pt>
                <c:pt idx="2612">
                  <c:v>41137</c:v>
                </c:pt>
                <c:pt idx="2613">
                  <c:v>41138</c:v>
                </c:pt>
                <c:pt idx="2614">
                  <c:v>41141</c:v>
                </c:pt>
                <c:pt idx="2615">
                  <c:v>41142</c:v>
                </c:pt>
                <c:pt idx="2616">
                  <c:v>41143</c:v>
                </c:pt>
                <c:pt idx="2617">
                  <c:v>41144</c:v>
                </c:pt>
                <c:pt idx="2618">
                  <c:v>41145</c:v>
                </c:pt>
                <c:pt idx="2619">
                  <c:v>41148</c:v>
                </c:pt>
                <c:pt idx="2620">
                  <c:v>41149</c:v>
                </c:pt>
                <c:pt idx="2621">
                  <c:v>41150</c:v>
                </c:pt>
                <c:pt idx="2622">
                  <c:v>41151</c:v>
                </c:pt>
                <c:pt idx="2623">
                  <c:v>41152</c:v>
                </c:pt>
                <c:pt idx="2624">
                  <c:v>41155</c:v>
                </c:pt>
                <c:pt idx="2625">
                  <c:v>41156</c:v>
                </c:pt>
                <c:pt idx="2626">
                  <c:v>41157</c:v>
                </c:pt>
                <c:pt idx="2627">
                  <c:v>41158</c:v>
                </c:pt>
                <c:pt idx="2628">
                  <c:v>41162</c:v>
                </c:pt>
                <c:pt idx="2629">
                  <c:v>41163</c:v>
                </c:pt>
                <c:pt idx="2630">
                  <c:v>41164</c:v>
                </c:pt>
                <c:pt idx="2631">
                  <c:v>41165</c:v>
                </c:pt>
                <c:pt idx="2632">
                  <c:v>41166</c:v>
                </c:pt>
                <c:pt idx="2633">
                  <c:v>41169</c:v>
                </c:pt>
                <c:pt idx="2634">
                  <c:v>41170</c:v>
                </c:pt>
                <c:pt idx="2635">
                  <c:v>41171</c:v>
                </c:pt>
                <c:pt idx="2636">
                  <c:v>41172</c:v>
                </c:pt>
                <c:pt idx="2637">
                  <c:v>41173</c:v>
                </c:pt>
                <c:pt idx="2638">
                  <c:v>41176</c:v>
                </c:pt>
                <c:pt idx="2639">
                  <c:v>41177</c:v>
                </c:pt>
                <c:pt idx="2640">
                  <c:v>41178</c:v>
                </c:pt>
                <c:pt idx="2641">
                  <c:v>41179</c:v>
                </c:pt>
                <c:pt idx="2642">
                  <c:v>41180</c:v>
                </c:pt>
                <c:pt idx="2643">
                  <c:v>41183</c:v>
                </c:pt>
                <c:pt idx="2644">
                  <c:v>41184</c:v>
                </c:pt>
                <c:pt idx="2645">
                  <c:v>41185</c:v>
                </c:pt>
                <c:pt idx="2646">
                  <c:v>41186</c:v>
                </c:pt>
                <c:pt idx="2647">
                  <c:v>41187</c:v>
                </c:pt>
                <c:pt idx="2648">
                  <c:v>41190</c:v>
                </c:pt>
                <c:pt idx="2649">
                  <c:v>41191</c:v>
                </c:pt>
                <c:pt idx="2650">
                  <c:v>41192</c:v>
                </c:pt>
                <c:pt idx="2651">
                  <c:v>41193</c:v>
                </c:pt>
                <c:pt idx="2652">
                  <c:v>41197</c:v>
                </c:pt>
                <c:pt idx="2653">
                  <c:v>41198</c:v>
                </c:pt>
                <c:pt idx="2654">
                  <c:v>41199</c:v>
                </c:pt>
                <c:pt idx="2655">
                  <c:v>41200</c:v>
                </c:pt>
                <c:pt idx="2656">
                  <c:v>41201</c:v>
                </c:pt>
                <c:pt idx="2657">
                  <c:v>41204</c:v>
                </c:pt>
                <c:pt idx="2658">
                  <c:v>41205</c:v>
                </c:pt>
                <c:pt idx="2659">
                  <c:v>41206</c:v>
                </c:pt>
                <c:pt idx="2660">
                  <c:v>41207</c:v>
                </c:pt>
                <c:pt idx="2661">
                  <c:v>41208</c:v>
                </c:pt>
                <c:pt idx="2662">
                  <c:v>41211</c:v>
                </c:pt>
                <c:pt idx="2663">
                  <c:v>41212</c:v>
                </c:pt>
                <c:pt idx="2664">
                  <c:v>41213</c:v>
                </c:pt>
                <c:pt idx="2665">
                  <c:v>41214</c:v>
                </c:pt>
                <c:pt idx="2666">
                  <c:v>41218</c:v>
                </c:pt>
                <c:pt idx="2667">
                  <c:v>41219</c:v>
                </c:pt>
                <c:pt idx="2668">
                  <c:v>41220</c:v>
                </c:pt>
                <c:pt idx="2669">
                  <c:v>41221</c:v>
                </c:pt>
                <c:pt idx="2670">
                  <c:v>41222</c:v>
                </c:pt>
                <c:pt idx="2671">
                  <c:v>41225</c:v>
                </c:pt>
                <c:pt idx="2672">
                  <c:v>41226</c:v>
                </c:pt>
                <c:pt idx="2673">
                  <c:v>41227</c:v>
                </c:pt>
                <c:pt idx="2674">
                  <c:v>41229</c:v>
                </c:pt>
                <c:pt idx="2675">
                  <c:v>41232</c:v>
                </c:pt>
                <c:pt idx="2676">
                  <c:v>41234</c:v>
                </c:pt>
                <c:pt idx="2677">
                  <c:v>41235</c:v>
                </c:pt>
                <c:pt idx="2678">
                  <c:v>41236</c:v>
                </c:pt>
                <c:pt idx="2679">
                  <c:v>41239</c:v>
                </c:pt>
                <c:pt idx="2680">
                  <c:v>41240</c:v>
                </c:pt>
                <c:pt idx="2681">
                  <c:v>41241</c:v>
                </c:pt>
                <c:pt idx="2682">
                  <c:v>41242</c:v>
                </c:pt>
                <c:pt idx="2683">
                  <c:v>41243</c:v>
                </c:pt>
                <c:pt idx="2684">
                  <c:v>41246</c:v>
                </c:pt>
                <c:pt idx="2685">
                  <c:v>41247</c:v>
                </c:pt>
                <c:pt idx="2686">
                  <c:v>41248</c:v>
                </c:pt>
                <c:pt idx="2687">
                  <c:v>41249</c:v>
                </c:pt>
                <c:pt idx="2688">
                  <c:v>41250</c:v>
                </c:pt>
                <c:pt idx="2689">
                  <c:v>41253</c:v>
                </c:pt>
                <c:pt idx="2690">
                  <c:v>41254</c:v>
                </c:pt>
                <c:pt idx="2691">
                  <c:v>41255</c:v>
                </c:pt>
                <c:pt idx="2692">
                  <c:v>41256</c:v>
                </c:pt>
                <c:pt idx="2693">
                  <c:v>41257</c:v>
                </c:pt>
                <c:pt idx="2694">
                  <c:v>41260</c:v>
                </c:pt>
                <c:pt idx="2695">
                  <c:v>41261</c:v>
                </c:pt>
                <c:pt idx="2696">
                  <c:v>41262</c:v>
                </c:pt>
                <c:pt idx="2697">
                  <c:v>41263</c:v>
                </c:pt>
                <c:pt idx="2698">
                  <c:v>41264</c:v>
                </c:pt>
                <c:pt idx="2699">
                  <c:v>41269</c:v>
                </c:pt>
                <c:pt idx="2700">
                  <c:v>41270</c:v>
                </c:pt>
                <c:pt idx="2701">
                  <c:v>41271</c:v>
                </c:pt>
                <c:pt idx="2702">
                  <c:v>41276</c:v>
                </c:pt>
                <c:pt idx="2703">
                  <c:v>41277</c:v>
                </c:pt>
                <c:pt idx="2704">
                  <c:v>41278</c:v>
                </c:pt>
                <c:pt idx="2705">
                  <c:v>41281</c:v>
                </c:pt>
                <c:pt idx="2706">
                  <c:v>41282</c:v>
                </c:pt>
                <c:pt idx="2707">
                  <c:v>41283</c:v>
                </c:pt>
                <c:pt idx="2708">
                  <c:v>41284</c:v>
                </c:pt>
                <c:pt idx="2709">
                  <c:v>41285</c:v>
                </c:pt>
                <c:pt idx="2710">
                  <c:v>41288</c:v>
                </c:pt>
                <c:pt idx="2711">
                  <c:v>41289</c:v>
                </c:pt>
                <c:pt idx="2712">
                  <c:v>41290</c:v>
                </c:pt>
                <c:pt idx="2713">
                  <c:v>41291</c:v>
                </c:pt>
                <c:pt idx="2714">
                  <c:v>41292</c:v>
                </c:pt>
                <c:pt idx="2715">
                  <c:v>41295</c:v>
                </c:pt>
                <c:pt idx="2716">
                  <c:v>41296</c:v>
                </c:pt>
                <c:pt idx="2717">
                  <c:v>41297</c:v>
                </c:pt>
                <c:pt idx="2718">
                  <c:v>41298</c:v>
                </c:pt>
                <c:pt idx="2719">
                  <c:v>41302</c:v>
                </c:pt>
                <c:pt idx="2720">
                  <c:v>41303</c:v>
                </c:pt>
                <c:pt idx="2721">
                  <c:v>41304</c:v>
                </c:pt>
                <c:pt idx="2722">
                  <c:v>41305</c:v>
                </c:pt>
                <c:pt idx="2723">
                  <c:v>41306</c:v>
                </c:pt>
                <c:pt idx="2724">
                  <c:v>41309</c:v>
                </c:pt>
                <c:pt idx="2725">
                  <c:v>41310</c:v>
                </c:pt>
                <c:pt idx="2726">
                  <c:v>41311</c:v>
                </c:pt>
                <c:pt idx="2727">
                  <c:v>41312</c:v>
                </c:pt>
                <c:pt idx="2728">
                  <c:v>41313</c:v>
                </c:pt>
                <c:pt idx="2729">
                  <c:v>41318</c:v>
                </c:pt>
                <c:pt idx="2730">
                  <c:v>41319</c:v>
                </c:pt>
                <c:pt idx="2731">
                  <c:v>41320</c:v>
                </c:pt>
                <c:pt idx="2732">
                  <c:v>41323</c:v>
                </c:pt>
                <c:pt idx="2733">
                  <c:v>41324</c:v>
                </c:pt>
                <c:pt idx="2734">
                  <c:v>41325</c:v>
                </c:pt>
                <c:pt idx="2735">
                  <c:v>41326</c:v>
                </c:pt>
                <c:pt idx="2736">
                  <c:v>41327</c:v>
                </c:pt>
                <c:pt idx="2737">
                  <c:v>41330</c:v>
                </c:pt>
                <c:pt idx="2738">
                  <c:v>41331</c:v>
                </c:pt>
                <c:pt idx="2739">
                  <c:v>41332</c:v>
                </c:pt>
                <c:pt idx="2740">
                  <c:v>41333</c:v>
                </c:pt>
                <c:pt idx="2741">
                  <c:v>41334</c:v>
                </c:pt>
                <c:pt idx="2742">
                  <c:v>41337</c:v>
                </c:pt>
                <c:pt idx="2743">
                  <c:v>41338</c:v>
                </c:pt>
                <c:pt idx="2744">
                  <c:v>41339</c:v>
                </c:pt>
                <c:pt idx="2745">
                  <c:v>41340</c:v>
                </c:pt>
                <c:pt idx="2746">
                  <c:v>41341</c:v>
                </c:pt>
                <c:pt idx="2747">
                  <c:v>41344</c:v>
                </c:pt>
                <c:pt idx="2748">
                  <c:v>41345</c:v>
                </c:pt>
                <c:pt idx="2749">
                  <c:v>41346</c:v>
                </c:pt>
                <c:pt idx="2750">
                  <c:v>41347</c:v>
                </c:pt>
                <c:pt idx="2751">
                  <c:v>41348</c:v>
                </c:pt>
                <c:pt idx="2752">
                  <c:v>41351</c:v>
                </c:pt>
                <c:pt idx="2753">
                  <c:v>41352</c:v>
                </c:pt>
                <c:pt idx="2754">
                  <c:v>41353</c:v>
                </c:pt>
                <c:pt idx="2755">
                  <c:v>41354</c:v>
                </c:pt>
                <c:pt idx="2756">
                  <c:v>41355</c:v>
                </c:pt>
                <c:pt idx="2757">
                  <c:v>41358</c:v>
                </c:pt>
                <c:pt idx="2758">
                  <c:v>41359</c:v>
                </c:pt>
                <c:pt idx="2759">
                  <c:v>41360</c:v>
                </c:pt>
                <c:pt idx="2760">
                  <c:v>41361</c:v>
                </c:pt>
                <c:pt idx="2761">
                  <c:v>41365</c:v>
                </c:pt>
                <c:pt idx="2762">
                  <c:v>41366</c:v>
                </c:pt>
                <c:pt idx="2763">
                  <c:v>41367</c:v>
                </c:pt>
                <c:pt idx="2764">
                  <c:v>41368</c:v>
                </c:pt>
                <c:pt idx="2765">
                  <c:v>41369</c:v>
                </c:pt>
                <c:pt idx="2766">
                  <c:v>41372</c:v>
                </c:pt>
                <c:pt idx="2767">
                  <c:v>41373</c:v>
                </c:pt>
                <c:pt idx="2768">
                  <c:v>41374</c:v>
                </c:pt>
                <c:pt idx="2769">
                  <c:v>41375</c:v>
                </c:pt>
                <c:pt idx="2770">
                  <c:v>41376</c:v>
                </c:pt>
                <c:pt idx="2771">
                  <c:v>41379</c:v>
                </c:pt>
                <c:pt idx="2772">
                  <c:v>41380</c:v>
                </c:pt>
                <c:pt idx="2773">
                  <c:v>41381</c:v>
                </c:pt>
                <c:pt idx="2774">
                  <c:v>41382</c:v>
                </c:pt>
                <c:pt idx="2775">
                  <c:v>41383</c:v>
                </c:pt>
                <c:pt idx="2776">
                  <c:v>41386</c:v>
                </c:pt>
                <c:pt idx="2777">
                  <c:v>41387</c:v>
                </c:pt>
                <c:pt idx="2778">
                  <c:v>41388</c:v>
                </c:pt>
                <c:pt idx="2779">
                  <c:v>41389</c:v>
                </c:pt>
                <c:pt idx="2780">
                  <c:v>41390</c:v>
                </c:pt>
                <c:pt idx="2781">
                  <c:v>41393</c:v>
                </c:pt>
                <c:pt idx="2782">
                  <c:v>41394</c:v>
                </c:pt>
                <c:pt idx="2783">
                  <c:v>41396</c:v>
                </c:pt>
                <c:pt idx="2784">
                  <c:v>41397</c:v>
                </c:pt>
                <c:pt idx="2785">
                  <c:v>41400</c:v>
                </c:pt>
                <c:pt idx="2786">
                  <c:v>41401</c:v>
                </c:pt>
                <c:pt idx="2787">
                  <c:v>41402</c:v>
                </c:pt>
                <c:pt idx="2788">
                  <c:v>41403</c:v>
                </c:pt>
                <c:pt idx="2789">
                  <c:v>41404</c:v>
                </c:pt>
                <c:pt idx="2790">
                  <c:v>41407</c:v>
                </c:pt>
                <c:pt idx="2791">
                  <c:v>41408</c:v>
                </c:pt>
                <c:pt idx="2792">
                  <c:v>41409</c:v>
                </c:pt>
                <c:pt idx="2793">
                  <c:v>41410</c:v>
                </c:pt>
                <c:pt idx="2794">
                  <c:v>41411</c:v>
                </c:pt>
                <c:pt idx="2795">
                  <c:v>41414</c:v>
                </c:pt>
                <c:pt idx="2796">
                  <c:v>41415</c:v>
                </c:pt>
                <c:pt idx="2797">
                  <c:v>41416</c:v>
                </c:pt>
                <c:pt idx="2798">
                  <c:v>41417</c:v>
                </c:pt>
                <c:pt idx="2799">
                  <c:v>41418</c:v>
                </c:pt>
                <c:pt idx="2800">
                  <c:v>41421</c:v>
                </c:pt>
                <c:pt idx="2801">
                  <c:v>41422</c:v>
                </c:pt>
                <c:pt idx="2802">
                  <c:v>41423</c:v>
                </c:pt>
                <c:pt idx="2803">
                  <c:v>41425</c:v>
                </c:pt>
                <c:pt idx="2804">
                  <c:v>41428</c:v>
                </c:pt>
                <c:pt idx="2805">
                  <c:v>41429</c:v>
                </c:pt>
                <c:pt idx="2806">
                  <c:v>41430</c:v>
                </c:pt>
                <c:pt idx="2807">
                  <c:v>41431</c:v>
                </c:pt>
                <c:pt idx="2808">
                  <c:v>41432</c:v>
                </c:pt>
                <c:pt idx="2809">
                  <c:v>41435</c:v>
                </c:pt>
                <c:pt idx="2810">
                  <c:v>41436</c:v>
                </c:pt>
                <c:pt idx="2811">
                  <c:v>41437</c:v>
                </c:pt>
                <c:pt idx="2812">
                  <c:v>41438</c:v>
                </c:pt>
                <c:pt idx="2813">
                  <c:v>41439</c:v>
                </c:pt>
                <c:pt idx="2814">
                  <c:v>41442</c:v>
                </c:pt>
                <c:pt idx="2815">
                  <c:v>41443</c:v>
                </c:pt>
                <c:pt idx="2816">
                  <c:v>41444</c:v>
                </c:pt>
                <c:pt idx="2817">
                  <c:v>41445</c:v>
                </c:pt>
                <c:pt idx="2818">
                  <c:v>41446</c:v>
                </c:pt>
                <c:pt idx="2819">
                  <c:v>41449</c:v>
                </c:pt>
                <c:pt idx="2820">
                  <c:v>41450</c:v>
                </c:pt>
                <c:pt idx="2821">
                  <c:v>41451</c:v>
                </c:pt>
                <c:pt idx="2822">
                  <c:v>41452</c:v>
                </c:pt>
                <c:pt idx="2823">
                  <c:v>41453</c:v>
                </c:pt>
                <c:pt idx="2824">
                  <c:v>41456</c:v>
                </c:pt>
                <c:pt idx="2825">
                  <c:v>41457</c:v>
                </c:pt>
                <c:pt idx="2826">
                  <c:v>41458</c:v>
                </c:pt>
                <c:pt idx="2827">
                  <c:v>41459</c:v>
                </c:pt>
                <c:pt idx="2828">
                  <c:v>41460</c:v>
                </c:pt>
                <c:pt idx="2829">
                  <c:v>41463</c:v>
                </c:pt>
                <c:pt idx="2830">
                  <c:v>41465</c:v>
                </c:pt>
                <c:pt idx="2831">
                  <c:v>41466</c:v>
                </c:pt>
                <c:pt idx="2832">
                  <c:v>41467</c:v>
                </c:pt>
                <c:pt idx="2833">
                  <c:v>41470</c:v>
                </c:pt>
                <c:pt idx="2834">
                  <c:v>41471</c:v>
                </c:pt>
                <c:pt idx="2835">
                  <c:v>41472</c:v>
                </c:pt>
                <c:pt idx="2836">
                  <c:v>41473</c:v>
                </c:pt>
                <c:pt idx="2837">
                  <c:v>41474</c:v>
                </c:pt>
                <c:pt idx="2838">
                  <c:v>41477</c:v>
                </c:pt>
                <c:pt idx="2839">
                  <c:v>41478</c:v>
                </c:pt>
                <c:pt idx="2840">
                  <c:v>41479</c:v>
                </c:pt>
                <c:pt idx="2841">
                  <c:v>41480</c:v>
                </c:pt>
                <c:pt idx="2842">
                  <c:v>41481</c:v>
                </c:pt>
                <c:pt idx="2843">
                  <c:v>41484</c:v>
                </c:pt>
                <c:pt idx="2844">
                  <c:v>41485</c:v>
                </c:pt>
                <c:pt idx="2845">
                  <c:v>41486</c:v>
                </c:pt>
                <c:pt idx="2846">
                  <c:v>41487</c:v>
                </c:pt>
                <c:pt idx="2847">
                  <c:v>41488</c:v>
                </c:pt>
                <c:pt idx="2848">
                  <c:v>41491</c:v>
                </c:pt>
                <c:pt idx="2849">
                  <c:v>41492</c:v>
                </c:pt>
                <c:pt idx="2850">
                  <c:v>41493</c:v>
                </c:pt>
                <c:pt idx="2851">
                  <c:v>41494</c:v>
                </c:pt>
                <c:pt idx="2852">
                  <c:v>41495</c:v>
                </c:pt>
                <c:pt idx="2853">
                  <c:v>41498</c:v>
                </c:pt>
                <c:pt idx="2854">
                  <c:v>41499</c:v>
                </c:pt>
                <c:pt idx="2855">
                  <c:v>41500</c:v>
                </c:pt>
                <c:pt idx="2856">
                  <c:v>41501</c:v>
                </c:pt>
                <c:pt idx="2857">
                  <c:v>41502</c:v>
                </c:pt>
                <c:pt idx="2858">
                  <c:v>41505</c:v>
                </c:pt>
                <c:pt idx="2859">
                  <c:v>41506</c:v>
                </c:pt>
                <c:pt idx="2860">
                  <c:v>41507</c:v>
                </c:pt>
                <c:pt idx="2861">
                  <c:v>41508</c:v>
                </c:pt>
                <c:pt idx="2862">
                  <c:v>41509</c:v>
                </c:pt>
                <c:pt idx="2863">
                  <c:v>41512</c:v>
                </c:pt>
                <c:pt idx="2864">
                  <c:v>41513</c:v>
                </c:pt>
                <c:pt idx="2865">
                  <c:v>41514</c:v>
                </c:pt>
                <c:pt idx="2866">
                  <c:v>41515</c:v>
                </c:pt>
                <c:pt idx="2867">
                  <c:v>41516</c:v>
                </c:pt>
                <c:pt idx="2868">
                  <c:v>41519</c:v>
                </c:pt>
                <c:pt idx="2869">
                  <c:v>41520</c:v>
                </c:pt>
                <c:pt idx="2870">
                  <c:v>41521</c:v>
                </c:pt>
                <c:pt idx="2871">
                  <c:v>41522</c:v>
                </c:pt>
                <c:pt idx="2872">
                  <c:v>41523</c:v>
                </c:pt>
                <c:pt idx="2873">
                  <c:v>41526</c:v>
                </c:pt>
                <c:pt idx="2874">
                  <c:v>41527</c:v>
                </c:pt>
                <c:pt idx="2875">
                  <c:v>41528</c:v>
                </c:pt>
                <c:pt idx="2876">
                  <c:v>41529</c:v>
                </c:pt>
                <c:pt idx="2877">
                  <c:v>41530</c:v>
                </c:pt>
                <c:pt idx="2878">
                  <c:v>41533</c:v>
                </c:pt>
                <c:pt idx="2879">
                  <c:v>41534</c:v>
                </c:pt>
                <c:pt idx="2880">
                  <c:v>41535</c:v>
                </c:pt>
                <c:pt idx="2881">
                  <c:v>41536</c:v>
                </c:pt>
                <c:pt idx="2882">
                  <c:v>41537</c:v>
                </c:pt>
                <c:pt idx="2883">
                  <c:v>41540</c:v>
                </c:pt>
                <c:pt idx="2884">
                  <c:v>41541</c:v>
                </c:pt>
                <c:pt idx="2885">
                  <c:v>41542</c:v>
                </c:pt>
                <c:pt idx="2886">
                  <c:v>41543</c:v>
                </c:pt>
                <c:pt idx="2887">
                  <c:v>41544</c:v>
                </c:pt>
                <c:pt idx="2888">
                  <c:v>41547</c:v>
                </c:pt>
                <c:pt idx="2889">
                  <c:v>41548</c:v>
                </c:pt>
                <c:pt idx="2890">
                  <c:v>41549</c:v>
                </c:pt>
                <c:pt idx="2891">
                  <c:v>41550</c:v>
                </c:pt>
                <c:pt idx="2892">
                  <c:v>41551</c:v>
                </c:pt>
                <c:pt idx="2893">
                  <c:v>41554</c:v>
                </c:pt>
                <c:pt idx="2894">
                  <c:v>41555</c:v>
                </c:pt>
                <c:pt idx="2895">
                  <c:v>41556</c:v>
                </c:pt>
                <c:pt idx="2896">
                  <c:v>41557</c:v>
                </c:pt>
                <c:pt idx="2897">
                  <c:v>41558</c:v>
                </c:pt>
                <c:pt idx="2898">
                  <c:v>41561</c:v>
                </c:pt>
                <c:pt idx="2899">
                  <c:v>41562</c:v>
                </c:pt>
                <c:pt idx="2900">
                  <c:v>41563</c:v>
                </c:pt>
                <c:pt idx="2901">
                  <c:v>41564</c:v>
                </c:pt>
                <c:pt idx="2902">
                  <c:v>41565</c:v>
                </c:pt>
                <c:pt idx="2903">
                  <c:v>41568</c:v>
                </c:pt>
                <c:pt idx="2904">
                  <c:v>41569</c:v>
                </c:pt>
                <c:pt idx="2905">
                  <c:v>41570</c:v>
                </c:pt>
                <c:pt idx="2906">
                  <c:v>41571</c:v>
                </c:pt>
                <c:pt idx="2907">
                  <c:v>41572</c:v>
                </c:pt>
                <c:pt idx="2908">
                  <c:v>41575</c:v>
                </c:pt>
                <c:pt idx="2909">
                  <c:v>41576</c:v>
                </c:pt>
                <c:pt idx="2910">
                  <c:v>41577</c:v>
                </c:pt>
                <c:pt idx="2911">
                  <c:v>41578</c:v>
                </c:pt>
                <c:pt idx="2912">
                  <c:v>41579</c:v>
                </c:pt>
                <c:pt idx="2913">
                  <c:v>41582</c:v>
                </c:pt>
                <c:pt idx="2914">
                  <c:v>41583</c:v>
                </c:pt>
                <c:pt idx="2915">
                  <c:v>41584</c:v>
                </c:pt>
                <c:pt idx="2916">
                  <c:v>41585</c:v>
                </c:pt>
                <c:pt idx="2917">
                  <c:v>41586</c:v>
                </c:pt>
                <c:pt idx="2918">
                  <c:v>41589</c:v>
                </c:pt>
                <c:pt idx="2919">
                  <c:v>41590</c:v>
                </c:pt>
                <c:pt idx="2920">
                  <c:v>41591</c:v>
                </c:pt>
                <c:pt idx="2921">
                  <c:v>41592</c:v>
                </c:pt>
                <c:pt idx="2922">
                  <c:v>41596</c:v>
                </c:pt>
                <c:pt idx="2923">
                  <c:v>41597</c:v>
                </c:pt>
                <c:pt idx="2924">
                  <c:v>41599</c:v>
                </c:pt>
                <c:pt idx="2925">
                  <c:v>41600</c:v>
                </c:pt>
                <c:pt idx="2926">
                  <c:v>41603</c:v>
                </c:pt>
                <c:pt idx="2927">
                  <c:v>41604</c:v>
                </c:pt>
                <c:pt idx="2928">
                  <c:v>41605</c:v>
                </c:pt>
                <c:pt idx="2929">
                  <c:v>41606</c:v>
                </c:pt>
                <c:pt idx="2930">
                  <c:v>41607</c:v>
                </c:pt>
                <c:pt idx="2931">
                  <c:v>41610</c:v>
                </c:pt>
                <c:pt idx="2932">
                  <c:v>41611</c:v>
                </c:pt>
                <c:pt idx="2933">
                  <c:v>41612</c:v>
                </c:pt>
                <c:pt idx="2934">
                  <c:v>41613</c:v>
                </c:pt>
                <c:pt idx="2935">
                  <c:v>41614</c:v>
                </c:pt>
                <c:pt idx="2936">
                  <c:v>41617</c:v>
                </c:pt>
                <c:pt idx="2937">
                  <c:v>41618</c:v>
                </c:pt>
                <c:pt idx="2938">
                  <c:v>41619</c:v>
                </c:pt>
                <c:pt idx="2939">
                  <c:v>41620</c:v>
                </c:pt>
                <c:pt idx="2940">
                  <c:v>41621</c:v>
                </c:pt>
                <c:pt idx="2941">
                  <c:v>41624</c:v>
                </c:pt>
                <c:pt idx="2942">
                  <c:v>41625</c:v>
                </c:pt>
                <c:pt idx="2943">
                  <c:v>41626</c:v>
                </c:pt>
                <c:pt idx="2944">
                  <c:v>41627</c:v>
                </c:pt>
                <c:pt idx="2945">
                  <c:v>41628</c:v>
                </c:pt>
                <c:pt idx="2946">
                  <c:v>41631</c:v>
                </c:pt>
                <c:pt idx="2947">
                  <c:v>41634</c:v>
                </c:pt>
                <c:pt idx="2948">
                  <c:v>41635</c:v>
                </c:pt>
                <c:pt idx="2949">
                  <c:v>41638</c:v>
                </c:pt>
                <c:pt idx="2950">
                  <c:v>41641</c:v>
                </c:pt>
                <c:pt idx="2951">
                  <c:v>41642</c:v>
                </c:pt>
                <c:pt idx="2952">
                  <c:v>41645</c:v>
                </c:pt>
                <c:pt idx="2953">
                  <c:v>41646</c:v>
                </c:pt>
                <c:pt idx="2954">
                  <c:v>41647</c:v>
                </c:pt>
                <c:pt idx="2955">
                  <c:v>41648</c:v>
                </c:pt>
                <c:pt idx="2956">
                  <c:v>41649</c:v>
                </c:pt>
                <c:pt idx="2957">
                  <c:v>41652</c:v>
                </c:pt>
                <c:pt idx="2958">
                  <c:v>41653</c:v>
                </c:pt>
                <c:pt idx="2959">
                  <c:v>41654</c:v>
                </c:pt>
                <c:pt idx="2960">
                  <c:v>41655</c:v>
                </c:pt>
                <c:pt idx="2961">
                  <c:v>41656</c:v>
                </c:pt>
                <c:pt idx="2962">
                  <c:v>41659</c:v>
                </c:pt>
                <c:pt idx="2963">
                  <c:v>41660</c:v>
                </c:pt>
                <c:pt idx="2964">
                  <c:v>41661</c:v>
                </c:pt>
                <c:pt idx="2965">
                  <c:v>41662</c:v>
                </c:pt>
                <c:pt idx="2966">
                  <c:v>41663</c:v>
                </c:pt>
                <c:pt idx="2967">
                  <c:v>41666</c:v>
                </c:pt>
                <c:pt idx="2968">
                  <c:v>41667</c:v>
                </c:pt>
                <c:pt idx="2969">
                  <c:v>41668</c:v>
                </c:pt>
                <c:pt idx="2970">
                  <c:v>41669</c:v>
                </c:pt>
                <c:pt idx="2971">
                  <c:v>41670</c:v>
                </c:pt>
                <c:pt idx="2972">
                  <c:v>41673</c:v>
                </c:pt>
                <c:pt idx="2973">
                  <c:v>41674</c:v>
                </c:pt>
                <c:pt idx="2974">
                  <c:v>41675</c:v>
                </c:pt>
                <c:pt idx="2975">
                  <c:v>41676</c:v>
                </c:pt>
                <c:pt idx="2976">
                  <c:v>41677</c:v>
                </c:pt>
                <c:pt idx="2977">
                  <c:v>41680</c:v>
                </c:pt>
                <c:pt idx="2978">
                  <c:v>41681</c:v>
                </c:pt>
                <c:pt idx="2979">
                  <c:v>41682</c:v>
                </c:pt>
                <c:pt idx="2980">
                  <c:v>41683</c:v>
                </c:pt>
                <c:pt idx="2981">
                  <c:v>41684</c:v>
                </c:pt>
                <c:pt idx="2982">
                  <c:v>41687</c:v>
                </c:pt>
                <c:pt idx="2983">
                  <c:v>41688</c:v>
                </c:pt>
                <c:pt idx="2984">
                  <c:v>41689</c:v>
                </c:pt>
                <c:pt idx="2985">
                  <c:v>41690</c:v>
                </c:pt>
                <c:pt idx="2986">
                  <c:v>41691</c:v>
                </c:pt>
                <c:pt idx="2987">
                  <c:v>41694</c:v>
                </c:pt>
                <c:pt idx="2988">
                  <c:v>41695</c:v>
                </c:pt>
                <c:pt idx="2989">
                  <c:v>41696</c:v>
                </c:pt>
                <c:pt idx="2990">
                  <c:v>41697</c:v>
                </c:pt>
                <c:pt idx="2991">
                  <c:v>41698</c:v>
                </c:pt>
                <c:pt idx="2992">
                  <c:v>41703</c:v>
                </c:pt>
                <c:pt idx="2993">
                  <c:v>41704</c:v>
                </c:pt>
                <c:pt idx="2994">
                  <c:v>41705</c:v>
                </c:pt>
                <c:pt idx="2995">
                  <c:v>41708</c:v>
                </c:pt>
                <c:pt idx="2996">
                  <c:v>41709</c:v>
                </c:pt>
                <c:pt idx="2997">
                  <c:v>41710</c:v>
                </c:pt>
                <c:pt idx="2998">
                  <c:v>41711</c:v>
                </c:pt>
                <c:pt idx="2999">
                  <c:v>41712</c:v>
                </c:pt>
                <c:pt idx="3000">
                  <c:v>41715</c:v>
                </c:pt>
                <c:pt idx="3001">
                  <c:v>41716</c:v>
                </c:pt>
                <c:pt idx="3002">
                  <c:v>41717</c:v>
                </c:pt>
                <c:pt idx="3003">
                  <c:v>41718</c:v>
                </c:pt>
                <c:pt idx="3004">
                  <c:v>41719</c:v>
                </c:pt>
                <c:pt idx="3005">
                  <c:v>41722</c:v>
                </c:pt>
                <c:pt idx="3006">
                  <c:v>41723</c:v>
                </c:pt>
                <c:pt idx="3007">
                  <c:v>41724</c:v>
                </c:pt>
                <c:pt idx="3008">
                  <c:v>41725</c:v>
                </c:pt>
                <c:pt idx="3009">
                  <c:v>41726</c:v>
                </c:pt>
                <c:pt idx="3010">
                  <c:v>41729</c:v>
                </c:pt>
                <c:pt idx="3011">
                  <c:v>41730</c:v>
                </c:pt>
                <c:pt idx="3012">
                  <c:v>41731</c:v>
                </c:pt>
                <c:pt idx="3013">
                  <c:v>41732</c:v>
                </c:pt>
                <c:pt idx="3014">
                  <c:v>41733</c:v>
                </c:pt>
                <c:pt idx="3015">
                  <c:v>41736</c:v>
                </c:pt>
                <c:pt idx="3016">
                  <c:v>41737</c:v>
                </c:pt>
                <c:pt idx="3017">
                  <c:v>41738</c:v>
                </c:pt>
                <c:pt idx="3018">
                  <c:v>41739</c:v>
                </c:pt>
                <c:pt idx="3019">
                  <c:v>41740</c:v>
                </c:pt>
                <c:pt idx="3020">
                  <c:v>41743</c:v>
                </c:pt>
                <c:pt idx="3021">
                  <c:v>41744</c:v>
                </c:pt>
                <c:pt idx="3022">
                  <c:v>41745</c:v>
                </c:pt>
                <c:pt idx="3023">
                  <c:v>41746</c:v>
                </c:pt>
                <c:pt idx="3024">
                  <c:v>41751</c:v>
                </c:pt>
                <c:pt idx="3025">
                  <c:v>41752</c:v>
                </c:pt>
                <c:pt idx="3026">
                  <c:v>41753</c:v>
                </c:pt>
                <c:pt idx="3027">
                  <c:v>41754</c:v>
                </c:pt>
                <c:pt idx="3028">
                  <c:v>41757</c:v>
                </c:pt>
                <c:pt idx="3029">
                  <c:v>41758</c:v>
                </c:pt>
                <c:pt idx="3030">
                  <c:v>41759</c:v>
                </c:pt>
                <c:pt idx="3031">
                  <c:v>41761</c:v>
                </c:pt>
                <c:pt idx="3032">
                  <c:v>41764</c:v>
                </c:pt>
                <c:pt idx="3033">
                  <c:v>41765</c:v>
                </c:pt>
                <c:pt idx="3034">
                  <c:v>41766</c:v>
                </c:pt>
                <c:pt idx="3035">
                  <c:v>41767</c:v>
                </c:pt>
                <c:pt idx="3036">
                  <c:v>41768</c:v>
                </c:pt>
                <c:pt idx="3037">
                  <c:v>41771</c:v>
                </c:pt>
                <c:pt idx="3038">
                  <c:v>41772</c:v>
                </c:pt>
                <c:pt idx="3039">
                  <c:v>41773</c:v>
                </c:pt>
                <c:pt idx="3040">
                  <c:v>41774</c:v>
                </c:pt>
                <c:pt idx="3041">
                  <c:v>41775</c:v>
                </c:pt>
                <c:pt idx="3042">
                  <c:v>41778</c:v>
                </c:pt>
                <c:pt idx="3043">
                  <c:v>41779</c:v>
                </c:pt>
                <c:pt idx="3044">
                  <c:v>41780</c:v>
                </c:pt>
                <c:pt idx="3045">
                  <c:v>41781</c:v>
                </c:pt>
                <c:pt idx="3046">
                  <c:v>41782</c:v>
                </c:pt>
                <c:pt idx="3047">
                  <c:v>41785</c:v>
                </c:pt>
                <c:pt idx="3048">
                  <c:v>41786</c:v>
                </c:pt>
                <c:pt idx="3049">
                  <c:v>41787</c:v>
                </c:pt>
                <c:pt idx="3050">
                  <c:v>41788</c:v>
                </c:pt>
                <c:pt idx="3051">
                  <c:v>41789</c:v>
                </c:pt>
                <c:pt idx="3052">
                  <c:v>41792</c:v>
                </c:pt>
                <c:pt idx="3053">
                  <c:v>41793</c:v>
                </c:pt>
                <c:pt idx="3054">
                  <c:v>41794</c:v>
                </c:pt>
                <c:pt idx="3055">
                  <c:v>41795</c:v>
                </c:pt>
                <c:pt idx="3056">
                  <c:v>41796</c:v>
                </c:pt>
                <c:pt idx="3057">
                  <c:v>41799</c:v>
                </c:pt>
                <c:pt idx="3058">
                  <c:v>41800</c:v>
                </c:pt>
                <c:pt idx="3059">
                  <c:v>41801</c:v>
                </c:pt>
                <c:pt idx="3060">
                  <c:v>41803</c:v>
                </c:pt>
                <c:pt idx="3061">
                  <c:v>41806</c:v>
                </c:pt>
                <c:pt idx="3062">
                  <c:v>41807</c:v>
                </c:pt>
                <c:pt idx="3063">
                  <c:v>41808</c:v>
                </c:pt>
                <c:pt idx="3064">
                  <c:v>41810</c:v>
                </c:pt>
                <c:pt idx="3065">
                  <c:v>41813</c:v>
                </c:pt>
                <c:pt idx="3066">
                  <c:v>41814</c:v>
                </c:pt>
                <c:pt idx="3067">
                  <c:v>41815</c:v>
                </c:pt>
                <c:pt idx="3068">
                  <c:v>41816</c:v>
                </c:pt>
                <c:pt idx="3069">
                  <c:v>41817</c:v>
                </c:pt>
                <c:pt idx="3070">
                  <c:v>41820</c:v>
                </c:pt>
                <c:pt idx="3071">
                  <c:v>41821</c:v>
                </c:pt>
                <c:pt idx="3072">
                  <c:v>41822</c:v>
                </c:pt>
                <c:pt idx="3073">
                  <c:v>41823</c:v>
                </c:pt>
                <c:pt idx="3074">
                  <c:v>41824</c:v>
                </c:pt>
                <c:pt idx="3075">
                  <c:v>41827</c:v>
                </c:pt>
                <c:pt idx="3076">
                  <c:v>41828</c:v>
                </c:pt>
                <c:pt idx="3077">
                  <c:v>41830</c:v>
                </c:pt>
                <c:pt idx="3078">
                  <c:v>41831</c:v>
                </c:pt>
                <c:pt idx="3079">
                  <c:v>41834</c:v>
                </c:pt>
                <c:pt idx="3080">
                  <c:v>41835</c:v>
                </c:pt>
                <c:pt idx="3081">
                  <c:v>41836</c:v>
                </c:pt>
                <c:pt idx="3082">
                  <c:v>41837</c:v>
                </c:pt>
                <c:pt idx="3083">
                  <c:v>41838</c:v>
                </c:pt>
                <c:pt idx="3084">
                  <c:v>41841</c:v>
                </c:pt>
                <c:pt idx="3085">
                  <c:v>41842</c:v>
                </c:pt>
                <c:pt idx="3086">
                  <c:v>41843</c:v>
                </c:pt>
                <c:pt idx="3087">
                  <c:v>41844</c:v>
                </c:pt>
                <c:pt idx="3088">
                  <c:v>41845</c:v>
                </c:pt>
                <c:pt idx="3089">
                  <c:v>41848</c:v>
                </c:pt>
                <c:pt idx="3090">
                  <c:v>41849</c:v>
                </c:pt>
                <c:pt idx="3091">
                  <c:v>41850</c:v>
                </c:pt>
                <c:pt idx="3092">
                  <c:v>41851</c:v>
                </c:pt>
                <c:pt idx="3093">
                  <c:v>41852</c:v>
                </c:pt>
                <c:pt idx="3094">
                  <c:v>41855</c:v>
                </c:pt>
                <c:pt idx="3095">
                  <c:v>41856</c:v>
                </c:pt>
                <c:pt idx="3096">
                  <c:v>41857</c:v>
                </c:pt>
                <c:pt idx="3097">
                  <c:v>41858</c:v>
                </c:pt>
                <c:pt idx="3098">
                  <c:v>41859</c:v>
                </c:pt>
                <c:pt idx="3099">
                  <c:v>41862</c:v>
                </c:pt>
                <c:pt idx="3100">
                  <c:v>41863</c:v>
                </c:pt>
                <c:pt idx="3101">
                  <c:v>41864</c:v>
                </c:pt>
                <c:pt idx="3102">
                  <c:v>41865</c:v>
                </c:pt>
                <c:pt idx="3103">
                  <c:v>41866</c:v>
                </c:pt>
                <c:pt idx="3104">
                  <c:v>41869</c:v>
                </c:pt>
                <c:pt idx="3105">
                  <c:v>41870</c:v>
                </c:pt>
                <c:pt idx="3106">
                  <c:v>41871</c:v>
                </c:pt>
                <c:pt idx="3107">
                  <c:v>41872</c:v>
                </c:pt>
                <c:pt idx="3108">
                  <c:v>41873</c:v>
                </c:pt>
                <c:pt idx="3109">
                  <c:v>41876</c:v>
                </c:pt>
                <c:pt idx="3110">
                  <c:v>41877</c:v>
                </c:pt>
                <c:pt idx="3111">
                  <c:v>41878</c:v>
                </c:pt>
                <c:pt idx="3112">
                  <c:v>41879</c:v>
                </c:pt>
                <c:pt idx="3113">
                  <c:v>41880</c:v>
                </c:pt>
                <c:pt idx="3114">
                  <c:v>41883</c:v>
                </c:pt>
                <c:pt idx="3115">
                  <c:v>41884</c:v>
                </c:pt>
                <c:pt idx="3116">
                  <c:v>41885</c:v>
                </c:pt>
                <c:pt idx="3117">
                  <c:v>41886</c:v>
                </c:pt>
                <c:pt idx="3118">
                  <c:v>41887</c:v>
                </c:pt>
                <c:pt idx="3119">
                  <c:v>41890</c:v>
                </c:pt>
                <c:pt idx="3120">
                  <c:v>41891</c:v>
                </c:pt>
                <c:pt idx="3121">
                  <c:v>41892</c:v>
                </c:pt>
                <c:pt idx="3122">
                  <c:v>41893</c:v>
                </c:pt>
                <c:pt idx="3123">
                  <c:v>41894</c:v>
                </c:pt>
                <c:pt idx="3124">
                  <c:v>41897</c:v>
                </c:pt>
                <c:pt idx="3125">
                  <c:v>41898</c:v>
                </c:pt>
                <c:pt idx="3126">
                  <c:v>41899</c:v>
                </c:pt>
                <c:pt idx="3127">
                  <c:v>41900</c:v>
                </c:pt>
                <c:pt idx="3128">
                  <c:v>41901</c:v>
                </c:pt>
                <c:pt idx="3129">
                  <c:v>41904</c:v>
                </c:pt>
                <c:pt idx="3130">
                  <c:v>41905</c:v>
                </c:pt>
                <c:pt idx="3131">
                  <c:v>41906</c:v>
                </c:pt>
                <c:pt idx="3132">
                  <c:v>41907</c:v>
                </c:pt>
                <c:pt idx="3133">
                  <c:v>41908</c:v>
                </c:pt>
                <c:pt idx="3134">
                  <c:v>41911</c:v>
                </c:pt>
                <c:pt idx="3135">
                  <c:v>41912</c:v>
                </c:pt>
                <c:pt idx="3136">
                  <c:v>41913</c:v>
                </c:pt>
                <c:pt idx="3137">
                  <c:v>41914</c:v>
                </c:pt>
                <c:pt idx="3138">
                  <c:v>41915</c:v>
                </c:pt>
                <c:pt idx="3139">
                  <c:v>41918</c:v>
                </c:pt>
                <c:pt idx="3140">
                  <c:v>41919</c:v>
                </c:pt>
                <c:pt idx="3141">
                  <c:v>41920</c:v>
                </c:pt>
                <c:pt idx="3142">
                  <c:v>41921</c:v>
                </c:pt>
                <c:pt idx="3143">
                  <c:v>41922</c:v>
                </c:pt>
                <c:pt idx="3144">
                  <c:v>41925</c:v>
                </c:pt>
                <c:pt idx="3145">
                  <c:v>41926</c:v>
                </c:pt>
                <c:pt idx="3146">
                  <c:v>41927</c:v>
                </c:pt>
                <c:pt idx="3147">
                  <c:v>41928</c:v>
                </c:pt>
                <c:pt idx="3148">
                  <c:v>41929</c:v>
                </c:pt>
                <c:pt idx="3149">
                  <c:v>41932</c:v>
                </c:pt>
                <c:pt idx="3150">
                  <c:v>41933</c:v>
                </c:pt>
                <c:pt idx="3151">
                  <c:v>41934</c:v>
                </c:pt>
                <c:pt idx="3152">
                  <c:v>41935</c:v>
                </c:pt>
                <c:pt idx="3153">
                  <c:v>41936</c:v>
                </c:pt>
                <c:pt idx="3154">
                  <c:v>41939</c:v>
                </c:pt>
                <c:pt idx="3155">
                  <c:v>41940</c:v>
                </c:pt>
                <c:pt idx="3156">
                  <c:v>41941</c:v>
                </c:pt>
                <c:pt idx="3157">
                  <c:v>41942</c:v>
                </c:pt>
                <c:pt idx="3158">
                  <c:v>41943</c:v>
                </c:pt>
                <c:pt idx="3159">
                  <c:v>41946</c:v>
                </c:pt>
                <c:pt idx="3160">
                  <c:v>41947</c:v>
                </c:pt>
                <c:pt idx="3161">
                  <c:v>41948</c:v>
                </c:pt>
                <c:pt idx="3162">
                  <c:v>41949</c:v>
                </c:pt>
                <c:pt idx="3163">
                  <c:v>41950</c:v>
                </c:pt>
                <c:pt idx="3164">
                  <c:v>41953</c:v>
                </c:pt>
                <c:pt idx="3165">
                  <c:v>41954</c:v>
                </c:pt>
                <c:pt idx="3166">
                  <c:v>41955</c:v>
                </c:pt>
                <c:pt idx="3167">
                  <c:v>41956</c:v>
                </c:pt>
                <c:pt idx="3168">
                  <c:v>41957</c:v>
                </c:pt>
                <c:pt idx="3169">
                  <c:v>41960</c:v>
                </c:pt>
                <c:pt idx="3170">
                  <c:v>41961</c:v>
                </c:pt>
                <c:pt idx="3171">
                  <c:v>41962</c:v>
                </c:pt>
                <c:pt idx="3172">
                  <c:v>41964</c:v>
                </c:pt>
                <c:pt idx="3173">
                  <c:v>41967</c:v>
                </c:pt>
                <c:pt idx="3174">
                  <c:v>41968</c:v>
                </c:pt>
                <c:pt idx="3175">
                  <c:v>41969</c:v>
                </c:pt>
                <c:pt idx="3176">
                  <c:v>41970</c:v>
                </c:pt>
                <c:pt idx="3177">
                  <c:v>41971</c:v>
                </c:pt>
                <c:pt idx="3178">
                  <c:v>41974</c:v>
                </c:pt>
                <c:pt idx="3179">
                  <c:v>41975</c:v>
                </c:pt>
                <c:pt idx="3180">
                  <c:v>41976</c:v>
                </c:pt>
                <c:pt idx="3181">
                  <c:v>41977</c:v>
                </c:pt>
                <c:pt idx="3182">
                  <c:v>41978</c:v>
                </c:pt>
                <c:pt idx="3183">
                  <c:v>41981</c:v>
                </c:pt>
                <c:pt idx="3184">
                  <c:v>41982</c:v>
                </c:pt>
                <c:pt idx="3185">
                  <c:v>41983</c:v>
                </c:pt>
                <c:pt idx="3186">
                  <c:v>41984</c:v>
                </c:pt>
                <c:pt idx="3187">
                  <c:v>41985</c:v>
                </c:pt>
                <c:pt idx="3188">
                  <c:v>41988</c:v>
                </c:pt>
                <c:pt idx="3189">
                  <c:v>41989</c:v>
                </c:pt>
                <c:pt idx="3190">
                  <c:v>41990</c:v>
                </c:pt>
                <c:pt idx="3191">
                  <c:v>41991</c:v>
                </c:pt>
                <c:pt idx="3192">
                  <c:v>41992</c:v>
                </c:pt>
                <c:pt idx="3193">
                  <c:v>41995</c:v>
                </c:pt>
                <c:pt idx="3194">
                  <c:v>41996</c:v>
                </c:pt>
                <c:pt idx="3195">
                  <c:v>41999</c:v>
                </c:pt>
                <c:pt idx="3196">
                  <c:v>42002</c:v>
                </c:pt>
                <c:pt idx="3197">
                  <c:v>42003</c:v>
                </c:pt>
                <c:pt idx="3198">
                  <c:v>42006</c:v>
                </c:pt>
                <c:pt idx="3199">
                  <c:v>42009</c:v>
                </c:pt>
                <c:pt idx="3200">
                  <c:v>42010</c:v>
                </c:pt>
                <c:pt idx="3201">
                  <c:v>42011</c:v>
                </c:pt>
                <c:pt idx="3202">
                  <c:v>42012</c:v>
                </c:pt>
                <c:pt idx="3203">
                  <c:v>42013</c:v>
                </c:pt>
                <c:pt idx="3204">
                  <c:v>42016</c:v>
                </c:pt>
                <c:pt idx="3205">
                  <c:v>42017</c:v>
                </c:pt>
                <c:pt idx="3206">
                  <c:v>42018</c:v>
                </c:pt>
                <c:pt idx="3207">
                  <c:v>42019</c:v>
                </c:pt>
                <c:pt idx="3208">
                  <c:v>42020</c:v>
                </c:pt>
                <c:pt idx="3209">
                  <c:v>42023</c:v>
                </c:pt>
                <c:pt idx="3210">
                  <c:v>42024</c:v>
                </c:pt>
                <c:pt idx="3211">
                  <c:v>42025</c:v>
                </c:pt>
                <c:pt idx="3212">
                  <c:v>42026</c:v>
                </c:pt>
                <c:pt idx="3213">
                  <c:v>42027</c:v>
                </c:pt>
                <c:pt idx="3214">
                  <c:v>42030</c:v>
                </c:pt>
                <c:pt idx="3215">
                  <c:v>42031</c:v>
                </c:pt>
                <c:pt idx="3216">
                  <c:v>42032</c:v>
                </c:pt>
                <c:pt idx="3217">
                  <c:v>42033</c:v>
                </c:pt>
                <c:pt idx="3218">
                  <c:v>42034</c:v>
                </c:pt>
                <c:pt idx="3219">
                  <c:v>42037</c:v>
                </c:pt>
                <c:pt idx="3220">
                  <c:v>42038</c:v>
                </c:pt>
                <c:pt idx="3221">
                  <c:v>42039</c:v>
                </c:pt>
                <c:pt idx="3222">
                  <c:v>42040</c:v>
                </c:pt>
                <c:pt idx="3223">
                  <c:v>42041</c:v>
                </c:pt>
                <c:pt idx="3224">
                  <c:v>42044</c:v>
                </c:pt>
                <c:pt idx="3225">
                  <c:v>42045</c:v>
                </c:pt>
                <c:pt idx="3226">
                  <c:v>42046</c:v>
                </c:pt>
                <c:pt idx="3227">
                  <c:v>42047</c:v>
                </c:pt>
                <c:pt idx="3228">
                  <c:v>42048</c:v>
                </c:pt>
                <c:pt idx="3229">
                  <c:v>42053</c:v>
                </c:pt>
                <c:pt idx="3230">
                  <c:v>42054</c:v>
                </c:pt>
                <c:pt idx="3231">
                  <c:v>42055</c:v>
                </c:pt>
                <c:pt idx="3232">
                  <c:v>42058</c:v>
                </c:pt>
                <c:pt idx="3233">
                  <c:v>42059</c:v>
                </c:pt>
                <c:pt idx="3234">
                  <c:v>42060</c:v>
                </c:pt>
                <c:pt idx="3235">
                  <c:v>42061</c:v>
                </c:pt>
                <c:pt idx="3236">
                  <c:v>42062</c:v>
                </c:pt>
                <c:pt idx="3237">
                  <c:v>42065</c:v>
                </c:pt>
                <c:pt idx="3238">
                  <c:v>42066</c:v>
                </c:pt>
                <c:pt idx="3239">
                  <c:v>42067</c:v>
                </c:pt>
                <c:pt idx="3240">
                  <c:v>42068</c:v>
                </c:pt>
                <c:pt idx="3241">
                  <c:v>42069</c:v>
                </c:pt>
                <c:pt idx="3242">
                  <c:v>42072</c:v>
                </c:pt>
                <c:pt idx="3243">
                  <c:v>42073</c:v>
                </c:pt>
                <c:pt idx="3244">
                  <c:v>42074</c:v>
                </c:pt>
                <c:pt idx="3245">
                  <c:v>42075</c:v>
                </c:pt>
                <c:pt idx="3246">
                  <c:v>42076</c:v>
                </c:pt>
                <c:pt idx="3247">
                  <c:v>42079</c:v>
                </c:pt>
                <c:pt idx="3248">
                  <c:v>42080</c:v>
                </c:pt>
                <c:pt idx="3249">
                  <c:v>42081</c:v>
                </c:pt>
                <c:pt idx="3250">
                  <c:v>42082</c:v>
                </c:pt>
                <c:pt idx="3251">
                  <c:v>42083</c:v>
                </c:pt>
                <c:pt idx="3252">
                  <c:v>42086</c:v>
                </c:pt>
                <c:pt idx="3253">
                  <c:v>42087</c:v>
                </c:pt>
                <c:pt idx="3254">
                  <c:v>42088</c:v>
                </c:pt>
                <c:pt idx="3255">
                  <c:v>42089</c:v>
                </c:pt>
                <c:pt idx="3256">
                  <c:v>42090</c:v>
                </c:pt>
                <c:pt idx="3257">
                  <c:v>42093</c:v>
                </c:pt>
                <c:pt idx="3258">
                  <c:v>42094</c:v>
                </c:pt>
                <c:pt idx="3259">
                  <c:v>42095</c:v>
                </c:pt>
                <c:pt idx="3260">
                  <c:v>42096</c:v>
                </c:pt>
                <c:pt idx="3261">
                  <c:v>42100</c:v>
                </c:pt>
                <c:pt idx="3262">
                  <c:v>42101</c:v>
                </c:pt>
                <c:pt idx="3263">
                  <c:v>42102</c:v>
                </c:pt>
                <c:pt idx="3264">
                  <c:v>42103</c:v>
                </c:pt>
                <c:pt idx="3265">
                  <c:v>42104</c:v>
                </c:pt>
                <c:pt idx="3266">
                  <c:v>42107</c:v>
                </c:pt>
                <c:pt idx="3267">
                  <c:v>42108</c:v>
                </c:pt>
                <c:pt idx="3268">
                  <c:v>42109</c:v>
                </c:pt>
                <c:pt idx="3269">
                  <c:v>42110</c:v>
                </c:pt>
                <c:pt idx="3270">
                  <c:v>42111</c:v>
                </c:pt>
                <c:pt idx="3271">
                  <c:v>42114</c:v>
                </c:pt>
                <c:pt idx="3272">
                  <c:v>42116</c:v>
                </c:pt>
                <c:pt idx="3273">
                  <c:v>42117</c:v>
                </c:pt>
                <c:pt idx="3274">
                  <c:v>42118</c:v>
                </c:pt>
                <c:pt idx="3275">
                  <c:v>42121</c:v>
                </c:pt>
                <c:pt idx="3276">
                  <c:v>42122</c:v>
                </c:pt>
                <c:pt idx="3277">
                  <c:v>42123</c:v>
                </c:pt>
                <c:pt idx="3278">
                  <c:v>42124</c:v>
                </c:pt>
                <c:pt idx="3279">
                  <c:v>42128</c:v>
                </c:pt>
                <c:pt idx="3280">
                  <c:v>42129</c:v>
                </c:pt>
                <c:pt idx="3281">
                  <c:v>42130</c:v>
                </c:pt>
                <c:pt idx="3282">
                  <c:v>42131</c:v>
                </c:pt>
                <c:pt idx="3283">
                  <c:v>42132</c:v>
                </c:pt>
                <c:pt idx="3284">
                  <c:v>42135</c:v>
                </c:pt>
                <c:pt idx="3285">
                  <c:v>42136</c:v>
                </c:pt>
                <c:pt idx="3286">
                  <c:v>42137</c:v>
                </c:pt>
                <c:pt idx="3287">
                  <c:v>42138</c:v>
                </c:pt>
                <c:pt idx="3288">
                  <c:v>42139</c:v>
                </c:pt>
                <c:pt idx="3289">
                  <c:v>42142</c:v>
                </c:pt>
                <c:pt idx="3290">
                  <c:v>42143</c:v>
                </c:pt>
                <c:pt idx="3291">
                  <c:v>42144</c:v>
                </c:pt>
                <c:pt idx="3292">
                  <c:v>42145</c:v>
                </c:pt>
                <c:pt idx="3293">
                  <c:v>42146</c:v>
                </c:pt>
                <c:pt idx="3294">
                  <c:v>42149</c:v>
                </c:pt>
                <c:pt idx="3295">
                  <c:v>42150</c:v>
                </c:pt>
                <c:pt idx="3296">
                  <c:v>42151</c:v>
                </c:pt>
                <c:pt idx="3297">
                  <c:v>42152</c:v>
                </c:pt>
                <c:pt idx="3298">
                  <c:v>42153</c:v>
                </c:pt>
                <c:pt idx="3299">
                  <c:v>42156</c:v>
                </c:pt>
                <c:pt idx="3300">
                  <c:v>42157</c:v>
                </c:pt>
                <c:pt idx="3301">
                  <c:v>42158</c:v>
                </c:pt>
                <c:pt idx="3302">
                  <c:v>42160</c:v>
                </c:pt>
                <c:pt idx="3303">
                  <c:v>42163</c:v>
                </c:pt>
                <c:pt idx="3304">
                  <c:v>42164</c:v>
                </c:pt>
                <c:pt idx="3305">
                  <c:v>42165</c:v>
                </c:pt>
                <c:pt idx="3306">
                  <c:v>42166</c:v>
                </c:pt>
                <c:pt idx="3307">
                  <c:v>42167</c:v>
                </c:pt>
                <c:pt idx="3308">
                  <c:v>42170</c:v>
                </c:pt>
                <c:pt idx="3309">
                  <c:v>42171</c:v>
                </c:pt>
                <c:pt idx="3310">
                  <c:v>42172</c:v>
                </c:pt>
                <c:pt idx="3311">
                  <c:v>42173</c:v>
                </c:pt>
                <c:pt idx="3312">
                  <c:v>42174</c:v>
                </c:pt>
                <c:pt idx="3313">
                  <c:v>42177</c:v>
                </c:pt>
                <c:pt idx="3314">
                  <c:v>42178</c:v>
                </c:pt>
                <c:pt idx="3315">
                  <c:v>42179</c:v>
                </c:pt>
                <c:pt idx="3316">
                  <c:v>42180</c:v>
                </c:pt>
                <c:pt idx="3317">
                  <c:v>42181</c:v>
                </c:pt>
                <c:pt idx="3318">
                  <c:v>42184</c:v>
                </c:pt>
                <c:pt idx="3319">
                  <c:v>42185</c:v>
                </c:pt>
                <c:pt idx="3320">
                  <c:v>42186</c:v>
                </c:pt>
                <c:pt idx="3321">
                  <c:v>42187</c:v>
                </c:pt>
                <c:pt idx="3322">
                  <c:v>42188</c:v>
                </c:pt>
                <c:pt idx="3323">
                  <c:v>42191</c:v>
                </c:pt>
                <c:pt idx="3324">
                  <c:v>42192</c:v>
                </c:pt>
                <c:pt idx="3325">
                  <c:v>42193</c:v>
                </c:pt>
                <c:pt idx="3326">
                  <c:v>42195</c:v>
                </c:pt>
                <c:pt idx="3327">
                  <c:v>42198</c:v>
                </c:pt>
                <c:pt idx="3328">
                  <c:v>42199</c:v>
                </c:pt>
                <c:pt idx="3329">
                  <c:v>42200</c:v>
                </c:pt>
                <c:pt idx="3330">
                  <c:v>42201</c:v>
                </c:pt>
                <c:pt idx="3331">
                  <c:v>42202</c:v>
                </c:pt>
                <c:pt idx="3332">
                  <c:v>42205</c:v>
                </c:pt>
                <c:pt idx="3333">
                  <c:v>42206</c:v>
                </c:pt>
                <c:pt idx="3334">
                  <c:v>42207</c:v>
                </c:pt>
                <c:pt idx="3335">
                  <c:v>42208</c:v>
                </c:pt>
                <c:pt idx="3336">
                  <c:v>42209</c:v>
                </c:pt>
                <c:pt idx="3337">
                  <c:v>42212</c:v>
                </c:pt>
                <c:pt idx="3338">
                  <c:v>42213</c:v>
                </c:pt>
                <c:pt idx="3339">
                  <c:v>42214</c:v>
                </c:pt>
                <c:pt idx="3340">
                  <c:v>42215</c:v>
                </c:pt>
                <c:pt idx="3341">
                  <c:v>42216</c:v>
                </c:pt>
                <c:pt idx="3342">
                  <c:v>42219</c:v>
                </c:pt>
                <c:pt idx="3343">
                  <c:v>42220</c:v>
                </c:pt>
                <c:pt idx="3344">
                  <c:v>42221</c:v>
                </c:pt>
                <c:pt idx="3345">
                  <c:v>42222</c:v>
                </c:pt>
                <c:pt idx="3346">
                  <c:v>42223</c:v>
                </c:pt>
                <c:pt idx="3347">
                  <c:v>42226</c:v>
                </c:pt>
                <c:pt idx="3348">
                  <c:v>42227</c:v>
                </c:pt>
                <c:pt idx="3349">
                  <c:v>42228</c:v>
                </c:pt>
                <c:pt idx="3350">
                  <c:v>42229</c:v>
                </c:pt>
                <c:pt idx="3351">
                  <c:v>42230</c:v>
                </c:pt>
                <c:pt idx="3352">
                  <c:v>42233</c:v>
                </c:pt>
                <c:pt idx="3353">
                  <c:v>42234</c:v>
                </c:pt>
                <c:pt idx="3354">
                  <c:v>42235</c:v>
                </c:pt>
                <c:pt idx="3355">
                  <c:v>42236</c:v>
                </c:pt>
                <c:pt idx="3356">
                  <c:v>42237</c:v>
                </c:pt>
                <c:pt idx="3357">
                  <c:v>42240</c:v>
                </c:pt>
                <c:pt idx="3358">
                  <c:v>42241</c:v>
                </c:pt>
                <c:pt idx="3359">
                  <c:v>42242</c:v>
                </c:pt>
                <c:pt idx="3360">
                  <c:v>42243</c:v>
                </c:pt>
                <c:pt idx="3361">
                  <c:v>42244</c:v>
                </c:pt>
                <c:pt idx="3362">
                  <c:v>42247</c:v>
                </c:pt>
                <c:pt idx="3363">
                  <c:v>42248</c:v>
                </c:pt>
                <c:pt idx="3364">
                  <c:v>42249</c:v>
                </c:pt>
                <c:pt idx="3365">
                  <c:v>42250</c:v>
                </c:pt>
                <c:pt idx="3366">
                  <c:v>42251</c:v>
                </c:pt>
                <c:pt idx="3367">
                  <c:v>42255</c:v>
                </c:pt>
                <c:pt idx="3368">
                  <c:v>42256</c:v>
                </c:pt>
                <c:pt idx="3369">
                  <c:v>42257</c:v>
                </c:pt>
                <c:pt idx="3370">
                  <c:v>42258</c:v>
                </c:pt>
                <c:pt idx="3371">
                  <c:v>42261</c:v>
                </c:pt>
                <c:pt idx="3372">
                  <c:v>42262</c:v>
                </c:pt>
                <c:pt idx="3373">
                  <c:v>42263</c:v>
                </c:pt>
                <c:pt idx="3374">
                  <c:v>42264</c:v>
                </c:pt>
                <c:pt idx="3375">
                  <c:v>42265</c:v>
                </c:pt>
                <c:pt idx="3376">
                  <c:v>42268</c:v>
                </c:pt>
                <c:pt idx="3377">
                  <c:v>42269</c:v>
                </c:pt>
                <c:pt idx="3378">
                  <c:v>42270</c:v>
                </c:pt>
                <c:pt idx="3379">
                  <c:v>42271</c:v>
                </c:pt>
                <c:pt idx="3380">
                  <c:v>42272</c:v>
                </c:pt>
                <c:pt idx="3381">
                  <c:v>42275</c:v>
                </c:pt>
                <c:pt idx="3382">
                  <c:v>42276</c:v>
                </c:pt>
                <c:pt idx="3383">
                  <c:v>42277</c:v>
                </c:pt>
                <c:pt idx="3384">
                  <c:v>42278</c:v>
                </c:pt>
                <c:pt idx="3385">
                  <c:v>42279</c:v>
                </c:pt>
                <c:pt idx="3386">
                  <c:v>42282</c:v>
                </c:pt>
                <c:pt idx="3387">
                  <c:v>42283</c:v>
                </c:pt>
                <c:pt idx="3388">
                  <c:v>42284</c:v>
                </c:pt>
                <c:pt idx="3389">
                  <c:v>42285</c:v>
                </c:pt>
                <c:pt idx="3390">
                  <c:v>42286</c:v>
                </c:pt>
                <c:pt idx="3391">
                  <c:v>42290</c:v>
                </c:pt>
                <c:pt idx="3392">
                  <c:v>42291</c:v>
                </c:pt>
                <c:pt idx="3393">
                  <c:v>42292</c:v>
                </c:pt>
                <c:pt idx="3394">
                  <c:v>42293</c:v>
                </c:pt>
                <c:pt idx="3395">
                  <c:v>42296</c:v>
                </c:pt>
                <c:pt idx="3396">
                  <c:v>42297</c:v>
                </c:pt>
                <c:pt idx="3397">
                  <c:v>42298</c:v>
                </c:pt>
                <c:pt idx="3398">
                  <c:v>42299</c:v>
                </c:pt>
                <c:pt idx="3399">
                  <c:v>42300</c:v>
                </c:pt>
                <c:pt idx="3400">
                  <c:v>42303</c:v>
                </c:pt>
                <c:pt idx="3401">
                  <c:v>42304</c:v>
                </c:pt>
                <c:pt idx="3402">
                  <c:v>42305</c:v>
                </c:pt>
                <c:pt idx="3403">
                  <c:v>42306</c:v>
                </c:pt>
                <c:pt idx="3404">
                  <c:v>42307</c:v>
                </c:pt>
                <c:pt idx="3405">
                  <c:v>42311</c:v>
                </c:pt>
                <c:pt idx="3406">
                  <c:v>42312</c:v>
                </c:pt>
                <c:pt idx="3407">
                  <c:v>42313</c:v>
                </c:pt>
                <c:pt idx="3408">
                  <c:v>42314</c:v>
                </c:pt>
                <c:pt idx="3409">
                  <c:v>42317</c:v>
                </c:pt>
                <c:pt idx="3410">
                  <c:v>42318</c:v>
                </c:pt>
                <c:pt idx="3411">
                  <c:v>42319</c:v>
                </c:pt>
                <c:pt idx="3412">
                  <c:v>42320</c:v>
                </c:pt>
                <c:pt idx="3413">
                  <c:v>42321</c:v>
                </c:pt>
                <c:pt idx="3414">
                  <c:v>42324</c:v>
                </c:pt>
                <c:pt idx="3415">
                  <c:v>42325</c:v>
                </c:pt>
                <c:pt idx="3416">
                  <c:v>42326</c:v>
                </c:pt>
                <c:pt idx="3417">
                  <c:v>42327</c:v>
                </c:pt>
                <c:pt idx="3418">
                  <c:v>42331</c:v>
                </c:pt>
                <c:pt idx="3419">
                  <c:v>42332</c:v>
                </c:pt>
                <c:pt idx="3420">
                  <c:v>42333</c:v>
                </c:pt>
                <c:pt idx="3421">
                  <c:v>42334</c:v>
                </c:pt>
                <c:pt idx="3422">
                  <c:v>42335</c:v>
                </c:pt>
                <c:pt idx="3423">
                  <c:v>42338</c:v>
                </c:pt>
                <c:pt idx="3424">
                  <c:v>42339</c:v>
                </c:pt>
                <c:pt idx="3425">
                  <c:v>42340</c:v>
                </c:pt>
                <c:pt idx="3426">
                  <c:v>42341</c:v>
                </c:pt>
                <c:pt idx="3427">
                  <c:v>42342</c:v>
                </c:pt>
                <c:pt idx="3428">
                  <c:v>42345</c:v>
                </c:pt>
                <c:pt idx="3429">
                  <c:v>42346</c:v>
                </c:pt>
                <c:pt idx="3430">
                  <c:v>42347</c:v>
                </c:pt>
                <c:pt idx="3431">
                  <c:v>42348</c:v>
                </c:pt>
                <c:pt idx="3432">
                  <c:v>42349</c:v>
                </c:pt>
                <c:pt idx="3433">
                  <c:v>42352</c:v>
                </c:pt>
                <c:pt idx="3434">
                  <c:v>42353</c:v>
                </c:pt>
                <c:pt idx="3435">
                  <c:v>42354</c:v>
                </c:pt>
                <c:pt idx="3436">
                  <c:v>42355</c:v>
                </c:pt>
                <c:pt idx="3437">
                  <c:v>42356</c:v>
                </c:pt>
                <c:pt idx="3438">
                  <c:v>42359</c:v>
                </c:pt>
                <c:pt idx="3439">
                  <c:v>42360</c:v>
                </c:pt>
                <c:pt idx="3440">
                  <c:v>42361</c:v>
                </c:pt>
                <c:pt idx="3441">
                  <c:v>42366</c:v>
                </c:pt>
                <c:pt idx="3442">
                  <c:v>42367</c:v>
                </c:pt>
                <c:pt idx="3443">
                  <c:v>42368</c:v>
                </c:pt>
                <c:pt idx="3444">
                  <c:v>42373</c:v>
                </c:pt>
                <c:pt idx="3445">
                  <c:v>42374</c:v>
                </c:pt>
                <c:pt idx="3446">
                  <c:v>42375</c:v>
                </c:pt>
                <c:pt idx="3447">
                  <c:v>42376</c:v>
                </c:pt>
                <c:pt idx="3448">
                  <c:v>42377</c:v>
                </c:pt>
                <c:pt idx="3449">
                  <c:v>42380</c:v>
                </c:pt>
                <c:pt idx="3450">
                  <c:v>42381</c:v>
                </c:pt>
                <c:pt idx="3451">
                  <c:v>42382</c:v>
                </c:pt>
                <c:pt idx="3452">
                  <c:v>42383</c:v>
                </c:pt>
                <c:pt idx="3453">
                  <c:v>42384</c:v>
                </c:pt>
                <c:pt idx="3454">
                  <c:v>42387</c:v>
                </c:pt>
                <c:pt idx="3455">
                  <c:v>42388</c:v>
                </c:pt>
                <c:pt idx="3456">
                  <c:v>42389</c:v>
                </c:pt>
                <c:pt idx="3457">
                  <c:v>42390</c:v>
                </c:pt>
                <c:pt idx="3458">
                  <c:v>42391</c:v>
                </c:pt>
                <c:pt idx="3459">
                  <c:v>42395</c:v>
                </c:pt>
                <c:pt idx="3460">
                  <c:v>42396</c:v>
                </c:pt>
                <c:pt idx="3461">
                  <c:v>42397</c:v>
                </c:pt>
                <c:pt idx="3462">
                  <c:v>42398</c:v>
                </c:pt>
                <c:pt idx="3463">
                  <c:v>42401</c:v>
                </c:pt>
                <c:pt idx="3464">
                  <c:v>42402</c:v>
                </c:pt>
                <c:pt idx="3465">
                  <c:v>42403</c:v>
                </c:pt>
                <c:pt idx="3466">
                  <c:v>42404</c:v>
                </c:pt>
                <c:pt idx="3467">
                  <c:v>42405</c:v>
                </c:pt>
                <c:pt idx="3468">
                  <c:v>42410</c:v>
                </c:pt>
                <c:pt idx="3469">
                  <c:v>42411</c:v>
                </c:pt>
                <c:pt idx="3470">
                  <c:v>42412</c:v>
                </c:pt>
                <c:pt idx="3471">
                  <c:v>42415</c:v>
                </c:pt>
                <c:pt idx="3472">
                  <c:v>42416</c:v>
                </c:pt>
                <c:pt idx="3473">
                  <c:v>42417</c:v>
                </c:pt>
                <c:pt idx="3474">
                  <c:v>42418</c:v>
                </c:pt>
                <c:pt idx="3475">
                  <c:v>42419</c:v>
                </c:pt>
                <c:pt idx="3476">
                  <c:v>42422</c:v>
                </c:pt>
                <c:pt idx="3477">
                  <c:v>42423</c:v>
                </c:pt>
                <c:pt idx="3478">
                  <c:v>42424</c:v>
                </c:pt>
                <c:pt idx="3479">
                  <c:v>42425</c:v>
                </c:pt>
                <c:pt idx="3480">
                  <c:v>42426</c:v>
                </c:pt>
                <c:pt idx="3481">
                  <c:v>42429</c:v>
                </c:pt>
                <c:pt idx="3482">
                  <c:v>42430</c:v>
                </c:pt>
                <c:pt idx="3483">
                  <c:v>42431</c:v>
                </c:pt>
                <c:pt idx="3484">
                  <c:v>42432</c:v>
                </c:pt>
                <c:pt idx="3485">
                  <c:v>42433</c:v>
                </c:pt>
                <c:pt idx="3486">
                  <c:v>42436</c:v>
                </c:pt>
                <c:pt idx="3487">
                  <c:v>42437</c:v>
                </c:pt>
                <c:pt idx="3488">
                  <c:v>42438</c:v>
                </c:pt>
                <c:pt idx="3489">
                  <c:v>42439</c:v>
                </c:pt>
                <c:pt idx="3490">
                  <c:v>42440</c:v>
                </c:pt>
                <c:pt idx="3491">
                  <c:v>42443</c:v>
                </c:pt>
                <c:pt idx="3492">
                  <c:v>42444</c:v>
                </c:pt>
                <c:pt idx="3493">
                  <c:v>42445</c:v>
                </c:pt>
                <c:pt idx="3494">
                  <c:v>42446</c:v>
                </c:pt>
                <c:pt idx="3495">
                  <c:v>42447</c:v>
                </c:pt>
                <c:pt idx="3496">
                  <c:v>42450</c:v>
                </c:pt>
                <c:pt idx="3497">
                  <c:v>42451</c:v>
                </c:pt>
                <c:pt idx="3498">
                  <c:v>42452</c:v>
                </c:pt>
                <c:pt idx="3499">
                  <c:v>42453</c:v>
                </c:pt>
                <c:pt idx="3500">
                  <c:v>42457</c:v>
                </c:pt>
                <c:pt idx="3501">
                  <c:v>42458</c:v>
                </c:pt>
                <c:pt idx="3502">
                  <c:v>42459</c:v>
                </c:pt>
                <c:pt idx="3503">
                  <c:v>42460</c:v>
                </c:pt>
                <c:pt idx="3504">
                  <c:v>42461</c:v>
                </c:pt>
                <c:pt idx="3505">
                  <c:v>42464</c:v>
                </c:pt>
                <c:pt idx="3506">
                  <c:v>42465</c:v>
                </c:pt>
                <c:pt idx="3507">
                  <c:v>42466</c:v>
                </c:pt>
                <c:pt idx="3508">
                  <c:v>42467</c:v>
                </c:pt>
                <c:pt idx="3509">
                  <c:v>42468</c:v>
                </c:pt>
                <c:pt idx="3510">
                  <c:v>42471</c:v>
                </c:pt>
                <c:pt idx="3511">
                  <c:v>42472</c:v>
                </c:pt>
                <c:pt idx="3512">
                  <c:v>42473</c:v>
                </c:pt>
                <c:pt idx="3513">
                  <c:v>42474</c:v>
                </c:pt>
                <c:pt idx="3514">
                  <c:v>42475</c:v>
                </c:pt>
                <c:pt idx="3515">
                  <c:v>42478</c:v>
                </c:pt>
                <c:pt idx="3516">
                  <c:v>42479</c:v>
                </c:pt>
                <c:pt idx="3517">
                  <c:v>42480</c:v>
                </c:pt>
                <c:pt idx="3518">
                  <c:v>42482</c:v>
                </c:pt>
                <c:pt idx="3519">
                  <c:v>42485</c:v>
                </c:pt>
                <c:pt idx="3520">
                  <c:v>42486</c:v>
                </c:pt>
                <c:pt idx="3521">
                  <c:v>42487</c:v>
                </c:pt>
                <c:pt idx="3522">
                  <c:v>42488</c:v>
                </c:pt>
                <c:pt idx="3523">
                  <c:v>42489</c:v>
                </c:pt>
                <c:pt idx="3524">
                  <c:v>42492</c:v>
                </c:pt>
                <c:pt idx="3525">
                  <c:v>42493</c:v>
                </c:pt>
                <c:pt idx="3526">
                  <c:v>42494</c:v>
                </c:pt>
                <c:pt idx="3527">
                  <c:v>42495</c:v>
                </c:pt>
                <c:pt idx="3528">
                  <c:v>42496</c:v>
                </c:pt>
                <c:pt idx="3529">
                  <c:v>42499</c:v>
                </c:pt>
                <c:pt idx="3530">
                  <c:v>42500</c:v>
                </c:pt>
                <c:pt idx="3531">
                  <c:v>42501</c:v>
                </c:pt>
                <c:pt idx="3532">
                  <c:v>42502</c:v>
                </c:pt>
                <c:pt idx="3533">
                  <c:v>42503</c:v>
                </c:pt>
                <c:pt idx="3534">
                  <c:v>42506</c:v>
                </c:pt>
                <c:pt idx="3535">
                  <c:v>42507</c:v>
                </c:pt>
                <c:pt idx="3536">
                  <c:v>42508</c:v>
                </c:pt>
                <c:pt idx="3537">
                  <c:v>42509</c:v>
                </c:pt>
                <c:pt idx="3538">
                  <c:v>42510</c:v>
                </c:pt>
                <c:pt idx="3539">
                  <c:v>42513</c:v>
                </c:pt>
                <c:pt idx="3540">
                  <c:v>42514</c:v>
                </c:pt>
                <c:pt idx="3541">
                  <c:v>42515</c:v>
                </c:pt>
                <c:pt idx="3542">
                  <c:v>42517</c:v>
                </c:pt>
                <c:pt idx="3543">
                  <c:v>42520</c:v>
                </c:pt>
                <c:pt idx="3544">
                  <c:v>42521</c:v>
                </c:pt>
                <c:pt idx="3545">
                  <c:v>42522</c:v>
                </c:pt>
                <c:pt idx="3546">
                  <c:v>42523</c:v>
                </c:pt>
                <c:pt idx="3547">
                  <c:v>42524</c:v>
                </c:pt>
                <c:pt idx="3548">
                  <c:v>42527</c:v>
                </c:pt>
                <c:pt idx="3549">
                  <c:v>42528</c:v>
                </c:pt>
                <c:pt idx="3550">
                  <c:v>42529</c:v>
                </c:pt>
                <c:pt idx="3551">
                  <c:v>42530</c:v>
                </c:pt>
                <c:pt idx="3552">
                  <c:v>42531</c:v>
                </c:pt>
                <c:pt idx="3553">
                  <c:v>42534</c:v>
                </c:pt>
                <c:pt idx="3554">
                  <c:v>42535</c:v>
                </c:pt>
                <c:pt idx="3555">
                  <c:v>42536</c:v>
                </c:pt>
                <c:pt idx="3556">
                  <c:v>42537</c:v>
                </c:pt>
                <c:pt idx="3557">
                  <c:v>42538</c:v>
                </c:pt>
                <c:pt idx="3558">
                  <c:v>42541</c:v>
                </c:pt>
                <c:pt idx="3559">
                  <c:v>42542</c:v>
                </c:pt>
                <c:pt idx="3560">
                  <c:v>42543</c:v>
                </c:pt>
                <c:pt idx="3561">
                  <c:v>42544</c:v>
                </c:pt>
                <c:pt idx="3562">
                  <c:v>42545</c:v>
                </c:pt>
                <c:pt idx="3563">
                  <c:v>42548</c:v>
                </c:pt>
                <c:pt idx="3564">
                  <c:v>42549</c:v>
                </c:pt>
                <c:pt idx="3565">
                  <c:v>42550</c:v>
                </c:pt>
                <c:pt idx="3566">
                  <c:v>42551</c:v>
                </c:pt>
                <c:pt idx="3567">
                  <c:v>42552</c:v>
                </c:pt>
                <c:pt idx="3568">
                  <c:v>42555</c:v>
                </c:pt>
                <c:pt idx="3569">
                  <c:v>42556</c:v>
                </c:pt>
                <c:pt idx="3570">
                  <c:v>42557</c:v>
                </c:pt>
                <c:pt idx="3571">
                  <c:v>42558</c:v>
                </c:pt>
                <c:pt idx="3572">
                  <c:v>42559</c:v>
                </c:pt>
                <c:pt idx="3573">
                  <c:v>42562</c:v>
                </c:pt>
                <c:pt idx="3574">
                  <c:v>42563</c:v>
                </c:pt>
                <c:pt idx="3575">
                  <c:v>42564</c:v>
                </c:pt>
                <c:pt idx="3576">
                  <c:v>42565</c:v>
                </c:pt>
                <c:pt idx="3577">
                  <c:v>42566</c:v>
                </c:pt>
                <c:pt idx="3578">
                  <c:v>42569</c:v>
                </c:pt>
                <c:pt idx="3579">
                  <c:v>42570</c:v>
                </c:pt>
                <c:pt idx="3580">
                  <c:v>42571</c:v>
                </c:pt>
                <c:pt idx="3581">
                  <c:v>42572</c:v>
                </c:pt>
                <c:pt idx="3582">
                  <c:v>42573</c:v>
                </c:pt>
                <c:pt idx="3583">
                  <c:v>42576</c:v>
                </c:pt>
                <c:pt idx="3584">
                  <c:v>42577</c:v>
                </c:pt>
                <c:pt idx="3585">
                  <c:v>42578</c:v>
                </c:pt>
                <c:pt idx="3586">
                  <c:v>42579</c:v>
                </c:pt>
                <c:pt idx="3587">
                  <c:v>42580</c:v>
                </c:pt>
                <c:pt idx="3588">
                  <c:v>42583</c:v>
                </c:pt>
                <c:pt idx="3589">
                  <c:v>42584</c:v>
                </c:pt>
                <c:pt idx="3590">
                  <c:v>42585</c:v>
                </c:pt>
                <c:pt idx="3591">
                  <c:v>42586</c:v>
                </c:pt>
                <c:pt idx="3592">
                  <c:v>42587</c:v>
                </c:pt>
                <c:pt idx="3593">
                  <c:v>42590</c:v>
                </c:pt>
                <c:pt idx="3594">
                  <c:v>42591</c:v>
                </c:pt>
                <c:pt idx="3595">
                  <c:v>42592</c:v>
                </c:pt>
                <c:pt idx="3596">
                  <c:v>42593</c:v>
                </c:pt>
                <c:pt idx="3597">
                  <c:v>42594</c:v>
                </c:pt>
                <c:pt idx="3598">
                  <c:v>42597</c:v>
                </c:pt>
                <c:pt idx="3599">
                  <c:v>42598</c:v>
                </c:pt>
                <c:pt idx="3600">
                  <c:v>42599</c:v>
                </c:pt>
                <c:pt idx="3601">
                  <c:v>42600</c:v>
                </c:pt>
                <c:pt idx="3602">
                  <c:v>42601</c:v>
                </c:pt>
                <c:pt idx="3603">
                  <c:v>42604</c:v>
                </c:pt>
                <c:pt idx="3604">
                  <c:v>42605</c:v>
                </c:pt>
                <c:pt idx="3605">
                  <c:v>42606</c:v>
                </c:pt>
                <c:pt idx="3606">
                  <c:v>42607</c:v>
                </c:pt>
                <c:pt idx="3607">
                  <c:v>42608</c:v>
                </c:pt>
                <c:pt idx="3608">
                  <c:v>42611</c:v>
                </c:pt>
                <c:pt idx="3609">
                  <c:v>42612</c:v>
                </c:pt>
                <c:pt idx="3610">
                  <c:v>42613</c:v>
                </c:pt>
                <c:pt idx="3611">
                  <c:v>42614</c:v>
                </c:pt>
                <c:pt idx="3612">
                  <c:v>42615</c:v>
                </c:pt>
                <c:pt idx="3613">
                  <c:v>42618</c:v>
                </c:pt>
                <c:pt idx="3614">
                  <c:v>42619</c:v>
                </c:pt>
                <c:pt idx="3615">
                  <c:v>42621</c:v>
                </c:pt>
                <c:pt idx="3616">
                  <c:v>42622</c:v>
                </c:pt>
                <c:pt idx="3617">
                  <c:v>42625</c:v>
                </c:pt>
                <c:pt idx="3618">
                  <c:v>42626</c:v>
                </c:pt>
                <c:pt idx="3619">
                  <c:v>42627</c:v>
                </c:pt>
                <c:pt idx="3620">
                  <c:v>42628</c:v>
                </c:pt>
                <c:pt idx="3621">
                  <c:v>42629</c:v>
                </c:pt>
                <c:pt idx="3622">
                  <c:v>42632</c:v>
                </c:pt>
                <c:pt idx="3623">
                  <c:v>42633</c:v>
                </c:pt>
                <c:pt idx="3624">
                  <c:v>42634</c:v>
                </c:pt>
                <c:pt idx="3625">
                  <c:v>42635</c:v>
                </c:pt>
                <c:pt idx="3626">
                  <c:v>42636</c:v>
                </c:pt>
                <c:pt idx="3627">
                  <c:v>42639</c:v>
                </c:pt>
                <c:pt idx="3628">
                  <c:v>42640</c:v>
                </c:pt>
                <c:pt idx="3629">
                  <c:v>42641</c:v>
                </c:pt>
                <c:pt idx="3630">
                  <c:v>42642</c:v>
                </c:pt>
                <c:pt idx="3631">
                  <c:v>42643</c:v>
                </c:pt>
                <c:pt idx="3632">
                  <c:v>42646</c:v>
                </c:pt>
                <c:pt idx="3633">
                  <c:v>42647</c:v>
                </c:pt>
                <c:pt idx="3634">
                  <c:v>42648</c:v>
                </c:pt>
                <c:pt idx="3635">
                  <c:v>42649</c:v>
                </c:pt>
                <c:pt idx="3636">
                  <c:v>42650</c:v>
                </c:pt>
                <c:pt idx="3637">
                  <c:v>42653</c:v>
                </c:pt>
                <c:pt idx="3638">
                  <c:v>42654</c:v>
                </c:pt>
                <c:pt idx="3639">
                  <c:v>42656</c:v>
                </c:pt>
                <c:pt idx="3640">
                  <c:v>42657</c:v>
                </c:pt>
                <c:pt idx="3641">
                  <c:v>42660</c:v>
                </c:pt>
                <c:pt idx="3642">
                  <c:v>42661</c:v>
                </c:pt>
                <c:pt idx="3643">
                  <c:v>42662</c:v>
                </c:pt>
                <c:pt idx="3644">
                  <c:v>42663</c:v>
                </c:pt>
                <c:pt idx="3645">
                  <c:v>42664</c:v>
                </c:pt>
                <c:pt idx="3646">
                  <c:v>42667</c:v>
                </c:pt>
                <c:pt idx="3647">
                  <c:v>42668</c:v>
                </c:pt>
                <c:pt idx="3648">
                  <c:v>42669</c:v>
                </c:pt>
                <c:pt idx="3649">
                  <c:v>42670</c:v>
                </c:pt>
                <c:pt idx="3650">
                  <c:v>42671</c:v>
                </c:pt>
                <c:pt idx="3651">
                  <c:v>42674</c:v>
                </c:pt>
                <c:pt idx="3652">
                  <c:v>42675</c:v>
                </c:pt>
                <c:pt idx="3653">
                  <c:v>42677</c:v>
                </c:pt>
                <c:pt idx="3654">
                  <c:v>42678</c:v>
                </c:pt>
                <c:pt idx="3655">
                  <c:v>42681</c:v>
                </c:pt>
                <c:pt idx="3656">
                  <c:v>42682</c:v>
                </c:pt>
                <c:pt idx="3657">
                  <c:v>42683</c:v>
                </c:pt>
                <c:pt idx="3658">
                  <c:v>42684</c:v>
                </c:pt>
                <c:pt idx="3659">
                  <c:v>42685</c:v>
                </c:pt>
                <c:pt idx="3660">
                  <c:v>42688</c:v>
                </c:pt>
                <c:pt idx="3661">
                  <c:v>42690</c:v>
                </c:pt>
                <c:pt idx="3662">
                  <c:v>42691</c:v>
                </c:pt>
                <c:pt idx="3663">
                  <c:v>42692</c:v>
                </c:pt>
                <c:pt idx="3664">
                  <c:v>42695</c:v>
                </c:pt>
                <c:pt idx="3665">
                  <c:v>42696</c:v>
                </c:pt>
                <c:pt idx="3666">
                  <c:v>42697</c:v>
                </c:pt>
                <c:pt idx="3667">
                  <c:v>42698</c:v>
                </c:pt>
                <c:pt idx="3668">
                  <c:v>42699</c:v>
                </c:pt>
                <c:pt idx="3669">
                  <c:v>42702</c:v>
                </c:pt>
                <c:pt idx="3670">
                  <c:v>42703</c:v>
                </c:pt>
                <c:pt idx="3671">
                  <c:v>42704</c:v>
                </c:pt>
                <c:pt idx="3672">
                  <c:v>42705</c:v>
                </c:pt>
                <c:pt idx="3673">
                  <c:v>42706</c:v>
                </c:pt>
                <c:pt idx="3674">
                  <c:v>42709</c:v>
                </c:pt>
                <c:pt idx="3675">
                  <c:v>42710</c:v>
                </c:pt>
                <c:pt idx="3676">
                  <c:v>42711</c:v>
                </c:pt>
                <c:pt idx="3677">
                  <c:v>42712</c:v>
                </c:pt>
                <c:pt idx="3678">
                  <c:v>42713</c:v>
                </c:pt>
                <c:pt idx="3679">
                  <c:v>42716</c:v>
                </c:pt>
                <c:pt idx="3680">
                  <c:v>42717</c:v>
                </c:pt>
                <c:pt idx="3681">
                  <c:v>42718</c:v>
                </c:pt>
                <c:pt idx="3682">
                  <c:v>42719</c:v>
                </c:pt>
                <c:pt idx="3683">
                  <c:v>42720</c:v>
                </c:pt>
                <c:pt idx="3684">
                  <c:v>42723</c:v>
                </c:pt>
                <c:pt idx="3685">
                  <c:v>42724</c:v>
                </c:pt>
                <c:pt idx="3686">
                  <c:v>42725</c:v>
                </c:pt>
                <c:pt idx="3687">
                  <c:v>42726</c:v>
                </c:pt>
                <c:pt idx="3688">
                  <c:v>42727</c:v>
                </c:pt>
                <c:pt idx="3689">
                  <c:v>42730</c:v>
                </c:pt>
                <c:pt idx="3690">
                  <c:v>42731</c:v>
                </c:pt>
                <c:pt idx="3691">
                  <c:v>42732</c:v>
                </c:pt>
                <c:pt idx="3692">
                  <c:v>42733</c:v>
                </c:pt>
                <c:pt idx="3693">
                  <c:v>42737</c:v>
                </c:pt>
                <c:pt idx="3694">
                  <c:v>42738</c:v>
                </c:pt>
                <c:pt idx="3695">
                  <c:v>42739</c:v>
                </c:pt>
                <c:pt idx="3696">
                  <c:v>42740</c:v>
                </c:pt>
                <c:pt idx="3697">
                  <c:v>42741</c:v>
                </c:pt>
                <c:pt idx="3698">
                  <c:v>42744</c:v>
                </c:pt>
                <c:pt idx="3699">
                  <c:v>42745</c:v>
                </c:pt>
                <c:pt idx="3700">
                  <c:v>42746</c:v>
                </c:pt>
                <c:pt idx="3701">
                  <c:v>42747</c:v>
                </c:pt>
                <c:pt idx="3702">
                  <c:v>42748</c:v>
                </c:pt>
                <c:pt idx="3703">
                  <c:v>42751</c:v>
                </c:pt>
                <c:pt idx="3704">
                  <c:v>42752</c:v>
                </c:pt>
                <c:pt idx="3705">
                  <c:v>42753</c:v>
                </c:pt>
                <c:pt idx="3706">
                  <c:v>42754</c:v>
                </c:pt>
                <c:pt idx="3707">
                  <c:v>42755</c:v>
                </c:pt>
                <c:pt idx="3708">
                  <c:v>42758</c:v>
                </c:pt>
                <c:pt idx="3709">
                  <c:v>42759</c:v>
                </c:pt>
                <c:pt idx="3710">
                  <c:v>42761</c:v>
                </c:pt>
                <c:pt idx="3711">
                  <c:v>42762</c:v>
                </c:pt>
                <c:pt idx="3712">
                  <c:v>42765</c:v>
                </c:pt>
                <c:pt idx="3713">
                  <c:v>42766</c:v>
                </c:pt>
                <c:pt idx="3714">
                  <c:v>42767</c:v>
                </c:pt>
                <c:pt idx="3715">
                  <c:v>42768</c:v>
                </c:pt>
                <c:pt idx="3716">
                  <c:v>42769</c:v>
                </c:pt>
                <c:pt idx="3717">
                  <c:v>42772</c:v>
                </c:pt>
                <c:pt idx="3718">
                  <c:v>42773</c:v>
                </c:pt>
                <c:pt idx="3719">
                  <c:v>42774</c:v>
                </c:pt>
                <c:pt idx="3720">
                  <c:v>42775</c:v>
                </c:pt>
                <c:pt idx="3721">
                  <c:v>42776</c:v>
                </c:pt>
                <c:pt idx="3722">
                  <c:v>42779</c:v>
                </c:pt>
                <c:pt idx="3723">
                  <c:v>42780</c:v>
                </c:pt>
                <c:pt idx="3724">
                  <c:v>42781</c:v>
                </c:pt>
                <c:pt idx="3725">
                  <c:v>42782</c:v>
                </c:pt>
                <c:pt idx="3726">
                  <c:v>42783</c:v>
                </c:pt>
                <c:pt idx="3727">
                  <c:v>42786</c:v>
                </c:pt>
                <c:pt idx="3728">
                  <c:v>42787</c:v>
                </c:pt>
                <c:pt idx="3729">
                  <c:v>42788</c:v>
                </c:pt>
                <c:pt idx="3730">
                  <c:v>42789</c:v>
                </c:pt>
                <c:pt idx="3731">
                  <c:v>42790</c:v>
                </c:pt>
                <c:pt idx="3732">
                  <c:v>42795</c:v>
                </c:pt>
                <c:pt idx="3733">
                  <c:v>42796</c:v>
                </c:pt>
                <c:pt idx="3734">
                  <c:v>42797</c:v>
                </c:pt>
                <c:pt idx="3735">
                  <c:v>42800</c:v>
                </c:pt>
                <c:pt idx="3736">
                  <c:v>42801</c:v>
                </c:pt>
                <c:pt idx="3737">
                  <c:v>42802</c:v>
                </c:pt>
                <c:pt idx="3738">
                  <c:v>42803</c:v>
                </c:pt>
                <c:pt idx="3739">
                  <c:v>42804</c:v>
                </c:pt>
                <c:pt idx="3740">
                  <c:v>42807</c:v>
                </c:pt>
                <c:pt idx="3741">
                  <c:v>42808</c:v>
                </c:pt>
                <c:pt idx="3742">
                  <c:v>42809</c:v>
                </c:pt>
                <c:pt idx="3743">
                  <c:v>42810</c:v>
                </c:pt>
                <c:pt idx="3744">
                  <c:v>42811</c:v>
                </c:pt>
                <c:pt idx="3745">
                  <c:v>42814</c:v>
                </c:pt>
                <c:pt idx="3746">
                  <c:v>42815</c:v>
                </c:pt>
                <c:pt idx="3747">
                  <c:v>42816</c:v>
                </c:pt>
                <c:pt idx="3748">
                  <c:v>42817</c:v>
                </c:pt>
                <c:pt idx="3749">
                  <c:v>42818</c:v>
                </c:pt>
                <c:pt idx="3750">
                  <c:v>42821</c:v>
                </c:pt>
                <c:pt idx="3751">
                  <c:v>42822</c:v>
                </c:pt>
                <c:pt idx="3752">
                  <c:v>42823</c:v>
                </c:pt>
                <c:pt idx="3753">
                  <c:v>42824</c:v>
                </c:pt>
                <c:pt idx="3754">
                  <c:v>42825</c:v>
                </c:pt>
                <c:pt idx="3755">
                  <c:v>42828</c:v>
                </c:pt>
                <c:pt idx="3756">
                  <c:v>42829</c:v>
                </c:pt>
                <c:pt idx="3757">
                  <c:v>42830</c:v>
                </c:pt>
                <c:pt idx="3758">
                  <c:v>42831</c:v>
                </c:pt>
                <c:pt idx="3759">
                  <c:v>42832</c:v>
                </c:pt>
                <c:pt idx="3760">
                  <c:v>42835</c:v>
                </c:pt>
                <c:pt idx="3761">
                  <c:v>42836</c:v>
                </c:pt>
                <c:pt idx="3762">
                  <c:v>42837</c:v>
                </c:pt>
                <c:pt idx="3763">
                  <c:v>42838</c:v>
                </c:pt>
                <c:pt idx="3764">
                  <c:v>42842</c:v>
                </c:pt>
                <c:pt idx="3765">
                  <c:v>42843</c:v>
                </c:pt>
                <c:pt idx="3766">
                  <c:v>42844</c:v>
                </c:pt>
                <c:pt idx="3767">
                  <c:v>42845</c:v>
                </c:pt>
                <c:pt idx="3768">
                  <c:v>42849</c:v>
                </c:pt>
                <c:pt idx="3769">
                  <c:v>42850</c:v>
                </c:pt>
                <c:pt idx="3770">
                  <c:v>42851</c:v>
                </c:pt>
                <c:pt idx="3771">
                  <c:v>42852</c:v>
                </c:pt>
                <c:pt idx="3772">
                  <c:v>42853</c:v>
                </c:pt>
                <c:pt idx="3773">
                  <c:v>42857</c:v>
                </c:pt>
                <c:pt idx="3774">
                  <c:v>42858</c:v>
                </c:pt>
                <c:pt idx="3775">
                  <c:v>42859</c:v>
                </c:pt>
                <c:pt idx="3776">
                  <c:v>42860</c:v>
                </c:pt>
                <c:pt idx="3777">
                  <c:v>42863</c:v>
                </c:pt>
                <c:pt idx="3778">
                  <c:v>42864</c:v>
                </c:pt>
                <c:pt idx="3779">
                  <c:v>42865</c:v>
                </c:pt>
                <c:pt idx="3780">
                  <c:v>42866</c:v>
                </c:pt>
                <c:pt idx="3781">
                  <c:v>42867</c:v>
                </c:pt>
                <c:pt idx="3782">
                  <c:v>42870</c:v>
                </c:pt>
                <c:pt idx="3783">
                  <c:v>42871</c:v>
                </c:pt>
                <c:pt idx="3784">
                  <c:v>42872</c:v>
                </c:pt>
                <c:pt idx="3785">
                  <c:v>42873</c:v>
                </c:pt>
                <c:pt idx="3786">
                  <c:v>42874</c:v>
                </c:pt>
                <c:pt idx="3787">
                  <c:v>42877</c:v>
                </c:pt>
                <c:pt idx="3788">
                  <c:v>42878</c:v>
                </c:pt>
                <c:pt idx="3789">
                  <c:v>42879</c:v>
                </c:pt>
                <c:pt idx="3790">
                  <c:v>42880</c:v>
                </c:pt>
                <c:pt idx="3791">
                  <c:v>42881</c:v>
                </c:pt>
                <c:pt idx="3792">
                  <c:v>42884</c:v>
                </c:pt>
                <c:pt idx="3793">
                  <c:v>42885</c:v>
                </c:pt>
                <c:pt idx="3794">
                  <c:v>42886</c:v>
                </c:pt>
                <c:pt idx="3795">
                  <c:v>42887</c:v>
                </c:pt>
                <c:pt idx="3796">
                  <c:v>42888</c:v>
                </c:pt>
                <c:pt idx="3797">
                  <c:v>42891</c:v>
                </c:pt>
                <c:pt idx="3798">
                  <c:v>42892</c:v>
                </c:pt>
                <c:pt idx="3799">
                  <c:v>42893</c:v>
                </c:pt>
                <c:pt idx="3800">
                  <c:v>42894</c:v>
                </c:pt>
                <c:pt idx="3801">
                  <c:v>42895</c:v>
                </c:pt>
                <c:pt idx="3802">
                  <c:v>42898</c:v>
                </c:pt>
                <c:pt idx="3803">
                  <c:v>42899</c:v>
                </c:pt>
                <c:pt idx="3804">
                  <c:v>42900</c:v>
                </c:pt>
                <c:pt idx="3805">
                  <c:v>42902</c:v>
                </c:pt>
                <c:pt idx="3806">
                  <c:v>42905</c:v>
                </c:pt>
                <c:pt idx="3807">
                  <c:v>42906</c:v>
                </c:pt>
                <c:pt idx="3808">
                  <c:v>42907</c:v>
                </c:pt>
                <c:pt idx="3809">
                  <c:v>42908</c:v>
                </c:pt>
                <c:pt idx="3810">
                  <c:v>42909</c:v>
                </c:pt>
                <c:pt idx="3811">
                  <c:v>42912</c:v>
                </c:pt>
                <c:pt idx="3812">
                  <c:v>42913</c:v>
                </c:pt>
                <c:pt idx="3813">
                  <c:v>42914</c:v>
                </c:pt>
                <c:pt idx="3814">
                  <c:v>42915</c:v>
                </c:pt>
                <c:pt idx="3815">
                  <c:v>42916</c:v>
                </c:pt>
                <c:pt idx="3816">
                  <c:v>42919</c:v>
                </c:pt>
                <c:pt idx="3817">
                  <c:v>42920</c:v>
                </c:pt>
                <c:pt idx="3818">
                  <c:v>42921</c:v>
                </c:pt>
                <c:pt idx="3819">
                  <c:v>42922</c:v>
                </c:pt>
                <c:pt idx="3820">
                  <c:v>42923</c:v>
                </c:pt>
                <c:pt idx="3821">
                  <c:v>42926</c:v>
                </c:pt>
                <c:pt idx="3822">
                  <c:v>42927</c:v>
                </c:pt>
                <c:pt idx="3823">
                  <c:v>42928</c:v>
                </c:pt>
                <c:pt idx="3824">
                  <c:v>42929</c:v>
                </c:pt>
                <c:pt idx="3825">
                  <c:v>42930</c:v>
                </c:pt>
                <c:pt idx="3826">
                  <c:v>42933</c:v>
                </c:pt>
                <c:pt idx="3827">
                  <c:v>42934</c:v>
                </c:pt>
                <c:pt idx="3828">
                  <c:v>42935</c:v>
                </c:pt>
                <c:pt idx="3829">
                  <c:v>42936</c:v>
                </c:pt>
                <c:pt idx="3830">
                  <c:v>42937</c:v>
                </c:pt>
                <c:pt idx="3831">
                  <c:v>42940</c:v>
                </c:pt>
                <c:pt idx="3832">
                  <c:v>42941</c:v>
                </c:pt>
                <c:pt idx="3833">
                  <c:v>42942</c:v>
                </c:pt>
                <c:pt idx="3834">
                  <c:v>42943</c:v>
                </c:pt>
                <c:pt idx="3835">
                  <c:v>42944</c:v>
                </c:pt>
                <c:pt idx="3836">
                  <c:v>42947</c:v>
                </c:pt>
                <c:pt idx="3837">
                  <c:v>42948</c:v>
                </c:pt>
                <c:pt idx="3838">
                  <c:v>42949</c:v>
                </c:pt>
                <c:pt idx="3839">
                  <c:v>42950</c:v>
                </c:pt>
                <c:pt idx="3840">
                  <c:v>42951</c:v>
                </c:pt>
                <c:pt idx="3841">
                  <c:v>42954</c:v>
                </c:pt>
                <c:pt idx="3842">
                  <c:v>42955</c:v>
                </c:pt>
                <c:pt idx="3843">
                  <c:v>42956</c:v>
                </c:pt>
                <c:pt idx="3844">
                  <c:v>42957</c:v>
                </c:pt>
                <c:pt idx="3845">
                  <c:v>42958</c:v>
                </c:pt>
                <c:pt idx="3846">
                  <c:v>42961</c:v>
                </c:pt>
                <c:pt idx="3847">
                  <c:v>42962</c:v>
                </c:pt>
                <c:pt idx="3848">
                  <c:v>42963</c:v>
                </c:pt>
                <c:pt idx="3849">
                  <c:v>42964</c:v>
                </c:pt>
                <c:pt idx="3850">
                  <c:v>42965</c:v>
                </c:pt>
                <c:pt idx="3851">
                  <c:v>42968</c:v>
                </c:pt>
                <c:pt idx="3852">
                  <c:v>42969</c:v>
                </c:pt>
                <c:pt idx="3853">
                  <c:v>42970</c:v>
                </c:pt>
                <c:pt idx="3854">
                  <c:v>42971</c:v>
                </c:pt>
                <c:pt idx="3855">
                  <c:v>42972</c:v>
                </c:pt>
                <c:pt idx="3856">
                  <c:v>42975</c:v>
                </c:pt>
                <c:pt idx="3857">
                  <c:v>42976</c:v>
                </c:pt>
                <c:pt idx="3858">
                  <c:v>42977</c:v>
                </c:pt>
                <c:pt idx="3859">
                  <c:v>42978</c:v>
                </c:pt>
                <c:pt idx="3860">
                  <c:v>42979</c:v>
                </c:pt>
                <c:pt idx="3861">
                  <c:v>42982</c:v>
                </c:pt>
                <c:pt idx="3862">
                  <c:v>42983</c:v>
                </c:pt>
                <c:pt idx="3863">
                  <c:v>42984</c:v>
                </c:pt>
                <c:pt idx="3864">
                  <c:v>42986</c:v>
                </c:pt>
                <c:pt idx="3865">
                  <c:v>42989</c:v>
                </c:pt>
                <c:pt idx="3866">
                  <c:v>42990</c:v>
                </c:pt>
                <c:pt idx="3867">
                  <c:v>42991</c:v>
                </c:pt>
                <c:pt idx="3868">
                  <c:v>42992</c:v>
                </c:pt>
                <c:pt idx="3869">
                  <c:v>42993</c:v>
                </c:pt>
                <c:pt idx="3870">
                  <c:v>42996</c:v>
                </c:pt>
                <c:pt idx="3871">
                  <c:v>42997</c:v>
                </c:pt>
                <c:pt idx="3872">
                  <c:v>42998</c:v>
                </c:pt>
                <c:pt idx="3873">
                  <c:v>42999</c:v>
                </c:pt>
                <c:pt idx="3874">
                  <c:v>43000</c:v>
                </c:pt>
                <c:pt idx="3875">
                  <c:v>43003</c:v>
                </c:pt>
                <c:pt idx="3876">
                  <c:v>43004</c:v>
                </c:pt>
                <c:pt idx="3877">
                  <c:v>43005</c:v>
                </c:pt>
                <c:pt idx="3878">
                  <c:v>43006</c:v>
                </c:pt>
                <c:pt idx="3879">
                  <c:v>43007</c:v>
                </c:pt>
                <c:pt idx="3880">
                  <c:v>43010</c:v>
                </c:pt>
                <c:pt idx="3881">
                  <c:v>43011</c:v>
                </c:pt>
                <c:pt idx="3882">
                  <c:v>43012</c:v>
                </c:pt>
                <c:pt idx="3883">
                  <c:v>43013</c:v>
                </c:pt>
                <c:pt idx="3884">
                  <c:v>43014</c:v>
                </c:pt>
                <c:pt idx="3885">
                  <c:v>43017</c:v>
                </c:pt>
                <c:pt idx="3886">
                  <c:v>43018</c:v>
                </c:pt>
                <c:pt idx="3887">
                  <c:v>43019</c:v>
                </c:pt>
                <c:pt idx="3888">
                  <c:v>43021</c:v>
                </c:pt>
                <c:pt idx="3889">
                  <c:v>43024</c:v>
                </c:pt>
                <c:pt idx="3890">
                  <c:v>43025</c:v>
                </c:pt>
                <c:pt idx="3891">
                  <c:v>43026</c:v>
                </c:pt>
                <c:pt idx="3892">
                  <c:v>43027</c:v>
                </c:pt>
                <c:pt idx="3893">
                  <c:v>43028</c:v>
                </c:pt>
                <c:pt idx="3894">
                  <c:v>43031</c:v>
                </c:pt>
                <c:pt idx="3895">
                  <c:v>43032</c:v>
                </c:pt>
                <c:pt idx="3896">
                  <c:v>43033</c:v>
                </c:pt>
                <c:pt idx="3897">
                  <c:v>43034</c:v>
                </c:pt>
                <c:pt idx="3898">
                  <c:v>43035</c:v>
                </c:pt>
                <c:pt idx="3899">
                  <c:v>43038</c:v>
                </c:pt>
                <c:pt idx="3900">
                  <c:v>43039</c:v>
                </c:pt>
                <c:pt idx="3901">
                  <c:v>43040</c:v>
                </c:pt>
                <c:pt idx="3902">
                  <c:v>43042</c:v>
                </c:pt>
                <c:pt idx="3903">
                  <c:v>43045</c:v>
                </c:pt>
                <c:pt idx="3904">
                  <c:v>43046</c:v>
                </c:pt>
                <c:pt idx="3905">
                  <c:v>43047</c:v>
                </c:pt>
                <c:pt idx="3906">
                  <c:v>43048</c:v>
                </c:pt>
                <c:pt idx="3907">
                  <c:v>43049</c:v>
                </c:pt>
                <c:pt idx="3908">
                  <c:v>43052</c:v>
                </c:pt>
                <c:pt idx="3909">
                  <c:v>43053</c:v>
                </c:pt>
                <c:pt idx="3910">
                  <c:v>43055</c:v>
                </c:pt>
                <c:pt idx="3911">
                  <c:v>43056</c:v>
                </c:pt>
                <c:pt idx="3912">
                  <c:v>43060</c:v>
                </c:pt>
                <c:pt idx="3913">
                  <c:v>43061</c:v>
                </c:pt>
                <c:pt idx="3914">
                  <c:v>43062</c:v>
                </c:pt>
                <c:pt idx="3915">
                  <c:v>43063</c:v>
                </c:pt>
                <c:pt idx="3916">
                  <c:v>43066</c:v>
                </c:pt>
                <c:pt idx="3917">
                  <c:v>43067</c:v>
                </c:pt>
                <c:pt idx="3918">
                  <c:v>43068</c:v>
                </c:pt>
                <c:pt idx="3919">
                  <c:v>43069</c:v>
                </c:pt>
                <c:pt idx="3920">
                  <c:v>43070</c:v>
                </c:pt>
                <c:pt idx="3921">
                  <c:v>43073</c:v>
                </c:pt>
                <c:pt idx="3922">
                  <c:v>43074</c:v>
                </c:pt>
                <c:pt idx="3923">
                  <c:v>43075</c:v>
                </c:pt>
                <c:pt idx="3924">
                  <c:v>43076</c:v>
                </c:pt>
                <c:pt idx="3925">
                  <c:v>43077</c:v>
                </c:pt>
                <c:pt idx="3926">
                  <c:v>43080</c:v>
                </c:pt>
                <c:pt idx="3927">
                  <c:v>43081</c:v>
                </c:pt>
                <c:pt idx="3928">
                  <c:v>43082</c:v>
                </c:pt>
                <c:pt idx="3929">
                  <c:v>43083</c:v>
                </c:pt>
                <c:pt idx="3930">
                  <c:v>43084</c:v>
                </c:pt>
                <c:pt idx="3931">
                  <c:v>43087</c:v>
                </c:pt>
                <c:pt idx="3932">
                  <c:v>43088</c:v>
                </c:pt>
                <c:pt idx="3933">
                  <c:v>43089</c:v>
                </c:pt>
                <c:pt idx="3934">
                  <c:v>43090</c:v>
                </c:pt>
                <c:pt idx="3935">
                  <c:v>43091</c:v>
                </c:pt>
                <c:pt idx="3936">
                  <c:v>43095</c:v>
                </c:pt>
                <c:pt idx="3937">
                  <c:v>43096</c:v>
                </c:pt>
                <c:pt idx="3938">
                  <c:v>43097</c:v>
                </c:pt>
                <c:pt idx="3939">
                  <c:v>43102</c:v>
                </c:pt>
                <c:pt idx="3940">
                  <c:v>43103</c:v>
                </c:pt>
                <c:pt idx="3941">
                  <c:v>43104</c:v>
                </c:pt>
                <c:pt idx="3942">
                  <c:v>43105</c:v>
                </c:pt>
                <c:pt idx="3943">
                  <c:v>43108</c:v>
                </c:pt>
                <c:pt idx="3944">
                  <c:v>43109</c:v>
                </c:pt>
                <c:pt idx="3945">
                  <c:v>43110</c:v>
                </c:pt>
                <c:pt idx="3946">
                  <c:v>43111</c:v>
                </c:pt>
                <c:pt idx="3947">
                  <c:v>43112</c:v>
                </c:pt>
                <c:pt idx="3948">
                  <c:v>43115</c:v>
                </c:pt>
                <c:pt idx="3949">
                  <c:v>43116</c:v>
                </c:pt>
                <c:pt idx="3950">
                  <c:v>43117</c:v>
                </c:pt>
                <c:pt idx="3951">
                  <c:v>43118</c:v>
                </c:pt>
                <c:pt idx="3952">
                  <c:v>43119</c:v>
                </c:pt>
                <c:pt idx="3953">
                  <c:v>43122</c:v>
                </c:pt>
                <c:pt idx="3954">
                  <c:v>43123</c:v>
                </c:pt>
                <c:pt idx="3955">
                  <c:v>43124</c:v>
                </c:pt>
                <c:pt idx="3956">
                  <c:v>43126</c:v>
                </c:pt>
                <c:pt idx="3957">
                  <c:v>43129</c:v>
                </c:pt>
                <c:pt idx="3958">
                  <c:v>43130</c:v>
                </c:pt>
                <c:pt idx="3959">
                  <c:v>43131</c:v>
                </c:pt>
                <c:pt idx="3960">
                  <c:v>43132</c:v>
                </c:pt>
                <c:pt idx="3961">
                  <c:v>43133</c:v>
                </c:pt>
                <c:pt idx="3962">
                  <c:v>43136</c:v>
                </c:pt>
                <c:pt idx="3963">
                  <c:v>43137</c:v>
                </c:pt>
                <c:pt idx="3964">
                  <c:v>43138</c:v>
                </c:pt>
                <c:pt idx="3965">
                  <c:v>43139</c:v>
                </c:pt>
                <c:pt idx="3966">
                  <c:v>43140</c:v>
                </c:pt>
                <c:pt idx="3967">
                  <c:v>43145</c:v>
                </c:pt>
                <c:pt idx="3968">
                  <c:v>43146</c:v>
                </c:pt>
                <c:pt idx="3969">
                  <c:v>43147</c:v>
                </c:pt>
                <c:pt idx="3970">
                  <c:v>43150</c:v>
                </c:pt>
                <c:pt idx="3971">
                  <c:v>43151</c:v>
                </c:pt>
                <c:pt idx="3972">
                  <c:v>43152</c:v>
                </c:pt>
                <c:pt idx="3973">
                  <c:v>43153</c:v>
                </c:pt>
                <c:pt idx="3974">
                  <c:v>43154</c:v>
                </c:pt>
                <c:pt idx="3975">
                  <c:v>43157</c:v>
                </c:pt>
                <c:pt idx="3976">
                  <c:v>43158</c:v>
                </c:pt>
                <c:pt idx="3977">
                  <c:v>43159</c:v>
                </c:pt>
                <c:pt idx="3978">
                  <c:v>43160</c:v>
                </c:pt>
                <c:pt idx="3979">
                  <c:v>43161</c:v>
                </c:pt>
                <c:pt idx="3980">
                  <c:v>43164</c:v>
                </c:pt>
                <c:pt idx="3981">
                  <c:v>43165</c:v>
                </c:pt>
                <c:pt idx="3982">
                  <c:v>43166</c:v>
                </c:pt>
                <c:pt idx="3983">
                  <c:v>43167</c:v>
                </c:pt>
                <c:pt idx="3984">
                  <c:v>43168</c:v>
                </c:pt>
                <c:pt idx="3985">
                  <c:v>43171</c:v>
                </c:pt>
                <c:pt idx="3986">
                  <c:v>43172</c:v>
                </c:pt>
                <c:pt idx="3987">
                  <c:v>43173</c:v>
                </c:pt>
                <c:pt idx="3988">
                  <c:v>43174</c:v>
                </c:pt>
                <c:pt idx="3989">
                  <c:v>43175</c:v>
                </c:pt>
                <c:pt idx="3990">
                  <c:v>43178</c:v>
                </c:pt>
                <c:pt idx="3991">
                  <c:v>43179</c:v>
                </c:pt>
                <c:pt idx="3992">
                  <c:v>43180</c:v>
                </c:pt>
                <c:pt idx="3993">
                  <c:v>43181</c:v>
                </c:pt>
                <c:pt idx="3994">
                  <c:v>43182</c:v>
                </c:pt>
                <c:pt idx="3995">
                  <c:v>43185</c:v>
                </c:pt>
                <c:pt idx="3996">
                  <c:v>43186</c:v>
                </c:pt>
                <c:pt idx="3997">
                  <c:v>43187</c:v>
                </c:pt>
                <c:pt idx="3998">
                  <c:v>43188</c:v>
                </c:pt>
                <c:pt idx="3999">
                  <c:v>43192</c:v>
                </c:pt>
                <c:pt idx="4000">
                  <c:v>43193</c:v>
                </c:pt>
                <c:pt idx="4001">
                  <c:v>43194</c:v>
                </c:pt>
                <c:pt idx="4002">
                  <c:v>43195</c:v>
                </c:pt>
                <c:pt idx="4003">
                  <c:v>43196</c:v>
                </c:pt>
                <c:pt idx="4004">
                  <c:v>43199</c:v>
                </c:pt>
                <c:pt idx="4005">
                  <c:v>43200</c:v>
                </c:pt>
                <c:pt idx="4006">
                  <c:v>43201</c:v>
                </c:pt>
                <c:pt idx="4007">
                  <c:v>43202</c:v>
                </c:pt>
                <c:pt idx="4008">
                  <c:v>43203</c:v>
                </c:pt>
                <c:pt idx="4009">
                  <c:v>43206</c:v>
                </c:pt>
                <c:pt idx="4010">
                  <c:v>43207</c:v>
                </c:pt>
                <c:pt idx="4011">
                  <c:v>43208</c:v>
                </c:pt>
                <c:pt idx="4012">
                  <c:v>43209</c:v>
                </c:pt>
                <c:pt idx="4013">
                  <c:v>43210</c:v>
                </c:pt>
                <c:pt idx="4014">
                  <c:v>43213</c:v>
                </c:pt>
                <c:pt idx="4015">
                  <c:v>43214</c:v>
                </c:pt>
                <c:pt idx="4016">
                  <c:v>43215</c:v>
                </c:pt>
                <c:pt idx="4017">
                  <c:v>43216</c:v>
                </c:pt>
                <c:pt idx="4018">
                  <c:v>43217</c:v>
                </c:pt>
                <c:pt idx="4019">
                  <c:v>43220</c:v>
                </c:pt>
                <c:pt idx="4020">
                  <c:v>43222</c:v>
                </c:pt>
                <c:pt idx="4021">
                  <c:v>43223</c:v>
                </c:pt>
                <c:pt idx="4022">
                  <c:v>43224</c:v>
                </c:pt>
                <c:pt idx="4023">
                  <c:v>43227</c:v>
                </c:pt>
                <c:pt idx="4024">
                  <c:v>43228</c:v>
                </c:pt>
                <c:pt idx="4025">
                  <c:v>43229</c:v>
                </c:pt>
                <c:pt idx="4026">
                  <c:v>43230</c:v>
                </c:pt>
                <c:pt idx="4027">
                  <c:v>43231</c:v>
                </c:pt>
                <c:pt idx="4028">
                  <c:v>43234</c:v>
                </c:pt>
                <c:pt idx="4029">
                  <c:v>43235</c:v>
                </c:pt>
                <c:pt idx="4030">
                  <c:v>43236</c:v>
                </c:pt>
                <c:pt idx="4031">
                  <c:v>43237</c:v>
                </c:pt>
                <c:pt idx="4032">
                  <c:v>43238</c:v>
                </c:pt>
                <c:pt idx="4033">
                  <c:v>43241</c:v>
                </c:pt>
                <c:pt idx="4034">
                  <c:v>43242</c:v>
                </c:pt>
                <c:pt idx="4035">
                  <c:v>43243</c:v>
                </c:pt>
                <c:pt idx="4036">
                  <c:v>43244</c:v>
                </c:pt>
                <c:pt idx="4037">
                  <c:v>43245</c:v>
                </c:pt>
                <c:pt idx="4038">
                  <c:v>43248</c:v>
                </c:pt>
                <c:pt idx="4039">
                  <c:v>43249</c:v>
                </c:pt>
                <c:pt idx="4040">
                  <c:v>43250</c:v>
                </c:pt>
                <c:pt idx="4041">
                  <c:v>43252</c:v>
                </c:pt>
                <c:pt idx="4042">
                  <c:v>43255</c:v>
                </c:pt>
                <c:pt idx="4043">
                  <c:v>43256</c:v>
                </c:pt>
                <c:pt idx="4044">
                  <c:v>43257</c:v>
                </c:pt>
                <c:pt idx="4045">
                  <c:v>43258</c:v>
                </c:pt>
                <c:pt idx="4046">
                  <c:v>43259</c:v>
                </c:pt>
                <c:pt idx="4047">
                  <c:v>43262</c:v>
                </c:pt>
                <c:pt idx="4048">
                  <c:v>43263</c:v>
                </c:pt>
                <c:pt idx="4049">
                  <c:v>43264</c:v>
                </c:pt>
                <c:pt idx="4050">
                  <c:v>43265</c:v>
                </c:pt>
                <c:pt idx="4051">
                  <c:v>43266</c:v>
                </c:pt>
                <c:pt idx="4052">
                  <c:v>43269</c:v>
                </c:pt>
                <c:pt idx="4053">
                  <c:v>43270</c:v>
                </c:pt>
                <c:pt idx="4054">
                  <c:v>43271</c:v>
                </c:pt>
                <c:pt idx="4055">
                  <c:v>43272</c:v>
                </c:pt>
                <c:pt idx="4056">
                  <c:v>43273</c:v>
                </c:pt>
                <c:pt idx="4057">
                  <c:v>43276</c:v>
                </c:pt>
                <c:pt idx="4058">
                  <c:v>43277</c:v>
                </c:pt>
                <c:pt idx="4059">
                  <c:v>43278</c:v>
                </c:pt>
                <c:pt idx="4060">
                  <c:v>43279</c:v>
                </c:pt>
                <c:pt idx="4061">
                  <c:v>43280</c:v>
                </c:pt>
                <c:pt idx="4062">
                  <c:v>43283</c:v>
                </c:pt>
                <c:pt idx="4063">
                  <c:v>43284</c:v>
                </c:pt>
                <c:pt idx="4064">
                  <c:v>43285</c:v>
                </c:pt>
                <c:pt idx="4065">
                  <c:v>43286</c:v>
                </c:pt>
                <c:pt idx="4066">
                  <c:v>43287</c:v>
                </c:pt>
                <c:pt idx="4067">
                  <c:v>43291</c:v>
                </c:pt>
                <c:pt idx="4068">
                  <c:v>43292</c:v>
                </c:pt>
                <c:pt idx="4069">
                  <c:v>43293</c:v>
                </c:pt>
                <c:pt idx="4070">
                  <c:v>43294</c:v>
                </c:pt>
                <c:pt idx="4071">
                  <c:v>43297</c:v>
                </c:pt>
                <c:pt idx="4072">
                  <c:v>43298</c:v>
                </c:pt>
                <c:pt idx="4073">
                  <c:v>43299</c:v>
                </c:pt>
                <c:pt idx="4074">
                  <c:v>43300</c:v>
                </c:pt>
                <c:pt idx="4075">
                  <c:v>43301</c:v>
                </c:pt>
                <c:pt idx="4076">
                  <c:v>43304</c:v>
                </c:pt>
                <c:pt idx="4077">
                  <c:v>43305</c:v>
                </c:pt>
                <c:pt idx="4078">
                  <c:v>43306</c:v>
                </c:pt>
                <c:pt idx="4079">
                  <c:v>43307</c:v>
                </c:pt>
                <c:pt idx="4080">
                  <c:v>43308</c:v>
                </c:pt>
                <c:pt idx="4081">
                  <c:v>43311</c:v>
                </c:pt>
                <c:pt idx="4082">
                  <c:v>43312</c:v>
                </c:pt>
                <c:pt idx="4083">
                  <c:v>43313</c:v>
                </c:pt>
                <c:pt idx="4084">
                  <c:v>43314</c:v>
                </c:pt>
                <c:pt idx="4085">
                  <c:v>43315</c:v>
                </c:pt>
                <c:pt idx="4086">
                  <c:v>43318</c:v>
                </c:pt>
                <c:pt idx="4087">
                  <c:v>43319</c:v>
                </c:pt>
                <c:pt idx="4088">
                  <c:v>43320</c:v>
                </c:pt>
                <c:pt idx="4089">
                  <c:v>43321</c:v>
                </c:pt>
                <c:pt idx="4090">
                  <c:v>43322</c:v>
                </c:pt>
                <c:pt idx="4091">
                  <c:v>43325</c:v>
                </c:pt>
                <c:pt idx="4092">
                  <c:v>43326</c:v>
                </c:pt>
                <c:pt idx="4093">
                  <c:v>43327</c:v>
                </c:pt>
                <c:pt idx="4094">
                  <c:v>43328</c:v>
                </c:pt>
                <c:pt idx="4095">
                  <c:v>43329</c:v>
                </c:pt>
                <c:pt idx="4096">
                  <c:v>43332</c:v>
                </c:pt>
                <c:pt idx="4097">
                  <c:v>43333</c:v>
                </c:pt>
                <c:pt idx="4098">
                  <c:v>43334</c:v>
                </c:pt>
                <c:pt idx="4099">
                  <c:v>43335</c:v>
                </c:pt>
                <c:pt idx="4100">
                  <c:v>43336</c:v>
                </c:pt>
                <c:pt idx="4101">
                  <c:v>43339</c:v>
                </c:pt>
                <c:pt idx="4102">
                  <c:v>43340</c:v>
                </c:pt>
                <c:pt idx="4103">
                  <c:v>43341</c:v>
                </c:pt>
                <c:pt idx="4104">
                  <c:v>43342</c:v>
                </c:pt>
                <c:pt idx="4105">
                  <c:v>43343</c:v>
                </c:pt>
                <c:pt idx="4106">
                  <c:v>43346</c:v>
                </c:pt>
                <c:pt idx="4107">
                  <c:v>43347</c:v>
                </c:pt>
                <c:pt idx="4108">
                  <c:v>43348</c:v>
                </c:pt>
                <c:pt idx="4109">
                  <c:v>43349</c:v>
                </c:pt>
                <c:pt idx="4110">
                  <c:v>43353</c:v>
                </c:pt>
                <c:pt idx="4111">
                  <c:v>43354</c:v>
                </c:pt>
                <c:pt idx="4112">
                  <c:v>43355</c:v>
                </c:pt>
                <c:pt idx="4113">
                  <c:v>43356</c:v>
                </c:pt>
                <c:pt idx="4114">
                  <c:v>43357</c:v>
                </c:pt>
                <c:pt idx="4115">
                  <c:v>43360</c:v>
                </c:pt>
                <c:pt idx="4116">
                  <c:v>43361</c:v>
                </c:pt>
                <c:pt idx="4117">
                  <c:v>43362</c:v>
                </c:pt>
                <c:pt idx="4118">
                  <c:v>43363</c:v>
                </c:pt>
                <c:pt idx="4119">
                  <c:v>43364</c:v>
                </c:pt>
                <c:pt idx="4120">
                  <c:v>43367</c:v>
                </c:pt>
                <c:pt idx="4121">
                  <c:v>43368</c:v>
                </c:pt>
                <c:pt idx="4122">
                  <c:v>43369</c:v>
                </c:pt>
                <c:pt idx="4123">
                  <c:v>43370</c:v>
                </c:pt>
                <c:pt idx="4124">
                  <c:v>43371</c:v>
                </c:pt>
                <c:pt idx="4125">
                  <c:v>43374</c:v>
                </c:pt>
                <c:pt idx="4126">
                  <c:v>43375</c:v>
                </c:pt>
                <c:pt idx="4127">
                  <c:v>43376</c:v>
                </c:pt>
                <c:pt idx="4128">
                  <c:v>43377</c:v>
                </c:pt>
                <c:pt idx="4129">
                  <c:v>43378</c:v>
                </c:pt>
                <c:pt idx="4130">
                  <c:v>43381</c:v>
                </c:pt>
                <c:pt idx="4131">
                  <c:v>43382</c:v>
                </c:pt>
                <c:pt idx="4132">
                  <c:v>43383</c:v>
                </c:pt>
                <c:pt idx="4133">
                  <c:v>43384</c:v>
                </c:pt>
                <c:pt idx="4134">
                  <c:v>43388</c:v>
                </c:pt>
                <c:pt idx="4135">
                  <c:v>43389</c:v>
                </c:pt>
                <c:pt idx="4136">
                  <c:v>43390</c:v>
                </c:pt>
                <c:pt idx="4137">
                  <c:v>43391</c:v>
                </c:pt>
                <c:pt idx="4138">
                  <c:v>43392</c:v>
                </c:pt>
                <c:pt idx="4139">
                  <c:v>43395</c:v>
                </c:pt>
                <c:pt idx="4140">
                  <c:v>43396</c:v>
                </c:pt>
                <c:pt idx="4141">
                  <c:v>43397</c:v>
                </c:pt>
                <c:pt idx="4142">
                  <c:v>43398</c:v>
                </c:pt>
                <c:pt idx="4143">
                  <c:v>43399</c:v>
                </c:pt>
                <c:pt idx="4144">
                  <c:v>43402</c:v>
                </c:pt>
                <c:pt idx="4145">
                  <c:v>43403</c:v>
                </c:pt>
                <c:pt idx="4146">
                  <c:v>43404</c:v>
                </c:pt>
                <c:pt idx="4147">
                  <c:v>43405</c:v>
                </c:pt>
                <c:pt idx="4148">
                  <c:v>43409</c:v>
                </c:pt>
                <c:pt idx="4149">
                  <c:v>43410</c:v>
                </c:pt>
                <c:pt idx="4150">
                  <c:v>43411</c:v>
                </c:pt>
                <c:pt idx="4151">
                  <c:v>43412</c:v>
                </c:pt>
                <c:pt idx="4152">
                  <c:v>43413</c:v>
                </c:pt>
                <c:pt idx="4153">
                  <c:v>43416</c:v>
                </c:pt>
                <c:pt idx="4154">
                  <c:v>43417</c:v>
                </c:pt>
                <c:pt idx="4155">
                  <c:v>43418</c:v>
                </c:pt>
                <c:pt idx="4156">
                  <c:v>43420</c:v>
                </c:pt>
                <c:pt idx="4157">
                  <c:v>43423</c:v>
                </c:pt>
                <c:pt idx="4158">
                  <c:v>43425</c:v>
                </c:pt>
                <c:pt idx="4159">
                  <c:v>43426</c:v>
                </c:pt>
                <c:pt idx="4160">
                  <c:v>43427</c:v>
                </c:pt>
                <c:pt idx="4161">
                  <c:v>43430</c:v>
                </c:pt>
                <c:pt idx="4162">
                  <c:v>43431</c:v>
                </c:pt>
                <c:pt idx="4163">
                  <c:v>43432</c:v>
                </c:pt>
                <c:pt idx="4164">
                  <c:v>43433</c:v>
                </c:pt>
                <c:pt idx="4165">
                  <c:v>43434</c:v>
                </c:pt>
                <c:pt idx="4166">
                  <c:v>43437</c:v>
                </c:pt>
                <c:pt idx="4167">
                  <c:v>43438</c:v>
                </c:pt>
                <c:pt idx="4168">
                  <c:v>43439</c:v>
                </c:pt>
                <c:pt idx="4169">
                  <c:v>43440</c:v>
                </c:pt>
                <c:pt idx="4170">
                  <c:v>43441</c:v>
                </c:pt>
                <c:pt idx="4171">
                  <c:v>43444</c:v>
                </c:pt>
                <c:pt idx="4172">
                  <c:v>43445</c:v>
                </c:pt>
                <c:pt idx="4173">
                  <c:v>43446</c:v>
                </c:pt>
                <c:pt idx="4174">
                  <c:v>43447</c:v>
                </c:pt>
                <c:pt idx="4175">
                  <c:v>43448</c:v>
                </c:pt>
                <c:pt idx="4176">
                  <c:v>43451</c:v>
                </c:pt>
                <c:pt idx="4177">
                  <c:v>43452</c:v>
                </c:pt>
                <c:pt idx="4178">
                  <c:v>43453</c:v>
                </c:pt>
                <c:pt idx="4179">
                  <c:v>43454</c:v>
                </c:pt>
                <c:pt idx="4180">
                  <c:v>43455</c:v>
                </c:pt>
                <c:pt idx="4181">
                  <c:v>43460</c:v>
                </c:pt>
                <c:pt idx="4182">
                  <c:v>43461</c:v>
                </c:pt>
                <c:pt idx="4183">
                  <c:v>43462</c:v>
                </c:pt>
                <c:pt idx="4184">
                  <c:v>43467</c:v>
                </c:pt>
                <c:pt idx="4185">
                  <c:v>43468</c:v>
                </c:pt>
                <c:pt idx="4186">
                  <c:v>43469</c:v>
                </c:pt>
                <c:pt idx="4187">
                  <c:v>43472</c:v>
                </c:pt>
                <c:pt idx="4188">
                  <c:v>43473</c:v>
                </c:pt>
                <c:pt idx="4189">
                  <c:v>43474</c:v>
                </c:pt>
                <c:pt idx="4190">
                  <c:v>43475</c:v>
                </c:pt>
                <c:pt idx="4191">
                  <c:v>43476</c:v>
                </c:pt>
                <c:pt idx="4192">
                  <c:v>43479</c:v>
                </c:pt>
                <c:pt idx="4193">
                  <c:v>43480</c:v>
                </c:pt>
                <c:pt idx="4194">
                  <c:v>43481</c:v>
                </c:pt>
                <c:pt idx="4195">
                  <c:v>43482</c:v>
                </c:pt>
                <c:pt idx="4196">
                  <c:v>43483</c:v>
                </c:pt>
                <c:pt idx="4197">
                  <c:v>43486</c:v>
                </c:pt>
                <c:pt idx="4198">
                  <c:v>43487</c:v>
                </c:pt>
                <c:pt idx="4199">
                  <c:v>43488</c:v>
                </c:pt>
                <c:pt idx="4200">
                  <c:v>43489</c:v>
                </c:pt>
                <c:pt idx="4201">
                  <c:v>43493</c:v>
                </c:pt>
                <c:pt idx="4202">
                  <c:v>43494</c:v>
                </c:pt>
                <c:pt idx="4203">
                  <c:v>43495</c:v>
                </c:pt>
                <c:pt idx="4204">
                  <c:v>43496</c:v>
                </c:pt>
                <c:pt idx="4205">
                  <c:v>43497</c:v>
                </c:pt>
                <c:pt idx="4206">
                  <c:v>43500</c:v>
                </c:pt>
                <c:pt idx="4207">
                  <c:v>43501</c:v>
                </c:pt>
                <c:pt idx="4208">
                  <c:v>43502</c:v>
                </c:pt>
                <c:pt idx="4209">
                  <c:v>43503</c:v>
                </c:pt>
                <c:pt idx="4210">
                  <c:v>43504</c:v>
                </c:pt>
                <c:pt idx="4211">
                  <c:v>43507</c:v>
                </c:pt>
                <c:pt idx="4212">
                  <c:v>43508</c:v>
                </c:pt>
                <c:pt idx="4213">
                  <c:v>43509</c:v>
                </c:pt>
                <c:pt idx="4214">
                  <c:v>43510</c:v>
                </c:pt>
                <c:pt idx="4215">
                  <c:v>43511</c:v>
                </c:pt>
                <c:pt idx="4216">
                  <c:v>43514</c:v>
                </c:pt>
                <c:pt idx="4217">
                  <c:v>43515</c:v>
                </c:pt>
                <c:pt idx="4218">
                  <c:v>43516</c:v>
                </c:pt>
                <c:pt idx="4219">
                  <c:v>43517</c:v>
                </c:pt>
                <c:pt idx="4220">
                  <c:v>43518</c:v>
                </c:pt>
                <c:pt idx="4221">
                  <c:v>43521</c:v>
                </c:pt>
                <c:pt idx="4222">
                  <c:v>43522</c:v>
                </c:pt>
                <c:pt idx="4223">
                  <c:v>43523</c:v>
                </c:pt>
                <c:pt idx="4224">
                  <c:v>43524</c:v>
                </c:pt>
                <c:pt idx="4225">
                  <c:v>43525</c:v>
                </c:pt>
                <c:pt idx="4226">
                  <c:v>43530</c:v>
                </c:pt>
                <c:pt idx="4227">
                  <c:v>43531</c:v>
                </c:pt>
                <c:pt idx="4228">
                  <c:v>43532</c:v>
                </c:pt>
                <c:pt idx="4229">
                  <c:v>43535</c:v>
                </c:pt>
                <c:pt idx="4230">
                  <c:v>43536</c:v>
                </c:pt>
                <c:pt idx="4231">
                  <c:v>43537</c:v>
                </c:pt>
                <c:pt idx="4232">
                  <c:v>43538</c:v>
                </c:pt>
                <c:pt idx="4233">
                  <c:v>43539</c:v>
                </c:pt>
                <c:pt idx="4234">
                  <c:v>43542</c:v>
                </c:pt>
                <c:pt idx="4235">
                  <c:v>43543</c:v>
                </c:pt>
                <c:pt idx="4236">
                  <c:v>43544</c:v>
                </c:pt>
                <c:pt idx="4237">
                  <c:v>43545</c:v>
                </c:pt>
                <c:pt idx="4238">
                  <c:v>43546</c:v>
                </c:pt>
                <c:pt idx="4239">
                  <c:v>43549</c:v>
                </c:pt>
                <c:pt idx="4240">
                  <c:v>43550</c:v>
                </c:pt>
                <c:pt idx="4241">
                  <c:v>43551</c:v>
                </c:pt>
                <c:pt idx="4242">
                  <c:v>43552</c:v>
                </c:pt>
                <c:pt idx="4243">
                  <c:v>43553</c:v>
                </c:pt>
                <c:pt idx="4244">
                  <c:v>43556</c:v>
                </c:pt>
                <c:pt idx="4245">
                  <c:v>43557</c:v>
                </c:pt>
                <c:pt idx="4246">
                  <c:v>43558</c:v>
                </c:pt>
                <c:pt idx="4247">
                  <c:v>43559</c:v>
                </c:pt>
                <c:pt idx="4248">
                  <c:v>43560</c:v>
                </c:pt>
                <c:pt idx="4249">
                  <c:v>43563</c:v>
                </c:pt>
                <c:pt idx="4250">
                  <c:v>43564</c:v>
                </c:pt>
                <c:pt idx="4251">
                  <c:v>43565</c:v>
                </c:pt>
                <c:pt idx="4252">
                  <c:v>43566</c:v>
                </c:pt>
                <c:pt idx="4253">
                  <c:v>43567</c:v>
                </c:pt>
                <c:pt idx="4254">
                  <c:v>43570</c:v>
                </c:pt>
                <c:pt idx="4255">
                  <c:v>43571</c:v>
                </c:pt>
                <c:pt idx="4256">
                  <c:v>43572</c:v>
                </c:pt>
                <c:pt idx="4257">
                  <c:v>43573</c:v>
                </c:pt>
                <c:pt idx="4258">
                  <c:v>43577</c:v>
                </c:pt>
                <c:pt idx="4259">
                  <c:v>43578</c:v>
                </c:pt>
                <c:pt idx="4260">
                  <c:v>43579</c:v>
                </c:pt>
                <c:pt idx="4261">
                  <c:v>43580</c:v>
                </c:pt>
                <c:pt idx="4262">
                  <c:v>43581</c:v>
                </c:pt>
                <c:pt idx="4263">
                  <c:v>43584</c:v>
                </c:pt>
                <c:pt idx="4264">
                  <c:v>43585</c:v>
                </c:pt>
                <c:pt idx="4265">
                  <c:v>43587</c:v>
                </c:pt>
                <c:pt idx="4266">
                  <c:v>43588</c:v>
                </c:pt>
                <c:pt idx="4267">
                  <c:v>43591</c:v>
                </c:pt>
                <c:pt idx="4268">
                  <c:v>43592</c:v>
                </c:pt>
                <c:pt idx="4269">
                  <c:v>43593</c:v>
                </c:pt>
                <c:pt idx="4270">
                  <c:v>43594</c:v>
                </c:pt>
                <c:pt idx="4271">
                  <c:v>43595</c:v>
                </c:pt>
                <c:pt idx="4272">
                  <c:v>43598</c:v>
                </c:pt>
                <c:pt idx="4273">
                  <c:v>43599</c:v>
                </c:pt>
                <c:pt idx="4274">
                  <c:v>43600</c:v>
                </c:pt>
                <c:pt idx="4275">
                  <c:v>43601</c:v>
                </c:pt>
                <c:pt idx="4276">
                  <c:v>43602</c:v>
                </c:pt>
                <c:pt idx="4277">
                  <c:v>43605</c:v>
                </c:pt>
                <c:pt idx="4278">
                  <c:v>43606</c:v>
                </c:pt>
                <c:pt idx="4279">
                  <c:v>43607</c:v>
                </c:pt>
                <c:pt idx="4280">
                  <c:v>43608</c:v>
                </c:pt>
                <c:pt idx="4281">
                  <c:v>43609</c:v>
                </c:pt>
                <c:pt idx="4282">
                  <c:v>43612</c:v>
                </c:pt>
                <c:pt idx="4283">
                  <c:v>43613</c:v>
                </c:pt>
                <c:pt idx="4284">
                  <c:v>43614</c:v>
                </c:pt>
                <c:pt idx="4285">
                  <c:v>43615</c:v>
                </c:pt>
                <c:pt idx="4286">
                  <c:v>43616</c:v>
                </c:pt>
                <c:pt idx="4287">
                  <c:v>43619</c:v>
                </c:pt>
                <c:pt idx="4288">
                  <c:v>43620</c:v>
                </c:pt>
                <c:pt idx="4289">
                  <c:v>43621</c:v>
                </c:pt>
                <c:pt idx="4290">
                  <c:v>43622</c:v>
                </c:pt>
                <c:pt idx="4291">
                  <c:v>43623</c:v>
                </c:pt>
                <c:pt idx="4292">
                  <c:v>43626</c:v>
                </c:pt>
                <c:pt idx="4293">
                  <c:v>43627</c:v>
                </c:pt>
                <c:pt idx="4294">
                  <c:v>43628</c:v>
                </c:pt>
                <c:pt idx="4295">
                  <c:v>43629</c:v>
                </c:pt>
                <c:pt idx="4296">
                  <c:v>43630</c:v>
                </c:pt>
                <c:pt idx="4297">
                  <c:v>43633</c:v>
                </c:pt>
                <c:pt idx="4298">
                  <c:v>43634</c:v>
                </c:pt>
                <c:pt idx="4299">
                  <c:v>43635</c:v>
                </c:pt>
                <c:pt idx="4300">
                  <c:v>43637</c:v>
                </c:pt>
                <c:pt idx="4301">
                  <c:v>43640</c:v>
                </c:pt>
                <c:pt idx="4302">
                  <c:v>43641</c:v>
                </c:pt>
                <c:pt idx="4303">
                  <c:v>43642</c:v>
                </c:pt>
                <c:pt idx="4304">
                  <c:v>43643</c:v>
                </c:pt>
                <c:pt idx="4305">
                  <c:v>43644</c:v>
                </c:pt>
                <c:pt idx="4306">
                  <c:v>43647</c:v>
                </c:pt>
                <c:pt idx="4307">
                  <c:v>43648</c:v>
                </c:pt>
                <c:pt idx="4308">
                  <c:v>43649</c:v>
                </c:pt>
                <c:pt idx="4309">
                  <c:v>43650</c:v>
                </c:pt>
                <c:pt idx="4310">
                  <c:v>43651</c:v>
                </c:pt>
                <c:pt idx="4311">
                  <c:v>43654</c:v>
                </c:pt>
                <c:pt idx="4312">
                  <c:v>43656</c:v>
                </c:pt>
                <c:pt idx="4313">
                  <c:v>43657</c:v>
                </c:pt>
                <c:pt idx="4314">
                  <c:v>43658</c:v>
                </c:pt>
                <c:pt idx="4315">
                  <c:v>43661</c:v>
                </c:pt>
                <c:pt idx="4316">
                  <c:v>43662</c:v>
                </c:pt>
                <c:pt idx="4317">
                  <c:v>43663</c:v>
                </c:pt>
                <c:pt idx="4318">
                  <c:v>43664</c:v>
                </c:pt>
                <c:pt idx="4319">
                  <c:v>43665</c:v>
                </c:pt>
                <c:pt idx="4320">
                  <c:v>43668</c:v>
                </c:pt>
                <c:pt idx="4321">
                  <c:v>43669</c:v>
                </c:pt>
                <c:pt idx="4322">
                  <c:v>43670</c:v>
                </c:pt>
                <c:pt idx="4323">
                  <c:v>43671</c:v>
                </c:pt>
                <c:pt idx="4324">
                  <c:v>43672</c:v>
                </c:pt>
                <c:pt idx="4325">
                  <c:v>43675</c:v>
                </c:pt>
                <c:pt idx="4326">
                  <c:v>43676</c:v>
                </c:pt>
                <c:pt idx="4327">
                  <c:v>43677</c:v>
                </c:pt>
                <c:pt idx="4328">
                  <c:v>43678</c:v>
                </c:pt>
                <c:pt idx="4329">
                  <c:v>43679</c:v>
                </c:pt>
                <c:pt idx="4330">
                  <c:v>43682</c:v>
                </c:pt>
                <c:pt idx="4331">
                  <c:v>43683</c:v>
                </c:pt>
                <c:pt idx="4332">
                  <c:v>43684</c:v>
                </c:pt>
                <c:pt idx="4333">
                  <c:v>43685</c:v>
                </c:pt>
                <c:pt idx="4334">
                  <c:v>43686</c:v>
                </c:pt>
                <c:pt idx="4335">
                  <c:v>43689</c:v>
                </c:pt>
                <c:pt idx="4336">
                  <c:v>43690</c:v>
                </c:pt>
                <c:pt idx="4337">
                  <c:v>43691</c:v>
                </c:pt>
                <c:pt idx="4338">
                  <c:v>43692</c:v>
                </c:pt>
                <c:pt idx="4339">
                  <c:v>43693</c:v>
                </c:pt>
                <c:pt idx="4340">
                  <c:v>43696</c:v>
                </c:pt>
                <c:pt idx="4341">
                  <c:v>43697</c:v>
                </c:pt>
                <c:pt idx="4342">
                  <c:v>43698</c:v>
                </c:pt>
                <c:pt idx="4343">
                  <c:v>43699</c:v>
                </c:pt>
                <c:pt idx="4344">
                  <c:v>43700</c:v>
                </c:pt>
                <c:pt idx="4345">
                  <c:v>43703</c:v>
                </c:pt>
                <c:pt idx="4346">
                  <c:v>43704</c:v>
                </c:pt>
                <c:pt idx="4347">
                  <c:v>43705</c:v>
                </c:pt>
                <c:pt idx="4348">
                  <c:v>43706</c:v>
                </c:pt>
                <c:pt idx="4349">
                  <c:v>43707</c:v>
                </c:pt>
                <c:pt idx="4350">
                  <c:v>43710</c:v>
                </c:pt>
                <c:pt idx="4351">
                  <c:v>43711</c:v>
                </c:pt>
                <c:pt idx="4352">
                  <c:v>43712</c:v>
                </c:pt>
                <c:pt idx="4353">
                  <c:v>43713</c:v>
                </c:pt>
                <c:pt idx="4354">
                  <c:v>43714</c:v>
                </c:pt>
                <c:pt idx="4355">
                  <c:v>43717</c:v>
                </c:pt>
                <c:pt idx="4356">
                  <c:v>43718</c:v>
                </c:pt>
                <c:pt idx="4357">
                  <c:v>43719</c:v>
                </c:pt>
                <c:pt idx="4358">
                  <c:v>43720</c:v>
                </c:pt>
                <c:pt idx="4359">
                  <c:v>43721</c:v>
                </c:pt>
                <c:pt idx="4360">
                  <c:v>43724</c:v>
                </c:pt>
                <c:pt idx="4361">
                  <c:v>43725</c:v>
                </c:pt>
                <c:pt idx="4362">
                  <c:v>43726</c:v>
                </c:pt>
                <c:pt idx="4363">
                  <c:v>43727</c:v>
                </c:pt>
                <c:pt idx="4364">
                  <c:v>43728</c:v>
                </c:pt>
                <c:pt idx="4365">
                  <c:v>43731</c:v>
                </c:pt>
                <c:pt idx="4366">
                  <c:v>43732</c:v>
                </c:pt>
                <c:pt idx="4367">
                  <c:v>43733</c:v>
                </c:pt>
                <c:pt idx="4368">
                  <c:v>43734</c:v>
                </c:pt>
                <c:pt idx="4369">
                  <c:v>43735</c:v>
                </c:pt>
                <c:pt idx="4370">
                  <c:v>43738</c:v>
                </c:pt>
                <c:pt idx="4371">
                  <c:v>43739</c:v>
                </c:pt>
                <c:pt idx="4372">
                  <c:v>43740</c:v>
                </c:pt>
                <c:pt idx="4373">
                  <c:v>43741</c:v>
                </c:pt>
                <c:pt idx="4374">
                  <c:v>43742</c:v>
                </c:pt>
                <c:pt idx="4375">
                  <c:v>43745</c:v>
                </c:pt>
                <c:pt idx="4376">
                  <c:v>43746</c:v>
                </c:pt>
                <c:pt idx="4377">
                  <c:v>43747</c:v>
                </c:pt>
                <c:pt idx="4378">
                  <c:v>43748</c:v>
                </c:pt>
                <c:pt idx="4379">
                  <c:v>43749</c:v>
                </c:pt>
                <c:pt idx="4380">
                  <c:v>43752</c:v>
                </c:pt>
                <c:pt idx="4381">
                  <c:v>43753</c:v>
                </c:pt>
                <c:pt idx="4382">
                  <c:v>43754</c:v>
                </c:pt>
                <c:pt idx="4383">
                  <c:v>43755</c:v>
                </c:pt>
                <c:pt idx="4384">
                  <c:v>43756</c:v>
                </c:pt>
                <c:pt idx="4385">
                  <c:v>43759</c:v>
                </c:pt>
                <c:pt idx="4386">
                  <c:v>43760</c:v>
                </c:pt>
                <c:pt idx="4387">
                  <c:v>43761</c:v>
                </c:pt>
                <c:pt idx="4388">
                  <c:v>43762</c:v>
                </c:pt>
                <c:pt idx="4389">
                  <c:v>43763</c:v>
                </c:pt>
                <c:pt idx="4390">
                  <c:v>43766</c:v>
                </c:pt>
                <c:pt idx="4391">
                  <c:v>43767</c:v>
                </c:pt>
                <c:pt idx="4392">
                  <c:v>43768</c:v>
                </c:pt>
                <c:pt idx="4393">
                  <c:v>43769</c:v>
                </c:pt>
                <c:pt idx="4394">
                  <c:v>43770</c:v>
                </c:pt>
                <c:pt idx="4395">
                  <c:v>43773</c:v>
                </c:pt>
                <c:pt idx="4396">
                  <c:v>43774</c:v>
                </c:pt>
                <c:pt idx="4397">
                  <c:v>43775</c:v>
                </c:pt>
                <c:pt idx="4398">
                  <c:v>43776</c:v>
                </c:pt>
                <c:pt idx="4399">
                  <c:v>43777</c:v>
                </c:pt>
                <c:pt idx="4400">
                  <c:v>43780</c:v>
                </c:pt>
                <c:pt idx="4401">
                  <c:v>43781</c:v>
                </c:pt>
                <c:pt idx="4402">
                  <c:v>43782</c:v>
                </c:pt>
                <c:pt idx="4403">
                  <c:v>43783</c:v>
                </c:pt>
                <c:pt idx="4404">
                  <c:v>43787</c:v>
                </c:pt>
                <c:pt idx="4405">
                  <c:v>43788</c:v>
                </c:pt>
                <c:pt idx="4406">
                  <c:v>43790</c:v>
                </c:pt>
                <c:pt idx="4407">
                  <c:v>43791</c:v>
                </c:pt>
                <c:pt idx="4408">
                  <c:v>43794</c:v>
                </c:pt>
                <c:pt idx="4409">
                  <c:v>43795</c:v>
                </c:pt>
                <c:pt idx="4410">
                  <c:v>43796</c:v>
                </c:pt>
                <c:pt idx="4411">
                  <c:v>43797</c:v>
                </c:pt>
                <c:pt idx="4412">
                  <c:v>43798</c:v>
                </c:pt>
                <c:pt idx="4413">
                  <c:v>43801</c:v>
                </c:pt>
                <c:pt idx="4414">
                  <c:v>43802</c:v>
                </c:pt>
                <c:pt idx="4415">
                  <c:v>43803</c:v>
                </c:pt>
                <c:pt idx="4416">
                  <c:v>43804</c:v>
                </c:pt>
                <c:pt idx="4417">
                  <c:v>43805</c:v>
                </c:pt>
                <c:pt idx="4418">
                  <c:v>43808</c:v>
                </c:pt>
                <c:pt idx="4419">
                  <c:v>43809</c:v>
                </c:pt>
                <c:pt idx="4420">
                  <c:v>43810</c:v>
                </c:pt>
                <c:pt idx="4421">
                  <c:v>43811</c:v>
                </c:pt>
                <c:pt idx="4422">
                  <c:v>43812</c:v>
                </c:pt>
                <c:pt idx="4423">
                  <c:v>43815</c:v>
                </c:pt>
                <c:pt idx="4424">
                  <c:v>43816</c:v>
                </c:pt>
                <c:pt idx="4425">
                  <c:v>43817</c:v>
                </c:pt>
                <c:pt idx="4426">
                  <c:v>43818</c:v>
                </c:pt>
                <c:pt idx="4427">
                  <c:v>43819</c:v>
                </c:pt>
                <c:pt idx="4428">
                  <c:v>43822</c:v>
                </c:pt>
                <c:pt idx="4429">
                  <c:v>43825</c:v>
                </c:pt>
                <c:pt idx="4430">
                  <c:v>43826</c:v>
                </c:pt>
                <c:pt idx="4431">
                  <c:v>43829</c:v>
                </c:pt>
                <c:pt idx="4432">
                  <c:v>43832</c:v>
                </c:pt>
                <c:pt idx="4433">
                  <c:v>43833</c:v>
                </c:pt>
                <c:pt idx="4434">
                  <c:v>43836</c:v>
                </c:pt>
                <c:pt idx="4435">
                  <c:v>43837</c:v>
                </c:pt>
                <c:pt idx="4436">
                  <c:v>43838</c:v>
                </c:pt>
                <c:pt idx="4437">
                  <c:v>43839</c:v>
                </c:pt>
                <c:pt idx="4438">
                  <c:v>43840</c:v>
                </c:pt>
                <c:pt idx="4439">
                  <c:v>43843</c:v>
                </c:pt>
                <c:pt idx="4440">
                  <c:v>43844</c:v>
                </c:pt>
                <c:pt idx="4441">
                  <c:v>43845</c:v>
                </c:pt>
                <c:pt idx="4442">
                  <c:v>43846</c:v>
                </c:pt>
                <c:pt idx="4443">
                  <c:v>43847</c:v>
                </c:pt>
                <c:pt idx="4444">
                  <c:v>43850</c:v>
                </c:pt>
                <c:pt idx="4445">
                  <c:v>43851</c:v>
                </c:pt>
                <c:pt idx="4446">
                  <c:v>43852</c:v>
                </c:pt>
                <c:pt idx="4447">
                  <c:v>43853</c:v>
                </c:pt>
                <c:pt idx="4448">
                  <c:v>43854</c:v>
                </c:pt>
                <c:pt idx="4449">
                  <c:v>43857</c:v>
                </c:pt>
                <c:pt idx="4450">
                  <c:v>43858</c:v>
                </c:pt>
                <c:pt idx="4451">
                  <c:v>43859</c:v>
                </c:pt>
                <c:pt idx="4452">
                  <c:v>43860</c:v>
                </c:pt>
                <c:pt idx="4453">
                  <c:v>43861</c:v>
                </c:pt>
                <c:pt idx="4454">
                  <c:v>43864</c:v>
                </c:pt>
                <c:pt idx="4455">
                  <c:v>43865</c:v>
                </c:pt>
                <c:pt idx="4456">
                  <c:v>43866</c:v>
                </c:pt>
                <c:pt idx="4457">
                  <c:v>43867</c:v>
                </c:pt>
                <c:pt idx="4458">
                  <c:v>43868</c:v>
                </c:pt>
                <c:pt idx="4459">
                  <c:v>43871</c:v>
                </c:pt>
                <c:pt idx="4460">
                  <c:v>43872</c:v>
                </c:pt>
                <c:pt idx="4461">
                  <c:v>43873</c:v>
                </c:pt>
                <c:pt idx="4462">
                  <c:v>43874</c:v>
                </c:pt>
                <c:pt idx="4463">
                  <c:v>43875</c:v>
                </c:pt>
                <c:pt idx="4464">
                  <c:v>43878</c:v>
                </c:pt>
                <c:pt idx="4465">
                  <c:v>43879</c:v>
                </c:pt>
                <c:pt idx="4466">
                  <c:v>43880</c:v>
                </c:pt>
                <c:pt idx="4467">
                  <c:v>43881</c:v>
                </c:pt>
                <c:pt idx="4468">
                  <c:v>43882</c:v>
                </c:pt>
                <c:pt idx="4469">
                  <c:v>43887</c:v>
                </c:pt>
                <c:pt idx="4470">
                  <c:v>43888</c:v>
                </c:pt>
                <c:pt idx="4471">
                  <c:v>43889</c:v>
                </c:pt>
                <c:pt idx="4472">
                  <c:v>43892</c:v>
                </c:pt>
                <c:pt idx="4473">
                  <c:v>43893</c:v>
                </c:pt>
                <c:pt idx="4474">
                  <c:v>43894</c:v>
                </c:pt>
                <c:pt idx="4475">
                  <c:v>43895</c:v>
                </c:pt>
                <c:pt idx="4476">
                  <c:v>43896</c:v>
                </c:pt>
                <c:pt idx="4477">
                  <c:v>43899</c:v>
                </c:pt>
                <c:pt idx="4478">
                  <c:v>43900</c:v>
                </c:pt>
                <c:pt idx="4479">
                  <c:v>43901</c:v>
                </c:pt>
                <c:pt idx="4480">
                  <c:v>43902</c:v>
                </c:pt>
                <c:pt idx="4481">
                  <c:v>43903</c:v>
                </c:pt>
                <c:pt idx="4482">
                  <c:v>43906</c:v>
                </c:pt>
                <c:pt idx="4483">
                  <c:v>43907</c:v>
                </c:pt>
                <c:pt idx="4484">
                  <c:v>43908</c:v>
                </c:pt>
                <c:pt idx="4485">
                  <c:v>43909</c:v>
                </c:pt>
                <c:pt idx="4486">
                  <c:v>43910</c:v>
                </c:pt>
                <c:pt idx="4487">
                  <c:v>43913</c:v>
                </c:pt>
                <c:pt idx="4488">
                  <c:v>43914</c:v>
                </c:pt>
                <c:pt idx="4489">
                  <c:v>43915</c:v>
                </c:pt>
                <c:pt idx="4490">
                  <c:v>43916</c:v>
                </c:pt>
                <c:pt idx="4491">
                  <c:v>43917</c:v>
                </c:pt>
                <c:pt idx="4492">
                  <c:v>43920</c:v>
                </c:pt>
                <c:pt idx="4493">
                  <c:v>43921</c:v>
                </c:pt>
                <c:pt idx="4494">
                  <c:v>43922</c:v>
                </c:pt>
                <c:pt idx="4495">
                  <c:v>43923</c:v>
                </c:pt>
                <c:pt idx="4496">
                  <c:v>43924</c:v>
                </c:pt>
                <c:pt idx="4497">
                  <c:v>43927</c:v>
                </c:pt>
                <c:pt idx="4498">
                  <c:v>43928</c:v>
                </c:pt>
                <c:pt idx="4499">
                  <c:v>43929</c:v>
                </c:pt>
                <c:pt idx="4500">
                  <c:v>43930</c:v>
                </c:pt>
                <c:pt idx="4501">
                  <c:v>43934</c:v>
                </c:pt>
                <c:pt idx="4502">
                  <c:v>43935</c:v>
                </c:pt>
                <c:pt idx="4503">
                  <c:v>43936</c:v>
                </c:pt>
                <c:pt idx="4504">
                  <c:v>43937</c:v>
                </c:pt>
                <c:pt idx="4505">
                  <c:v>43938</c:v>
                </c:pt>
                <c:pt idx="4506">
                  <c:v>43941</c:v>
                </c:pt>
                <c:pt idx="4507">
                  <c:v>43943</c:v>
                </c:pt>
                <c:pt idx="4508">
                  <c:v>43944</c:v>
                </c:pt>
                <c:pt idx="4509">
                  <c:v>43945</c:v>
                </c:pt>
                <c:pt idx="4510">
                  <c:v>43948</c:v>
                </c:pt>
                <c:pt idx="4511">
                  <c:v>43949</c:v>
                </c:pt>
                <c:pt idx="4512">
                  <c:v>43950</c:v>
                </c:pt>
                <c:pt idx="4513">
                  <c:v>43951</c:v>
                </c:pt>
                <c:pt idx="4514">
                  <c:v>43955</c:v>
                </c:pt>
                <c:pt idx="4515">
                  <c:v>43956</c:v>
                </c:pt>
                <c:pt idx="4516">
                  <c:v>43957</c:v>
                </c:pt>
                <c:pt idx="4517">
                  <c:v>43958</c:v>
                </c:pt>
                <c:pt idx="4518">
                  <c:v>43959</c:v>
                </c:pt>
                <c:pt idx="4519">
                  <c:v>43962</c:v>
                </c:pt>
                <c:pt idx="4520">
                  <c:v>43963</c:v>
                </c:pt>
                <c:pt idx="4521">
                  <c:v>43964</c:v>
                </c:pt>
                <c:pt idx="4522">
                  <c:v>43965</c:v>
                </c:pt>
                <c:pt idx="4523">
                  <c:v>43966</c:v>
                </c:pt>
                <c:pt idx="4524">
                  <c:v>43969</c:v>
                </c:pt>
                <c:pt idx="4525">
                  <c:v>43970</c:v>
                </c:pt>
                <c:pt idx="4526">
                  <c:v>43971</c:v>
                </c:pt>
                <c:pt idx="4527">
                  <c:v>43972</c:v>
                </c:pt>
                <c:pt idx="4528">
                  <c:v>43973</c:v>
                </c:pt>
                <c:pt idx="4529">
                  <c:v>43976</c:v>
                </c:pt>
                <c:pt idx="4530">
                  <c:v>43977</c:v>
                </c:pt>
                <c:pt idx="4531">
                  <c:v>43978</c:v>
                </c:pt>
                <c:pt idx="4532">
                  <c:v>43979</c:v>
                </c:pt>
                <c:pt idx="4533">
                  <c:v>43980</c:v>
                </c:pt>
                <c:pt idx="4534">
                  <c:v>43983</c:v>
                </c:pt>
                <c:pt idx="4535">
                  <c:v>43984</c:v>
                </c:pt>
                <c:pt idx="4536">
                  <c:v>43985</c:v>
                </c:pt>
                <c:pt idx="4537">
                  <c:v>43986</c:v>
                </c:pt>
                <c:pt idx="4538">
                  <c:v>43987</c:v>
                </c:pt>
                <c:pt idx="4539">
                  <c:v>43990</c:v>
                </c:pt>
                <c:pt idx="4540">
                  <c:v>43991</c:v>
                </c:pt>
                <c:pt idx="4541">
                  <c:v>43992</c:v>
                </c:pt>
                <c:pt idx="4542">
                  <c:v>43994</c:v>
                </c:pt>
                <c:pt idx="4543">
                  <c:v>43997</c:v>
                </c:pt>
                <c:pt idx="4544">
                  <c:v>43998</c:v>
                </c:pt>
                <c:pt idx="4545">
                  <c:v>43999</c:v>
                </c:pt>
                <c:pt idx="4546">
                  <c:v>44000</c:v>
                </c:pt>
                <c:pt idx="4547">
                  <c:v>44001</c:v>
                </c:pt>
                <c:pt idx="4548">
                  <c:v>44004</c:v>
                </c:pt>
                <c:pt idx="4549">
                  <c:v>44005</c:v>
                </c:pt>
                <c:pt idx="4550">
                  <c:v>44006</c:v>
                </c:pt>
                <c:pt idx="4551">
                  <c:v>44007</c:v>
                </c:pt>
                <c:pt idx="4552">
                  <c:v>44008</c:v>
                </c:pt>
                <c:pt idx="4553">
                  <c:v>44011</c:v>
                </c:pt>
                <c:pt idx="4554">
                  <c:v>44012</c:v>
                </c:pt>
                <c:pt idx="4555">
                  <c:v>44013</c:v>
                </c:pt>
                <c:pt idx="4556">
                  <c:v>44014</c:v>
                </c:pt>
                <c:pt idx="4557">
                  <c:v>44015</c:v>
                </c:pt>
                <c:pt idx="4558">
                  <c:v>44018</c:v>
                </c:pt>
                <c:pt idx="4559">
                  <c:v>44019</c:v>
                </c:pt>
                <c:pt idx="4560">
                  <c:v>44020</c:v>
                </c:pt>
                <c:pt idx="4561">
                  <c:v>44021</c:v>
                </c:pt>
                <c:pt idx="4562">
                  <c:v>44022</c:v>
                </c:pt>
                <c:pt idx="4563">
                  <c:v>44025</c:v>
                </c:pt>
                <c:pt idx="4564">
                  <c:v>44026</c:v>
                </c:pt>
                <c:pt idx="4565">
                  <c:v>44027</c:v>
                </c:pt>
                <c:pt idx="4566">
                  <c:v>44028</c:v>
                </c:pt>
                <c:pt idx="4567">
                  <c:v>44029</c:v>
                </c:pt>
                <c:pt idx="4568">
                  <c:v>44032</c:v>
                </c:pt>
                <c:pt idx="4569">
                  <c:v>44033</c:v>
                </c:pt>
                <c:pt idx="4570">
                  <c:v>44034</c:v>
                </c:pt>
                <c:pt idx="4571">
                  <c:v>44035</c:v>
                </c:pt>
                <c:pt idx="4572">
                  <c:v>44036</c:v>
                </c:pt>
                <c:pt idx="4573">
                  <c:v>44039</c:v>
                </c:pt>
                <c:pt idx="4574">
                  <c:v>44040</c:v>
                </c:pt>
                <c:pt idx="4575">
                  <c:v>44041</c:v>
                </c:pt>
                <c:pt idx="4576">
                  <c:v>44042</c:v>
                </c:pt>
                <c:pt idx="4577">
                  <c:v>44043</c:v>
                </c:pt>
                <c:pt idx="4578">
                  <c:v>44046</c:v>
                </c:pt>
                <c:pt idx="4579">
                  <c:v>44047</c:v>
                </c:pt>
                <c:pt idx="4580">
                  <c:v>44048</c:v>
                </c:pt>
                <c:pt idx="4581">
                  <c:v>44049</c:v>
                </c:pt>
                <c:pt idx="4582">
                  <c:v>44050</c:v>
                </c:pt>
                <c:pt idx="4583">
                  <c:v>44053</c:v>
                </c:pt>
                <c:pt idx="4584">
                  <c:v>44054</c:v>
                </c:pt>
                <c:pt idx="4585">
                  <c:v>44055</c:v>
                </c:pt>
                <c:pt idx="4586">
                  <c:v>44056</c:v>
                </c:pt>
                <c:pt idx="4587">
                  <c:v>44057</c:v>
                </c:pt>
                <c:pt idx="4588">
                  <c:v>44060</c:v>
                </c:pt>
                <c:pt idx="4589">
                  <c:v>44061</c:v>
                </c:pt>
                <c:pt idx="4590">
                  <c:v>44062</c:v>
                </c:pt>
                <c:pt idx="4591">
                  <c:v>44063</c:v>
                </c:pt>
                <c:pt idx="4592">
                  <c:v>44064</c:v>
                </c:pt>
                <c:pt idx="4593">
                  <c:v>44067</c:v>
                </c:pt>
                <c:pt idx="4594">
                  <c:v>44068</c:v>
                </c:pt>
                <c:pt idx="4595">
                  <c:v>44069</c:v>
                </c:pt>
                <c:pt idx="4596">
                  <c:v>44070</c:v>
                </c:pt>
                <c:pt idx="4597">
                  <c:v>44071</c:v>
                </c:pt>
                <c:pt idx="4598">
                  <c:v>44074</c:v>
                </c:pt>
                <c:pt idx="4599">
                  <c:v>44075</c:v>
                </c:pt>
                <c:pt idx="4600">
                  <c:v>44076</c:v>
                </c:pt>
                <c:pt idx="4601">
                  <c:v>44077</c:v>
                </c:pt>
                <c:pt idx="4602">
                  <c:v>44078</c:v>
                </c:pt>
                <c:pt idx="4603">
                  <c:v>44082</c:v>
                </c:pt>
                <c:pt idx="4604">
                  <c:v>44083</c:v>
                </c:pt>
                <c:pt idx="4605">
                  <c:v>44084</c:v>
                </c:pt>
                <c:pt idx="4606">
                  <c:v>44085</c:v>
                </c:pt>
                <c:pt idx="4607">
                  <c:v>44088</c:v>
                </c:pt>
                <c:pt idx="4608">
                  <c:v>44089</c:v>
                </c:pt>
                <c:pt idx="4609">
                  <c:v>44090</c:v>
                </c:pt>
                <c:pt idx="4610">
                  <c:v>44091</c:v>
                </c:pt>
                <c:pt idx="4611">
                  <c:v>44092</c:v>
                </c:pt>
                <c:pt idx="4612">
                  <c:v>44095</c:v>
                </c:pt>
                <c:pt idx="4613">
                  <c:v>44096</c:v>
                </c:pt>
                <c:pt idx="4614">
                  <c:v>44097</c:v>
                </c:pt>
                <c:pt idx="4615">
                  <c:v>44098</c:v>
                </c:pt>
                <c:pt idx="4616">
                  <c:v>44099</c:v>
                </c:pt>
                <c:pt idx="4617">
                  <c:v>44102</c:v>
                </c:pt>
                <c:pt idx="4618">
                  <c:v>44103</c:v>
                </c:pt>
                <c:pt idx="4619">
                  <c:v>44104</c:v>
                </c:pt>
                <c:pt idx="4620">
                  <c:v>44105</c:v>
                </c:pt>
                <c:pt idx="4621">
                  <c:v>44106</c:v>
                </c:pt>
                <c:pt idx="4622">
                  <c:v>44109</c:v>
                </c:pt>
                <c:pt idx="4623">
                  <c:v>44110</c:v>
                </c:pt>
                <c:pt idx="4624">
                  <c:v>44111</c:v>
                </c:pt>
                <c:pt idx="4625">
                  <c:v>44112</c:v>
                </c:pt>
                <c:pt idx="4626">
                  <c:v>44113</c:v>
                </c:pt>
                <c:pt idx="4627">
                  <c:v>44117</c:v>
                </c:pt>
                <c:pt idx="4628">
                  <c:v>44118</c:v>
                </c:pt>
                <c:pt idx="4629">
                  <c:v>44119</c:v>
                </c:pt>
                <c:pt idx="4630">
                  <c:v>44120</c:v>
                </c:pt>
                <c:pt idx="4631">
                  <c:v>44123</c:v>
                </c:pt>
                <c:pt idx="4632">
                  <c:v>44124</c:v>
                </c:pt>
                <c:pt idx="4633">
                  <c:v>44125</c:v>
                </c:pt>
                <c:pt idx="4634">
                  <c:v>44126</c:v>
                </c:pt>
                <c:pt idx="4635">
                  <c:v>44127</c:v>
                </c:pt>
                <c:pt idx="4636">
                  <c:v>44130</c:v>
                </c:pt>
                <c:pt idx="4637">
                  <c:v>44131</c:v>
                </c:pt>
                <c:pt idx="4638">
                  <c:v>44132</c:v>
                </c:pt>
                <c:pt idx="4639">
                  <c:v>44133</c:v>
                </c:pt>
                <c:pt idx="4640">
                  <c:v>44134</c:v>
                </c:pt>
                <c:pt idx="4641">
                  <c:v>44138</c:v>
                </c:pt>
                <c:pt idx="4642">
                  <c:v>44139</c:v>
                </c:pt>
                <c:pt idx="4643">
                  <c:v>44140</c:v>
                </c:pt>
                <c:pt idx="4644">
                  <c:v>44141</c:v>
                </c:pt>
                <c:pt idx="4645">
                  <c:v>44144</c:v>
                </c:pt>
                <c:pt idx="4646">
                  <c:v>44145</c:v>
                </c:pt>
                <c:pt idx="4647">
                  <c:v>44146</c:v>
                </c:pt>
                <c:pt idx="4648">
                  <c:v>44147</c:v>
                </c:pt>
                <c:pt idx="4649">
                  <c:v>44148</c:v>
                </c:pt>
                <c:pt idx="4650">
                  <c:v>44151</c:v>
                </c:pt>
                <c:pt idx="4651">
                  <c:v>44152</c:v>
                </c:pt>
                <c:pt idx="4652">
                  <c:v>44153</c:v>
                </c:pt>
                <c:pt idx="4653">
                  <c:v>44154</c:v>
                </c:pt>
                <c:pt idx="4654">
                  <c:v>44155</c:v>
                </c:pt>
                <c:pt idx="4655">
                  <c:v>44158</c:v>
                </c:pt>
                <c:pt idx="4656">
                  <c:v>44159</c:v>
                </c:pt>
                <c:pt idx="4657">
                  <c:v>44160</c:v>
                </c:pt>
                <c:pt idx="4658">
                  <c:v>44161</c:v>
                </c:pt>
                <c:pt idx="4659">
                  <c:v>44162</c:v>
                </c:pt>
                <c:pt idx="4660">
                  <c:v>44165</c:v>
                </c:pt>
                <c:pt idx="4661">
                  <c:v>44166</c:v>
                </c:pt>
                <c:pt idx="4662">
                  <c:v>44167</c:v>
                </c:pt>
                <c:pt idx="4663">
                  <c:v>44168</c:v>
                </c:pt>
                <c:pt idx="4664">
                  <c:v>44169</c:v>
                </c:pt>
                <c:pt idx="4665">
                  <c:v>44172</c:v>
                </c:pt>
                <c:pt idx="4666">
                  <c:v>44173</c:v>
                </c:pt>
                <c:pt idx="4667">
                  <c:v>44174</c:v>
                </c:pt>
                <c:pt idx="4668">
                  <c:v>44175</c:v>
                </c:pt>
                <c:pt idx="4669">
                  <c:v>44176</c:v>
                </c:pt>
                <c:pt idx="4670">
                  <c:v>44179</c:v>
                </c:pt>
                <c:pt idx="4671">
                  <c:v>44180</c:v>
                </c:pt>
                <c:pt idx="4672">
                  <c:v>44181</c:v>
                </c:pt>
                <c:pt idx="4673">
                  <c:v>44182</c:v>
                </c:pt>
                <c:pt idx="4674">
                  <c:v>44183</c:v>
                </c:pt>
                <c:pt idx="4675">
                  <c:v>44186</c:v>
                </c:pt>
                <c:pt idx="4676">
                  <c:v>44187</c:v>
                </c:pt>
                <c:pt idx="4677">
                  <c:v>44188</c:v>
                </c:pt>
                <c:pt idx="4678">
                  <c:v>44193</c:v>
                </c:pt>
                <c:pt idx="4679">
                  <c:v>44194</c:v>
                </c:pt>
                <c:pt idx="4680">
                  <c:v>44195</c:v>
                </c:pt>
                <c:pt idx="4681">
                  <c:v>44200</c:v>
                </c:pt>
                <c:pt idx="4682">
                  <c:v>44201</c:v>
                </c:pt>
                <c:pt idx="4683">
                  <c:v>44202</c:v>
                </c:pt>
                <c:pt idx="4684">
                  <c:v>44203</c:v>
                </c:pt>
                <c:pt idx="4685">
                  <c:v>44204</c:v>
                </c:pt>
                <c:pt idx="4686">
                  <c:v>44207</c:v>
                </c:pt>
                <c:pt idx="4687">
                  <c:v>44208</c:v>
                </c:pt>
                <c:pt idx="4688">
                  <c:v>44209</c:v>
                </c:pt>
                <c:pt idx="4689">
                  <c:v>44210</c:v>
                </c:pt>
                <c:pt idx="4690">
                  <c:v>44211</c:v>
                </c:pt>
                <c:pt idx="4691">
                  <c:v>44214</c:v>
                </c:pt>
                <c:pt idx="4692">
                  <c:v>44215</c:v>
                </c:pt>
                <c:pt idx="4693">
                  <c:v>44216</c:v>
                </c:pt>
                <c:pt idx="4694">
                  <c:v>44217</c:v>
                </c:pt>
                <c:pt idx="4695">
                  <c:v>44218</c:v>
                </c:pt>
                <c:pt idx="4696">
                  <c:v>44222</c:v>
                </c:pt>
                <c:pt idx="4697">
                  <c:v>44223</c:v>
                </c:pt>
                <c:pt idx="4698">
                  <c:v>44224</c:v>
                </c:pt>
                <c:pt idx="4699">
                  <c:v>44225</c:v>
                </c:pt>
                <c:pt idx="4700">
                  <c:v>44228</c:v>
                </c:pt>
                <c:pt idx="4701">
                  <c:v>44229</c:v>
                </c:pt>
                <c:pt idx="4702">
                  <c:v>44230</c:v>
                </c:pt>
                <c:pt idx="4703">
                  <c:v>44231</c:v>
                </c:pt>
                <c:pt idx="4704">
                  <c:v>44232</c:v>
                </c:pt>
                <c:pt idx="4705">
                  <c:v>44235</c:v>
                </c:pt>
                <c:pt idx="4706">
                  <c:v>44236</c:v>
                </c:pt>
                <c:pt idx="4707">
                  <c:v>44237</c:v>
                </c:pt>
                <c:pt idx="4708">
                  <c:v>44238</c:v>
                </c:pt>
                <c:pt idx="4709">
                  <c:v>44239</c:v>
                </c:pt>
                <c:pt idx="4710">
                  <c:v>44244</c:v>
                </c:pt>
                <c:pt idx="4711">
                  <c:v>44245</c:v>
                </c:pt>
                <c:pt idx="4712">
                  <c:v>44246</c:v>
                </c:pt>
                <c:pt idx="4713">
                  <c:v>44249</c:v>
                </c:pt>
                <c:pt idx="4714">
                  <c:v>44250</c:v>
                </c:pt>
                <c:pt idx="4715">
                  <c:v>44251</c:v>
                </c:pt>
                <c:pt idx="4716">
                  <c:v>44252</c:v>
                </c:pt>
                <c:pt idx="4717">
                  <c:v>44253</c:v>
                </c:pt>
                <c:pt idx="4718">
                  <c:v>44256</c:v>
                </c:pt>
                <c:pt idx="4719">
                  <c:v>44257</c:v>
                </c:pt>
                <c:pt idx="4720">
                  <c:v>44258</c:v>
                </c:pt>
                <c:pt idx="4721">
                  <c:v>44259</c:v>
                </c:pt>
                <c:pt idx="4722">
                  <c:v>44260</c:v>
                </c:pt>
                <c:pt idx="4723">
                  <c:v>44263</c:v>
                </c:pt>
                <c:pt idx="4724">
                  <c:v>44264</c:v>
                </c:pt>
                <c:pt idx="4725">
                  <c:v>44265</c:v>
                </c:pt>
                <c:pt idx="4726">
                  <c:v>44266</c:v>
                </c:pt>
                <c:pt idx="4727">
                  <c:v>44267</c:v>
                </c:pt>
                <c:pt idx="4728">
                  <c:v>44270</c:v>
                </c:pt>
                <c:pt idx="4729">
                  <c:v>44271</c:v>
                </c:pt>
                <c:pt idx="4730">
                  <c:v>44272</c:v>
                </c:pt>
                <c:pt idx="4731">
                  <c:v>44273</c:v>
                </c:pt>
                <c:pt idx="4732">
                  <c:v>44274</c:v>
                </c:pt>
                <c:pt idx="4733">
                  <c:v>44277</c:v>
                </c:pt>
                <c:pt idx="4734">
                  <c:v>44278</c:v>
                </c:pt>
                <c:pt idx="4735">
                  <c:v>44279</c:v>
                </c:pt>
                <c:pt idx="4736">
                  <c:v>44280</c:v>
                </c:pt>
                <c:pt idx="4737">
                  <c:v>44281</c:v>
                </c:pt>
                <c:pt idx="4738">
                  <c:v>44284</c:v>
                </c:pt>
                <c:pt idx="4739">
                  <c:v>44285</c:v>
                </c:pt>
                <c:pt idx="4740">
                  <c:v>44286</c:v>
                </c:pt>
                <c:pt idx="4741">
                  <c:v>44287</c:v>
                </c:pt>
                <c:pt idx="4742">
                  <c:v>44291</c:v>
                </c:pt>
                <c:pt idx="4743">
                  <c:v>44292</c:v>
                </c:pt>
                <c:pt idx="4744">
                  <c:v>44293</c:v>
                </c:pt>
                <c:pt idx="4745">
                  <c:v>44294</c:v>
                </c:pt>
                <c:pt idx="4746">
                  <c:v>44295</c:v>
                </c:pt>
                <c:pt idx="4747">
                  <c:v>44298</c:v>
                </c:pt>
                <c:pt idx="4748">
                  <c:v>44299</c:v>
                </c:pt>
                <c:pt idx="4749">
                  <c:v>44300</c:v>
                </c:pt>
                <c:pt idx="4750">
                  <c:v>44301</c:v>
                </c:pt>
                <c:pt idx="4751">
                  <c:v>44302</c:v>
                </c:pt>
                <c:pt idx="4752">
                  <c:v>44305</c:v>
                </c:pt>
                <c:pt idx="4753">
                  <c:v>44306</c:v>
                </c:pt>
                <c:pt idx="4754">
                  <c:v>44308</c:v>
                </c:pt>
                <c:pt idx="4755">
                  <c:v>44309</c:v>
                </c:pt>
                <c:pt idx="4756">
                  <c:v>44312</c:v>
                </c:pt>
                <c:pt idx="4757">
                  <c:v>44313</c:v>
                </c:pt>
                <c:pt idx="4758">
                  <c:v>44314</c:v>
                </c:pt>
                <c:pt idx="4759">
                  <c:v>44315</c:v>
                </c:pt>
                <c:pt idx="4760">
                  <c:v>44316</c:v>
                </c:pt>
                <c:pt idx="4761">
                  <c:v>44319</c:v>
                </c:pt>
                <c:pt idx="4762">
                  <c:v>44320</c:v>
                </c:pt>
                <c:pt idx="4763">
                  <c:v>44321</c:v>
                </c:pt>
                <c:pt idx="4764">
                  <c:v>44322</c:v>
                </c:pt>
                <c:pt idx="4765">
                  <c:v>44323</c:v>
                </c:pt>
                <c:pt idx="4766">
                  <c:v>44326</c:v>
                </c:pt>
                <c:pt idx="4767">
                  <c:v>44327</c:v>
                </c:pt>
                <c:pt idx="4768">
                  <c:v>44328</c:v>
                </c:pt>
                <c:pt idx="4769">
                  <c:v>44329</c:v>
                </c:pt>
                <c:pt idx="4770">
                  <c:v>44330</c:v>
                </c:pt>
                <c:pt idx="4771">
                  <c:v>44333</c:v>
                </c:pt>
                <c:pt idx="4772">
                  <c:v>44334</c:v>
                </c:pt>
                <c:pt idx="4773">
                  <c:v>44335</c:v>
                </c:pt>
                <c:pt idx="4774">
                  <c:v>44336</c:v>
                </c:pt>
                <c:pt idx="4775">
                  <c:v>44337</c:v>
                </c:pt>
                <c:pt idx="4776">
                  <c:v>44340</c:v>
                </c:pt>
                <c:pt idx="4777">
                  <c:v>44341</c:v>
                </c:pt>
                <c:pt idx="4778">
                  <c:v>44342</c:v>
                </c:pt>
                <c:pt idx="4779">
                  <c:v>44343</c:v>
                </c:pt>
                <c:pt idx="4780">
                  <c:v>44344</c:v>
                </c:pt>
                <c:pt idx="4781">
                  <c:v>44347</c:v>
                </c:pt>
                <c:pt idx="4782">
                  <c:v>44348</c:v>
                </c:pt>
                <c:pt idx="4783">
                  <c:v>44349</c:v>
                </c:pt>
                <c:pt idx="4784">
                  <c:v>44351</c:v>
                </c:pt>
                <c:pt idx="4785">
                  <c:v>44354</c:v>
                </c:pt>
                <c:pt idx="4786">
                  <c:v>44355</c:v>
                </c:pt>
                <c:pt idx="4787">
                  <c:v>44356</c:v>
                </c:pt>
                <c:pt idx="4788">
                  <c:v>44357</c:v>
                </c:pt>
                <c:pt idx="4789">
                  <c:v>44358</c:v>
                </c:pt>
                <c:pt idx="4790">
                  <c:v>44361</c:v>
                </c:pt>
                <c:pt idx="4791">
                  <c:v>44362</c:v>
                </c:pt>
                <c:pt idx="4792">
                  <c:v>44363</c:v>
                </c:pt>
                <c:pt idx="4793">
                  <c:v>44364</c:v>
                </c:pt>
                <c:pt idx="4794">
                  <c:v>44365</c:v>
                </c:pt>
                <c:pt idx="4795">
                  <c:v>44368</c:v>
                </c:pt>
                <c:pt idx="4796">
                  <c:v>44369</c:v>
                </c:pt>
                <c:pt idx="4797">
                  <c:v>44370</c:v>
                </c:pt>
                <c:pt idx="4798">
                  <c:v>44371</c:v>
                </c:pt>
                <c:pt idx="4799">
                  <c:v>44372</c:v>
                </c:pt>
                <c:pt idx="4800">
                  <c:v>44375</c:v>
                </c:pt>
                <c:pt idx="4801">
                  <c:v>44376</c:v>
                </c:pt>
                <c:pt idx="4802">
                  <c:v>44377</c:v>
                </c:pt>
                <c:pt idx="4803">
                  <c:v>44378</c:v>
                </c:pt>
                <c:pt idx="4804">
                  <c:v>44379</c:v>
                </c:pt>
                <c:pt idx="4805">
                  <c:v>44382</c:v>
                </c:pt>
                <c:pt idx="4806">
                  <c:v>44383</c:v>
                </c:pt>
                <c:pt idx="4807">
                  <c:v>44384</c:v>
                </c:pt>
                <c:pt idx="4808">
                  <c:v>44385</c:v>
                </c:pt>
                <c:pt idx="4809">
                  <c:v>44389</c:v>
                </c:pt>
                <c:pt idx="4810">
                  <c:v>44390</c:v>
                </c:pt>
                <c:pt idx="4811">
                  <c:v>44391</c:v>
                </c:pt>
                <c:pt idx="4812">
                  <c:v>44392</c:v>
                </c:pt>
                <c:pt idx="4813">
                  <c:v>44393</c:v>
                </c:pt>
                <c:pt idx="4814">
                  <c:v>44396</c:v>
                </c:pt>
                <c:pt idx="4815">
                  <c:v>44397</c:v>
                </c:pt>
                <c:pt idx="4816">
                  <c:v>44398</c:v>
                </c:pt>
                <c:pt idx="4817">
                  <c:v>44399</c:v>
                </c:pt>
                <c:pt idx="4818">
                  <c:v>44400</c:v>
                </c:pt>
                <c:pt idx="4819">
                  <c:v>44403</c:v>
                </c:pt>
                <c:pt idx="4820">
                  <c:v>44404</c:v>
                </c:pt>
                <c:pt idx="4821">
                  <c:v>44405</c:v>
                </c:pt>
                <c:pt idx="4822">
                  <c:v>44406</c:v>
                </c:pt>
                <c:pt idx="4823">
                  <c:v>44407</c:v>
                </c:pt>
                <c:pt idx="4824">
                  <c:v>44410</c:v>
                </c:pt>
                <c:pt idx="4825">
                  <c:v>44411</c:v>
                </c:pt>
                <c:pt idx="4826">
                  <c:v>44412</c:v>
                </c:pt>
                <c:pt idx="4827">
                  <c:v>44413</c:v>
                </c:pt>
                <c:pt idx="4828">
                  <c:v>44414</c:v>
                </c:pt>
                <c:pt idx="4829">
                  <c:v>44417</c:v>
                </c:pt>
                <c:pt idx="4830">
                  <c:v>44418</c:v>
                </c:pt>
                <c:pt idx="4831">
                  <c:v>44419</c:v>
                </c:pt>
                <c:pt idx="4832">
                  <c:v>44420</c:v>
                </c:pt>
                <c:pt idx="4833">
                  <c:v>44421</c:v>
                </c:pt>
                <c:pt idx="4834">
                  <c:v>44424</c:v>
                </c:pt>
                <c:pt idx="4835">
                  <c:v>44425</c:v>
                </c:pt>
                <c:pt idx="4836">
                  <c:v>44426</c:v>
                </c:pt>
                <c:pt idx="4837">
                  <c:v>44427</c:v>
                </c:pt>
                <c:pt idx="4838">
                  <c:v>44428</c:v>
                </c:pt>
                <c:pt idx="4839">
                  <c:v>44431</c:v>
                </c:pt>
                <c:pt idx="4840">
                  <c:v>44432</c:v>
                </c:pt>
                <c:pt idx="4841">
                  <c:v>44433</c:v>
                </c:pt>
                <c:pt idx="4842">
                  <c:v>44434</c:v>
                </c:pt>
                <c:pt idx="4843">
                  <c:v>44435</c:v>
                </c:pt>
                <c:pt idx="4844">
                  <c:v>44438</c:v>
                </c:pt>
                <c:pt idx="4845">
                  <c:v>44439</c:v>
                </c:pt>
                <c:pt idx="4846">
                  <c:v>44440</c:v>
                </c:pt>
                <c:pt idx="4847">
                  <c:v>44441</c:v>
                </c:pt>
                <c:pt idx="4848">
                  <c:v>44442</c:v>
                </c:pt>
                <c:pt idx="4849">
                  <c:v>44445</c:v>
                </c:pt>
                <c:pt idx="4850">
                  <c:v>44447</c:v>
                </c:pt>
                <c:pt idx="4851">
                  <c:v>44448</c:v>
                </c:pt>
                <c:pt idx="4852">
                  <c:v>44449</c:v>
                </c:pt>
                <c:pt idx="4853">
                  <c:v>44452</c:v>
                </c:pt>
                <c:pt idx="4854">
                  <c:v>44453</c:v>
                </c:pt>
                <c:pt idx="4855">
                  <c:v>44454</c:v>
                </c:pt>
                <c:pt idx="4856">
                  <c:v>44455</c:v>
                </c:pt>
                <c:pt idx="4857">
                  <c:v>44456</c:v>
                </c:pt>
                <c:pt idx="4858">
                  <c:v>44459</c:v>
                </c:pt>
                <c:pt idx="4859">
                  <c:v>44460</c:v>
                </c:pt>
                <c:pt idx="4860">
                  <c:v>44461</c:v>
                </c:pt>
                <c:pt idx="4861">
                  <c:v>44462</c:v>
                </c:pt>
                <c:pt idx="4862">
                  <c:v>44463</c:v>
                </c:pt>
                <c:pt idx="4863">
                  <c:v>44466</c:v>
                </c:pt>
                <c:pt idx="4864">
                  <c:v>44467</c:v>
                </c:pt>
                <c:pt idx="4865">
                  <c:v>44468</c:v>
                </c:pt>
                <c:pt idx="4866">
                  <c:v>44469</c:v>
                </c:pt>
                <c:pt idx="4867">
                  <c:v>44470</c:v>
                </c:pt>
                <c:pt idx="4868">
                  <c:v>44473</c:v>
                </c:pt>
                <c:pt idx="4869">
                  <c:v>44474</c:v>
                </c:pt>
                <c:pt idx="4870">
                  <c:v>44475</c:v>
                </c:pt>
                <c:pt idx="4871">
                  <c:v>44476</c:v>
                </c:pt>
                <c:pt idx="4872">
                  <c:v>44477</c:v>
                </c:pt>
                <c:pt idx="4873">
                  <c:v>44480</c:v>
                </c:pt>
                <c:pt idx="4874">
                  <c:v>44482</c:v>
                </c:pt>
                <c:pt idx="4875">
                  <c:v>44483</c:v>
                </c:pt>
                <c:pt idx="4876">
                  <c:v>44484</c:v>
                </c:pt>
                <c:pt idx="4877">
                  <c:v>44487</c:v>
                </c:pt>
                <c:pt idx="4878">
                  <c:v>44488</c:v>
                </c:pt>
                <c:pt idx="4879">
                  <c:v>44489</c:v>
                </c:pt>
                <c:pt idx="4880">
                  <c:v>44490</c:v>
                </c:pt>
                <c:pt idx="4881">
                  <c:v>44491</c:v>
                </c:pt>
                <c:pt idx="4882">
                  <c:v>44494</c:v>
                </c:pt>
                <c:pt idx="4883">
                  <c:v>44495</c:v>
                </c:pt>
                <c:pt idx="4884">
                  <c:v>44496</c:v>
                </c:pt>
                <c:pt idx="4885">
                  <c:v>44497</c:v>
                </c:pt>
                <c:pt idx="4886">
                  <c:v>44498</c:v>
                </c:pt>
                <c:pt idx="4887">
                  <c:v>44501</c:v>
                </c:pt>
                <c:pt idx="4888">
                  <c:v>44503</c:v>
                </c:pt>
                <c:pt idx="4889">
                  <c:v>44504</c:v>
                </c:pt>
                <c:pt idx="4890">
                  <c:v>44505</c:v>
                </c:pt>
                <c:pt idx="4891">
                  <c:v>44508</c:v>
                </c:pt>
                <c:pt idx="4892">
                  <c:v>44509</c:v>
                </c:pt>
                <c:pt idx="4893">
                  <c:v>44510</c:v>
                </c:pt>
                <c:pt idx="4894">
                  <c:v>44511</c:v>
                </c:pt>
                <c:pt idx="4895">
                  <c:v>44512</c:v>
                </c:pt>
                <c:pt idx="4896">
                  <c:v>44516</c:v>
                </c:pt>
                <c:pt idx="4897">
                  <c:v>44517</c:v>
                </c:pt>
                <c:pt idx="4898">
                  <c:v>44518</c:v>
                </c:pt>
                <c:pt idx="4899">
                  <c:v>44519</c:v>
                </c:pt>
                <c:pt idx="4900">
                  <c:v>44522</c:v>
                </c:pt>
                <c:pt idx="4901">
                  <c:v>44523</c:v>
                </c:pt>
                <c:pt idx="4902">
                  <c:v>44524</c:v>
                </c:pt>
                <c:pt idx="4903">
                  <c:v>44525</c:v>
                </c:pt>
                <c:pt idx="4904">
                  <c:v>44526</c:v>
                </c:pt>
                <c:pt idx="4905">
                  <c:v>44529</c:v>
                </c:pt>
                <c:pt idx="4906">
                  <c:v>44530</c:v>
                </c:pt>
                <c:pt idx="4907">
                  <c:v>44531</c:v>
                </c:pt>
                <c:pt idx="4908">
                  <c:v>44532</c:v>
                </c:pt>
                <c:pt idx="4909">
                  <c:v>44533</c:v>
                </c:pt>
                <c:pt idx="4910">
                  <c:v>44536</c:v>
                </c:pt>
                <c:pt idx="4911">
                  <c:v>44537</c:v>
                </c:pt>
                <c:pt idx="4912">
                  <c:v>44538</c:v>
                </c:pt>
                <c:pt idx="4913">
                  <c:v>44539</c:v>
                </c:pt>
                <c:pt idx="4914">
                  <c:v>44540</c:v>
                </c:pt>
                <c:pt idx="4915">
                  <c:v>44543</c:v>
                </c:pt>
                <c:pt idx="4916">
                  <c:v>44544</c:v>
                </c:pt>
                <c:pt idx="4917">
                  <c:v>44545</c:v>
                </c:pt>
                <c:pt idx="4918">
                  <c:v>44546</c:v>
                </c:pt>
                <c:pt idx="4919">
                  <c:v>44547</c:v>
                </c:pt>
                <c:pt idx="4920">
                  <c:v>44550</c:v>
                </c:pt>
                <c:pt idx="4921">
                  <c:v>44551</c:v>
                </c:pt>
                <c:pt idx="4922">
                  <c:v>44552</c:v>
                </c:pt>
                <c:pt idx="4923">
                  <c:v>44553</c:v>
                </c:pt>
                <c:pt idx="4924">
                  <c:v>44557</c:v>
                </c:pt>
                <c:pt idx="4925">
                  <c:v>44558</c:v>
                </c:pt>
                <c:pt idx="4926">
                  <c:v>44559</c:v>
                </c:pt>
                <c:pt idx="4927">
                  <c:v>44560</c:v>
                </c:pt>
                <c:pt idx="4928">
                  <c:v>44564</c:v>
                </c:pt>
                <c:pt idx="4929">
                  <c:v>44565</c:v>
                </c:pt>
                <c:pt idx="4930">
                  <c:v>44566</c:v>
                </c:pt>
                <c:pt idx="4931">
                  <c:v>44567</c:v>
                </c:pt>
                <c:pt idx="4932">
                  <c:v>44568</c:v>
                </c:pt>
                <c:pt idx="4933">
                  <c:v>44571</c:v>
                </c:pt>
                <c:pt idx="4934">
                  <c:v>44572</c:v>
                </c:pt>
                <c:pt idx="4935">
                  <c:v>44573</c:v>
                </c:pt>
                <c:pt idx="4936">
                  <c:v>44574</c:v>
                </c:pt>
                <c:pt idx="4937">
                  <c:v>44575</c:v>
                </c:pt>
                <c:pt idx="4938">
                  <c:v>44578</c:v>
                </c:pt>
                <c:pt idx="4939">
                  <c:v>44579</c:v>
                </c:pt>
                <c:pt idx="4940">
                  <c:v>44580</c:v>
                </c:pt>
                <c:pt idx="4941">
                  <c:v>44581</c:v>
                </c:pt>
                <c:pt idx="4942">
                  <c:v>44582</c:v>
                </c:pt>
                <c:pt idx="4943">
                  <c:v>44585</c:v>
                </c:pt>
                <c:pt idx="4944">
                  <c:v>44586</c:v>
                </c:pt>
                <c:pt idx="4945">
                  <c:v>44587</c:v>
                </c:pt>
                <c:pt idx="4946">
                  <c:v>44588</c:v>
                </c:pt>
                <c:pt idx="4947">
                  <c:v>44589</c:v>
                </c:pt>
                <c:pt idx="4948">
                  <c:v>44592</c:v>
                </c:pt>
                <c:pt idx="4949">
                  <c:v>44593</c:v>
                </c:pt>
                <c:pt idx="4950">
                  <c:v>44594</c:v>
                </c:pt>
                <c:pt idx="4951">
                  <c:v>44595</c:v>
                </c:pt>
                <c:pt idx="4952">
                  <c:v>44596</c:v>
                </c:pt>
                <c:pt idx="4953">
                  <c:v>44599</c:v>
                </c:pt>
                <c:pt idx="4954">
                  <c:v>44600</c:v>
                </c:pt>
                <c:pt idx="4955">
                  <c:v>44601</c:v>
                </c:pt>
                <c:pt idx="4956">
                  <c:v>44602</c:v>
                </c:pt>
                <c:pt idx="4957">
                  <c:v>44603</c:v>
                </c:pt>
                <c:pt idx="4958">
                  <c:v>44606</c:v>
                </c:pt>
                <c:pt idx="4959">
                  <c:v>44607</c:v>
                </c:pt>
                <c:pt idx="4960">
                  <c:v>44608</c:v>
                </c:pt>
                <c:pt idx="4961">
                  <c:v>44609</c:v>
                </c:pt>
                <c:pt idx="4962">
                  <c:v>44610</c:v>
                </c:pt>
                <c:pt idx="4963">
                  <c:v>44613</c:v>
                </c:pt>
                <c:pt idx="4964">
                  <c:v>44614</c:v>
                </c:pt>
                <c:pt idx="4965">
                  <c:v>44615</c:v>
                </c:pt>
                <c:pt idx="4966">
                  <c:v>44616</c:v>
                </c:pt>
                <c:pt idx="4967">
                  <c:v>44617</c:v>
                </c:pt>
                <c:pt idx="4968">
                  <c:v>44622</c:v>
                </c:pt>
                <c:pt idx="4969">
                  <c:v>44623</c:v>
                </c:pt>
                <c:pt idx="4970">
                  <c:v>44624</c:v>
                </c:pt>
                <c:pt idx="4971">
                  <c:v>44627</c:v>
                </c:pt>
                <c:pt idx="4972">
                  <c:v>44628</c:v>
                </c:pt>
                <c:pt idx="4973">
                  <c:v>44629</c:v>
                </c:pt>
                <c:pt idx="4974">
                  <c:v>44630</c:v>
                </c:pt>
                <c:pt idx="4975">
                  <c:v>44631</c:v>
                </c:pt>
                <c:pt idx="4976">
                  <c:v>44634</c:v>
                </c:pt>
                <c:pt idx="4977">
                  <c:v>44635</c:v>
                </c:pt>
                <c:pt idx="4978">
                  <c:v>44636</c:v>
                </c:pt>
                <c:pt idx="4979">
                  <c:v>44637</c:v>
                </c:pt>
                <c:pt idx="4980">
                  <c:v>44638</c:v>
                </c:pt>
                <c:pt idx="4981">
                  <c:v>44641</c:v>
                </c:pt>
                <c:pt idx="4982">
                  <c:v>44642</c:v>
                </c:pt>
                <c:pt idx="4983">
                  <c:v>44643</c:v>
                </c:pt>
                <c:pt idx="4984">
                  <c:v>44644</c:v>
                </c:pt>
                <c:pt idx="4985">
                  <c:v>44645</c:v>
                </c:pt>
                <c:pt idx="4986">
                  <c:v>44648</c:v>
                </c:pt>
                <c:pt idx="4987">
                  <c:v>44649</c:v>
                </c:pt>
                <c:pt idx="4988">
                  <c:v>44650</c:v>
                </c:pt>
                <c:pt idx="4989">
                  <c:v>44651</c:v>
                </c:pt>
                <c:pt idx="4990">
                  <c:v>44652</c:v>
                </c:pt>
                <c:pt idx="4991">
                  <c:v>44655</c:v>
                </c:pt>
                <c:pt idx="4992">
                  <c:v>44656</c:v>
                </c:pt>
                <c:pt idx="4993">
                  <c:v>44657</c:v>
                </c:pt>
                <c:pt idx="4994">
                  <c:v>44658</c:v>
                </c:pt>
                <c:pt idx="4995">
                  <c:v>44659</c:v>
                </c:pt>
                <c:pt idx="4996">
                  <c:v>44662</c:v>
                </c:pt>
                <c:pt idx="4997">
                  <c:v>44663</c:v>
                </c:pt>
                <c:pt idx="4998">
                  <c:v>44664</c:v>
                </c:pt>
                <c:pt idx="4999">
                  <c:v>44665</c:v>
                </c:pt>
                <c:pt idx="5000">
                  <c:v>44669</c:v>
                </c:pt>
                <c:pt idx="5001">
                  <c:v>44670</c:v>
                </c:pt>
                <c:pt idx="5002">
                  <c:v>44671</c:v>
                </c:pt>
                <c:pt idx="5003">
                  <c:v>44673</c:v>
                </c:pt>
                <c:pt idx="5004">
                  <c:v>44676</c:v>
                </c:pt>
                <c:pt idx="5005">
                  <c:v>44677</c:v>
                </c:pt>
                <c:pt idx="5006">
                  <c:v>44678</c:v>
                </c:pt>
                <c:pt idx="5007">
                  <c:v>44679</c:v>
                </c:pt>
                <c:pt idx="5008">
                  <c:v>44680</c:v>
                </c:pt>
                <c:pt idx="5009">
                  <c:v>44683</c:v>
                </c:pt>
                <c:pt idx="5010">
                  <c:v>44684</c:v>
                </c:pt>
                <c:pt idx="5011">
                  <c:v>44685</c:v>
                </c:pt>
                <c:pt idx="5012">
                  <c:v>44686</c:v>
                </c:pt>
                <c:pt idx="5013">
                  <c:v>44687</c:v>
                </c:pt>
                <c:pt idx="5014">
                  <c:v>44690</c:v>
                </c:pt>
                <c:pt idx="5015">
                  <c:v>44691</c:v>
                </c:pt>
                <c:pt idx="5016">
                  <c:v>44692</c:v>
                </c:pt>
                <c:pt idx="5017">
                  <c:v>44693</c:v>
                </c:pt>
                <c:pt idx="5018">
                  <c:v>44694</c:v>
                </c:pt>
                <c:pt idx="5019">
                  <c:v>44697</c:v>
                </c:pt>
                <c:pt idx="5020">
                  <c:v>44698</c:v>
                </c:pt>
                <c:pt idx="5021">
                  <c:v>44699</c:v>
                </c:pt>
                <c:pt idx="5022">
                  <c:v>44700</c:v>
                </c:pt>
                <c:pt idx="5023">
                  <c:v>44701</c:v>
                </c:pt>
                <c:pt idx="5024">
                  <c:v>44704</c:v>
                </c:pt>
                <c:pt idx="5025">
                  <c:v>44705</c:v>
                </c:pt>
                <c:pt idx="5026">
                  <c:v>44706</c:v>
                </c:pt>
                <c:pt idx="5027">
                  <c:v>44707</c:v>
                </c:pt>
                <c:pt idx="5028">
                  <c:v>44708</c:v>
                </c:pt>
                <c:pt idx="5029">
                  <c:v>44711</c:v>
                </c:pt>
                <c:pt idx="5030">
                  <c:v>44712</c:v>
                </c:pt>
                <c:pt idx="5031">
                  <c:v>44713</c:v>
                </c:pt>
                <c:pt idx="5032">
                  <c:v>44714</c:v>
                </c:pt>
                <c:pt idx="5033">
                  <c:v>44715</c:v>
                </c:pt>
                <c:pt idx="5034">
                  <c:v>44718</c:v>
                </c:pt>
                <c:pt idx="5035">
                  <c:v>44719</c:v>
                </c:pt>
                <c:pt idx="5036">
                  <c:v>44720</c:v>
                </c:pt>
                <c:pt idx="5037">
                  <c:v>44721</c:v>
                </c:pt>
                <c:pt idx="5038">
                  <c:v>44722</c:v>
                </c:pt>
                <c:pt idx="5039">
                  <c:v>44725</c:v>
                </c:pt>
                <c:pt idx="5040">
                  <c:v>44726</c:v>
                </c:pt>
                <c:pt idx="5041">
                  <c:v>44727</c:v>
                </c:pt>
                <c:pt idx="5042">
                  <c:v>44729</c:v>
                </c:pt>
                <c:pt idx="5043">
                  <c:v>44732</c:v>
                </c:pt>
                <c:pt idx="5044">
                  <c:v>44733</c:v>
                </c:pt>
                <c:pt idx="5045">
                  <c:v>44734</c:v>
                </c:pt>
                <c:pt idx="5046">
                  <c:v>44735</c:v>
                </c:pt>
                <c:pt idx="5047">
                  <c:v>44736</c:v>
                </c:pt>
                <c:pt idx="5048">
                  <c:v>44739</c:v>
                </c:pt>
                <c:pt idx="5049">
                  <c:v>44740</c:v>
                </c:pt>
                <c:pt idx="5050">
                  <c:v>44741</c:v>
                </c:pt>
                <c:pt idx="5051">
                  <c:v>44742</c:v>
                </c:pt>
                <c:pt idx="5052">
                  <c:v>44743</c:v>
                </c:pt>
                <c:pt idx="5053">
                  <c:v>44746</c:v>
                </c:pt>
                <c:pt idx="5054">
                  <c:v>44747</c:v>
                </c:pt>
                <c:pt idx="5055">
                  <c:v>44748</c:v>
                </c:pt>
                <c:pt idx="5056">
                  <c:v>44749</c:v>
                </c:pt>
                <c:pt idx="5057">
                  <c:v>44750</c:v>
                </c:pt>
                <c:pt idx="5058">
                  <c:v>44753</c:v>
                </c:pt>
                <c:pt idx="5059">
                  <c:v>44754</c:v>
                </c:pt>
                <c:pt idx="5060">
                  <c:v>44755</c:v>
                </c:pt>
                <c:pt idx="5061">
                  <c:v>44756</c:v>
                </c:pt>
                <c:pt idx="5062">
                  <c:v>44757</c:v>
                </c:pt>
                <c:pt idx="5063">
                  <c:v>44760</c:v>
                </c:pt>
                <c:pt idx="5064">
                  <c:v>44761</c:v>
                </c:pt>
                <c:pt idx="5065">
                  <c:v>44762</c:v>
                </c:pt>
                <c:pt idx="5066">
                  <c:v>44763</c:v>
                </c:pt>
                <c:pt idx="5067">
                  <c:v>44764</c:v>
                </c:pt>
                <c:pt idx="5068">
                  <c:v>44767</c:v>
                </c:pt>
                <c:pt idx="5069">
                  <c:v>44768</c:v>
                </c:pt>
                <c:pt idx="5070">
                  <c:v>44769</c:v>
                </c:pt>
                <c:pt idx="5071">
                  <c:v>44770</c:v>
                </c:pt>
                <c:pt idx="5072">
                  <c:v>44771</c:v>
                </c:pt>
                <c:pt idx="5073">
                  <c:v>44774</c:v>
                </c:pt>
                <c:pt idx="5074">
                  <c:v>44775</c:v>
                </c:pt>
                <c:pt idx="5075">
                  <c:v>44776</c:v>
                </c:pt>
                <c:pt idx="5076">
                  <c:v>44777</c:v>
                </c:pt>
                <c:pt idx="5077">
                  <c:v>44778</c:v>
                </c:pt>
                <c:pt idx="5078">
                  <c:v>44781</c:v>
                </c:pt>
                <c:pt idx="5079">
                  <c:v>44782</c:v>
                </c:pt>
                <c:pt idx="5080">
                  <c:v>44783</c:v>
                </c:pt>
                <c:pt idx="5081">
                  <c:v>44784</c:v>
                </c:pt>
                <c:pt idx="5082">
                  <c:v>44785</c:v>
                </c:pt>
                <c:pt idx="5083">
                  <c:v>44788</c:v>
                </c:pt>
                <c:pt idx="5084">
                  <c:v>44789</c:v>
                </c:pt>
                <c:pt idx="5085">
                  <c:v>44790</c:v>
                </c:pt>
                <c:pt idx="5086">
                  <c:v>44791</c:v>
                </c:pt>
                <c:pt idx="5087">
                  <c:v>44792</c:v>
                </c:pt>
                <c:pt idx="5088">
                  <c:v>44795</c:v>
                </c:pt>
                <c:pt idx="5089">
                  <c:v>44796</c:v>
                </c:pt>
                <c:pt idx="5090">
                  <c:v>44797</c:v>
                </c:pt>
                <c:pt idx="5091">
                  <c:v>44798</c:v>
                </c:pt>
                <c:pt idx="5092">
                  <c:v>44799</c:v>
                </c:pt>
                <c:pt idx="5093">
                  <c:v>44802</c:v>
                </c:pt>
                <c:pt idx="5094">
                  <c:v>44803</c:v>
                </c:pt>
                <c:pt idx="5095">
                  <c:v>44804</c:v>
                </c:pt>
                <c:pt idx="5096">
                  <c:v>44805</c:v>
                </c:pt>
                <c:pt idx="5097">
                  <c:v>44806</c:v>
                </c:pt>
                <c:pt idx="5098">
                  <c:v>44809</c:v>
                </c:pt>
                <c:pt idx="5099">
                  <c:v>44810</c:v>
                </c:pt>
                <c:pt idx="5100">
                  <c:v>44812</c:v>
                </c:pt>
                <c:pt idx="5101">
                  <c:v>44813</c:v>
                </c:pt>
                <c:pt idx="5102">
                  <c:v>44816</c:v>
                </c:pt>
                <c:pt idx="5103">
                  <c:v>44817</c:v>
                </c:pt>
                <c:pt idx="5104">
                  <c:v>44818</c:v>
                </c:pt>
                <c:pt idx="5105">
                  <c:v>44819</c:v>
                </c:pt>
                <c:pt idx="5106">
                  <c:v>44820</c:v>
                </c:pt>
                <c:pt idx="5107">
                  <c:v>44823</c:v>
                </c:pt>
                <c:pt idx="5108">
                  <c:v>44824</c:v>
                </c:pt>
                <c:pt idx="5109">
                  <c:v>44825</c:v>
                </c:pt>
                <c:pt idx="5110">
                  <c:v>44826</c:v>
                </c:pt>
                <c:pt idx="5111">
                  <c:v>44827</c:v>
                </c:pt>
                <c:pt idx="5112">
                  <c:v>44830</c:v>
                </c:pt>
                <c:pt idx="5113">
                  <c:v>44831</c:v>
                </c:pt>
                <c:pt idx="5114">
                  <c:v>44832</c:v>
                </c:pt>
                <c:pt idx="5115">
                  <c:v>44833</c:v>
                </c:pt>
                <c:pt idx="5116">
                  <c:v>44834</c:v>
                </c:pt>
                <c:pt idx="5117">
                  <c:v>44837</c:v>
                </c:pt>
                <c:pt idx="5118">
                  <c:v>44838</c:v>
                </c:pt>
                <c:pt idx="5119">
                  <c:v>44839</c:v>
                </c:pt>
                <c:pt idx="5120">
                  <c:v>44840</c:v>
                </c:pt>
                <c:pt idx="5121">
                  <c:v>44841</c:v>
                </c:pt>
                <c:pt idx="5122">
                  <c:v>44844</c:v>
                </c:pt>
                <c:pt idx="5123">
                  <c:v>44845</c:v>
                </c:pt>
                <c:pt idx="5124">
                  <c:v>44847</c:v>
                </c:pt>
                <c:pt idx="5125">
                  <c:v>44848</c:v>
                </c:pt>
                <c:pt idx="5126">
                  <c:v>44851</c:v>
                </c:pt>
                <c:pt idx="5127">
                  <c:v>44852</c:v>
                </c:pt>
                <c:pt idx="5128">
                  <c:v>44853</c:v>
                </c:pt>
                <c:pt idx="5129">
                  <c:v>44854</c:v>
                </c:pt>
                <c:pt idx="5130">
                  <c:v>44855</c:v>
                </c:pt>
                <c:pt idx="5131">
                  <c:v>44858</c:v>
                </c:pt>
                <c:pt idx="5132">
                  <c:v>44859</c:v>
                </c:pt>
                <c:pt idx="5133">
                  <c:v>44860</c:v>
                </c:pt>
                <c:pt idx="5134">
                  <c:v>44861</c:v>
                </c:pt>
                <c:pt idx="5135">
                  <c:v>44862</c:v>
                </c:pt>
                <c:pt idx="5136">
                  <c:v>44865</c:v>
                </c:pt>
                <c:pt idx="5137">
                  <c:v>44866</c:v>
                </c:pt>
                <c:pt idx="5138">
                  <c:v>44868</c:v>
                </c:pt>
                <c:pt idx="5139">
                  <c:v>44869</c:v>
                </c:pt>
                <c:pt idx="5140">
                  <c:v>44872</c:v>
                </c:pt>
                <c:pt idx="5141">
                  <c:v>44873</c:v>
                </c:pt>
                <c:pt idx="5142">
                  <c:v>44874</c:v>
                </c:pt>
                <c:pt idx="5143">
                  <c:v>44875</c:v>
                </c:pt>
                <c:pt idx="5144">
                  <c:v>44876</c:v>
                </c:pt>
                <c:pt idx="5145">
                  <c:v>44879</c:v>
                </c:pt>
                <c:pt idx="5146">
                  <c:v>44881</c:v>
                </c:pt>
                <c:pt idx="5147">
                  <c:v>44882</c:v>
                </c:pt>
                <c:pt idx="5148">
                  <c:v>44883</c:v>
                </c:pt>
                <c:pt idx="5149">
                  <c:v>44886</c:v>
                </c:pt>
                <c:pt idx="5150">
                  <c:v>44887</c:v>
                </c:pt>
                <c:pt idx="5151">
                  <c:v>44888</c:v>
                </c:pt>
                <c:pt idx="5152">
                  <c:v>44889</c:v>
                </c:pt>
                <c:pt idx="5153">
                  <c:v>44890</c:v>
                </c:pt>
                <c:pt idx="5154">
                  <c:v>44893</c:v>
                </c:pt>
                <c:pt idx="5155">
                  <c:v>44894</c:v>
                </c:pt>
                <c:pt idx="5156">
                  <c:v>44895</c:v>
                </c:pt>
                <c:pt idx="5157">
                  <c:v>44896</c:v>
                </c:pt>
                <c:pt idx="5158">
                  <c:v>44897</c:v>
                </c:pt>
                <c:pt idx="5159">
                  <c:v>44900</c:v>
                </c:pt>
                <c:pt idx="5160">
                  <c:v>44901</c:v>
                </c:pt>
                <c:pt idx="5161">
                  <c:v>44902</c:v>
                </c:pt>
                <c:pt idx="5162">
                  <c:v>44903</c:v>
                </c:pt>
                <c:pt idx="5163">
                  <c:v>44904</c:v>
                </c:pt>
                <c:pt idx="5164">
                  <c:v>44907</c:v>
                </c:pt>
                <c:pt idx="5165">
                  <c:v>44908</c:v>
                </c:pt>
                <c:pt idx="5166">
                  <c:v>44909</c:v>
                </c:pt>
                <c:pt idx="5167">
                  <c:v>44910</c:v>
                </c:pt>
                <c:pt idx="5168">
                  <c:v>44911</c:v>
                </c:pt>
                <c:pt idx="5169">
                  <c:v>44914</c:v>
                </c:pt>
                <c:pt idx="5170">
                  <c:v>44915</c:v>
                </c:pt>
                <c:pt idx="5171">
                  <c:v>44916</c:v>
                </c:pt>
                <c:pt idx="5172">
                  <c:v>44917</c:v>
                </c:pt>
                <c:pt idx="5173">
                  <c:v>44918</c:v>
                </c:pt>
                <c:pt idx="5174">
                  <c:v>44921</c:v>
                </c:pt>
                <c:pt idx="5175">
                  <c:v>44922</c:v>
                </c:pt>
                <c:pt idx="5176">
                  <c:v>44923</c:v>
                </c:pt>
                <c:pt idx="5177">
                  <c:v>44924</c:v>
                </c:pt>
                <c:pt idx="5178">
                  <c:v>44928</c:v>
                </c:pt>
                <c:pt idx="5179">
                  <c:v>44929</c:v>
                </c:pt>
                <c:pt idx="5180">
                  <c:v>44930</c:v>
                </c:pt>
                <c:pt idx="5181">
                  <c:v>44931</c:v>
                </c:pt>
                <c:pt idx="5182">
                  <c:v>44932</c:v>
                </c:pt>
                <c:pt idx="5183">
                  <c:v>44935</c:v>
                </c:pt>
                <c:pt idx="5184">
                  <c:v>44936</c:v>
                </c:pt>
                <c:pt idx="5185">
                  <c:v>44937</c:v>
                </c:pt>
                <c:pt idx="5186">
                  <c:v>44938</c:v>
                </c:pt>
                <c:pt idx="5187">
                  <c:v>44939</c:v>
                </c:pt>
                <c:pt idx="5188">
                  <c:v>44942</c:v>
                </c:pt>
                <c:pt idx="5189">
                  <c:v>44943</c:v>
                </c:pt>
                <c:pt idx="5190">
                  <c:v>44944</c:v>
                </c:pt>
                <c:pt idx="5191">
                  <c:v>44945</c:v>
                </c:pt>
                <c:pt idx="5192">
                  <c:v>44946</c:v>
                </c:pt>
                <c:pt idx="5193">
                  <c:v>44949</c:v>
                </c:pt>
                <c:pt idx="5194">
                  <c:v>44950</c:v>
                </c:pt>
                <c:pt idx="5195">
                  <c:v>44951</c:v>
                </c:pt>
                <c:pt idx="5196">
                  <c:v>44952</c:v>
                </c:pt>
                <c:pt idx="5197">
                  <c:v>44953</c:v>
                </c:pt>
                <c:pt idx="5198">
                  <c:v>44956</c:v>
                </c:pt>
                <c:pt idx="5199">
                  <c:v>44957</c:v>
                </c:pt>
                <c:pt idx="5200">
                  <c:v>44958</c:v>
                </c:pt>
                <c:pt idx="5201">
                  <c:v>44959</c:v>
                </c:pt>
                <c:pt idx="5202">
                  <c:v>44960</c:v>
                </c:pt>
                <c:pt idx="5203">
                  <c:v>44963</c:v>
                </c:pt>
                <c:pt idx="5204">
                  <c:v>44964</c:v>
                </c:pt>
                <c:pt idx="5205">
                  <c:v>44965</c:v>
                </c:pt>
                <c:pt idx="5206">
                  <c:v>44966</c:v>
                </c:pt>
                <c:pt idx="5207">
                  <c:v>44967</c:v>
                </c:pt>
                <c:pt idx="5208">
                  <c:v>44970</c:v>
                </c:pt>
                <c:pt idx="5209">
                  <c:v>44971</c:v>
                </c:pt>
                <c:pt idx="5210">
                  <c:v>44972</c:v>
                </c:pt>
                <c:pt idx="5211">
                  <c:v>44973</c:v>
                </c:pt>
                <c:pt idx="5212">
                  <c:v>44974</c:v>
                </c:pt>
                <c:pt idx="5213">
                  <c:v>44979</c:v>
                </c:pt>
                <c:pt idx="5214">
                  <c:v>44980</c:v>
                </c:pt>
                <c:pt idx="5215">
                  <c:v>44981</c:v>
                </c:pt>
                <c:pt idx="5216">
                  <c:v>44984</c:v>
                </c:pt>
                <c:pt idx="5217">
                  <c:v>44985</c:v>
                </c:pt>
                <c:pt idx="5218">
                  <c:v>44986</c:v>
                </c:pt>
                <c:pt idx="5219">
                  <c:v>44987</c:v>
                </c:pt>
                <c:pt idx="5220">
                  <c:v>44988</c:v>
                </c:pt>
                <c:pt idx="5221">
                  <c:v>44991</c:v>
                </c:pt>
                <c:pt idx="5222">
                  <c:v>44992</c:v>
                </c:pt>
                <c:pt idx="5223">
                  <c:v>44993</c:v>
                </c:pt>
                <c:pt idx="5224">
                  <c:v>44994</c:v>
                </c:pt>
                <c:pt idx="5225">
                  <c:v>44995</c:v>
                </c:pt>
                <c:pt idx="5226">
                  <c:v>44998</c:v>
                </c:pt>
                <c:pt idx="5227">
                  <c:v>44999</c:v>
                </c:pt>
                <c:pt idx="5228">
                  <c:v>45000</c:v>
                </c:pt>
                <c:pt idx="5229">
                  <c:v>45001</c:v>
                </c:pt>
                <c:pt idx="5230">
                  <c:v>45002</c:v>
                </c:pt>
                <c:pt idx="5231">
                  <c:v>45005</c:v>
                </c:pt>
                <c:pt idx="5232">
                  <c:v>45006</c:v>
                </c:pt>
                <c:pt idx="5233">
                  <c:v>45007</c:v>
                </c:pt>
                <c:pt idx="5234">
                  <c:v>45008</c:v>
                </c:pt>
                <c:pt idx="5235">
                  <c:v>45009</c:v>
                </c:pt>
                <c:pt idx="5236">
                  <c:v>45012</c:v>
                </c:pt>
                <c:pt idx="5237">
                  <c:v>45013</c:v>
                </c:pt>
                <c:pt idx="5238">
                  <c:v>45014</c:v>
                </c:pt>
                <c:pt idx="5239">
                  <c:v>45015</c:v>
                </c:pt>
                <c:pt idx="5240">
                  <c:v>45016</c:v>
                </c:pt>
                <c:pt idx="5241">
                  <c:v>45019</c:v>
                </c:pt>
                <c:pt idx="5242">
                  <c:v>45020</c:v>
                </c:pt>
                <c:pt idx="5243">
                  <c:v>45021</c:v>
                </c:pt>
                <c:pt idx="5244">
                  <c:v>45022</c:v>
                </c:pt>
                <c:pt idx="5245">
                  <c:v>45026</c:v>
                </c:pt>
                <c:pt idx="5246">
                  <c:v>45027</c:v>
                </c:pt>
                <c:pt idx="5247">
                  <c:v>45028</c:v>
                </c:pt>
                <c:pt idx="5248">
                  <c:v>45029</c:v>
                </c:pt>
                <c:pt idx="5249">
                  <c:v>45030</c:v>
                </c:pt>
                <c:pt idx="5250">
                  <c:v>45033</c:v>
                </c:pt>
                <c:pt idx="5251">
                  <c:v>45034</c:v>
                </c:pt>
                <c:pt idx="5252">
                  <c:v>45035</c:v>
                </c:pt>
                <c:pt idx="5253">
                  <c:v>45036</c:v>
                </c:pt>
                <c:pt idx="5254">
                  <c:v>45040</c:v>
                </c:pt>
                <c:pt idx="5255">
                  <c:v>45041</c:v>
                </c:pt>
                <c:pt idx="5256">
                  <c:v>45042</c:v>
                </c:pt>
                <c:pt idx="5257">
                  <c:v>45043</c:v>
                </c:pt>
                <c:pt idx="5258">
                  <c:v>45044</c:v>
                </c:pt>
                <c:pt idx="5259">
                  <c:v>45048</c:v>
                </c:pt>
                <c:pt idx="5260">
                  <c:v>45049</c:v>
                </c:pt>
                <c:pt idx="5261">
                  <c:v>45050</c:v>
                </c:pt>
                <c:pt idx="5262">
                  <c:v>45051</c:v>
                </c:pt>
                <c:pt idx="5263">
                  <c:v>45054</c:v>
                </c:pt>
                <c:pt idx="5264">
                  <c:v>45055</c:v>
                </c:pt>
                <c:pt idx="5265">
                  <c:v>45056</c:v>
                </c:pt>
                <c:pt idx="5266">
                  <c:v>45057</c:v>
                </c:pt>
                <c:pt idx="5267">
                  <c:v>45058</c:v>
                </c:pt>
                <c:pt idx="5268">
                  <c:v>45061</c:v>
                </c:pt>
                <c:pt idx="5269">
                  <c:v>45062</c:v>
                </c:pt>
                <c:pt idx="5270">
                  <c:v>45063</c:v>
                </c:pt>
                <c:pt idx="5271">
                  <c:v>45064</c:v>
                </c:pt>
                <c:pt idx="5272">
                  <c:v>45065</c:v>
                </c:pt>
                <c:pt idx="5273">
                  <c:v>45068</c:v>
                </c:pt>
                <c:pt idx="5274">
                  <c:v>45069</c:v>
                </c:pt>
                <c:pt idx="5275">
                  <c:v>45070</c:v>
                </c:pt>
                <c:pt idx="5276">
                  <c:v>45071</c:v>
                </c:pt>
                <c:pt idx="5277">
                  <c:v>45072</c:v>
                </c:pt>
                <c:pt idx="5278">
                  <c:v>45075</c:v>
                </c:pt>
                <c:pt idx="5279">
                  <c:v>45076</c:v>
                </c:pt>
                <c:pt idx="5280">
                  <c:v>45077</c:v>
                </c:pt>
                <c:pt idx="5281">
                  <c:v>45078</c:v>
                </c:pt>
                <c:pt idx="5282">
                  <c:v>45079</c:v>
                </c:pt>
                <c:pt idx="5283">
                  <c:v>45082</c:v>
                </c:pt>
                <c:pt idx="5284">
                  <c:v>45083</c:v>
                </c:pt>
                <c:pt idx="5285">
                  <c:v>45084</c:v>
                </c:pt>
                <c:pt idx="5286">
                  <c:v>45086</c:v>
                </c:pt>
                <c:pt idx="5287">
                  <c:v>45089</c:v>
                </c:pt>
                <c:pt idx="5288">
                  <c:v>45090</c:v>
                </c:pt>
                <c:pt idx="5289">
                  <c:v>45091</c:v>
                </c:pt>
                <c:pt idx="5290">
                  <c:v>45092</c:v>
                </c:pt>
                <c:pt idx="5291">
                  <c:v>45093</c:v>
                </c:pt>
                <c:pt idx="5292">
                  <c:v>45096</c:v>
                </c:pt>
                <c:pt idx="5293">
                  <c:v>45097</c:v>
                </c:pt>
                <c:pt idx="5294">
                  <c:v>45098</c:v>
                </c:pt>
                <c:pt idx="5295">
                  <c:v>45099</c:v>
                </c:pt>
                <c:pt idx="5296">
                  <c:v>45100</c:v>
                </c:pt>
                <c:pt idx="5297">
                  <c:v>45103</c:v>
                </c:pt>
                <c:pt idx="5298">
                  <c:v>45104</c:v>
                </c:pt>
                <c:pt idx="5299">
                  <c:v>45105</c:v>
                </c:pt>
                <c:pt idx="5300">
                  <c:v>45106</c:v>
                </c:pt>
                <c:pt idx="5301">
                  <c:v>45107</c:v>
                </c:pt>
                <c:pt idx="5302">
                  <c:v>45110</c:v>
                </c:pt>
                <c:pt idx="5303">
                  <c:v>45111</c:v>
                </c:pt>
                <c:pt idx="5304">
                  <c:v>45112</c:v>
                </c:pt>
                <c:pt idx="5305">
                  <c:v>45113</c:v>
                </c:pt>
                <c:pt idx="5306">
                  <c:v>45114</c:v>
                </c:pt>
                <c:pt idx="5307">
                  <c:v>45117</c:v>
                </c:pt>
                <c:pt idx="5308">
                  <c:v>45118</c:v>
                </c:pt>
                <c:pt idx="5309">
                  <c:v>45119</c:v>
                </c:pt>
                <c:pt idx="5310">
                  <c:v>45120</c:v>
                </c:pt>
                <c:pt idx="5311">
                  <c:v>45121</c:v>
                </c:pt>
                <c:pt idx="5312">
                  <c:v>45124</c:v>
                </c:pt>
                <c:pt idx="5313">
                  <c:v>45125</c:v>
                </c:pt>
                <c:pt idx="5314">
                  <c:v>45126</c:v>
                </c:pt>
                <c:pt idx="5315">
                  <c:v>45127</c:v>
                </c:pt>
                <c:pt idx="5316">
                  <c:v>45128</c:v>
                </c:pt>
                <c:pt idx="5317">
                  <c:v>45131</c:v>
                </c:pt>
                <c:pt idx="5318">
                  <c:v>45132</c:v>
                </c:pt>
                <c:pt idx="5319">
                  <c:v>45133</c:v>
                </c:pt>
                <c:pt idx="5320">
                  <c:v>45134</c:v>
                </c:pt>
                <c:pt idx="5321">
                  <c:v>45135</c:v>
                </c:pt>
                <c:pt idx="5322">
                  <c:v>45138</c:v>
                </c:pt>
                <c:pt idx="5323">
                  <c:v>45139</c:v>
                </c:pt>
                <c:pt idx="5324">
                  <c:v>45140</c:v>
                </c:pt>
                <c:pt idx="5325">
                  <c:v>45141</c:v>
                </c:pt>
                <c:pt idx="5326">
                  <c:v>45142</c:v>
                </c:pt>
                <c:pt idx="5327">
                  <c:v>45145</c:v>
                </c:pt>
                <c:pt idx="5328">
                  <c:v>45146</c:v>
                </c:pt>
                <c:pt idx="5329">
                  <c:v>45147</c:v>
                </c:pt>
                <c:pt idx="5330">
                  <c:v>45148</c:v>
                </c:pt>
                <c:pt idx="5331">
                  <c:v>45149</c:v>
                </c:pt>
                <c:pt idx="5332">
                  <c:v>45152</c:v>
                </c:pt>
                <c:pt idx="5333">
                  <c:v>45153</c:v>
                </c:pt>
                <c:pt idx="5334">
                  <c:v>45154</c:v>
                </c:pt>
                <c:pt idx="5335">
                  <c:v>45155</c:v>
                </c:pt>
                <c:pt idx="5336">
                  <c:v>45156</c:v>
                </c:pt>
                <c:pt idx="5337">
                  <c:v>45159</c:v>
                </c:pt>
                <c:pt idx="5338">
                  <c:v>45160</c:v>
                </c:pt>
                <c:pt idx="5339">
                  <c:v>45161</c:v>
                </c:pt>
                <c:pt idx="5340">
                  <c:v>45162</c:v>
                </c:pt>
                <c:pt idx="5341">
                  <c:v>45163</c:v>
                </c:pt>
                <c:pt idx="5342">
                  <c:v>45166</c:v>
                </c:pt>
                <c:pt idx="5343">
                  <c:v>45167</c:v>
                </c:pt>
                <c:pt idx="5344">
                  <c:v>45168</c:v>
                </c:pt>
                <c:pt idx="5345">
                  <c:v>45169</c:v>
                </c:pt>
                <c:pt idx="5346">
                  <c:v>45170</c:v>
                </c:pt>
                <c:pt idx="5347">
                  <c:v>45173</c:v>
                </c:pt>
                <c:pt idx="5348">
                  <c:v>45174</c:v>
                </c:pt>
                <c:pt idx="5349">
                  <c:v>45175</c:v>
                </c:pt>
                <c:pt idx="5350">
                  <c:v>45177</c:v>
                </c:pt>
                <c:pt idx="5351">
                  <c:v>45180</c:v>
                </c:pt>
                <c:pt idx="5352">
                  <c:v>45181</c:v>
                </c:pt>
                <c:pt idx="5353">
                  <c:v>45182</c:v>
                </c:pt>
                <c:pt idx="5354">
                  <c:v>45183</c:v>
                </c:pt>
                <c:pt idx="5355">
                  <c:v>45184</c:v>
                </c:pt>
                <c:pt idx="5356">
                  <c:v>45187</c:v>
                </c:pt>
                <c:pt idx="5357">
                  <c:v>45188</c:v>
                </c:pt>
                <c:pt idx="5358">
                  <c:v>45189</c:v>
                </c:pt>
                <c:pt idx="5359">
                  <c:v>45190</c:v>
                </c:pt>
                <c:pt idx="5360">
                  <c:v>45191</c:v>
                </c:pt>
                <c:pt idx="5361">
                  <c:v>45194</c:v>
                </c:pt>
                <c:pt idx="5362">
                  <c:v>45195</c:v>
                </c:pt>
                <c:pt idx="5363">
                  <c:v>45196</c:v>
                </c:pt>
                <c:pt idx="5364">
                  <c:v>45197</c:v>
                </c:pt>
                <c:pt idx="5365">
                  <c:v>45198</c:v>
                </c:pt>
                <c:pt idx="5366">
                  <c:v>45201</c:v>
                </c:pt>
                <c:pt idx="5367">
                  <c:v>45202</c:v>
                </c:pt>
                <c:pt idx="5368">
                  <c:v>45203</c:v>
                </c:pt>
                <c:pt idx="5369">
                  <c:v>45204</c:v>
                </c:pt>
                <c:pt idx="5370">
                  <c:v>45205</c:v>
                </c:pt>
                <c:pt idx="5371">
                  <c:v>45208</c:v>
                </c:pt>
                <c:pt idx="5372">
                  <c:v>45209</c:v>
                </c:pt>
                <c:pt idx="5373">
                  <c:v>45210</c:v>
                </c:pt>
                <c:pt idx="5374">
                  <c:v>45212</c:v>
                </c:pt>
                <c:pt idx="5375">
                  <c:v>45215</c:v>
                </c:pt>
                <c:pt idx="5376">
                  <c:v>45216</c:v>
                </c:pt>
                <c:pt idx="5377">
                  <c:v>45217</c:v>
                </c:pt>
                <c:pt idx="5378">
                  <c:v>45218</c:v>
                </c:pt>
                <c:pt idx="5379">
                  <c:v>45219</c:v>
                </c:pt>
                <c:pt idx="5380">
                  <c:v>45222</c:v>
                </c:pt>
                <c:pt idx="5381">
                  <c:v>45223</c:v>
                </c:pt>
                <c:pt idx="5382">
                  <c:v>45224</c:v>
                </c:pt>
                <c:pt idx="5383">
                  <c:v>45225</c:v>
                </c:pt>
                <c:pt idx="5384">
                  <c:v>45226</c:v>
                </c:pt>
                <c:pt idx="5385">
                  <c:v>45229</c:v>
                </c:pt>
                <c:pt idx="5386">
                  <c:v>45230</c:v>
                </c:pt>
                <c:pt idx="5387">
                  <c:v>45231</c:v>
                </c:pt>
                <c:pt idx="5388">
                  <c:v>45233</c:v>
                </c:pt>
                <c:pt idx="5389">
                  <c:v>45236</c:v>
                </c:pt>
                <c:pt idx="5390">
                  <c:v>45237</c:v>
                </c:pt>
                <c:pt idx="5391">
                  <c:v>45238</c:v>
                </c:pt>
                <c:pt idx="5392">
                  <c:v>45239</c:v>
                </c:pt>
                <c:pt idx="5393">
                  <c:v>45240</c:v>
                </c:pt>
                <c:pt idx="5394">
                  <c:v>45243</c:v>
                </c:pt>
                <c:pt idx="5395">
                  <c:v>45244</c:v>
                </c:pt>
                <c:pt idx="5396">
                  <c:v>45246</c:v>
                </c:pt>
                <c:pt idx="5397">
                  <c:v>45247</c:v>
                </c:pt>
                <c:pt idx="5398">
                  <c:v>45250</c:v>
                </c:pt>
                <c:pt idx="5399">
                  <c:v>45251</c:v>
                </c:pt>
                <c:pt idx="5400">
                  <c:v>45252</c:v>
                </c:pt>
                <c:pt idx="5401">
                  <c:v>45253</c:v>
                </c:pt>
                <c:pt idx="5402">
                  <c:v>45254</c:v>
                </c:pt>
                <c:pt idx="5403">
                  <c:v>45257</c:v>
                </c:pt>
                <c:pt idx="5404">
                  <c:v>45258</c:v>
                </c:pt>
                <c:pt idx="5405">
                  <c:v>45259</c:v>
                </c:pt>
                <c:pt idx="5406">
                  <c:v>45260</c:v>
                </c:pt>
                <c:pt idx="5407">
                  <c:v>45261</c:v>
                </c:pt>
                <c:pt idx="5408">
                  <c:v>45264</c:v>
                </c:pt>
                <c:pt idx="5409">
                  <c:v>45265</c:v>
                </c:pt>
                <c:pt idx="5410">
                  <c:v>45266</c:v>
                </c:pt>
                <c:pt idx="5411">
                  <c:v>45267</c:v>
                </c:pt>
                <c:pt idx="5412">
                  <c:v>45268</c:v>
                </c:pt>
                <c:pt idx="5413">
                  <c:v>45271</c:v>
                </c:pt>
                <c:pt idx="5414">
                  <c:v>45272</c:v>
                </c:pt>
                <c:pt idx="5415">
                  <c:v>45273</c:v>
                </c:pt>
                <c:pt idx="5416">
                  <c:v>45274</c:v>
                </c:pt>
                <c:pt idx="5417">
                  <c:v>45275</c:v>
                </c:pt>
                <c:pt idx="5418">
                  <c:v>45278</c:v>
                </c:pt>
                <c:pt idx="5419">
                  <c:v>45279</c:v>
                </c:pt>
                <c:pt idx="5420">
                  <c:v>45280</c:v>
                </c:pt>
                <c:pt idx="5421">
                  <c:v>45281</c:v>
                </c:pt>
                <c:pt idx="5422">
                  <c:v>45282</c:v>
                </c:pt>
                <c:pt idx="5423">
                  <c:v>45286</c:v>
                </c:pt>
                <c:pt idx="5424">
                  <c:v>45287</c:v>
                </c:pt>
                <c:pt idx="5425">
                  <c:v>45288</c:v>
                </c:pt>
                <c:pt idx="5426">
                  <c:v>45293</c:v>
                </c:pt>
                <c:pt idx="5427">
                  <c:v>45294</c:v>
                </c:pt>
                <c:pt idx="5428">
                  <c:v>45295</c:v>
                </c:pt>
                <c:pt idx="5429">
                  <c:v>45296</c:v>
                </c:pt>
                <c:pt idx="5430">
                  <c:v>45299</c:v>
                </c:pt>
                <c:pt idx="5431">
                  <c:v>45300</c:v>
                </c:pt>
                <c:pt idx="5432">
                  <c:v>45301</c:v>
                </c:pt>
                <c:pt idx="5433">
                  <c:v>45302</c:v>
                </c:pt>
                <c:pt idx="5434">
                  <c:v>45303</c:v>
                </c:pt>
                <c:pt idx="5435">
                  <c:v>45306</c:v>
                </c:pt>
                <c:pt idx="5436">
                  <c:v>45307</c:v>
                </c:pt>
                <c:pt idx="5437">
                  <c:v>45308</c:v>
                </c:pt>
                <c:pt idx="5438">
                  <c:v>45309</c:v>
                </c:pt>
                <c:pt idx="5439">
                  <c:v>45310</c:v>
                </c:pt>
                <c:pt idx="5440">
                  <c:v>45313</c:v>
                </c:pt>
                <c:pt idx="5441">
                  <c:v>45314</c:v>
                </c:pt>
                <c:pt idx="5442">
                  <c:v>45315</c:v>
                </c:pt>
                <c:pt idx="5443">
                  <c:v>45316</c:v>
                </c:pt>
                <c:pt idx="5444">
                  <c:v>45317</c:v>
                </c:pt>
                <c:pt idx="5445">
                  <c:v>45320</c:v>
                </c:pt>
                <c:pt idx="5446">
                  <c:v>45321</c:v>
                </c:pt>
                <c:pt idx="5447">
                  <c:v>45322</c:v>
                </c:pt>
                <c:pt idx="5448">
                  <c:v>45323</c:v>
                </c:pt>
                <c:pt idx="5449">
                  <c:v>45324</c:v>
                </c:pt>
                <c:pt idx="5450">
                  <c:v>45327</c:v>
                </c:pt>
                <c:pt idx="5451">
                  <c:v>45328</c:v>
                </c:pt>
                <c:pt idx="5452">
                  <c:v>45329</c:v>
                </c:pt>
                <c:pt idx="5453">
                  <c:v>45330</c:v>
                </c:pt>
                <c:pt idx="5454">
                  <c:v>45331</c:v>
                </c:pt>
                <c:pt idx="5455">
                  <c:v>45336</c:v>
                </c:pt>
                <c:pt idx="5456">
                  <c:v>45337</c:v>
                </c:pt>
                <c:pt idx="5457">
                  <c:v>45338</c:v>
                </c:pt>
                <c:pt idx="5458">
                  <c:v>45341</c:v>
                </c:pt>
                <c:pt idx="5459">
                  <c:v>45342</c:v>
                </c:pt>
                <c:pt idx="5460">
                  <c:v>45343</c:v>
                </c:pt>
                <c:pt idx="5461">
                  <c:v>45344</c:v>
                </c:pt>
                <c:pt idx="5462">
                  <c:v>45345</c:v>
                </c:pt>
                <c:pt idx="5463">
                  <c:v>45348</c:v>
                </c:pt>
                <c:pt idx="5464">
                  <c:v>45349</c:v>
                </c:pt>
                <c:pt idx="5465">
                  <c:v>45350</c:v>
                </c:pt>
                <c:pt idx="5466">
                  <c:v>45351</c:v>
                </c:pt>
                <c:pt idx="5467">
                  <c:v>45352</c:v>
                </c:pt>
                <c:pt idx="5468">
                  <c:v>45355</c:v>
                </c:pt>
                <c:pt idx="5469">
                  <c:v>45356</c:v>
                </c:pt>
                <c:pt idx="5470">
                  <c:v>45357</c:v>
                </c:pt>
                <c:pt idx="5471">
                  <c:v>45358</c:v>
                </c:pt>
                <c:pt idx="5472">
                  <c:v>45359</c:v>
                </c:pt>
                <c:pt idx="5473">
                  <c:v>45362</c:v>
                </c:pt>
                <c:pt idx="5474">
                  <c:v>45363</c:v>
                </c:pt>
                <c:pt idx="5475">
                  <c:v>45364</c:v>
                </c:pt>
                <c:pt idx="5476">
                  <c:v>45365</c:v>
                </c:pt>
                <c:pt idx="5477">
                  <c:v>45366</c:v>
                </c:pt>
                <c:pt idx="5478">
                  <c:v>45369</c:v>
                </c:pt>
                <c:pt idx="5479">
                  <c:v>45370</c:v>
                </c:pt>
                <c:pt idx="5480">
                  <c:v>45371</c:v>
                </c:pt>
                <c:pt idx="5481">
                  <c:v>45372</c:v>
                </c:pt>
                <c:pt idx="5482">
                  <c:v>45373</c:v>
                </c:pt>
                <c:pt idx="5483">
                  <c:v>45376</c:v>
                </c:pt>
                <c:pt idx="5484">
                  <c:v>45377</c:v>
                </c:pt>
                <c:pt idx="5485">
                  <c:v>45378</c:v>
                </c:pt>
                <c:pt idx="5486">
                  <c:v>45379</c:v>
                </c:pt>
                <c:pt idx="5487">
                  <c:v>45383</c:v>
                </c:pt>
                <c:pt idx="5488">
                  <c:v>45384</c:v>
                </c:pt>
                <c:pt idx="5489">
                  <c:v>45385</c:v>
                </c:pt>
                <c:pt idx="5490">
                  <c:v>45386</c:v>
                </c:pt>
                <c:pt idx="5491">
                  <c:v>45387</c:v>
                </c:pt>
                <c:pt idx="5492">
                  <c:v>45390</c:v>
                </c:pt>
                <c:pt idx="5493">
                  <c:v>45391</c:v>
                </c:pt>
                <c:pt idx="5494">
                  <c:v>45392</c:v>
                </c:pt>
                <c:pt idx="5495">
                  <c:v>45393</c:v>
                </c:pt>
                <c:pt idx="5496">
                  <c:v>45394</c:v>
                </c:pt>
                <c:pt idx="5497">
                  <c:v>45397</c:v>
                </c:pt>
                <c:pt idx="5498">
                  <c:v>45398</c:v>
                </c:pt>
                <c:pt idx="5499">
                  <c:v>45399</c:v>
                </c:pt>
                <c:pt idx="5500">
                  <c:v>45400</c:v>
                </c:pt>
                <c:pt idx="5501">
                  <c:v>45401</c:v>
                </c:pt>
                <c:pt idx="5502">
                  <c:v>45404</c:v>
                </c:pt>
                <c:pt idx="5503">
                  <c:v>45405</c:v>
                </c:pt>
                <c:pt idx="5504">
                  <c:v>45406</c:v>
                </c:pt>
                <c:pt idx="5505">
                  <c:v>45407</c:v>
                </c:pt>
                <c:pt idx="5506">
                  <c:v>45408</c:v>
                </c:pt>
                <c:pt idx="5507">
                  <c:v>45411</c:v>
                </c:pt>
                <c:pt idx="5508">
                  <c:v>45412</c:v>
                </c:pt>
                <c:pt idx="5509">
                  <c:v>45414</c:v>
                </c:pt>
                <c:pt idx="5510">
                  <c:v>45415</c:v>
                </c:pt>
                <c:pt idx="5511">
                  <c:v>45418</c:v>
                </c:pt>
                <c:pt idx="5512">
                  <c:v>45419</c:v>
                </c:pt>
                <c:pt idx="5513">
                  <c:v>45420</c:v>
                </c:pt>
                <c:pt idx="5514">
                  <c:v>45421</c:v>
                </c:pt>
                <c:pt idx="5515">
                  <c:v>45422</c:v>
                </c:pt>
                <c:pt idx="5516">
                  <c:v>45425</c:v>
                </c:pt>
                <c:pt idx="5517">
                  <c:v>45426</c:v>
                </c:pt>
                <c:pt idx="5518">
                  <c:v>45427</c:v>
                </c:pt>
                <c:pt idx="5519">
                  <c:v>45428</c:v>
                </c:pt>
                <c:pt idx="5520">
                  <c:v>45429</c:v>
                </c:pt>
                <c:pt idx="5521">
                  <c:v>45432</c:v>
                </c:pt>
                <c:pt idx="5522">
                  <c:v>45433</c:v>
                </c:pt>
                <c:pt idx="5523">
                  <c:v>45434</c:v>
                </c:pt>
                <c:pt idx="5524">
                  <c:v>45435</c:v>
                </c:pt>
                <c:pt idx="5525">
                  <c:v>45436</c:v>
                </c:pt>
                <c:pt idx="5526">
                  <c:v>45439</c:v>
                </c:pt>
                <c:pt idx="5527">
                  <c:v>45440</c:v>
                </c:pt>
                <c:pt idx="5528">
                  <c:v>45441</c:v>
                </c:pt>
                <c:pt idx="5529">
                  <c:v>45443</c:v>
                </c:pt>
                <c:pt idx="5530">
                  <c:v>45446</c:v>
                </c:pt>
                <c:pt idx="5531">
                  <c:v>45447</c:v>
                </c:pt>
                <c:pt idx="5532">
                  <c:v>45448</c:v>
                </c:pt>
                <c:pt idx="5533">
                  <c:v>45449</c:v>
                </c:pt>
                <c:pt idx="5534">
                  <c:v>45450</c:v>
                </c:pt>
                <c:pt idx="5535">
                  <c:v>45453</c:v>
                </c:pt>
                <c:pt idx="5536">
                  <c:v>45454</c:v>
                </c:pt>
                <c:pt idx="5537">
                  <c:v>45455</c:v>
                </c:pt>
                <c:pt idx="5538">
                  <c:v>45456</c:v>
                </c:pt>
                <c:pt idx="5539">
                  <c:v>45457</c:v>
                </c:pt>
                <c:pt idx="5540">
                  <c:v>45460</c:v>
                </c:pt>
                <c:pt idx="5541">
                  <c:v>45461</c:v>
                </c:pt>
                <c:pt idx="5542">
                  <c:v>45462</c:v>
                </c:pt>
                <c:pt idx="5543">
                  <c:v>45463</c:v>
                </c:pt>
                <c:pt idx="5544">
                  <c:v>45464</c:v>
                </c:pt>
                <c:pt idx="5545">
                  <c:v>45467</c:v>
                </c:pt>
                <c:pt idx="5546">
                  <c:v>45468</c:v>
                </c:pt>
                <c:pt idx="5547">
                  <c:v>45469</c:v>
                </c:pt>
                <c:pt idx="5548">
                  <c:v>45470</c:v>
                </c:pt>
                <c:pt idx="5549">
                  <c:v>45471</c:v>
                </c:pt>
                <c:pt idx="5550">
                  <c:v>45474</c:v>
                </c:pt>
                <c:pt idx="5551">
                  <c:v>45475</c:v>
                </c:pt>
                <c:pt idx="5552">
                  <c:v>45476</c:v>
                </c:pt>
                <c:pt idx="5553">
                  <c:v>45477</c:v>
                </c:pt>
                <c:pt idx="5554">
                  <c:v>45478</c:v>
                </c:pt>
                <c:pt idx="5555">
                  <c:v>45481</c:v>
                </c:pt>
                <c:pt idx="5556">
                  <c:v>45482</c:v>
                </c:pt>
                <c:pt idx="5557">
                  <c:v>45483</c:v>
                </c:pt>
                <c:pt idx="5558">
                  <c:v>45484</c:v>
                </c:pt>
                <c:pt idx="5559">
                  <c:v>45485</c:v>
                </c:pt>
                <c:pt idx="5560">
                  <c:v>45488</c:v>
                </c:pt>
                <c:pt idx="5561">
                  <c:v>45489</c:v>
                </c:pt>
                <c:pt idx="5562">
                  <c:v>45490</c:v>
                </c:pt>
                <c:pt idx="5563">
                  <c:v>45491</c:v>
                </c:pt>
                <c:pt idx="5564">
                  <c:v>45492</c:v>
                </c:pt>
                <c:pt idx="5565">
                  <c:v>45495</c:v>
                </c:pt>
                <c:pt idx="5566">
                  <c:v>45496</c:v>
                </c:pt>
                <c:pt idx="5567">
                  <c:v>45497</c:v>
                </c:pt>
                <c:pt idx="5568">
                  <c:v>45498</c:v>
                </c:pt>
                <c:pt idx="5569">
                  <c:v>45499</c:v>
                </c:pt>
                <c:pt idx="5570">
                  <c:v>45502</c:v>
                </c:pt>
                <c:pt idx="5571">
                  <c:v>45503</c:v>
                </c:pt>
                <c:pt idx="5572">
                  <c:v>45504</c:v>
                </c:pt>
                <c:pt idx="5573">
                  <c:v>45505</c:v>
                </c:pt>
                <c:pt idx="5574">
                  <c:v>45506</c:v>
                </c:pt>
                <c:pt idx="5575">
                  <c:v>45509</c:v>
                </c:pt>
                <c:pt idx="5576">
                  <c:v>45510</c:v>
                </c:pt>
                <c:pt idx="5577">
                  <c:v>45511</c:v>
                </c:pt>
                <c:pt idx="5578">
                  <c:v>45512</c:v>
                </c:pt>
                <c:pt idx="5579">
                  <c:v>45513</c:v>
                </c:pt>
                <c:pt idx="5580">
                  <c:v>45516</c:v>
                </c:pt>
                <c:pt idx="5581">
                  <c:v>45517</c:v>
                </c:pt>
                <c:pt idx="5582">
                  <c:v>45518</c:v>
                </c:pt>
                <c:pt idx="5583">
                  <c:v>45519</c:v>
                </c:pt>
                <c:pt idx="5584">
                  <c:v>45520</c:v>
                </c:pt>
                <c:pt idx="5585">
                  <c:v>45523</c:v>
                </c:pt>
                <c:pt idx="5586">
                  <c:v>45524</c:v>
                </c:pt>
                <c:pt idx="5587">
                  <c:v>45525</c:v>
                </c:pt>
                <c:pt idx="5588">
                  <c:v>45526</c:v>
                </c:pt>
                <c:pt idx="5589">
                  <c:v>45527</c:v>
                </c:pt>
                <c:pt idx="5590">
                  <c:v>45530</c:v>
                </c:pt>
                <c:pt idx="5591">
                  <c:v>45531</c:v>
                </c:pt>
                <c:pt idx="5592">
                  <c:v>45532</c:v>
                </c:pt>
                <c:pt idx="5593">
                  <c:v>45533</c:v>
                </c:pt>
                <c:pt idx="5594">
                  <c:v>45534</c:v>
                </c:pt>
                <c:pt idx="5595">
                  <c:v>45537</c:v>
                </c:pt>
                <c:pt idx="5596">
                  <c:v>45538</c:v>
                </c:pt>
                <c:pt idx="5597">
                  <c:v>45539</c:v>
                </c:pt>
                <c:pt idx="5598">
                  <c:v>45540</c:v>
                </c:pt>
                <c:pt idx="5599">
                  <c:v>45541</c:v>
                </c:pt>
                <c:pt idx="5600">
                  <c:v>45544</c:v>
                </c:pt>
                <c:pt idx="5601">
                  <c:v>45545</c:v>
                </c:pt>
                <c:pt idx="5602">
                  <c:v>45546</c:v>
                </c:pt>
                <c:pt idx="5603">
                  <c:v>45547</c:v>
                </c:pt>
                <c:pt idx="5604">
                  <c:v>45548</c:v>
                </c:pt>
                <c:pt idx="5605">
                  <c:v>45551</c:v>
                </c:pt>
                <c:pt idx="5606">
                  <c:v>45552</c:v>
                </c:pt>
                <c:pt idx="5607">
                  <c:v>45553</c:v>
                </c:pt>
                <c:pt idx="5608">
                  <c:v>45554</c:v>
                </c:pt>
                <c:pt idx="5609">
                  <c:v>45555</c:v>
                </c:pt>
                <c:pt idx="5610">
                  <c:v>45558</c:v>
                </c:pt>
                <c:pt idx="5611">
                  <c:v>45559</c:v>
                </c:pt>
                <c:pt idx="5612">
                  <c:v>45560</c:v>
                </c:pt>
                <c:pt idx="5613">
                  <c:v>45561</c:v>
                </c:pt>
                <c:pt idx="5614">
                  <c:v>45562</c:v>
                </c:pt>
                <c:pt idx="5615">
                  <c:v>45565</c:v>
                </c:pt>
                <c:pt idx="5616">
                  <c:v>45566</c:v>
                </c:pt>
                <c:pt idx="5617">
                  <c:v>45567</c:v>
                </c:pt>
                <c:pt idx="5618">
                  <c:v>45568</c:v>
                </c:pt>
                <c:pt idx="5619">
                  <c:v>45569</c:v>
                </c:pt>
                <c:pt idx="5620">
                  <c:v>45572</c:v>
                </c:pt>
                <c:pt idx="5621">
                  <c:v>45573</c:v>
                </c:pt>
                <c:pt idx="5622">
                  <c:v>45574</c:v>
                </c:pt>
                <c:pt idx="5623">
                  <c:v>45575</c:v>
                </c:pt>
                <c:pt idx="5624">
                  <c:v>45576</c:v>
                </c:pt>
                <c:pt idx="5625">
                  <c:v>45579</c:v>
                </c:pt>
                <c:pt idx="5626">
                  <c:v>45580</c:v>
                </c:pt>
                <c:pt idx="5627">
                  <c:v>45581</c:v>
                </c:pt>
                <c:pt idx="5628">
                  <c:v>45582</c:v>
                </c:pt>
                <c:pt idx="5629">
                  <c:v>45583</c:v>
                </c:pt>
                <c:pt idx="5630">
                  <c:v>45586</c:v>
                </c:pt>
                <c:pt idx="5631">
                  <c:v>45587</c:v>
                </c:pt>
                <c:pt idx="5632">
                  <c:v>45588</c:v>
                </c:pt>
                <c:pt idx="5633">
                  <c:v>45589</c:v>
                </c:pt>
                <c:pt idx="5634">
                  <c:v>45590</c:v>
                </c:pt>
                <c:pt idx="5635">
                  <c:v>45593</c:v>
                </c:pt>
                <c:pt idx="5636">
                  <c:v>45594</c:v>
                </c:pt>
                <c:pt idx="5637">
                  <c:v>45595</c:v>
                </c:pt>
                <c:pt idx="5638">
                  <c:v>45596</c:v>
                </c:pt>
                <c:pt idx="5639">
                  <c:v>45597</c:v>
                </c:pt>
                <c:pt idx="5640">
                  <c:v>45600</c:v>
                </c:pt>
                <c:pt idx="5641">
                  <c:v>45601</c:v>
                </c:pt>
                <c:pt idx="5642">
                  <c:v>45602</c:v>
                </c:pt>
                <c:pt idx="5643">
                  <c:v>45603</c:v>
                </c:pt>
                <c:pt idx="5644">
                  <c:v>45604</c:v>
                </c:pt>
                <c:pt idx="5645">
                  <c:v>45607</c:v>
                </c:pt>
                <c:pt idx="5646">
                  <c:v>45608</c:v>
                </c:pt>
                <c:pt idx="5647">
                  <c:v>45609</c:v>
                </c:pt>
                <c:pt idx="5648">
                  <c:v>45610</c:v>
                </c:pt>
                <c:pt idx="5649">
                  <c:v>45614</c:v>
                </c:pt>
                <c:pt idx="5650">
                  <c:v>45615</c:v>
                </c:pt>
                <c:pt idx="5651">
                  <c:v>45617</c:v>
                </c:pt>
                <c:pt idx="5652">
                  <c:v>45618</c:v>
                </c:pt>
                <c:pt idx="5653">
                  <c:v>45621</c:v>
                </c:pt>
                <c:pt idx="5654">
                  <c:v>45622</c:v>
                </c:pt>
                <c:pt idx="5655">
                  <c:v>45623</c:v>
                </c:pt>
                <c:pt idx="5656">
                  <c:v>45624</c:v>
                </c:pt>
                <c:pt idx="5657">
                  <c:v>45625</c:v>
                </c:pt>
                <c:pt idx="5658">
                  <c:v>45628</c:v>
                </c:pt>
                <c:pt idx="5659">
                  <c:v>45629</c:v>
                </c:pt>
                <c:pt idx="5660">
                  <c:v>45630</c:v>
                </c:pt>
                <c:pt idx="5661">
                  <c:v>45631</c:v>
                </c:pt>
                <c:pt idx="5662">
                  <c:v>45632</c:v>
                </c:pt>
                <c:pt idx="5663">
                  <c:v>45635</c:v>
                </c:pt>
                <c:pt idx="5664">
                  <c:v>45636</c:v>
                </c:pt>
                <c:pt idx="5665">
                  <c:v>45637</c:v>
                </c:pt>
                <c:pt idx="5666">
                  <c:v>45638</c:v>
                </c:pt>
                <c:pt idx="5667">
                  <c:v>45639</c:v>
                </c:pt>
                <c:pt idx="5668">
                  <c:v>45642</c:v>
                </c:pt>
                <c:pt idx="5669">
                  <c:v>45643</c:v>
                </c:pt>
                <c:pt idx="5670">
                  <c:v>45644</c:v>
                </c:pt>
                <c:pt idx="5671">
                  <c:v>45645</c:v>
                </c:pt>
                <c:pt idx="5672">
                  <c:v>45646</c:v>
                </c:pt>
                <c:pt idx="5673">
                  <c:v>45649</c:v>
                </c:pt>
                <c:pt idx="5674">
                  <c:v>45652</c:v>
                </c:pt>
                <c:pt idx="5675">
                  <c:v>45653</c:v>
                </c:pt>
                <c:pt idx="5676">
                  <c:v>45656</c:v>
                </c:pt>
                <c:pt idx="5677">
                  <c:v>45659</c:v>
                </c:pt>
                <c:pt idx="5678">
                  <c:v>45660</c:v>
                </c:pt>
                <c:pt idx="5679">
                  <c:v>45663</c:v>
                </c:pt>
                <c:pt idx="5680">
                  <c:v>45664</c:v>
                </c:pt>
                <c:pt idx="5681">
                  <c:v>45665</c:v>
                </c:pt>
                <c:pt idx="5682">
                  <c:v>45666</c:v>
                </c:pt>
                <c:pt idx="5683">
                  <c:v>45667</c:v>
                </c:pt>
                <c:pt idx="5684">
                  <c:v>45670</c:v>
                </c:pt>
                <c:pt idx="5685">
                  <c:v>45671</c:v>
                </c:pt>
                <c:pt idx="5686">
                  <c:v>45672</c:v>
                </c:pt>
                <c:pt idx="5687">
                  <c:v>45673</c:v>
                </c:pt>
                <c:pt idx="5688">
                  <c:v>45674</c:v>
                </c:pt>
                <c:pt idx="5689">
                  <c:v>45677</c:v>
                </c:pt>
                <c:pt idx="5690">
                  <c:v>45678</c:v>
                </c:pt>
                <c:pt idx="5691">
                  <c:v>45679</c:v>
                </c:pt>
                <c:pt idx="5692">
                  <c:v>45680</c:v>
                </c:pt>
                <c:pt idx="5693">
                  <c:v>45681</c:v>
                </c:pt>
                <c:pt idx="5694">
                  <c:v>45684</c:v>
                </c:pt>
                <c:pt idx="5695">
                  <c:v>45685</c:v>
                </c:pt>
                <c:pt idx="5696">
                  <c:v>45686</c:v>
                </c:pt>
                <c:pt idx="5697">
                  <c:v>45687</c:v>
                </c:pt>
                <c:pt idx="5698">
                  <c:v>45688</c:v>
                </c:pt>
                <c:pt idx="5699">
                  <c:v>45691</c:v>
                </c:pt>
                <c:pt idx="5700">
                  <c:v>45692</c:v>
                </c:pt>
                <c:pt idx="5701">
                  <c:v>45693</c:v>
                </c:pt>
                <c:pt idx="5702">
                  <c:v>45694</c:v>
                </c:pt>
                <c:pt idx="5703">
                  <c:v>45695</c:v>
                </c:pt>
                <c:pt idx="5704">
                  <c:v>45698</c:v>
                </c:pt>
                <c:pt idx="5705">
                  <c:v>45699</c:v>
                </c:pt>
                <c:pt idx="5706">
                  <c:v>45700</c:v>
                </c:pt>
                <c:pt idx="5707">
                  <c:v>45701</c:v>
                </c:pt>
                <c:pt idx="5708">
                  <c:v>45702</c:v>
                </c:pt>
                <c:pt idx="5709">
                  <c:v>45705</c:v>
                </c:pt>
                <c:pt idx="5710">
                  <c:v>45706</c:v>
                </c:pt>
                <c:pt idx="5711">
                  <c:v>45707</c:v>
                </c:pt>
                <c:pt idx="5712">
                  <c:v>45708</c:v>
                </c:pt>
                <c:pt idx="5713">
                  <c:v>45709</c:v>
                </c:pt>
                <c:pt idx="5714">
                  <c:v>45712</c:v>
                </c:pt>
                <c:pt idx="5715">
                  <c:v>45713</c:v>
                </c:pt>
                <c:pt idx="5716">
                  <c:v>45714</c:v>
                </c:pt>
                <c:pt idx="5717">
                  <c:v>45715</c:v>
                </c:pt>
                <c:pt idx="5718">
                  <c:v>45716</c:v>
                </c:pt>
                <c:pt idx="5719">
                  <c:v>45721</c:v>
                </c:pt>
                <c:pt idx="5720">
                  <c:v>45722</c:v>
                </c:pt>
                <c:pt idx="5721">
                  <c:v>45723</c:v>
                </c:pt>
                <c:pt idx="5722">
                  <c:v>45726</c:v>
                </c:pt>
                <c:pt idx="5723">
                  <c:v>45727</c:v>
                </c:pt>
                <c:pt idx="5724">
                  <c:v>45728</c:v>
                </c:pt>
                <c:pt idx="5725">
                  <c:v>45729</c:v>
                </c:pt>
                <c:pt idx="5726">
                  <c:v>45730</c:v>
                </c:pt>
                <c:pt idx="5727">
                  <c:v>45733</c:v>
                </c:pt>
                <c:pt idx="5728">
                  <c:v>45734</c:v>
                </c:pt>
                <c:pt idx="5729">
                  <c:v>45735</c:v>
                </c:pt>
                <c:pt idx="5730">
                  <c:v>45736</c:v>
                </c:pt>
                <c:pt idx="5731">
                  <c:v>45737</c:v>
                </c:pt>
                <c:pt idx="5732">
                  <c:v>45740</c:v>
                </c:pt>
                <c:pt idx="5733">
                  <c:v>45741</c:v>
                </c:pt>
                <c:pt idx="5734">
                  <c:v>45742</c:v>
                </c:pt>
                <c:pt idx="5735">
                  <c:v>45743</c:v>
                </c:pt>
                <c:pt idx="5736">
                  <c:v>45744</c:v>
                </c:pt>
                <c:pt idx="5737">
                  <c:v>45747</c:v>
                </c:pt>
                <c:pt idx="5738">
                  <c:v>45748</c:v>
                </c:pt>
                <c:pt idx="5739">
                  <c:v>45749</c:v>
                </c:pt>
                <c:pt idx="5740">
                  <c:v>45750</c:v>
                </c:pt>
                <c:pt idx="5741">
                  <c:v>45751</c:v>
                </c:pt>
                <c:pt idx="5742">
                  <c:v>45754</c:v>
                </c:pt>
                <c:pt idx="5743">
                  <c:v>45755</c:v>
                </c:pt>
                <c:pt idx="5744">
                  <c:v>45756</c:v>
                </c:pt>
                <c:pt idx="5745">
                  <c:v>45757</c:v>
                </c:pt>
                <c:pt idx="5746">
                  <c:v>45758</c:v>
                </c:pt>
                <c:pt idx="5747">
                  <c:v>45761</c:v>
                </c:pt>
                <c:pt idx="5748">
                  <c:v>45762</c:v>
                </c:pt>
                <c:pt idx="5749">
                  <c:v>45763</c:v>
                </c:pt>
                <c:pt idx="5750">
                  <c:v>45764</c:v>
                </c:pt>
                <c:pt idx="5751">
                  <c:v>45769</c:v>
                </c:pt>
                <c:pt idx="5752">
                  <c:v>45770</c:v>
                </c:pt>
                <c:pt idx="5753">
                  <c:v>45771</c:v>
                </c:pt>
                <c:pt idx="5754">
                  <c:v>45772</c:v>
                </c:pt>
                <c:pt idx="5755">
                  <c:v>45775</c:v>
                </c:pt>
                <c:pt idx="5756">
                  <c:v>45776</c:v>
                </c:pt>
                <c:pt idx="5757">
                  <c:v>45777</c:v>
                </c:pt>
                <c:pt idx="5758">
                  <c:v>45779</c:v>
                </c:pt>
                <c:pt idx="5759">
                  <c:v>45782</c:v>
                </c:pt>
                <c:pt idx="5760">
                  <c:v>45783</c:v>
                </c:pt>
                <c:pt idx="5761">
                  <c:v>45784</c:v>
                </c:pt>
                <c:pt idx="5762">
                  <c:v>45785</c:v>
                </c:pt>
                <c:pt idx="5763">
                  <c:v>45786</c:v>
                </c:pt>
                <c:pt idx="5764">
                  <c:v>45789</c:v>
                </c:pt>
                <c:pt idx="5765">
                  <c:v>45790</c:v>
                </c:pt>
                <c:pt idx="5766">
                  <c:v>45791</c:v>
                </c:pt>
                <c:pt idx="5767">
                  <c:v>45792</c:v>
                </c:pt>
                <c:pt idx="5768">
                  <c:v>45793</c:v>
                </c:pt>
                <c:pt idx="5769">
                  <c:v>45796</c:v>
                </c:pt>
                <c:pt idx="5770">
                  <c:v>45797</c:v>
                </c:pt>
                <c:pt idx="5771">
                  <c:v>45798</c:v>
                </c:pt>
                <c:pt idx="5772">
                  <c:v>45799</c:v>
                </c:pt>
                <c:pt idx="5773">
                  <c:v>45800</c:v>
                </c:pt>
                <c:pt idx="5774">
                  <c:v>45803</c:v>
                </c:pt>
                <c:pt idx="5775">
                  <c:v>45804</c:v>
                </c:pt>
                <c:pt idx="5776">
                  <c:v>45805</c:v>
                </c:pt>
                <c:pt idx="5777">
                  <c:v>45806</c:v>
                </c:pt>
                <c:pt idx="5778">
                  <c:v>45807</c:v>
                </c:pt>
                <c:pt idx="5779">
                  <c:v>45810</c:v>
                </c:pt>
                <c:pt idx="5780">
                  <c:v>45811</c:v>
                </c:pt>
                <c:pt idx="5781">
                  <c:v>45812</c:v>
                </c:pt>
                <c:pt idx="5782">
                  <c:v>45813</c:v>
                </c:pt>
                <c:pt idx="5783">
                  <c:v>45814</c:v>
                </c:pt>
                <c:pt idx="5784">
                  <c:v>45817</c:v>
                </c:pt>
                <c:pt idx="5785">
                  <c:v>45818</c:v>
                </c:pt>
                <c:pt idx="5786">
                  <c:v>45819</c:v>
                </c:pt>
                <c:pt idx="5787">
                  <c:v>45820</c:v>
                </c:pt>
                <c:pt idx="5788">
                  <c:v>45821</c:v>
                </c:pt>
                <c:pt idx="5789">
                  <c:v>45824</c:v>
                </c:pt>
                <c:pt idx="5790">
                  <c:v>45825</c:v>
                </c:pt>
                <c:pt idx="5791">
                  <c:v>45826</c:v>
                </c:pt>
                <c:pt idx="5792">
                  <c:v>45828</c:v>
                </c:pt>
                <c:pt idx="5793">
                  <c:v>45831</c:v>
                </c:pt>
                <c:pt idx="5794">
                  <c:v>45832</c:v>
                </c:pt>
                <c:pt idx="5795">
                  <c:v>45833</c:v>
                </c:pt>
                <c:pt idx="5796">
                  <c:v>45834</c:v>
                </c:pt>
                <c:pt idx="5797">
                  <c:v>45835</c:v>
                </c:pt>
                <c:pt idx="5798">
                  <c:v>45838</c:v>
                </c:pt>
                <c:pt idx="5799">
                  <c:v>45839</c:v>
                </c:pt>
                <c:pt idx="5800">
                  <c:v>45840</c:v>
                </c:pt>
                <c:pt idx="5801">
                  <c:v>45841</c:v>
                </c:pt>
                <c:pt idx="5802">
                  <c:v>45842</c:v>
                </c:pt>
                <c:pt idx="5803">
                  <c:v>45845</c:v>
                </c:pt>
                <c:pt idx="5804">
                  <c:v>45846</c:v>
                </c:pt>
                <c:pt idx="5805">
                  <c:v>45847</c:v>
                </c:pt>
                <c:pt idx="5806">
                  <c:v>45848</c:v>
                </c:pt>
                <c:pt idx="5807">
                  <c:v>45849</c:v>
                </c:pt>
                <c:pt idx="5808">
                  <c:v>45852</c:v>
                </c:pt>
                <c:pt idx="5809">
                  <c:v>45853</c:v>
                </c:pt>
                <c:pt idx="5810">
                  <c:v>45854</c:v>
                </c:pt>
                <c:pt idx="5811">
                  <c:v>45855</c:v>
                </c:pt>
                <c:pt idx="5812">
                  <c:v>45856</c:v>
                </c:pt>
                <c:pt idx="5813">
                  <c:v>45859</c:v>
                </c:pt>
                <c:pt idx="5814">
                  <c:v>45860</c:v>
                </c:pt>
                <c:pt idx="5815">
                  <c:v>45861</c:v>
                </c:pt>
                <c:pt idx="5816">
                  <c:v>45862</c:v>
                </c:pt>
                <c:pt idx="5817">
                  <c:v>45863</c:v>
                </c:pt>
                <c:pt idx="5818">
                  <c:v>45866</c:v>
                </c:pt>
                <c:pt idx="5819">
                  <c:v>45867</c:v>
                </c:pt>
                <c:pt idx="5820">
                  <c:v>45868</c:v>
                </c:pt>
                <c:pt idx="5821">
                  <c:v>45869</c:v>
                </c:pt>
                <c:pt idx="5822">
                  <c:v>45870</c:v>
                </c:pt>
                <c:pt idx="5823">
                  <c:v>45873</c:v>
                </c:pt>
                <c:pt idx="5824">
                  <c:v>45874</c:v>
                </c:pt>
                <c:pt idx="5825">
                  <c:v>45875</c:v>
                </c:pt>
                <c:pt idx="5826">
                  <c:v>45876</c:v>
                </c:pt>
                <c:pt idx="5827">
                  <c:v>45877</c:v>
                </c:pt>
                <c:pt idx="5828">
                  <c:v>45880</c:v>
                </c:pt>
                <c:pt idx="5829">
                  <c:v>45881</c:v>
                </c:pt>
                <c:pt idx="5830">
                  <c:v>45882</c:v>
                </c:pt>
                <c:pt idx="5831">
                  <c:v>45883</c:v>
                </c:pt>
                <c:pt idx="5832">
                  <c:v>45884</c:v>
                </c:pt>
                <c:pt idx="5833">
                  <c:v>45887</c:v>
                </c:pt>
                <c:pt idx="5834">
                  <c:v>45888</c:v>
                </c:pt>
                <c:pt idx="5835">
                  <c:v>45889</c:v>
                </c:pt>
                <c:pt idx="5836">
                  <c:v>45890</c:v>
                </c:pt>
                <c:pt idx="5837">
                  <c:v>45891</c:v>
                </c:pt>
                <c:pt idx="5838">
                  <c:v>45894</c:v>
                </c:pt>
                <c:pt idx="5839">
                  <c:v>45895</c:v>
                </c:pt>
                <c:pt idx="5840">
                  <c:v>45896</c:v>
                </c:pt>
                <c:pt idx="5841">
                  <c:v>45897</c:v>
                </c:pt>
                <c:pt idx="5842">
                  <c:v>45898</c:v>
                </c:pt>
                <c:pt idx="5843">
                  <c:v>45901</c:v>
                </c:pt>
                <c:pt idx="5844">
                  <c:v>45902</c:v>
                </c:pt>
                <c:pt idx="5845">
                  <c:v>45903</c:v>
                </c:pt>
                <c:pt idx="5846">
                  <c:v>45904</c:v>
                </c:pt>
                <c:pt idx="5847">
                  <c:v>45905</c:v>
                </c:pt>
                <c:pt idx="5848">
                  <c:v>45908</c:v>
                </c:pt>
                <c:pt idx="5849">
                  <c:v>45909</c:v>
                </c:pt>
                <c:pt idx="5850">
                  <c:v>45910</c:v>
                </c:pt>
                <c:pt idx="5851">
                  <c:v>45911</c:v>
                </c:pt>
                <c:pt idx="5852">
                  <c:v>45912</c:v>
                </c:pt>
                <c:pt idx="5853">
                  <c:v>45915</c:v>
                </c:pt>
                <c:pt idx="5854">
                  <c:v>45916</c:v>
                </c:pt>
                <c:pt idx="5855">
                  <c:v>45917</c:v>
                </c:pt>
                <c:pt idx="5856">
                  <c:v>45918</c:v>
                </c:pt>
                <c:pt idx="5857">
                  <c:v>45919</c:v>
                </c:pt>
                <c:pt idx="5858">
                  <c:v>45922</c:v>
                </c:pt>
                <c:pt idx="5859">
                  <c:v>45923</c:v>
                </c:pt>
                <c:pt idx="5860">
                  <c:v>45924</c:v>
                </c:pt>
                <c:pt idx="5861">
                  <c:v>45925</c:v>
                </c:pt>
                <c:pt idx="5862">
                  <c:v>45926</c:v>
                </c:pt>
                <c:pt idx="5863">
                  <c:v>45929</c:v>
                </c:pt>
                <c:pt idx="5864">
                  <c:v>45930</c:v>
                </c:pt>
                <c:pt idx="5865">
                  <c:v>45931</c:v>
                </c:pt>
                <c:pt idx="5866">
                  <c:v>45932</c:v>
                </c:pt>
                <c:pt idx="5867">
                  <c:v>45933</c:v>
                </c:pt>
                <c:pt idx="5868">
                  <c:v>45936</c:v>
                </c:pt>
                <c:pt idx="5869">
                  <c:v>45937</c:v>
                </c:pt>
                <c:pt idx="5870">
                  <c:v>45938</c:v>
                </c:pt>
                <c:pt idx="5871">
                  <c:v>45939</c:v>
                </c:pt>
                <c:pt idx="5872">
                  <c:v>45940</c:v>
                </c:pt>
                <c:pt idx="5873">
                  <c:v>45943</c:v>
                </c:pt>
                <c:pt idx="5874">
                  <c:v>45944</c:v>
                </c:pt>
                <c:pt idx="5875">
                  <c:v>45945</c:v>
                </c:pt>
                <c:pt idx="5876">
                  <c:v>45946</c:v>
                </c:pt>
                <c:pt idx="5877">
                  <c:v>45947</c:v>
                </c:pt>
                <c:pt idx="5878">
                  <c:v>45950</c:v>
                </c:pt>
                <c:pt idx="5879">
                  <c:v>45951</c:v>
                </c:pt>
                <c:pt idx="5880">
                  <c:v>45952</c:v>
                </c:pt>
                <c:pt idx="5881">
                  <c:v>45953</c:v>
                </c:pt>
                <c:pt idx="5882">
                  <c:v>45954</c:v>
                </c:pt>
                <c:pt idx="5883">
                  <c:v>45957</c:v>
                </c:pt>
                <c:pt idx="5884">
                  <c:v>45958</c:v>
                </c:pt>
                <c:pt idx="5885">
                  <c:v>45959</c:v>
                </c:pt>
                <c:pt idx="5886">
                  <c:v>45960</c:v>
                </c:pt>
                <c:pt idx="5887">
                  <c:v>45961</c:v>
                </c:pt>
                <c:pt idx="5888">
                  <c:v>45964</c:v>
                </c:pt>
                <c:pt idx="5889">
                  <c:v>45965</c:v>
                </c:pt>
                <c:pt idx="5890">
                  <c:v>45966</c:v>
                </c:pt>
                <c:pt idx="5891">
                  <c:v>45967</c:v>
                </c:pt>
                <c:pt idx="5892">
                  <c:v>45968</c:v>
                </c:pt>
                <c:pt idx="5893">
                  <c:v>45971</c:v>
                </c:pt>
                <c:pt idx="5894">
                  <c:v>45972</c:v>
                </c:pt>
                <c:pt idx="5895">
                  <c:v>45973</c:v>
                </c:pt>
                <c:pt idx="5896">
                  <c:v>45974</c:v>
                </c:pt>
                <c:pt idx="5897">
                  <c:v>45975</c:v>
                </c:pt>
                <c:pt idx="5898">
                  <c:v>45978</c:v>
                </c:pt>
                <c:pt idx="5899">
                  <c:v>45979</c:v>
                </c:pt>
                <c:pt idx="5900">
                  <c:v>45980</c:v>
                </c:pt>
                <c:pt idx="5901">
                  <c:v>45982</c:v>
                </c:pt>
                <c:pt idx="5902">
                  <c:v>45985</c:v>
                </c:pt>
                <c:pt idx="5903">
                  <c:v>45986</c:v>
                </c:pt>
                <c:pt idx="5904">
                  <c:v>45987</c:v>
                </c:pt>
                <c:pt idx="5905">
                  <c:v>45988</c:v>
                </c:pt>
                <c:pt idx="5906">
                  <c:v>45989</c:v>
                </c:pt>
                <c:pt idx="5907">
                  <c:v>45992</c:v>
                </c:pt>
                <c:pt idx="5908">
                  <c:v>45993</c:v>
                </c:pt>
                <c:pt idx="5909">
                  <c:v>45994</c:v>
                </c:pt>
                <c:pt idx="5910">
                  <c:v>45995</c:v>
                </c:pt>
                <c:pt idx="5911">
                  <c:v>45996</c:v>
                </c:pt>
                <c:pt idx="5912">
                  <c:v>45999</c:v>
                </c:pt>
                <c:pt idx="5913">
                  <c:v>46000</c:v>
                </c:pt>
                <c:pt idx="5914">
                  <c:v>46001</c:v>
                </c:pt>
                <c:pt idx="5915">
                  <c:v>46002</c:v>
                </c:pt>
                <c:pt idx="5916">
                  <c:v>46003</c:v>
                </c:pt>
                <c:pt idx="5917">
                  <c:v>46006</c:v>
                </c:pt>
                <c:pt idx="5918">
                  <c:v>46007</c:v>
                </c:pt>
                <c:pt idx="5919">
                  <c:v>46008</c:v>
                </c:pt>
                <c:pt idx="5920">
                  <c:v>46009</c:v>
                </c:pt>
                <c:pt idx="5921">
                  <c:v>46010</c:v>
                </c:pt>
                <c:pt idx="5922">
                  <c:v>46013</c:v>
                </c:pt>
                <c:pt idx="5923">
                  <c:v>46014</c:v>
                </c:pt>
                <c:pt idx="5924">
                  <c:v>46017</c:v>
                </c:pt>
                <c:pt idx="5925">
                  <c:v>46020</c:v>
                </c:pt>
                <c:pt idx="5926">
                  <c:v>46021</c:v>
                </c:pt>
                <c:pt idx="5927">
                  <c:v>46024</c:v>
                </c:pt>
                <c:pt idx="5928">
                  <c:v>46027</c:v>
                </c:pt>
                <c:pt idx="5929">
                  <c:v>46028</c:v>
                </c:pt>
                <c:pt idx="5930">
                  <c:v>46029</c:v>
                </c:pt>
                <c:pt idx="5931">
                  <c:v>46030</c:v>
                </c:pt>
                <c:pt idx="5932">
                  <c:v>46031</c:v>
                </c:pt>
                <c:pt idx="5933">
                  <c:v>46034</c:v>
                </c:pt>
                <c:pt idx="5934">
                  <c:v>46035</c:v>
                </c:pt>
                <c:pt idx="5935">
                  <c:v>46036</c:v>
                </c:pt>
                <c:pt idx="5936">
                  <c:v>46037</c:v>
                </c:pt>
                <c:pt idx="5937">
                  <c:v>46038</c:v>
                </c:pt>
                <c:pt idx="5938">
                  <c:v>46041</c:v>
                </c:pt>
                <c:pt idx="5939">
                  <c:v>46042</c:v>
                </c:pt>
                <c:pt idx="5940">
                  <c:v>46043</c:v>
                </c:pt>
                <c:pt idx="5941">
                  <c:v>46044</c:v>
                </c:pt>
                <c:pt idx="5942">
                  <c:v>46045</c:v>
                </c:pt>
                <c:pt idx="5943">
                  <c:v>46048</c:v>
                </c:pt>
                <c:pt idx="5944">
                  <c:v>46049</c:v>
                </c:pt>
                <c:pt idx="5945">
                  <c:v>46050</c:v>
                </c:pt>
                <c:pt idx="5946">
                  <c:v>46051</c:v>
                </c:pt>
                <c:pt idx="5947">
                  <c:v>46052</c:v>
                </c:pt>
                <c:pt idx="5948">
                  <c:v>46055</c:v>
                </c:pt>
                <c:pt idx="5949">
                  <c:v>46056</c:v>
                </c:pt>
                <c:pt idx="5950">
                  <c:v>46057</c:v>
                </c:pt>
                <c:pt idx="5951">
                  <c:v>46058</c:v>
                </c:pt>
                <c:pt idx="5952">
                  <c:v>46059</c:v>
                </c:pt>
                <c:pt idx="5953">
                  <c:v>46062</c:v>
                </c:pt>
                <c:pt idx="5954">
                  <c:v>46063</c:v>
                </c:pt>
                <c:pt idx="5955">
                  <c:v>46064</c:v>
                </c:pt>
                <c:pt idx="5956">
                  <c:v>46065</c:v>
                </c:pt>
                <c:pt idx="5957">
                  <c:v>46066</c:v>
                </c:pt>
                <c:pt idx="5958">
                  <c:v>46071</c:v>
                </c:pt>
                <c:pt idx="5959">
                  <c:v>46072</c:v>
                </c:pt>
                <c:pt idx="5960">
                  <c:v>46073</c:v>
                </c:pt>
                <c:pt idx="5961">
                  <c:v>46076</c:v>
                </c:pt>
                <c:pt idx="5962">
                  <c:v>46077</c:v>
                </c:pt>
                <c:pt idx="5963">
                  <c:v>46078</c:v>
                </c:pt>
                <c:pt idx="5964">
                  <c:v>46079</c:v>
                </c:pt>
                <c:pt idx="5965">
                  <c:v>46080</c:v>
                </c:pt>
                <c:pt idx="5966">
                  <c:v>46083</c:v>
                </c:pt>
                <c:pt idx="5967">
                  <c:v>46084</c:v>
                </c:pt>
                <c:pt idx="5968">
                  <c:v>46085</c:v>
                </c:pt>
                <c:pt idx="5969">
                  <c:v>46086</c:v>
                </c:pt>
                <c:pt idx="5970">
                  <c:v>46087</c:v>
                </c:pt>
                <c:pt idx="5971">
                  <c:v>46090</c:v>
                </c:pt>
                <c:pt idx="5972">
                  <c:v>46091</c:v>
                </c:pt>
                <c:pt idx="5973">
                  <c:v>46092</c:v>
                </c:pt>
                <c:pt idx="5974">
                  <c:v>46093</c:v>
                </c:pt>
                <c:pt idx="5975">
                  <c:v>46094</c:v>
                </c:pt>
                <c:pt idx="5976">
                  <c:v>46097</c:v>
                </c:pt>
                <c:pt idx="5977">
                  <c:v>46098</c:v>
                </c:pt>
                <c:pt idx="5978">
                  <c:v>46099</c:v>
                </c:pt>
                <c:pt idx="5979">
                  <c:v>46100</c:v>
                </c:pt>
                <c:pt idx="5980">
                  <c:v>46101</c:v>
                </c:pt>
                <c:pt idx="5981">
                  <c:v>46104</c:v>
                </c:pt>
                <c:pt idx="5982">
                  <c:v>46105</c:v>
                </c:pt>
                <c:pt idx="5983">
                  <c:v>46106</c:v>
                </c:pt>
                <c:pt idx="5984">
                  <c:v>46107</c:v>
                </c:pt>
                <c:pt idx="5985">
                  <c:v>46108</c:v>
                </c:pt>
                <c:pt idx="5986">
                  <c:v>46111</c:v>
                </c:pt>
                <c:pt idx="5987">
                  <c:v>46112</c:v>
                </c:pt>
                <c:pt idx="5988">
                  <c:v>46113</c:v>
                </c:pt>
                <c:pt idx="5989">
                  <c:v>46114</c:v>
                </c:pt>
                <c:pt idx="5990">
                  <c:v>46118</c:v>
                </c:pt>
                <c:pt idx="5991">
                  <c:v>46119</c:v>
                </c:pt>
                <c:pt idx="5992">
                  <c:v>46120</c:v>
                </c:pt>
                <c:pt idx="5993">
                  <c:v>46121</c:v>
                </c:pt>
                <c:pt idx="5994">
                  <c:v>46122</c:v>
                </c:pt>
                <c:pt idx="5995">
                  <c:v>46125</c:v>
                </c:pt>
                <c:pt idx="5996">
                  <c:v>46126</c:v>
                </c:pt>
                <c:pt idx="5997">
                  <c:v>46127</c:v>
                </c:pt>
                <c:pt idx="5998">
                  <c:v>46128</c:v>
                </c:pt>
                <c:pt idx="5999">
                  <c:v>46129</c:v>
                </c:pt>
                <c:pt idx="6000">
                  <c:v>46132</c:v>
                </c:pt>
                <c:pt idx="6001">
                  <c:v>46134</c:v>
                </c:pt>
                <c:pt idx="6002">
                  <c:v>46135</c:v>
                </c:pt>
                <c:pt idx="6003">
                  <c:v>46136</c:v>
                </c:pt>
                <c:pt idx="6004">
                  <c:v>46139</c:v>
                </c:pt>
                <c:pt idx="6005">
                  <c:v>46140</c:v>
                </c:pt>
                <c:pt idx="6006">
                  <c:v>46141</c:v>
                </c:pt>
                <c:pt idx="6007">
                  <c:v>46142</c:v>
                </c:pt>
                <c:pt idx="6008">
                  <c:v>46146</c:v>
                </c:pt>
                <c:pt idx="6009">
                  <c:v>46147</c:v>
                </c:pt>
                <c:pt idx="6010">
                  <c:v>46148</c:v>
                </c:pt>
                <c:pt idx="6011">
                  <c:v>46149</c:v>
                </c:pt>
                <c:pt idx="6012">
                  <c:v>46150</c:v>
                </c:pt>
                <c:pt idx="6013">
                  <c:v>46153</c:v>
                </c:pt>
                <c:pt idx="6014">
                  <c:v>46154</c:v>
                </c:pt>
                <c:pt idx="6015">
                  <c:v>46155</c:v>
                </c:pt>
                <c:pt idx="6016">
                  <c:v>46156</c:v>
                </c:pt>
                <c:pt idx="6017">
                  <c:v>46157</c:v>
                </c:pt>
                <c:pt idx="6018">
                  <c:v>46160</c:v>
                </c:pt>
                <c:pt idx="6019">
                  <c:v>46161</c:v>
                </c:pt>
                <c:pt idx="6020">
                  <c:v>46162</c:v>
                </c:pt>
                <c:pt idx="6021">
                  <c:v>46163</c:v>
                </c:pt>
                <c:pt idx="6022">
                  <c:v>46164</c:v>
                </c:pt>
                <c:pt idx="6023">
                  <c:v>46167</c:v>
                </c:pt>
                <c:pt idx="6024">
                  <c:v>46168</c:v>
                </c:pt>
                <c:pt idx="6025">
                  <c:v>46169</c:v>
                </c:pt>
                <c:pt idx="6026">
                  <c:v>46170</c:v>
                </c:pt>
                <c:pt idx="6027">
                  <c:v>46171</c:v>
                </c:pt>
                <c:pt idx="6028">
                  <c:v>46174</c:v>
                </c:pt>
                <c:pt idx="6029">
                  <c:v>46175</c:v>
                </c:pt>
                <c:pt idx="6030">
                  <c:v>46176</c:v>
                </c:pt>
                <c:pt idx="6031">
                  <c:v>46178</c:v>
                </c:pt>
                <c:pt idx="6032">
                  <c:v>46181</c:v>
                </c:pt>
                <c:pt idx="6033">
                  <c:v>46182</c:v>
                </c:pt>
                <c:pt idx="6034">
                  <c:v>46183</c:v>
                </c:pt>
                <c:pt idx="6035">
                  <c:v>46184</c:v>
                </c:pt>
                <c:pt idx="6036">
                  <c:v>46185</c:v>
                </c:pt>
                <c:pt idx="6037">
                  <c:v>46188</c:v>
                </c:pt>
                <c:pt idx="6038">
                  <c:v>46189</c:v>
                </c:pt>
                <c:pt idx="6039">
                  <c:v>46190</c:v>
                </c:pt>
                <c:pt idx="6040">
                  <c:v>46191</c:v>
                </c:pt>
                <c:pt idx="6041">
                  <c:v>46192</c:v>
                </c:pt>
                <c:pt idx="6042">
                  <c:v>46195</c:v>
                </c:pt>
                <c:pt idx="6043">
                  <c:v>46196</c:v>
                </c:pt>
                <c:pt idx="6044">
                  <c:v>46197</c:v>
                </c:pt>
                <c:pt idx="6045">
                  <c:v>46198</c:v>
                </c:pt>
                <c:pt idx="6046">
                  <c:v>46199</c:v>
                </c:pt>
                <c:pt idx="6047">
                  <c:v>46202</c:v>
                </c:pt>
                <c:pt idx="6048">
                  <c:v>46203</c:v>
                </c:pt>
                <c:pt idx="6049">
                  <c:v>46204</c:v>
                </c:pt>
                <c:pt idx="6050">
                  <c:v>46205</c:v>
                </c:pt>
                <c:pt idx="6051">
                  <c:v>46206</c:v>
                </c:pt>
                <c:pt idx="6052">
                  <c:v>46209</c:v>
                </c:pt>
                <c:pt idx="6053">
                  <c:v>46210</c:v>
                </c:pt>
                <c:pt idx="6054">
                  <c:v>46211</c:v>
                </c:pt>
                <c:pt idx="6055">
                  <c:v>46212</c:v>
                </c:pt>
                <c:pt idx="6056">
                  <c:v>46213</c:v>
                </c:pt>
                <c:pt idx="6057">
                  <c:v>46216</c:v>
                </c:pt>
                <c:pt idx="6058">
                  <c:v>46217</c:v>
                </c:pt>
                <c:pt idx="6059">
                  <c:v>46218</c:v>
                </c:pt>
                <c:pt idx="6060">
                  <c:v>46219</c:v>
                </c:pt>
                <c:pt idx="6061">
                  <c:v>46220</c:v>
                </c:pt>
                <c:pt idx="6062">
                  <c:v>46223</c:v>
                </c:pt>
                <c:pt idx="6063">
                  <c:v>46224</c:v>
                </c:pt>
                <c:pt idx="6064">
                  <c:v>46225</c:v>
                </c:pt>
                <c:pt idx="6065">
                  <c:v>46226</c:v>
                </c:pt>
                <c:pt idx="6066">
                  <c:v>46227</c:v>
                </c:pt>
                <c:pt idx="6067">
                  <c:v>46230</c:v>
                </c:pt>
                <c:pt idx="6068">
                  <c:v>46231</c:v>
                </c:pt>
                <c:pt idx="6069">
                  <c:v>46232</c:v>
                </c:pt>
                <c:pt idx="6070">
                  <c:v>46233</c:v>
                </c:pt>
                <c:pt idx="6071">
                  <c:v>46234</c:v>
                </c:pt>
                <c:pt idx="6072">
                  <c:v>46237</c:v>
                </c:pt>
                <c:pt idx="6073">
                  <c:v>46238</c:v>
                </c:pt>
                <c:pt idx="6074">
                  <c:v>46239</c:v>
                </c:pt>
                <c:pt idx="6075">
                  <c:v>46240</c:v>
                </c:pt>
                <c:pt idx="6076">
                  <c:v>46241</c:v>
                </c:pt>
                <c:pt idx="6077">
                  <c:v>46244</c:v>
                </c:pt>
                <c:pt idx="6078">
                  <c:v>46245</c:v>
                </c:pt>
                <c:pt idx="6079">
                  <c:v>46246</c:v>
                </c:pt>
                <c:pt idx="6080">
                  <c:v>46247</c:v>
                </c:pt>
                <c:pt idx="6081">
                  <c:v>46248</c:v>
                </c:pt>
                <c:pt idx="6082">
                  <c:v>46251</c:v>
                </c:pt>
                <c:pt idx="6083">
                  <c:v>46252</c:v>
                </c:pt>
                <c:pt idx="6084">
                  <c:v>46253</c:v>
                </c:pt>
                <c:pt idx="6085">
                  <c:v>46254</c:v>
                </c:pt>
                <c:pt idx="6086">
                  <c:v>46255</c:v>
                </c:pt>
                <c:pt idx="6087">
                  <c:v>46258</c:v>
                </c:pt>
                <c:pt idx="6088">
                  <c:v>46259</c:v>
                </c:pt>
                <c:pt idx="6089">
                  <c:v>46260</c:v>
                </c:pt>
                <c:pt idx="6090">
                  <c:v>46261</c:v>
                </c:pt>
                <c:pt idx="6091">
                  <c:v>46262</c:v>
                </c:pt>
                <c:pt idx="6092">
                  <c:v>46265</c:v>
                </c:pt>
                <c:pt idx="6093">
                  <c:v>46266</c:v>
                </c:pt>
                <c:pt idx="6094">
                  <c:v>46267</c:v>
                </c:pt>
                <c:pt idx="6095">
                  <c:v>46268</c:v>
                </c:pt>
                <c:pt idx="6096">
                  <c:v>46269</c:v>
                </c:pt>
                <c:pt idx="6097">
                  <c:v>46273</c:v>
                </c:pt>
                <c:pt idx="6098">
                  <c:v>46274</c:v>
                </c:pt>
                <c:pt idx="6099">
                  <c:v>46275</c:v>
                </c:pt>
                <c:pt idx="6100">
                  <c:v>46276</c:v>
                </c:pt>
                <c:pt idx="6101">
                  <c:v>46279</c:v>
                </c:pt>
                <c:pt idx="6102">
                  <c:v>46280</c:v>
                </c:pt>
                <c:pt idx="6103">
                  <c:v>46281</c:v>
                </c:pt>
                <c:pt idx="6104">
                  <c:v>46282</c:v>
                </c:pt>
                <c:pt idx="6105">
                  <c:v>46283</c:v>
                </c:pt>
                <c:pt idx="6106">
                  <c:v>46286</c:v>
                </c:pt>
                <c:pt idx="6107">
                  <c:v>46287</c:v>
                </c:pt>
                <c:pt idx="6108">
                  <c:v>46288</c:v>
                </c:pt>
                <c:pt idx="6109">
                  <c:v>46289</c:v>
                </c:pt>
                <c:pt idx="6110">
                  <c:v>46290</c:v>
                </c:pt>
                <c:pt idx="6111">
                  <c:v>46293</c:v>
                </c:pt>
                <c:pt idx="6112">
                  <c:v>46294</c:v>
                </c:pt>
                <c:pt idx="6113">
                  <c:v>46295</c:v>
                </c:pt>
                <c:pt idx="6114">
                  <c:v>46296</c:v>
                </c:pt>
                <c:pt idx="6115">
                  <c:v>46297</c:v>
                </c:pt>
                <c:pt idx="6116">
                  <c:v>46300</c:v>
                </c:pt>
                <c:pt idx="6117">
                  <c:v>46301</c:v>
                </c:pt>
                <c:pt idx="6118">
                  <c:v>46302</c:v>
                </c:pt>
                <c:pt idx="6119">
                  <c:v>46303</c:v>
                </c:pt>
                <c:pt idx="6120">
                  <c:v>46304</c:v>
                </c:pt>
                <c:pt idx="6121">
                  <c:v>46308</c:v>
                </c:pt>
                <c:pt idx="6122">
                  <c:v>46309</c:v>
                </c:pt>
                <c:pt idx="6123">
                  <c:v>46310</c:v>
                </c:pt>
                <c:pt idx="6124">
                  <c:v>46311</c:v>
                </c:pt>
                <c:pt idx="6125">
                  <c:v>46314</c:v>
                </c:pt>
                <c:pt idx="6126">
                  <c:v>46315</c:v>
                </c:pt>
                <c:pt idx="6127">
                  <c:v>46316</c:v>
                </c:pt>
                <c:pt idx="6128">
                  <c:v>46317</c:v>
                </c:pt>
                <c:pt idx="6129">
                  <c:v>46318</c:v>
                </c:pt>
                <c:pt idx="6130">
                  <c:v>46321</c:v>
                </c:pt>
              </c:numCache>
            </c:numRef>
          </c:cat>
          <c:val>
            <c:numRef>
              <c:f>'L1'!$C$2:$C$6132</c:f>
              <c:numCache>
                <c:formatCode>General</c:formatCode>
                <c:ptCount val="61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9</c:v>
                </c:pt>
                <c:pt idx="74">
                  <c:v>9</c:v>
                </c:pt>
                <c:pt idx="75">
                  <c:v>9</c:v>
                </c:pt>
                <c:pt idx="76">
                  <c:v>9</c:v>
                </c:pt>
                <c:pt idx="77">
                  <c:v>9</c:v>
                </c:pt>
                <c:pt idx="78">
                  <c:v>9</c:v>
                </c:pt>
                <c:pt idx="79">
                  <c:v>9</c:v>
                </c:pt>
                <c:pt idx="80">
                  <c:v>9</c:v>
                </c:pt>
                <c:pt idx="81">
                  <c:v>9</c:v>
                </c:pt>
                <c:pt idx="82">
                  <c:v>9</c:v>
                </c:pt>
                <c:pt idx="83">
                  <c:v>9</c:v>
                </c:pt>
                <c:pt idx="84">
                  <c:v>9</c:v>
                </c:pt>
                <c:pt idx="85">
                  <c:v>9</c:v>
                </c:pt>
                <c:pt idx="86">
                  <c:v>9</c:v>
                </c:pt>
                <c:pt idx="87">
                  <c:v>9</c:v>
                </c:pt>
                <c:pt idx="88">
                  <c:v>9</c:v>
                </c:pt>
                <c:pt idx="89">
                  <c:v>9</c:v>
                </c:pt>
                <c:pt idx="90">
                  <c:v>9</c:v>
                </c:pt>
                <c:pt idx="91">
                  <c:v>9</c:v>
                </c:pt>
                <c:pt idx="92">
                  <c:v>9</c:v>
                </c:pt>
                <c:pt idx="93">
                  <c:v>9</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0</c:v>
                </c:pt>
                <c:pt idx="1818">
                  <c:v>0</c:v>
                </c:pt>
                <c:pt idx="1819">
                  <c:v>0</c:v>
                </c:pt>
                <c:pt idx="1820">
                  <c:v>0</c:v>
                </c:pt>
                <c:pt idx="1821">
                  <c:v>0</c:v>
                </c:pt>
                <c:pt idx="1822">
                  <c:v>0</c:v>
                </c:pt>
                <c:pt idx="1823">
                  <c:v>0</c:v>
                </c:pt>
                <c:pt idx="1824">
                  <c:v>0</c:v>
                </c:pt>
                <c:pt idx="1825">
                  <c:v>0</c:v>
                </c:pt>
                <c:pt idx="1826">
                  <c:v>0</c:v>
                </c:pt>
                <c:pt idx="1827">
                  <c:v>0</c:v>
                </c:pt>
                <c:pt idx="1828">
                  <c:v>0</c:v>
                </c:pt>
                <c:pt idx="1829">
                  <c:v>0</c:v>
                </c:pt>
                <c:pt idx="1830">
                  <c:v>0</c:v>
                </c:pt>
                <c:pt idx="1831">
                  <c:v>0</c:v>
                </c:pt>
                <c:pt idx="1832">
                  <c:v>0</c:v>
                </c:pt>
                <c:pt idx="1833">
                  <c:v>0</c:v>
                </c:pt>
                <c:pt idx="1834">
                  <c:v>0</c:v>
                </c:pt>
                <c:pt idx="1835">
                  <c:v>0</c:v>
                </c:pt>
                <c:pt idx="1836">
                  <c:v>0</c:v>
                </c:pt>
                <c:pt idx="1837">
                  <c:v>0</c:v>
                </c:pt>
                <c:pt idx="1838">
                  <c:v>0</c:v>
                </c:pt>
                <c:pt idx="1839">
                  <c:v>0</c:v>
                </c:pt>
                <c:pt idx="1840">
                  <c:v>0</c:v>
                </c:pt>
                <c:pt idx="1841">
                  <c:v>0</c:v>
                </c:pt>
                <c:pt idx="1842">
                  <c:v>0</c:v>
                </c:pt>
                <c:pt idx="1843">
                  <c:v>0</c:v>
                </c:pt>
                <c:pt idx="1844">
                  <c:v>0</c:v>
                </c:pt>
                <c:pt idx="1845">
                  <c:v>0</c:v>
                </c:pt>
                <c:pt idx="1846">
                  <c:v>0</c:v>
                </c:pt>
                <c:pt idx="1847">
                  <c:v>0</c:v>
                </c:pt>
                <c:pt idx="1848">
                  <c:v>0</c:v>
                </c:pt>
                <c:pt idx="1849">
                  <c:v>0</c:v>
                </c:pt>
                <c:pt idx="1850">
                  <c:v>0</c:v>
                </c:pt>
                <c:pt idx="1851">
                  <c:v>0</c:v>
                </c:pt>
                <c:pt idx="1852">
                  <c:v>0</c:v>
                </c:pt>
                <c:pt idx="1853">
                  <c:v>0</c:v>
                </c:pt>
                <c:pt idx="1854">
                  <c:v>0</c:v>
                </c:pt>
                <c:pt idx="1855">
                  <c:v>0</c:v>
                </c:pt>
                <c:pt idx="1856">
                  <c:v>0</c:v>
                </c:pt>
                <c:pt idx="1857">
                  <c:v>0</c:v>
                </c:pt>
                <c:pt idx="1858">
                  <c:v>0</c:v>
                </c:pt>
                <c:pt idx="1859">
                  <c:v>0</c:v>
                </c:pt>
                <c:pt idx="1860">
                  <c:v>0</c:v>
                </c:pt>
                <c:pt idx="1861">
                  <c:v>0</c:v>
                </c:pt>
                <c:pt idx="1862">
                  <c:v>0</c:v>
                </c:pt>
                <c:pt idx="1863">
                  <c:v>0</c:v>
                </c:pt>
                <c:pt idx="1864">
                  <c:v>0</c:v>
                </c:pt>
                <c:pt idx="1865">
                  <c:v>0</c:v>
                </c:pt>
                <c:pt idx="1866">
                  <c:v>0</c:v>
                </c:pt>
                <c:pt idx="1867">
                  <c:v>0</c:v>
                </c:pt>
                <c:pt idx="1868">
                  <c:v>0</c:v>
                </c:pt>
                <c:pt idx="1869">
                  <c:v>0</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0</c:v>
                </c:pt>
                <c:pt idx="1891">
                  <c:v>0</c:v>
                </c:pt>
                <c:pt idx="1892">
                  <c:v>0</c:v>
                </c:pt>
                <c:pt idx="1893">
                  <c:v>0</c:v>
                </c:pt>
                <c:pt idx="1894">
                  <c:v>0</c:v>
                </c:pt>
                <c:pt idx="1895">
                  <c:v>0</c:v>
                </c:pt>
                <c:pt idx="1896">
                  <c:v>0</c:v>
                </c:pt>
                <c:pt idx="1897">
                  <c:v>0</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0</c:v>
                </c:pt>
                <c:pt idx="1915">
                  <c:v>0</c:v>
                </c:pt>
                <c:pt idx="1916">
                  <c:v>0</c:v>
                </c:pt>
                <c:pt idx="1917">
                  <c:v>0</c:v>
                </c:pt>
                <c:pt idx="1918">
                  <c:v>0</c:v>
                </c:pt>
                <c:pt idx="1919">
                  <c:v>0</c:v>
                </c:pt>
                <c:pt idx="1920">
                  <c:v>0</c:v>
                </c:pt>
                <c:pt idx="1921">
                  <c:v>0</c:v>
                </c:pt>
                <c:pt idx="1922">
                  <c:v>0</c:v>
                </c:pt>
                <c:pt idx="1923">
                  <c:v>0</c:v>
                </c:pt>
                <c:pt idx="1924">
                  <c:v>0</c:v>
                </c:pt>
                <c:pt idx="1925">
                  <c:v>0</c:v>
                </c:pt>
                <c:pt idx="1926">
                  <c:v>0</c:v>
                </c:pt>
                <c:pt idx="1927">
                  <c:v>0</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0</c:v>
                </c:pt>
                <c:pt idx="1942">
                  <c:v>0</c:v>
                </c:pt>
                <c:pt idx="1943">
                  <c:v>0</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0</c:v>
                </c:pt>
                <c:pt idx="2035">
                  <c:v>0</c:v>
                </c:pt>
                <c:pt idx="2036">
                  <c:v>0</c:v>
                </c:pt>
                <c:pt idx="2037">
                  <c:v>0</c:v>
                </c:pt>
                <c:pt idx="2038">
                  <c:v>0</c:v>
                </c:pt>
                <c:pt idx="2039">
                  <c:v>0</c:v>
                </c:pt>
                <c:pt idx="2040">
                  <c:v>0</c:v>
                </c:pt>
                <c:pt idx="2041">
                  <c:v>0</c:v>
                </c:pt>
                <c:pt idx="2042">
                  <c:v>0</c:v>
                </c:pt>
                <c:pt idx="2043">
                  <c:v>0</c:v>
                </c:pt>
                <c:pt idx="2044">
                  <c:v>0</c:v>
                </c:pt>
                <c:pt idx="2045">
                  <c:v>0</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0</c:v>
                </c:pt>
                <c:pt idx="2059">
                  <c:v>0</c:v>
                </c:pt>
                <c:pt idx="2060">
                  <c:v>0</c:v>
                </c:pt>
                <c:pt idx="2061">
                  <c:v>0</c:v>
                </c:pt>
                <c:pt idx="2062">
                  <c:v>0</c:v>
                </c:pt>
                <c:pt idx="2063">
                  <c:v>0</c:v>
                </c:pt>
                <c:pt idx="2064">
                  <c:v>0</c:v>
                </c:pt>
                <c:pt idx="2065">
                  <c:v>0</c:v>
                </c:pt>
                <c:pt idx="2066">
                  <c:v>0</c:v>
                </c:pt>
                <c:pt idx="2067">
                  <c:v>0</c:v>
                </c:pt>
                <c:pt idx="2068">
                  <c:v>0</c:v>
                </c:pt>
                <c:pt idx="2069">
                  <c:v>0</c:v>
                </c:pt>
                <c:pt idx="2070">
                  <c:v>0</c:v>
                </c:pt>
                <c:pt idx="2071">
                  <c:v>0</c:v>
                </c:pt>
                <c:pt idx="2072">
                  <c:v>0</c:v>
                </c:pt>
                <c:pt idx="2073">
                  <c:v>0</c:v>
                </c:pt>
                <c:pt idx="2074">
                  <c:v>0</c:v>
                </c:pt>
                <c:pt idx="2075">
                  <c:v>0</c:v>
                </c:pt>
                <c:pt idx="2076">
                  <c:v>0</c:v>
                </c:pt>
                <c:pt idx="2077">
                  <c:v>0</c:v>
                </c:pt>
                <c:pt idx="2078">
                  <c:v>0</c:v>
                </c:pt>
                <c:pt idx="2079">
                  <c:v>0</c:v>
                </c:pt>
                <c:pt idx="2080">
                  <c:v>0</c:v>
                </c:pt>
                <c:pt idx="2081">
                  <c:v>0</c:v>
                </c:pt>
                <c:pt idx="2082">
                  <c:v>0</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0</c:v>
                </c:pt>
                <c:pt idx="2103">
                  <c:v>0</c:v>
                </c:pt>
                <c:pt idx="2104">
                  <c:v>0</c:v>
                </c:pt>
                <c:pt idx="2105">
                  <c:v>0</c:v>
                </c:pt>
                <c:pt idx="2106">
                  <c:v>0</c:v>
                </c:pt>
                <c:pt idx="2107">
                  <c:v>0</c:v>
                </c:pt>
                <c:pt idx="2108">
                  <c:v>0</c:v>
                </c:pt>
                <c:pt idx="2109">
                  <c:v>0</c:v>
                </c:pt>
                <c:pt idx="2110">
                  <c:v>0</c:v>
                </c:pt>
                <c:pt idx="2111">
                  <c:v>0</c:v>
                </c:pt>
                <c:pt idx="2112">
                  <c:v>0</c:v>
                </c:pt>
                <c:pt idx="2113">
                  <c:v>0</c:v>
                </c:pt>
                <c:pt idx="2114">
                  <c:v>0</c:v>
                </c:pt>
                <c:pt idx="2115">
                  <c:v>0</c:v>
                </c:pt>
                <c:pt idx="2116">
                  <c:v>0</c:v>
                </c:pt>
                <c:pt idx="2117">
                  <c:v>0</c:v>
                </c:pt>
                <c:pt idx="2118">
                  <c:v>0</c:v>
                </c:pt>
                <c:pt idx="2119">
                  <c:v>0</c:v>
                </c:pt>
                <c:pt idx="2120">
                  <c:v>0</c:v>
                </c:pt>
                <c:pt idx="2121">
                  <c:v>0</c:v>
                </c:pt>
                <c:pt idx="2122">
                  <c:v>0</c:v>
                </c:pt>
                <c:pt idx="2123">
                  <c:v>0</c:v>
                </c:pt>
                <c:pt idx="2124">
                  <c:v>0</c:v>
                </c:pt>
                <c:pt idx="2125">
                  <c:v>0</c:v>
                </c:pt>
                <c:pt idx="2126">
                  <c:v>0</c:v>
                </c:pt>
                <c:pt idx="2127">
                  <c:v>0</c:v>
                </c:pt>
                <c:pt idx="2128">
                  <c:v>0</c:v>
                </c:pt>
                <c:pt idx="2129">
                  <c:v>0</c:v>
                </c:pt>
                <c:pt idx="2130">
                  <c:v>0</c:v>
                </c:pt>
                <c:pt idx="2131">
                  <c:v>0</c:v>
                </c:pt>
                <c:pt idx="2132">
                  <c:v>0</c:v>
                </c:pt>
                <c:pt idx="2133">
                  <c:v>0</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c:v>
                </c:pt>
                <c:pt idx="2173">
                  <c:v>0</c:v>
                </c:pt>
                <c:pt idx="2174">
                  <c:v>0</c:v>
                </c:pt>
                <c:pt idx="2175">
                  <c:v>0</c:v>
                </c:pt>
                <c:pt idx="2176">
                  <c:v>0</c:v>
                </c:pt>
                <c:pt idx="2177">
                  <c:v>0</c:v>
                </c:pt>
                <c:pt idx="2178">
                  <c:v>0</c:v>
                </c:pt>
                <c:pt idx="2179">
                  <c:v>0</c:v>
                </c:pt>
                <c:pt idx="2180">
                  <c:v>0</c:v>
                </c:pt>
                <c:pt idx="2181">
                  <c:v>0</c:v>
                </c:pt>
                <c:pt idx="2182">
                  <c:v>0</c:v>
                </c:pt>
                <c:pt idx="2183">
                  <c:v>0</c:v>
                </c:pt>
                <c:pt idx="2184">
                  <c:v>0</c:v>
                </c:pt>
                <c:pt idx="2185">
                  <c:v>0</c:v>
                </c:pt>
                <c:pt idx="2186">
                  <c:v>0</c:v>
                </c:pt>
                <c:pt idx="2187">
                  <c:v>0</c:v>
                </c:pt>
                <c:pt idx="2188">
                  <c:v>0</c:v>
                </c:pt>
                <c:pt idx="2189">
                  <c:v>0</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0</c:v>
                </c:pt>
                <c:pt idx="2207">
                  <c:v>0</c:v>
                </c:pt>
                <c:pt idx="2208">
                  <c:v>0</c:v>
                </c:pt>
                <c:pt idx="2209">
                  <c:v>0</c:v>
                </c:pt>
                <c:pt idx="2210">
                  <c:v>0</c:v>
                </c:pt>
                <c:pt idx="2211">
                  <c:v>0</c:v>
                </c:pt>
                <c:pt idx="2212">
                  <c:v>0</c:v>
                </c:pt>
                <c:pt idx="2213">
                  <c:v>0</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0</c:v>
                </c:pt>
                <c:pt idx="2228">
                  <c:v>0</c:v>
                </c:pt>
                <c:pt idx="2229">
                  <c:v>0</c:v>
                </c:pt>
                <c:pt idx="2230">
                  <c:v>0</c:v>
                </c:pt>
                <c:pt idx="2231">
                  <c:v>0</c:v>
                </c:pt>
                <c:pt idx="2232">
                  <c:v>0</c:v>
                </c:pt>
                <c:pt idx="2233">
                  <c:v>0</c:v>
                </c:pt>
                <c:pt idx="2234">
                  <c:v>0</c:v>
                </c:pt>
                <c:pt idx="2235">
                  <c:v>0</c:v>
                </c:pt>
                <c:pt idx="2236">
                  <c:v>0</c:v>
                </c:pt>
                <c:pt idx="2237">
                  <c:v>0</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0</c:v>
                </c:pt>
                <c:pt idx="2254">
                  <c:v>0</c:v>
                </c:pt>
                <c:pt idx="2255">
                  <c:v>0</c:v>
                </c:pt>
                <c:pt idx="2256">
                  <c:v>0</c:v>
                </c:pt>
                <c:pt idx="2257">
                  <c:v>0</c:v>
                </c:pt>
                <c:pt idx="2258">
                  <c:v>0</c:v>
                </c:pt>
                <c:pt idx="2259">
                  <c:v>0</c:v>
                </c:pt>
                <c:pt idx="2260">
                  <c:v>0</c:v>
                </c:pt>
                <c:pt idx="2261">
                  <c:v>0</c:v>
                </c:pt>
                <c:pt idx="2262">
                  <c:v>0</c:v>
                </c:pt>
                <c:pt idx="2263">
                  <c:v>0</c:v>
                </c:pt>
                <c:pt idx="2264">
                  <c:v>0</c:v>
                </c:pt>
                <c:pt idx="2265">
                  <c:v>0</c:v>
                </c:pt>
                <c:pt idx="2266">
                  <c:v>0</c:v>
                </c:pt>
                <c:pt idx="2267">
                  <c:v>0</c:v>
                </c:pt>
                <c:pt idx="2268">
                  <c:v>0</c:v>
                </c:pt>
                <c:pt idx="2269">
                  <c:v>0</c:v>
                </c:pt>
                <c:pt idx="2270">
                  <c:v>0</c:v>
                </c:pt>
                <c:pt idx="2271">
                  <c:v>0</c:v>
                </c:pt>
                <c:pt idx="2272">
                  <c:v>0</c:v>
                </c:pt>
                <c:pt idx="2273">
                  <c:v>0</c:v>
                </c:pt>
                <c:pt idx="2274">
                  <c:v>0</c:v>
                </c:pt>
                <c:pt idx="2275">
                  <c:v>0</c:v>
                </c:pt>
                <c:pt idx="2276">
                  <c:v>0</c:v>
                </c:pt>
                <c:pt idx="2277">
                  <c:v>0</c:v>
                </c:pt>
                <c:pt idx="2278">
                  <c:v>0</c:v>
                </c:pt>
                <c:pt idx="2279">
                  <c:v>0</c:v>
                </c:pt>
                <c:pt idx="2280">
                  <c:v>0</c:v>
                </c:pt>
                <c:pt idx="2281">
                  <c:v>0</c:v>
                </c:pt>
                <c:pt idx="2282">
                  <c:v>0</c:v>
                </c:pt>
                <c:pt idx="2283">
                  <c:v>0</c:v>
                </c:pt>
                <c:pt idx="2284">
                  <c:v>0</c:v>
                </c:pt>
                <c:pt idx="2285">
                  <c:v>0</c:v>
                </c:pt>
                <c:pt idx="2286">
                  <c:v>0</c:v>
                </c:pt>
                <c:pt idx="2287">
                  <c:v>0</c:v>
                </c:pt>
                <c:pt idx="2288">
                  <c:v>0</c:v>
                </c:pt>
                <c:pt idx="2289">
                  <c:v>0</c:v>
                </c:pt>
                <c:pt idx="2290">
                  <c:v>0</c:v>
                </c:pt>
                <c:pt idx="2291">
                  <c:v>0</c:v>
                </c:pt>
                <c:pt idx="2292">
                  <c:v>0</c:v>
                </c:pt>
                <c:pt idx="2293">
                  <c:v>0</c:v>
                </c:pt>
                <c:pt idx="2294">
                  <c:v>0</c:v>
                </c:pt>
                <c:pt idx="2295">
                  <c:v>0</c:v>
                </c:pt>
                <c:pt idx="2296">
                  <c:v>0</c:v>
                </c:pt>
                <c:pt idx="2297">
                  <c:v>0</c:v>
                </c:pt>
                <c:pt idx="2298">
                  <c:v>0</c:v>
                </c:pt>
                <c:pt idx="2299">
                  <c:v>0</c:v>
                </c:pt>
                <c:pt idx="2300">
                  <c:v>0</c:v>
                </c:pt>
                <c:pt idx="2301">
                  <c:v>0</c:v>
                </c:pt>
                <c:pt idx="2302">
                  <c:v>0</c:v>
                </c:pt>
                <c:pt idx="2303">
                  <c:v>0</c:v>
                </c:pt>
                <c:pt idx="2304">
                  <c:v>0</c:v>
                </c:pt>
                <c:pt idx="2305">
                  <c:v>0</c:v>
                </c:pt>
                <c:pt idx="2306">
                  <c:v>0</c:v>
                </c:pt>
                <c:pt idx="2307">
                  <c:v>0</c:v>
                </c:pt>
                <c:pt idx="2308">
                  <c:v>0</c:v>
                </c:pt>
                <c:pt idx="2309">
                  <c:v>0</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0</c:v>
                </c:pt>
                <c:pt idx="2323">
                  <c:v>0</c:v>
                </c:pt>
                <c:pt idx="2324">
                  <c:v>0</c:v>
                </c:pt>
                <c:pt idx="2325">
                  <c:v>0</c:v>
                </c:pt>
                <c:pt idx="2326">
                  <c:v>0</c:v>
                </c:pt>
                <c:pt idx="2327">
                  <c:v>0</c:v>
                </c:pt>
                <c:pt idx="2328">
                  <c:v>0</c:v>
                </c:pt>
                <c:pt idx="2329">
                  <c:v>0</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c:v>
                </c:pt>
                <c:pt idx="2368">
                  <c:v>0</c:v>
                </c:pt>
                <c:pt idx="2369">
                  <c:v>0</c:v>
                </c:pt>
                <c:pt idx="2370">
                  <c:v>0</c:v>
                </c:pt>
                <c:pt idx="2371">
                  <c:v>0</c:v>
                </c:pt>
                <c:pt idx="2372">
                  <c:v>0</c:v>
                </c:pt>
                <c:pt idx="2373">
                  <c:v>0</c:v>
                </c:pt>
                <c:pt idx="2374">
                  <c:v>0</c:v>
                </c:pt>
                <c:pt idx="2375">
                  <c:v>0</c:v>
                </c:pt>
                <c:pt idx="2376">
                  <c:v>0</c:v>
                </c:pt>
                <c:pt idx="2377">
                  <c:v>0</c:v>
                </c:pt>
                <c:pt idx="2378">
                  <c:v>0</c:v>
                </c:pt>
                <c:pt idx="2379">
                  <c:v>0</c:v>
                </c:pt>
                <c:pt idx="2380">
                  <c:v>0</c:v>
                </c:pt>
                <c:pt idx="2381">
                  <c:v>0</c:v>
                </c:pt>
                <c:pt idx="2382">
                  <c:v>0</c:v>
                </c:pt>
                <c:pt idx="2383">
                  <c:v>0</c:v>
                </c:pt>
                <c:pt idx="2384">
                  <c:v>0</c:v>
                </c:pt>
                <c:pt idx="2385">
                  <c:v>0</c:v>
                </c:pt>
                <c:pt idx="2386">
                  <c:v>0</c:v>
                </c:pt>
                <c:pt idx="2387">
                  <c:v>0</c:v>
                </c:pt>
                <c:pt idx="2388">
                  <c:v>0</c:v>
                </c:pt>
                <c:pt idx="2389">
                  <c:v>0</c:v>
                </c:pt>
                <c:pt idx="2390">
                  <c:v>0</c:v>
                </c:pt>
                <c:pt idx="2391">
                  <c:v>0</c:v>
                </c:pt>
                <c:pt idx="2392">
                  <c:v>0</c:v>
                </c:pt>
                <c:pt idx="2393">
                  <c:v>0</c:v>
                </c:pt>
                <c:pt idx="2394">
                  <c:v>0</c:v>
                </c:pt>
                <c:pt idx="2395">
                  <c:v>0</c:v>
                </c:pt>
                <c:pt idx="2396">
                  <c:v>0</c:v>
                </c:pt>
                <c:pt idx="2397">
                  <c:v>0</c:v>
                </c:pt>
                <c:pt idx="2398">
                  <c:v>0</c:v>
                </c:pt>
                <c:pt idx="2399">
                  <c:v>0</c:v>
                </c:pt>
                <c:pt idx="2400">
                  <c:v>0</c:v>
                </c:pt>
                <c:pt idx="2401">
                  <c:v>0</c:v>
                </c:pt>
                <c:pt idx="2402">
                  <c:v>0</c:v>
                </c:pt>
                <c:pt idx="2403">
                  <c:v>0</c:v>
                </c:pt>
                <c:pt idx="2404">
                  <c:v>0</c:v>
                </c:pt>
                <c:pt idx="2405">
                  <c:v>0</c:v>
                </c:pt>
                <c:pt idx="2406">
                  <c:v>0</c:v>
                </c:pt>
                <c:pt idx="2407">
                  <c:v>0</c:v>
                </c:pt>
                <c:pt idx="2408">
                  <c:v>0</c:v>
                </c:pt>
                <c:pt idx="2409">
                  <c:v>0</c:v>
                </c:pt>
                <c:pt idx="2410">
                  <c:v>0</c:v>
                </c:pt>
                <c:pt idx="2411">
                  <c:v>0</c:v>
                </c:pt>
                <c:pt idx="2412">
                  <c:v>0</c:v>
                </c:pt>
                <c:pt idx="2413">
                  <c:v>0</c:v>
                </c:pt>
                <c:pt idx="2414">
                  <c:v>0</c:v>
                </c:pt>
                <c:pt idx="2415">
                  <c:v>0</c:v>
                </c:pt>
                <c:pt idx="2416">
                  <c:v>0</c:v>
                </c:pt>
                <c:pt idx="2417">
                  <c:v>0</c:v>
                </c:pt>
                <c:pt idx="2418">
                  <c:v>0</c:v>
                </c:pt>
                <c:pt idx="2419">
                  <c:v>0</c:v>
                </c:pt>
                <c:pt idx="2420">
                  <c:v>0</c:v>
                </c:pt>
                <c:pt idx="2421">
                  <c:v>0</c:v>
                </c:pt>
                <c:pt idx="2422">
                  <c:v>0</c:v>
                </c:pt>
                <c:pt idx="2423">
                  <c:v>0</c:v>
                </c:pt>
                <c:pt idx="2424">
                  <c:v>0</c:v>
                </c:pt>
                <c:pt idx="2425">
                  <c:v>0</c:v>
                </c:pt>
                <c:pt idx="2426">
                  <c:v>0</c:v>
                </c:pt>
                <c:pt idx="2427">
                  <c:v>0</c:v>
                </c:pt>
                <c:pt idx="2428">
                  <c:v>0</c:v>
                </c:pt>
                <c:pt idx="2429">
                  <c:v>0</c:v>
                </c:pt>
                <c:pt idx="2430">
                  <c:v>0</c:v>
                </c:pt>
                <c:pt idx="2431">
                  <c:v>0</c:v>
                </c:pt>
                <c:pt idx="2432">
                  <c:v>0</c:v>
                </c:pt>
                <c:pt idx="2433">
                  <c:v>0</c:v>
                </c:pt>
                <c:pt idx="2434">
                  <c:v>0</c:v>
                </c:pt>
                <c:pt idx="2435">
                  <c:v>0</c:v>
                </c:pt>
                <c:pt idx="2436">
                  <c:v>0</c:v>
                </c:pt>
                <c:pt idx="2437">
                  <c:v>0</c:v>
                </c:pt>
                <c:pt idx="2438">
                  <c:v>0</c:v>
                </c:pt>
                <c:pt idx="2439">
                  <c:v>0</c:v>
                </c:pt>
                <c:pt idx="2440">
                  <c:v>0</c:v>
                </c:pt>
                <c:pt idx="2441">
                  <c:v>0</c:v>
                </c:pt>
                <c:pt idx="2442">
                  <c:v>0</c:v>
                </c:pt>
                <c:pt idx="2443">
                  <c:v>0</c:v>
                </c:pt>
                <c:pt idx="2444">
                  <c:v>0</c:v>
                </c:pt>
                <c:pt idx="2445">
                  <c:v>0</c:v>
                </c:pt>
                <c:pt idx="2446">
                  <c:v>0</c:v>
                </c:pt>
                <c:pt idx="2447">
                  <c:v>0</c:v>
                </c:pt>
                <c:pt idx="2448">
                  <c:v>0</c:v>
                </c:pt>
                <c:pt idx="2449">
                  <c:v>0</c:v>
                </c:pt>
                <c:pt idx="2450">
                  <c:v>0</c:v>
                </c:pt>
                <c:pt idx="2451">
                  <c:v>0</c:v>
                </c:pt>
                <c:pt idx="2452">
                  <c:v>0</c:v>
                </c:pt>
                <c:pt idx="2453">
                  <c:v>0</c:v>
                </c:pt>
                <c:pt idx="2454">
                  <c:v>0</c:v>
                </c:pt>
                <c:pt idx="2455">
                  <c:v>0</c:v>
                </c:pt>
                <c:pt idx="2456">
                  <c:v>0</c:v>
                </c:pt>
                <c:pt idx="2457">
                  <c:v>0</c:v>
                </c:pt>
                <c:pt idx="2458">
                  <c:v>0</c:v>
                </c:pt>
                <c:pt idx="2459">
                  <c:v>0</c:v>
                </c:pt>
                <c:pt idx="2460">
                  <c:v>0</c:v>
                </c:pt>
                <c:pt idx="2461">
                  <c:v>0</c:v>
                </c:pt>
                <c:pt idx="2462">
                  <c:v>0</c:v>
                </c:pt>
                <c:pt idx="2463">
                  <c:v>0</c:v>
                </c:pt>
                <c:pt idx="2464">
                  <c:v>0</c:v>
                </c:pt>
                <c:pt idx="2465">
                  <c:v>0</c:v>
                </c:pt>
                <c:pt idx="2466">
                  <c:v>0</c:v>
                </c:pt>
                <c:pt idx="2467">
                  <c:v>0</c:v>
                </c:pt>
                <c:pt idx="2468">
                  <c:v>0</c:v>
                </c:pt>
                <c:pt idx="2469">
                  <c:v>0</c:v>
                </c:pt>
                <c:pt idx="2470">
                  <c:v>0</c:v>
                </c:pt>
                <c:pt idx="2471">
                  <c:v>0</c:v>
                </c:pt>
                <c:pt idx="2472">
                  <c:v>0</c:v>
                </c:pt>
                <c:pt idx="2473">
                  <c:v>0</c:v>
                </c:pt>
                <c:pt idx="2474">
                  <c:v>0</c:v>
                </c:pt>
                <c:pt idx="2475">
                  <c:v>0</c:v>
                </c:pt>
                <c:pt idx="2476">
                  <c:v>0</c:v>
                </c:pt>
                <c:pt idx="2477">
                  <c:v>0</c:v>
                </c:pt>
                <c:pt idx="2478">
                  <c:v>0</c:v>
                </c:pt>
                <c:pt idx="2479">
                  <c:v>0</c:v>
                </c:pt>
                <c:pt idx="2480">
                  <c:v>0</c:v>
                </c:pt>
                <c:pt idx="2481">
                  <c:v>0</c:v>
                </c:pt>
                <c:pt idx="2482">
                  <c:v>0</c:v>
                </c:pt>
                <c:pt idx="2483">
                  <c:v>0</c:v>
                </c:pt>
                <c:pt idx="2484">
                  <c:v>0</c:v>
                </c:pt>
                <c:pt idx="2485">
                  <c:v>0</c:v>
                </c:pt>
                <c:pt idx="2486">
                  <c:v>0</c:v>
                </c:pt>
                <c:pt idx="2487">
                  <c:v>0</c:v>
                </c:pt>
                <c:pt idx="2488">
                  <c:v>0</c:v>
                </c:pt>
                <c:pt idx="2489">
                  <c:v>0</c:v>
                </c:pt>
                <c:pt idx="2490">
                  <c:v>0</c:v>
                </c:pt>
                <c:pt idx="2491">
                  <c:v>0</c:v>
                </c:pt>
                <c:pt idx="2492">
                  <c:v>0</c:v>
                </c:pt>
                <c:pt idx="2493">
                  <c:v>0</c:v>
                </c:pt>
                <c:pt idx="2494">
                  <c:v>0</c:v>
                </c:pt>
                <c:pt idx="2495">
                  <c:v>0</c:v>
                </c:pt>
                <c:pt idx="2496">
                  <c:v>0</c:v>
                </c:pt>
                <c:pt idx="2497">
                  <c:v>0</c:v>
                </c:pt>
                <c:pt idx="2498">
                  <c:v>0</c:v>
                </c:pt>
                <c:pt idx="2499">
                  <c:v>0</c:v>
                </c:pt>
                <c:pt idx="2500">
                  <c:v>0</c:v>
                </c:pt>
                <c:pt idx="2501">
                  <c:v>0</c:v>
                </c:pt>
                <c:pt idx="2502">
                  <c:v>0</c:v>
                </c:pt>
                <c:pt idx="2503">
                  <c:v>0</c:v>
                </c:pt>
                <c:pt idx="2504">
                  <c:v>0</c:v>
                </c:pt>
                <c:pt idx="2505">
                  <c:v>0</c:v>
                </c:pt>
                <c:pt idx="2506">
                  <c:v>0</c:v>
                </c:pt>
                <c:pt idx="2507">
                  <c:v>0</c:v>
                </c:pt>
                <c:pt idx="2508">
                  <c:v>0</c:v>
                </c:pt>
                <c:pt idx="2509">
                  <c:v>0</c:v>
                </c:pt>
                <c:pt idx="2510">
                  <c:v>0</c:v>
                </c:pt>
                <c:pt idx="2511">
                  <c:v>0</c:v>
                </c:pt>
                <c:pt idx="2512">
                  <c:v>0</c:v>
                </c:pt>
                <c:pt idx="2513">
                  <c:v>0</c:v>
                </c:pt>
                <c:pt idx="2514">
                  <c:v>0</c:v>
                </c:pt>
                <c:pt idx="2515">
                  <c:v>0</c:v>
                </c:pt>
                <c:pt idx="2516">
                  <c:v>0</c:v>
                </c:pt>
                <c:pt idx="2517">
                  <c:v>0</c:v>
                </c:pt>
                <c:pt idx="2518">
                  <c:v>0</c:v>
                </c:pt>
                <c:pt idx="2519">
                  <c:v>0</c:v>
                </c:pt>
                <c:pt idx="2520">
                  <c:v>0</c:v>
                </c:pt>
                <c:pt idx="2521">
                  <c:v>0</c:v>
                </c:pt>
                <c:pt idx="2522">
                  <c:v>0</c:v>
                </c:pt>
                <c:pt idx="2523">
                  <c:v>0</c:v>
                </c:pt>
                <c:pt idx="2524">
                  <c:v>0</c:v>
                </c:pt>
                <c:pt idx="2525">
                  <c:v>0</c:v>
                </c:pt>
                <c:pt idx="2526">
                  <c:v>0</c:v>
                </c:pt>
                <c:pt idx="2527">
                  <c:v>0</c:v>
                </c:pt>
                <c:pt idx="2528">
                  <c:v>0</c:v>
                </c:pt>
                <c:pt idx="2529">
                  <c:v>0</c:v>
                </c:pt>
                <c:pt idx="2530">
                  <c:v>0</c:v>
                </c:pt>
                <c:pt idx="2531">
                  <c:v>0</c:v>
                </c:pt>
                <c:pt idx="2532">
                  <c:v>0</c:v>
                </c:pt>
                <c:pt idx="2533">
                  <c:v>0</c:v>
                </c:pt>
                <c:pt idx="2534">
                  <c:v>0</c:v>
                </c:pt>
                <c:pt idx="2535">
                  <c:v>0</c:v>
                </c:pt>
                <c:pt idx="2536">
                  <c:v>0</c:v>
                </c:pt>
                <c:pt idx="2537">
                  <c:v>0</c:v>
                </c:pt>
                <c:pt idx="2538">
                  <c:v>0</c:v>
                </c:pt>
                <c:pt idx="2539">
                  <c:v>0</c:v>
                </c:pt>
                <c:pt idx="2540">
                  <c:v>0</c:v>
                </c:pt>
                <c:pt idx="2541">
                  <c:v>0</c:v>
                </c:pt>
                <c:pt idx="2542">
                  <c:v>0</c:v>
                </c:pt>
                <c:pt idx="2543">
                  <c:v>0</c:v>
                </c:pt>
                <c:pt idx="2544">
                  <c:v>0</c:v>
                </c:pt>
                <c:pt idx="2545">
                  <c:v>0</c:v>
                </c:pt>
                <c:pt idx="2546">
                  <c:v>0</c:v>
                </c:pt>
                <c:pt idx="2547">
                  <c:v>0</c:v>
                </c:pt>
                <c:pt idx="2548">
                  <c:v>0</c:v>
                </c:pt>
                <c:pt idx="2549">
                  <c:v>0</c:v>
                </c:pt>
                <c:pt idx="2550">
                  <c:v>0</c:v>
                </c:pt>
                <c:pt idx="2551">
                  <c:v>0</c:v>
                </c:pt>
                <c:pt idx="2552">
                  <c:v>0</c:v>
                </c:pt>
                <c:pt idx="2553">
                  <c:v>0</c:v>
                </c:pt>
                <c:pt idx="2554">
                  <c:v>0</c:v>
                </c:pt>
                <c:pt idx="2555">
                  <c:v>0</c:v>
                </c:pt>
                <c:pt idx="2556">
                  <c:v>0</c:v>
                </c:pt>
                <c:pt idx="2557">
                  <c:v>0</c:v>
                </c:pt>
                <c:pt idx="2558">
                  <c:v>0</c:v>
                </c:pt>
                <c:pt idx="2559">
                  <c:v>0</c:v>
                </c:pt>
                <c:pt idx="2560">
                  <c:v>0</c:v>
                </c:pt>
                <c:pt idx="2561">
                  <c:v>0</c:v>
                </c:pt>
                <c:pt idx="2562">
                  <c:v>0</c:v>
                </c:pt>
                <c:pt idx="2563">
                  <c:v>0</c:v>
                </c:pt>
                <c:pt idx="2564">
                  <c:v>0</c:v>
                </c:pt>
                <c:pt idx="2565">
                  <c:v>0</c:v>
                </c:pt>
                <c:pt idx="2566">
                  <c:v>0</c:v>
                </c:pt>
                <c:pt idx="2567">
                  <c:v>0</c:v>
                </c:pt>
                <c:pt idx="2568">
                  <c:v>0</c:v>
                </c:pt>
                <c:pt idx="2569">
                  <c:v>0</c:v>
                </c:pt>
                <c:pt idx="2570">
                  <c:v>0</c:v>
                </c:pt>
                <c:pt idx="2571">
                  <c:v>0</c:v>
                </c:pt>
                <c:pt idx="2572">
                  <c:v>0</c:v>
                </c:pt>
                <c:pt idx="2573">
                  <c:v>0</c:v>
                </c:pt>
                <c:pt idx="2574">
                  <c:v>0</c:v>
                </c:pt>
                <c:pt idx="2575">
                  <c:v>0</c:v>
                </c:pt>
                <c:pt idx="2576">
                  <c:v>0</c:v>
                </c:pt>
                <c:pt idx="2577">
                  <c:v>0</c:v>
                </c:pt>
                <c:pt idx="2578">
                  <c:v>0</c:v>
                </c:pt>
                <c:pt idx="2579">
                  <c:v>0</c:v>
                </c:pt>
                <c:pt idx="2580">
                  <c:v>0</c:v>
                </c:pt>
                <c:pt idx="2581">
                  <c:v>0</c:v>
                </c:pt>
                <c:pt idx="2582">
                  <c:v>0</c:v>
                </c:pt>
                <c:pt idx="2583">
                  <c:v>0</c:v>
                </c:pt>
                <c:pt idx="2584">
                  <c:v>0</c:v>
                </c:pt>
                <c:pt idx="2585">
                  <c:v>0</c:v>
                </c:pt>
                <c:pt idx="2586">
                  <c:v>0</c:v>
                </c:pt>
                <c:pt idx="2587">
                  <c:v>0</c:v>
                </c:pt>
                <c:pt idx="2588">
                  <c:v>0</c:v>
                </c:pt>
                <c:pt idx="2589">
                  <c:v>0</c:v>
                </c:pt>
                <c:pt idx="2590">
                  <c:v>0</c:v>
                </c:pt>
                <c:pt idx="2591">
                  <c:v>0</c:v>
                </c:pt>
                <c:pt idx="2592">
                  <c:v>0</c:v>
                </c:pt>
                <c:pt idx="2593">
                  <c:v>0</c:v>
                </c:pt>
                <c:pt idx="2594">
                  <c:v>0</c:v>
                </c:pt>
                <c:pt idx="2595">
                  <c:v>0</c:v>
                </c:pt>
                <c:pt idx="2596">
                  <c:v>0</c:v>
                </c:pt>
                <c:pt idx="2597">
                  <c:v>0</c:v>
                </c:pt>
                <c:pt idx="2598">
                  <c:v>0</c:v>
                </c:pt>
                <c:pt idx="2599">
                  <c:v>0</c:v>
                </c:pt>
                <c:pt idx="2600">
                  <c:v>0</c:v>
                </c:pt>
                <c:pt idx="2601">
                  <c:v>0</c:v>
                </c:pt>
                <c:pt idx="2602">
                  <c:v>0</c:v>
                </c:pt>
                <c:pt idx="2603">
                  <c:v>0</c:v>
                </c:pt>
                <c:pt idx="2604">
                  <c:v>0</c:v>
                </c:pt>
                <c:pt idx="2605">
                  <c:v>0</c:v>
                </c:pt>
                <c:pt idx="2606">
                  <c:v>0</c:v>
                </c:pt>
                <c:pt idx="2607">
                  <c:v>0</c:v>
                </c:pt>
                <c:pt idx="2608">
                  <c:v>0</c:v>
                </c:pt>
                <c:pt idx="2609">
                  <c:v>0</c:v>
                </c:pt>
                <c:pt idx="2610">
                  <c:v>0</c:v>
                </c:pt>
                <c:pt idx="2611">
                  <c:v>0</c:v>
                </c:pt>
                <c:pt idx="2612">
                  <c:v>0</c:v>
                </c:pt>
                <c:pt idx="2613">
                  <c:v>0</c:v>
                </c:pt>
                <c:pt idx="2614">
                  <c:v>0</c:v>
                </c:pt>
                <c:pt idx="2615">
                  <c:v>0</c:v>
                </c:pt>
                <c:pt idx="2616">
                  <c:v>0</c:v>
                </c:pt>
                <c:pt idx="2617">
                  <c:v>0</c:v>
                </c:pt>
                <c:pt idx="2618">
                  <c:v>0</c:v>
                </c:pt>
                <c:pt idx="2619">
                  <c:v>0</c:v>
                </c:pt>
                <c:pt idx="2620">
                  <c:v>0</c:v>
                </c:pt>
                <c:pt idx="2621">
                  <c:v>0</c:v>
                </c:pt>
                <c:pt idx="2622">
                  <c:v>0</c:v>
                </c:pt>
                <c:pt idx="2623">
                  <c:v>0</c:v>
                </c:pt>
                <c:pt idx="2624">
                  <c:v>0</c:v>
                </c:pt>
                <c:pt idx="2625">
                  <c:v>0</c:v>
                </c:pt>
                <c:pt idx="2626">
                  <c:v>0</c:v>
                </c:pt>
                <c:pt idx="2627">
                  <c:v>0</c:v>
                </c:pt>
                <c:pt idx="2628">
                  <c:v>0</c:v>
                </c:pt>
                <c:pt idx="2629">
                  <c:v>0</c:v>
                </c:pt>
                <c:pt idx="2630">
                  <c:v>0</c:v>
                </c:pt>
                <c:pt idx="2631">
                  <c:v>0</c:v>
                </c:pt>
                <c:pt idx="2632">
                  <c:v>0</c:v>
                </c:pt>
                <c:pt idx="2633">
                  <c:v>0</c:v>
                </c:pt>
                <c:pt idx="2634">
                  <c:v>0</c:v>
                </c:pt>
                <c:pt idx="2635">
                  <c:v>0</c:v>
                </c:pt>
                <c:pt idx="2636">
                  <c:v>0</c:v>
                </c:pt>
                <c:pt idx="2637">
                  <c:v>0</c:v>
                </c:pt>
                <c:pt idx="2638">
                  <c:v>0</c:v>
                </c:pt>
                <c:pt idx="2639">
                  <c:v>0</c:v>
                </c:pt>
                <c:pt idx="2640">
                  <c:v>0</c:v>
                </c:pt>
                <c:pt idx="2641">
                  <c:v>0</c:v>
                </c:pt>
                <c:pt idx="2642">
                  <c:v>0</c:v>
                </c:pt>
                <c:pt idx="2643">
                  <c:v>0</c:v>
                </c:pt>
                <c:pt idx="2644">
                  <c:v>0</c:v>
                </c:pt>
                <c:pt idx="2645">
                  <c:v>0</c:v>
                </c:pt>
                <c:pt idx="2646">
                  <c:v>0</c:v>
                </c:pt>
                <c:pt idx="2647">
                  <c:v>0</c:v>
                </c:pt>
                <c:pt idx="2648">
                  <c:v>0</c:v>
                </c:pt>
                <c:pt idx="2649">
                  <c:v>0</c:v>
                </c:pt>
                <c:pt idx="2650">
                  <c:v>0</c:v>
                </c:pt>
                <c:pt idx="2651">
                  <c:v>0</c:v>
                </c:pt>
                <c:pt idx="2652">
                  <c:v>0</c:v>
                </c:pt>
                <c:pt idx="2653">
                  <c:v>0</c:v>
                </c:pt>
                <c:pt idx="2654">
                  <c:v>0</c:v>
                </c:pt>
                <c:pt idx="2655">
                  <c:v>0</c:v>
                </c:pt>
                <c:pt idx="2656">
                  <c:v>0</c:v>
                </c:pt>
                <c:pt idx="2657">
                  <c:v>0</c:v>
                </c:pt>
                <c:pt idx="2658">
                  <c:v>0</c:v>
                </c:pt>
                <c:pt idx="2659">
                  <c:v>0</c:v>
                </c:pt>
                <c:pt idx="2660">
                  <c:v>0</c:v>
                </c:pt>
                <c:pt idx="2661">
                  <c:v>0</c:v>
                </c:pt>
                <c:pt idx="2662">
                  <c:v>0</c:v>
                </c:pt>
                <c:pt idx="2663">
                  <c:v>0</c:v>
                </c:pt>
                <c:pt idx="2664">
                  <c:v>0</c:v>
                </c:pt>
                <c:pt idx="2665">
                  <c:v>0</c:v>
                </c:pt>
                <c:pt idx="2666">
                  <c:v>0</c:v>
                </c:pt>
                <c:pt idx="2667">
                  <c:v>0</c:v>
                </c:pt>
                <c:pt idx="2668">
                  <c:v>0</c:v>
                </c:pt>
                <c:pt idx="2669">
                  <c:v>0</c:v>
                </c:pt>
                <c:pt idx="2670">
                  <c:v>0</c:v>
                </c:pt>
                <c:pt idx="2671">
                  <c:v>0</c:v>
                </c:pt>
                <c:pt idx="2672">
                  <c:v>0</c:v>
                </c:pt>
                <c:pt idx="2673">
                  <c:v>0</c:v>
                </c:pt>
                <c:pt idx="2674">
                  <c:v>0</c:v>
                </c:pt>
                <c:pt idx="2675">
                  <c:v>0</c:v>
                </c:pt>
                <c:pt idx="2676">
                  <c:v>0</c:v>
                </c:pt>
                <c:pt idx="2677">
                  <c:v>0</c:v>
                </c:pt>
                <c:pt idx="2678">
                  <c:v>0</c:v>
                </c:pt>
                <c:pt idx="2679">
                  <c:v>0</c:v>
                </c:pt>
                <c:pt idx="2680">
                  <c:v>0</c:v>
                </c:pt>
                <c:pt idx="2681">
                  <c:v>0</c:v>
                </c:pt>
                <c:pt idx="2682">
                  <c:v>0</c:v>
                </c:pt>
                <c:pt idx="2683">
                  <c:v>0</c:v>
                </c:pt>
                <c:pt idx="2684">
                  <c:v>0</c:v>
                </c:pt>
                <c:pt idx="2685">
                  <c:v>0</c:v>
                </c:pt>
                <c:pt idx="2686">
                  <c:v>0</c:v>
                </c:pt>
                <c:pt idx="2687">
                  <c:v>0</c:v>
                </c:pt>
                <c:pt idx="2688">
                  <c:v>0</c:v>
                </c:pt>
                <c:pt idx="2689">
                  <c:v>0</c:v>
                </c:pt>
                <c:pt idx="2690">
                  <c:v>0</c:v>
                </c:pt>
                <c:pt idx="2691">
                  <c:v>0</c:v>
                </c:pt>
                <c:pt idx="2692">
                  <c:v>0</c:v>
                </c:pt>
                <c:pt idx="2693">
                  <c:v>0</c:v>
                </c:pt>
                <c:pt idx="2694">
                  <c:v>0</c:v>
                </c:pt>
                <c:pt idx="2695">
                  <c:v>0</c:v>
                </c:pt>
                <c:pt idx="2696">
                  <c:v>0</c:v>
                </c:pt>
                <c:pt idx="2697">
                  <c:v>0</c:v>
                </c:pt>
                <c:pt idx="2698">
                  <c:v>0</c:v>
                </c:pt>
                <c:pt idx="2699">
                  <c:v>0</c:v>
                </c:pt>
                <c:pt idx="2700">
                  <c:v>0</c:v>
                </c:pt>
                <c:pt idx="2701">
                  <c:v>0</c:v>
                </c:pt>
                <c:pt idx="2702">
                  <c:v>0</c:v>
                </c:pt>
                <c:pt idx="2703">
                  <c:v>0</c:v>
                </c:pt>
                <c:pt idx="2704">
                  <c:v>0</c:v>
                </c:pt>
                <c:pt idx="2705">
                  <c:v>0</c:v>
                </c:pt>
                <c:pt idx="2706">
                  <c:v>0</c:v>
                </c:pt>
                <c:pt idx="2707">
                  <c:v>0</c:v>
                </c:pt>
                <c:pt idx="2708">
                  <c:v>0</c:v>
                </c:pt>
                <c:pt idx="2709">
                  <c:v>0</c:v>
                </c:pt>
                <c:pt idx="2710">
                  <c:v>0</c:v>
                </c:pt>
                <c:pt idx="2711">
                  <c:v>0</c:v>
                </c:pt>
                <c:pt idx="2712">
                  <c:v>0</c:v>
                </c:pt>
                <c:pt idx="2713">
                  <c:v>0</c:v>
                </c:pt>
                <c:pt idx="2714">
                  <c:v>0</c:v>
                </c:pt>
                <c:pt idx="2715">
                  <c:v>0</c:v>
                </c:pt>
                <c:pt idx="2716">
                  <c:v>0</c:v>
                </c:pt>
                <c:pt idx="2717">
                  <c:v>0</c:v>
                </c:pt>
                <c:pt idx="2718">
                  <c:v>0</c:v>
                </c:pt>
                <c:pt idx="2719">
                  <c:v>0</c:v>
                </c:pt>
                <c:pt idx="2720">
                  <c:v>0</c:v>
                </c:pt>
                <c:pt idx="2721">
                  <c:v>0</c:v>
                </c:pt>
                <c:pt idx="2722">
                  <c:v>0</c:v>
                </c:pt>
                <c:pt idx="2723">
                  <c:v>0</c:v>
                </c:pt>
                <c:pt idx="2724">
                  <c:v>0</c:v>
                </c:pt>
                <c:pt idx="2725">
                  <c:v>0</c:v>
                </c:pt>
                <c:pt idx="2726">
                  <c:v>0</c:v>
                </c:pt>
                <c:pt idx="2727">
                  <c:v>0</c:v>
                </c:pt>
                <c:pt idx="2728">
                  <c:v>0</c:v>
                </c:pt>
                <c:pt idx="2729">
                  <c:v>0</c:v>
                </c:pt>
                <c:pt idx="2730">
                  <c:v>0</c:v>
                </c:pt>
                <c:pt idx="2731">
                  <c:v>0</c:v>
                </c:pt>
                <c:pt idx="2732">
                  <c:v>0</c:v>
                </c:pt>
                <c:pt idx="2733">
                  <c:v>0</c:v>
                </c:pt>
                <c:pt idx="2734">
                  <c:v>0</c:v>
                </c:pt>
                <c:pt idx="2735">
                  <c:v>0</c:v>
                </c:pt>
                <c:pt idx="2736">
                  <c:v>0</c:v>
                </c:pt>
                <c:pt idx="2737">
                  <c:v>0</c:v>
                </c:pt>
                <c:pt idx="2738">
                  <c:v>0</c:v>
                </c:pt>
                <c:pt idx="2739">
                  <c:v>0</c:v>
                </c:pt>
                <c:pt idx="2740">
                  <c:v>0</c:v>
                </c:pt>
                <c:pt idx="2741">
                  <c:v>0</c:v>
                </c:pt>
                <c:pt idx="2742">
                  <c:v>0</c:v>
                </c:pt>
                <c:pt idx="2743">
                  <c:v>0</c:v>
                </c:pt>
                <c:pt idx="2744">
                  <c:v>0</c:v>
                </c:pt>
                <c:pt idx="2745">
                  <c:v>0</c:v>
                </c:pt>
                <c:pt idx="2746">
                  <c:v>0</c:v>
                </c:pt>
                <c:pt idx="2747">
                  <c:v>0</c:v>
                </c:pt>
                <c:pt idx="2748">
                  <c:v>0</c:v>
                </c:pt>
                <c:pt idx="2749">
                  <c:v>0</c:v>
                </c:pt>
                <c:pt idx="2750">
                  <c:v>0</c:v>
                </c:pt>
                <c:pt idx="2751">
                  <c:v>0</c:v>
                </c:pt>
                <c:pt idx="2752">
                  <c:v>0</c:v>
                </c:pt>
                <c:pt idx="2753">
                  <c:v>0</c:v>
                </c:pt>
                <c:pt idx="2754">
                  <c:v>0</c:v>
                </c:pt>
                <c:pt idx="2755">
                  <c:v>0</c:v>
                </c:pt>
                <c:pt idx="2756">
                  <c:v>0</c:v>
                </c:pt>
                <c:pt idx="2757">
                  <c:v>0</c:v>
                </c:pt>
                <c:pt idx="2758">
                  <c:v>0</c:v>
                </c:pt>
                <c:pt idx="2759">
                  <c:v>0</c:v>
                </c:pt>
                <c:pt idx="2760">
                  <c:v>0</c:v>
                </c:pt>
                <c:pt idx="2761">
                  <c:v>0</c:v>
                </c:pt>
                <c:pt idx="2762">
                  <c:v>0</c:v>
                </c:pt>
                <c:pt idx="2763">
                  <c:v>0</c:v>
                </c:pt>
                <c:pt idx="2764">
                  <c:v>0</c:v>
                </c:pt>
                <c:pt idx="2765">
                  <c:v>0</c:v>
                </c:pt>
                <c:pt idx="2766">
                  <c:v>0</c:v>
                </c:pt>
                <c:pt idx="2767">
                  <c:v>0</c:v>
                </c:pt>
                <c:pt idx="2768">
                  <c:v>0</c:v>
                </c:pt>
                <c:pt idx="2769">
                  <c:v>0</c:v>
                </c:pt>
                <c:pt idx="2770">
                  <c:v>0</c:v>
                </c:pt>
                <c:pt idx="2771">
                  <c:v>0</c:v>
                </c:pt>
                <c:pt idx="2772">
                  <c:v>0</c:v>
                </c:pt>
                <c:pt idx="2773">
                  <c:v>0</c:v>
                </c:pt>
                <c:pt idx="2774">
                  <c:v>0</c:v>
                </c:pt>
                <c:pt idx="2775">
                  <c:v>0</c:v>
                </c:pt>
                <c:pt idx="2776">
                  <c:v>0</c:v>
                </c:pt>
                <c:pt idx="2777">
                  <c:v>0</c:v>
                </c:pt>
                <c:pt idx="2778">
                  <c:v>0</c:v>
                </c:pt>
                <c:pt idx="2779">
                  <c:v>0</c:v>
                </c:pt>
                <c:pt idx="2780">
                  <c:v>0</c:v>
                </c:pt>
                <c:pt idx="2781">
                  <c:v>0</c:v>
                </c:pt>
                <c:pt idx="2782">
                  <c:v>0</c:v>
                </c:pt>
                <c:pt idx="2783">
                  <c:v>0</c:v>
                </c:pt>
                <c:pt idx="2784">
                  <c:v>0</c:v>
                </c:pt>
                <c:pt idx="2785">
                  <c:v>0</c:v>
                </c:pt>
                <c:pt idx="2786">
                  <c:v>0</c:v>
                </c:pt>
                <c:pt idx="2787">
                  <c:v>0</c:v>
                </c:pt>
                <c:pt idx="2788">
                  <c:v>0</c:v>
                </c:pt>
                <c:pt idx="2789">
                  <c:v>0</c:v>
                </c:pt>
                <c:pt idx="2790">
                  <c:v>0</c:v>
                </c:pt>
                <c:pt idx="2791">
                  <c:v>0</c:v>
                </c:pt>
                <c:pt idx="2792">
                  <c:v>0</c:v>
                </c:pt>
                <c:pt idx="2793">
                  <c:v>0</c:v>
                </c:pt>
                <c:pt idx="2794">
                  <c:v>0</c:v>
                </c:pt>
                <c:pt idx="2795">
                  <c:v>0</c:v>
                </c:pt>
                <c:pt idx="2796">
                  <c:v>0</c:v>
                </c:pt>
                <c:pt idx="2797">
                  <c:v>0</c:v>
                </c:pt>
                <c:pt idx="2798">
                  <c:v>0</c:v>
                </c:pt>
                <c:pt idx="2799">
                  <c:v>0</c:v>
                </c:pt>
                <c:pt idx="2800">
                  <c:v>0</c:v>
                </c:pt>
                <c:pt idx="2801">
                  <c:v>0</c:v>
                </c:pt>
                <c:pt idx="2802">
                  <c:v>0</c:v>
                </c:pt>
                <c:pt idx="2803">
                  <c:v>0</c:v>
                </c:pt>
                <c:pt idx="2804">
                  <c:v>0</c:v>
                </c:pt>
                <c:pt idx="2805">
                  <c:v>0</c:v>
                </c:pt>
                <c:pt idx="2806">
                  <c:v>0</c:v>
                </c:pt>
                <c:pt idx="2807">
                  <c:v>0</c:v>
                </c:pt>
                <c:pt idx="2808">
                  <c:v>0</c:v>
                </c:pt>
                <c:pt idx="2809">
                  <c:v>0</c:v>
                </c:pt>
                <c:pt idx="2810">
                  <c:v>0</c:v>
                </c:pt>
                <c:pt idx="2811">
                  <c:v>0</c:v>
                </c:pt>
                <c:pt idx="2812">
                  <c:v>0</c:v>
                </c:pt>
                <c:pt idx="2813">
                  <c:v>0</c:v>
                </c:pt>
                <c:pt idx="2814">
                  <c:v>0</c:v>
                </c:pt>
                <c:pt idx="2815">
                  <c:v>0</c:v>
                </c:pt>
                <c:pt idx="2816">
                  <c:v>0</c:v>
                </c:pt>
                <c:pt idx="2817">
                  <c:v>0</c:v>
                </c:pt>
                <c:pt idx="2818">
                  <c:v>0</c:v>
                </c:pt>
                <c:pt idx="2819">
                  <c:v>0</c:v>
                </c:pt>
                <c:pt idx="2820">
                  <c:v>0</c:v>
                </c:pt>
                <c:pt idx="2821">
                  <c:v>0</c:v>
                </c:pt>
                <c:pt idx="2822">
                  <c:v>0</c:v>
                </c:pt>
                <c:pt idx="2823">
                  <c:v>0</c:v>
                </c:pt>
                <c:pt idx="2824">
                  <c:v>0</c:v>
                </c:pt>
                <c:pt idx="2825">
                  <c:v>0</c:v>
                </c:pt>
                <c:pt idx="2826">
                  <c:v>0</c:v>
                </c:pt>
                <c:pt idx="2827">
                  <c:v>0</c:v>
                </c:pt>
                <c:pt idx="2828">
                  <c:v>0</c:v>
                </c:pt>
                <c:pt idx="2829">
                  <c:v>0</c:v>
                </c:pt>
                <c:pt idx="2830">
                  <c:v>0</c:v>
                </c:pt>
                <c:pt idx="2831">
                  <c:v>0</c:v>
                </c:pt>
                <c:pt idx="2832">
                  <c:v>0</c:v>
                </c:pt>
                <c:pt idx="2833">
                  <c:v>0</c:v>
                </c:pt>
                <c:pt idx="2834">
                  <c:v>0</c:v>
                </c:pt>
                <c:pt idx="2835">
                  <c:v>0</c:v>
                </c:pt>
                <c:pt idx="2836">
                  <c:v>0</c:v>
                </c:pt>
                <c:pt idx="2837">
                  <c:v>0</c:v>
                </c:pt>
                <c:pt idx="2838">
                  <c:v>0</c:v>
                </c:pt>
                <c:pt idx="2839">
                  <c:v>0</c:v>
                </c:pt>
                <c:pt idx="2840">
                  <c:v>0</c:v>
                </c:pt>
                <c:pt idx="2841">
                  <c:v>0</c:v>
                </c:pt>
                <c:pt idx="2842">
                  <c:v>0</c:v>
                </c:pt>
                <c:pt idx="2843">
                  <c:v>0</c:v>
                </c:pt>
                <c:pt idx="2844">
                  <c:v>0</c:v>
                </c:pt>
                <c:pt idx="2845">
                  <c:v>0</c:v>
                </c:pt>
                <c:pt idx="2846">
                  <c:v>0</c:v>
                </c:pt>
                <c:pt idx="2847">
                  <c:v>0</c:v>
                </c:pt>
                <c:pt idx="2848">
                  <c:v>0</c:v>
                </c:pt>
                <c:pt idx="2849">
                  <c:v>0</c:v>
                </c:pt>
                <c:pt idx="2850">
                  <c:v>0</c:v>
                </c:pt>
                <c:pt idx="2851">
                  <c:v>0</c:v>
                </c:pt>
                <c:pt idx="2852">
                  <c:v>0</c:v>
                </c:pt>
                <c:pt idx="2853">
                  <c:v>0</c:v>
                </c:pt>
                <c:pt idx="2854">
                  <c:v>0</c:v>
                </c:pt>
                <c:pt idx="2855">
                  <c:v>0</c:v>
                </c:pt>
                <c:pt idx="2856">
                  <c:v>0</c:v>
                </c:pt>
                <c:pt idx="2857">
                  <c:v>0</c:v>
                </c:pt>
                <c:pt idx="2858">
                  <c:v>0</c:v>
                </c:pt>
                <c:pt idx="2859">
                  <c:v>0</c:v>
                </c:pt>
                <c:pt idx="2860">
                  <c:v>0</c:v>
                </c:pt>
                <c:pt idx="2861">
                  <c:v>0</c:v>
                </c:pt>
                <c:pt idx="2862">
                  <c:v>0</c:v>
                </c:pt>
                <c:pt idx="2863">
                  <c:v>0</c:v>
                </c:pt>
                <c:pt idx="2864">
                  <c:v>0</c:v>
                </c:pt>
                <c:pt idx="2865">
                  <c:v>0</c:v>
                </c:pt>
                <c:pt idx="2866">
                  <c:v>0</c:v>
                </c:pt>
                <c:pt idx="2867">
                  <c:v>0</c:v>
                </c:pt>
                <c:pt idx="2868">
                  <c:v>0</c:v>
                </c:pt>
                <c:pt idx="2869">
                  <c:v>0</c:v>
                </c:pt>
                <c:pt idx="2870">
                  <c:v>0</c:v>
                </c:pt>
                <c:pt idx="2871">
                  <c:v>0</c:v>
                </c:pt>
                <c:pt idx="2872">
                  <c:v>0</c:v>
                </c:pt>
                <c:pt idx="2873">
                  <c:v>0</c:v>
                </c:pt>
                <c:pt idx="2874">
                  <c:v>0</c:v>
                </c:pt>
                <c:pt idx="2875">
                  <c:v>0</c:v>
                </c:pt>
                <c:pt idx="2876">
                  <c:v>0</c:v>
                </c:pt>
                <c:pt idx="2877">
                  <c:v>0</c:v>
                </c:pt>
                <c:pt idx="2878">
                  <c:v>0</c:v>
                </c:pt>
                <c:pt idx="2879">
                  <c:v>0</c:v>
                </c:pt>
                <c:pt idx="2880">
                  <c:v>0</c:v>
                </c:pt>
                <c:pt idx="2881">
                  <c:v>0</c:v>
                </c:pt>
                <c:pt idx="2882">
                  <c:v>0</c:v>
                </c:pt>
                <c:pt idx="2883">
                  <c:v>0</c:v>
                </c:pt>
                <c:pt idx="2884">
                  <c:v>0</c:v>
                </c:pt>
                <c:pt idx="2885">
                  <c:v>0</c:v>
                </c:pt>
                <c:pt idx="2886">
                  <c:v>0</c:v>
                </c:pt>
                <c:pt idx="2887">
                  <c:v>0</c:v>
                </c:pt>
                <c:pt idx="2888">
                  <c:v>0</c:v>
                </c:pt>
                <c:pt idx="2889">
                  <c:v>0</c:v>
                </c:pt>
                <c:pt idx="2890">
                  <c:v>0</c:v>
                </c:pt>
                <c:pt idx="2891">
                  <c:v>0</c:v>
                </c:pt>
                <c:pt idx="2892">
                  <c:v>0</c:v>
                </c:pt>
                <c:pt idx="2893">
                  <c:v>0</c:v>
                </c:pt>
                <c:pt idx="2894">
                  <c:v>0</c:v>
                </c:pt>
                <c:pt idx="2895">
                  <c:v>0</c:v>
                </c:pt>
                <c:pt idx="2896">
                  <c:v>0</c:v>
                </c:pt>
                <c:pt idx="2897">
                  <c:v>0</c:v>
                </c:pt>
                <c:pt idx="2898">
                  <c:v>0</c:v>
                </c:pt>
                <c:pt idx="2899">
                  <c:v>9</c:v>
                </c:pt>
                <c:pt idx="2900">
                  <c:v>9</c:v>
                </c:pt>
                <c:pt idx="2901">
                  <c:v>9</c:v>
                </c:pt>
                <c:pt idx="2902">
                  <c:v>9</c:v>
                </c:pt>
                <c:pt idx="2903">
                  <c:v>9</c:v>
                </c:pt>
                <c:pt idx="2904">
                  <c:v>9</c:v>
                </c:pt>
                <c:pt idx="2905">
                  <c:v>9</c:v>
                </c:pt>
                <c:pt idx="2906">
                  <c:v>9</c:v>
                </c:pt>
                <c:pt idx="2907">
                  <c:v>9</c:v>
                </c:pt>
                <c:pt idx="2908">
                  <c:v>9</c:v>
                </c:pt>
                <c:pt idx="2909">
                  <c:v>9</c:v>
                </c:pt>
                <c:pt idx="2910">
                  <c:v>9</c:v>
                </c:pt>
                <c:pt idx="2911">
                  <c:v>9</c:v>
                </c:pt>
                <c:pt idx="2912">
                  <c:v>9</c:v>
                </c:pt>
                <c:pt idx="2913">
                  <c:v>9</c:v>
                </c:pt>
                <c:pt idx="2914">
                  <c:v>9</c:v>
                </c:pt>
                <c:pt idx="2915">
                  <c:v>9</c:v>
                </c:pt>
                <c:pt idx="2916">
                  <c:v>9</c:v>
                </c:pt>
                <c:pt idx="2917">
                  <c:v>9</c:v>
                </c:pt>
                <c:pt idx="2918">
                  <c:v>9</c:v>
                </c:pt>
                <c:pt idx="2919">
                  <c:v>9</c:v>
                </c:pt>
                <c:pt idx="2920">
                  <c:v>0</c:v>
                </c:pt>
                <c:pt idx="2921">
                  <c:v>0</c:v>
                </c:pt>
                <c:pt idx="2922">
                  <c:v>0</c:v>
                </c:pt>
                <c:pt idx="2923">
                  <c:v>0</c:v>
                </c:pt>
                <c:pt idx="2924">
                  <c:v>0</c:v>
                </c:pt>
                <c:pt idx="2925">
                  <c:v>0</c:v>
                </c:pt>
                <c:pt idx="2926">
                  <c:v>0</c:v>
                </c:pt>
                <c:pt idx="2927">
                  <c:v>0</c:v>
                </c:pt>
                <c:pt idx="2928">
                  <c:v>0</c:v>
                </c:pt>
                <c:pt idx="2929">
                  <c:v>0</c:v>
                </c:pt>
                <c:pt idx="2930">
                  <c:v>0</c:v>
                </c:pt>
                <c:pt idx="2931">
                  <c:v>0</c:v>
                </c:pt>
                <c:pt idx="2932">
                  <c:v>0</c:v>
                </c:pt>
                <c:pt idx="2933">
                  <c:v>0</c:v>
                </c:pt>
                <c:pt idx="2934">
                  <c:v>0</c:v>
                </c:pt>
                <c:pt idx="2935">
                  <c:v>0</c:v>
                </c:pt>
                <c:pt idx="2936">
                  <c:v>0</c:v>
                </c:pt>
                <c:pt idx="2937">
                  <c:v>0</c:v>
                </c:pt>
                <c:pt idx="2938">
                  <c:v>0</c:v>
                </c:pt>
                <c:pt idx="2939">
                  <c:v>0</c:v>
                </c:pt>
                <c:pt idx="2940">
                  <c:v>0</c:v>
                </c:pt>
                <c:pt idx="2941">
                  <c:v>0</c:v>
                </c:pt>
                <c:pt idx="2942">
                  <c:v>0</c:v>
                </c:pt>
                <c:pt idx="2943">
                  <c:v>0</c:v>
                </c:pt>
                <c:pt idx="2944">
                  <c:v>0</c:v>
                </c:pt>
                <c:pt idx="2945">
                  <c:v>0</c:v>
                </c:pt>
                <c:pt idx="2946">
                  <c:v>0</c:v>
                </c:pt>
                <c:pt idx="2947">
                  <c:v>0</c:v>
                </c:pt>
                <c:pt idx="2948">
                  <c:v>0</c:v>
                </c:pt>
                <c:pt idx="2949">
                  <c:v>0</c:v>
                </c:pt>
                <c:pt idx="2950">
                  <c:v>0</c:v>
                </c:pt>
                <c:pt idx="2951">
                  <c:v>0</c:v>
                </c:pt>
                <c:pt idx="2952">
                  <c:v>0</c:v>
                </c:pt>
                <c:pt idx="2953">
                  <c:v>0</c:v>
                </c:pt>
                <c:pt idx="2954">
                  <c:v>0</c:v>
                </c:pt>
                <c:pt idx="2955">
                  <c:v>0</c:v>
                </c:pt>
                <c:pt idx="2956">
                  <c:v>0</c:v>
                </c:pt>
                <c:pt idx="2957">
                  <c:v>0</c:v>
                </c:pt>
                <c:pt idx="2958">
                  <c:v>0</c:v>
                </c:pt>
                <c:pt idx="2959">
                  <c:v>0</c:v>
                </c:pt>
                <c:pt idx="2960">
                  <c:v>0</c:v>
                </c:pt>
                <c:pt idx="2961">
                  <c:v>0</c:v>
                </c:pt>
                <c:pt idx="2962">
                  <c:v>0</c:v>
                </c:pt>
                <c:pt idx="2963">
                  <c:v>0</c:v>
                </c:pt>
                <c:pt idx="2964">
                  <c:v>0</c:v>
                </c:pt>
                <c:pt idx="2965">
                  <c:v>0</c:v>
                </c:pt>
                <c:pt idx="2966">
                  <c:v>0</c:v>
                </c:pt>
                <c:pt idx="2967">
                  <c:v>0</c:v>
                </c:pt>
                <c:pt idx="2968">
                  <c:v>0</c:v>
                </c:pt>
                <c:pt idx="2969">
                  <c:v>0</c:v>
                </c:pt>
                <c:pt idx="2970">
                  <c:v>0</c:v>
                </c:pt>
                <c:pt idx="2971">
                  <c:v>0</c:v>
                </c:pt>
                <c:pt idx="2972">
                  <c:v>0</c:v>
                </c:pt>
                <c:pt idx="2973">
                  <c:v>0</c:v>
                </c:pt>
                <c:pt idx="2974">
                  <c:v>0</c:v>
                </c:pt>
                <c:pt idx="2975">
                  <c:v>0</c:v>
                </c:pt>
                <c:pt idx="2976">
                  <c:v>0</c:v>
                </c:pt>
                <c:pt idx="2977">
                  <c:v>0</c:v>
                </c:pt>
                <c:pt idx="2978">
                  <c:v>0</c:v>
                </c:pt>
                <c:pt idx="2979">
                  <c:v>0</c:v>
                </c:pt>
                <c:pt idx="2980">
                  <c:v>0</c:v>
                </c:pt>
                <c:pt idx="2981">
                  <c:v>0</c:v>
                </c:pt>
                <c:pt idx="2982">
                  <c:v>0</c:v>
                </c:pt>
                <c:pt idx="2983">
                  <c:v>0</c:v>
                </c:pt>
                <c:pt idx="2984">
                  <c:v>0</c:v>
                </c:pt>
                <c:pt idx="2985">
                  <c:v>0</c:v>
                </c:pt>
                <c:pt idx="2986">
                  <c:v>0</c:v>
                </c:pt>
                <c:pt idx="2987">
                  <c:v>0</c:v>
                </c:pt>
                <c:pt idx="2988">
                  <c:v>0</c:v>
                </c:pt>
                <c:pt idx="2989">
                  <c:v>0</c:v>
                </c:pt>
                <c:pt idx="2990">
                  <c:v>0</c:v>
                </c:pt>
                <c:pt idx="2991">
                  <c:v>0</c:v>
                </c:pt>
                <c:pt idx="2992">
                  <c:v>0</c:v>
                </c:pt>
                <c:pt idx="2993">
                  <c:v>0</c:v>
                </c:pt>
                <c:pt idx="2994">
                  <c:v>0</c:v>
                </c:pt>
                <c:pt idx="2995">
                  <c:v>0</c:v>
                </c:pt>
                <c:pt idx="2996">
                  <c:v>0</c:v>
                </c:pt>
                <c:pt idx="2997">
                  <c:v>0</c:v>
                </c:pt>
                <c:pt idx="2998">
                  <c:v>0</c:v>
                </c:pt>
                <c:pt idx="2999">
                  <c:v>0</c:v>
                </c:pt>
                <c:pt idx="3000">
                  <c:v>0</c:v>
                </c:pt>
                <c:pt idx="3001">
                  <c:v>0</c:v>
                </c:pt>
                <c:pt idx="3002">
                  <c:v>0</c:v>
                </c:pt>
                <c:pt idx="3003">
                  <c:v>0</c:v>
                </c:pt>
                <c:pt idx="3004">
                  <c:v>0</c:v>
                </c:pt>
                <c:pt idx="3005">
                  <c:v>0</c:v>
                </c:pt>
                <c:pt idx="3006">
                  <c:v>0</c:v>
                </c:pt>
                <c:pt idx="3007">
                  <c:v>0</c:v>
                </c:pt>
                <c:pt idx="3008">
                  <c:v>0</c:v>
                </c:pt>
                <c:pt idx="3009">
                  <c:v>0</c:v>
                </c:pt>
                <c:pt idx="3010">
                  <c:v>0</c:v>
                </c:pt>
                <c:pt idx="3011">
                  <c:v>0</c:v>
                </c:pt>
                <c:pt idx="3012">
                  <c:v>0</c:v>
                </c:pt>
                <c:pt idx="3013">
                  <c:v>0</c:v>
                </c:pt>
                <c:pt idx="3014">
                  <c:v>0</c:v>
                </c:pt>
                <c:pt idx="3015">
                  <c:v>0</c:v>
                </c:pt>
                <c:pt idx="3016">
                  <c:v>0</c:v>
                </c:pt>
                <c:pt idx="3017">
                  <c:v>0</c:v>
                </c:pt>
                <c:pt idx="3018">
                  <c:v>0</c:v>
                </c:pt>
                <c:pt idx="3019">
                  <c:v>0</c:v>
                </c:pt>
                <c:pt idx="3020">
                  <c:v>0</c:v>
                </c:pt>
                <c:pt idx="3021">
                  <c:v>0</c:v>
                </c:pt>
                <c:pt idx="3022">
                  <c:v>0</c:v>
                </c:pt>
                <c:pt idx="3023">
                  <c:v>0</c:v>
                </c:pt>
                <c:pt idx="3024">
                  <c:v>0</c:v>
                </c:pt>
                <c:pt idx="3025">
                  <c:v>0</c:v>
                </c:pt>
                <c:pt idx="3026">
                  <c:v>0</c:v>
                </c:pt>
                <c:pt idx="3027">
                  <c:v>0</c:v>
                </c:pt>
                <c:pt idx="3028">
                  <c:v>0</c:v>
                </c:pt>
                <c:pt idx="3029">
                  <c:v>0</c:v>
                </c:pt>
                <c:pt idx="3030">
                  <c:v>0</c:v>
                </c:pt>
                <c:pt idx="3031">
                  <c:v>0</c:v>
                </c:pt>
                <c:pt idx="3032">
                  <c:v>0</c:v>
                </c:pt>
                <c:pt idx="3033">
                  <c:v>0</c:v>
                </c:pt>
                <c:pt idx="3034">
                  <c:v>0</c:v>
                </c:pt>
                <c:pt idx="3035">
                  <c:v>0</c:v>
                </c:pt>
                <c:pt idx="3036">
                  <c:v>0</c:v>
                </c:pt>
                <c:pt idx="3037">
                  <c:v>0</c:v>
                </c:pt>
                <c:pt idx="3038">
                  <c:v>0</c:v>
                </c:pt>
                <c:pt idx="3039">
                  <c:v>0</c:v>
                </c:pt>
                <c:pt idx="3040">
                  <c:v>0</c:v>
                </c:pt>
                <c:pt idx="3041">
                  <c:v>0</c:v>
                </c:pt>
                <c:pt idx="3042">
                  <c:v>0</c:v>
                </c:pt>
                <c:pt idx="3043">
                  <c:v>0</c:v>
                </c:pt>
                <c:pt idx="3044">
                  <c:v>0</c:v>
                </c:pt>
                <c:pt idx="3045">
                  <c:v>0</c:v>
                </c:pt>
                <c:pt idx="3046">
                  <c:v>0</c:v>
                </c:pt>
                <c:pt idx="3047">
                  <c:v>0</c:v>
                </c:pt>
                <c:pt idx="3048">
                  <c:v>0</c:v>
                </c:pt>
                <c:pt idx="3049">
                  <c:v>0</c:v>
                </c:pt>
                <c:pt idx="3050">
                  <c:v>0</c:v>
                </c:pt>
                <c:pt idx="3051">
                  <c:v>0</c:v>
                </c:pt>
                <c:pt idx="3052">
                  <c:v>0</c:v>
                </c:pt>
                <c:pt idx="3053">
                  <c:v>0</c:v>
                </c:pt>
                <c:pt idx="3054">
                  <c:v>0</c:v>
                </c:pt>
                <c:pt idx="3055">
                  <c:v>0</c:v>
                </c:pt>
                <c:pt idx="3056">
                  <c:v>0</c:v>
                </c:pt>
                <c:pt idx="3057">
                  <c:v>0</c:v>
                </c:pt>
                <c:pt idx="3058">
                  <c:v>0</c:v>
                </c:pt>
                <c:pt idx="3059">
                  <c:v>0</c:v>
                </c:pt>
                <c:pt idx="3060">
                  <c:v>0</c:v>
                </c:pt>
                <c:pt idx="3061">
                  <c:v>0</c:v>
                </c:pt>
                <c:pt idx="3062">
                  <c:v>0</c:v>
                </c:pt>
                <c:pt idx="3063">
                  <c:v>0</c:v>
                </c:pt>
                <c:pt idx="3064">
                  <c:v>0</c:v>
                </c:pt>
                <c:pt idx="3065">
                  <c:v>0</c:v>
                </c:pt>
                <c:pt idx="3066">
                  <c:v>0</c:v>
                </c:pt>
                <c:pt idx="3067">
                  <c:v>0</c:v>
                </c:pt>
                <c:pt idx="3068">
                  <c:v>0</c:v>
                </c:pt>
                <c:pt idx="3069">
                  <c:v>0</c:v>
                </c:pt>
                <c:pt idx="3070">
                  <c:v>0</c:v>
                </c:pt>
                <c:pt idx="3071">
                  <c:v>0</c:v>
                </c:pt>
                <c:pt idx="3072">
                  <c:v>0</c:v>
                </c:pt>
                <c:pt idx="3073">
                  <c:v>0</c:v>
                </c:pt>
                <c:pt idx="3074">
                  <c:v>0</c:v>
                </c:pt>
                <c:pt idx="3075">
                  <c:v>0</c:v>
                </c:pt>
                <c:pt idx="3076">
                  <c:v>0</c:v>
                </c:pt>
                <c:pt idx="3077">
                  <c:v>0</c:v>
                </c:pt>
                <c:pt idx="3078">
                  <c:v>0</c:v>
                </c:pt>
                <c:pt idx="3079">
                  <c:v>0</c:v>
                </c:pt>
                <c:pt idx="3080">
                  <c:v>0</c:v>
                </c:pt>
                <c:pt idx="3081">
                  <c:v>0</c:v>
                </c:pt>
                <c:pt idx="3082">
                  <c:v>0</c:v>
                </c:pt>
                <c:pt idx="3083">
                  <c:v>0</c:v>
                </c:pt>
                <c:pt idx="3084">
                  <c:v>0</c:v>
                </c:pt>
                <c:pt idx="3085">
                  <c:v>0</c:v>
                </c:pt>
                <c:pt idx="3086">
                  <c:v>0</c:v>
                </c:pt>
                <c:pt idx="3087">
                  <c:v>0</c:v>
                </c:pt>
                <c:pt idx="3088">
                  <c:v>0</c:v>
                </c:pt>
                <c:pt idx="3089">
                  <c:v>0</c:v>
                </c:pt>
                <c:pt idx="3090">
                  <c:v>0</c:v>
                </c:pt>
                <c:pt idx="3091">
                  <c:v>0</c:v>
                </c:pt>
                <c:pt idx="3092">
                  <c:v>0</c:v>
                </c:pt>
                <c:pt idx="3093">
                  <c:v>0</c:v>
                </c:pt>
                <c:pt idx="3094">
                  <c:v>0</c:v>
                </c:pt>
                <c:pt idx="3095">
                  <c:v>0</c:v>
                </c:pt>
                <c:pt idx="3096">
                  <c:v>0</c:v>
                </c:pt>
                <c:pt idx="3097">
                  <c:v>0</c:v>
                </c:pt>
                <c:pt idx="3098">
                  <c:v>0</c:v>
                </c:pt>
                <c:pt idx="3099">
                  <c:v>0</c:v>
                </c:pt>
                <c:pt idx="3100">
                  <c:v>0</c:v>
                </c:pt>
                <c:pt idx="3101">
                  <c:v>0</c:v>
                </c:pt>
                <c:pt idx="3102">
                  <c:v>0</c:v>
                </c:pt>
                <c:pt idx="3103">
                  <c:v>0</c:v>
                </c:pt>
                <c:pt idx="3104">
                  <c:v>0</c:v>
                </c:pt>
                <c:pt idx="3105">
                  <c:v>0</c:v>
                </c:pt>
                <c:pt idx="3106">
                  <c:v>0</c:v>
                </c:pt>
                <c:pt idx="3107">
                  <c:v>0</c:v>
                </c:pt>
                <c:pt idx="3108">
                  <c:v>0</c:v>
                </c:pt>
                <c:pt idx="3109">
                  <c:v>0</c:v>
                </c:pt>
                <c:pt idx="3110">
                  <c:v>0</c:v>
                </c:pt>
                <c:pt idx="3111">
                  <c:v>0</c:v>
                </c:pt>
                <c:pt idx="3112">
                  <c:v>0</c:v>
                </c:pt>
                <c:pt idx="3113">
                  <c:v>0</c:v>
                </c:pt>
                <c:pt idx="3114">
                  <c:v>0</c:v>
                </c:pt>
                <c:pt idx="3115">
                  <c:v>0</c:v>
                </c:pt>
                <c:pt idx="3116">
                  <c:v>9</c:v>
                </c:pt>
                <c:pt idx="3117">
                  <c:v>9</c:v>
                </c:pt>
                <c:pt idx="3118">
                  <c:v>9</c:v>
                </c:pt>
                <c:pt idx="3119">
                  <c:v>9</c:v>
                </c:pt>
                <c:pt idx="3120">
                  <c:v>9</c:v>
                </c:pt>
                <c:pt idx="3121">
                  <c:v>9</c:v>
                </c:pt>
                <c:pt idx="3122">
                  <c:v>9</c:v>
                </c:pt>
                <c:pt idx="3123">
                  <c:v>9</c:v>
                </c:pt>
                <c:pt idx="3124">
                  <c:v>9</c:v>
                </c:pt>
                <c:pt idx="3125">
                  <c:v>9</c:v>
                </c:pt>
                <c:pt idx="3126">
                  <c:v>9</c:v>
                </c:pt>
                <c:pt idx="3127">
                  <c:v>9</c:v>
                </c:pt>
                <c:pt idx="3128">
                  <c:v>9</c:v>
                </c:pt>
                <c:pt idx="3129">
                  <c:v>9</c:v>
                </c:pt>
                <c:pt idx="3130">
                  <c:v>9</c:v>
                </c:pt>
                <c:pt idx="3131">
                  <c:v>9</c:v>
                </c:pt>
                <c:pt idx="3132">
                  <c:v>9</c:v>
                </c:pt>
                <c:pt idx="3133">
                  <c:v>9</c:v>
                </c:pt>
                <c:pt idx="3134">
                  <c:v>9</c:v>
                </c:pt>
                <c:pt idx="3135">
                  <c:v>9</c:v>
                </c:pt>
                <c:pt idx="3136">
                  <c:v>9</c:v>
                </c:pt>
                <c:pt idx="3137">
                  <c:v>0</c:v>
                </c:pt>
                <c:pt idx="3138">
                  <c:v>0</c:v>
                </c:pt>
                <c:pt idx="3139">
                  <c:v>0</c:v>
                </c:pt>
                <c:pt idx="3140">
                  <c:v>0</c:v>
                </c:pt>
                <c:pt idx="3141">
                  <c:v>0</c:v>
                </c:pt>
                <c:pt idx="3142">
                  <c:v>0</c:v>
                </c:pt>
                <c:pt idx="3143">
                  <c:v>0</c:v>
                </c:pt>
                <c:pt idx="3144">
                  <c:v>0</c:v>
                </c:pt>
                <c:pt idx="3145">
                  <c:v>0</c:v>
                </c:pt>
                <c:pt idx="3146">
                  <c:v>0</c:v>
                </c:pt>
                <c:pt idx="3147">
                  <c:v>0</c:v>
                </c:pt>
                <c:pt idx="3148">
                  <c:v>0</c:v>
                </c:pt>
                <c:pt idx="3149">
                  <c:v>0</c:v>
                </c:pt>
                <c:pt idx="3150">
                  <c:v>0</c:v>
                </c:pt>
                <c:pt idx="3151">
                  <c:v>0</c:v>
                </c:pt>
                <c:pt idx="3152">
                  <c:v>0</c:v>
                </c:pt>
                <c:pt idx="3153">
                  <c:v>0</c:v>
                </c:pt>
                <c:pt idx="3154">
                  <c:v>0</c:v>
                </c:pt>
                <c:pt idx="3155">
                  <c:v>0</c:v>
                </c:pt>
                <c:pt idx="3156">
                  <c:v>0</c:v>
                </c:pt>
                <c:pt idx="3157">
                  <c:v>0</c:v>
                </c:pt>
                <c:pt idx="3158">
                  <c:v>0</c:v>
                </c:pt>
                <c:pt idx="3159">
                  <c:v>0</c:v>
                </c:pt>
                <c:pt idx="3160">
                  <c:v>0</c:v>
                </c:pt>
                <c:pt idx="3161">
                  <c:v>0</c:v>
                </c:pt>
                <c:pt idx="3162">
                  <c:v>0</c:v>
                </c:pt>
                <c:pt idx="3163">
                  <c:v>0</c:v>
                </c:pt>
                <c:pt idx="3164">
                  <c:v>0</c:v>
                </c:pt>
                <c:pt idx="3165">
                  <c:v>0</c:v>
                </c:pt>
                <c:pt idx="3166">
                  <c:v>0</c:v>
                </c:pt>
                <c:pt idx="3167">
                  <c:v>0</c:v>
                </c:pt>
                <c:pt idx="3168">
                  <c:v>0</c:v>
                </c:pt>
                <c:pt idx="3169">
                  <c:v>0</c:v>
                </c:pt>
                <c:pt idx="3170">
                  <c:v>0</c:v>
                </c:pt>
                <c:pt idx="3171">
                  <c:v>0</c:v>
                </c:pt>
                <c:pt idx="3172">
                  <c:v>0</c:v>
                </c:pt>
                <c:pt idx="3173">
                  <c:v>0</c:v>
                </c:pt>
                <c:pt idx="3174">
                  <c:v>0</c:v>
                </c:pt>
                <c:pt idx="3175">
                  <c:v>0</c:v>
                </c:pt>
                <c:pt idx="3176">
                  <c:v>0</c:v>
                </c:pt>
                <c:pt idx="3177">
                  <c:v>0</c:v>
                </c:pt>
                <c:pt idx="3178">
                  <c:v>0</c:v>
                </c:pt>
                <c:pt idx="3179">
                  <c:v>0</c:v>
                </c:pt>
                <c:pt idx="3180">
                  <c:v>0</c:v>
                </c:pt>
                <c:pt idx="3181">
                  <c:v>0</c:v>
                </c:pt>
                <c:pt idx="3182">
                  <c:v>0</c:v>
                </c:pt>
                <c:pt idx="3183">
                  <c:v>0</c:v>
                </c:pt>
                <c:pt idx="3184">
                  <c:v>0</c:v>
                </c:pt>
                <c:pt idx="3185">
                  <c:v>0</c:v>
                </c:pt>
                <c:pt idx="3186">
                  <c:v>0</c:v>
                </c:pt>
                <c:pt idx="3187">
                  <c:v>0</c:v>
                </c:pt>
                <c:pt idx="3188">
                  <c:v>0</c:v>
                </c:pt>
                <c:pt idx="3189">
                  <c:v>0</c:v>
                </c:pt>
                <c:pt idx="3190">
                  <c:v>0</c:v>
                </c:pt>
                <c:pt idx="3191">
                  <c:v>0</c:v>
                </c:pt>
                <c:pt idx="3192">
                  <c:v>0</c:v>
                </c:pt>
                <c:pt idx="3193">
                  <c:v>0</c:v>
                </c:pt>
                <c:pt idx="3194">
                  <c:v>0</c:v>
                </c:pt>
                <c:pt idx="3195">
                  <c:v>0</c:v>
                </c:pt>
                <c:pt idx="3196">
                  <c:v>0</c:v>
                </c:pt>
                <c:pt idx="3197">
                  <c:v>0</c:v>
                </c:pt>
                <c:pt idx="3198">
                  <c:v>0</c:v>
                </c:pt>
                <c:pt idx="3199">
                  <c:v>0</c:v>
                </c:pt>
                <c:pt idx="3200">
                  <c:v>0</c:v>
                </c:pt>
                <c:pt idx="3201">
                  <c:v>0</c:v>
                </c:pt>
                <c:pt idx="3202">
                  <c:v>0</c:v>
                </c:pt>
                <c:pt idx="3203">
                  <c:v>0</c:v>
                </c:pt>
                <c:pt idx="3204">
                  <c:v>0</c:v>
                </c:pt>
                <c:pt idx="3205">
                  <c:v>0</c:v>
                </c:pt>
                <c:pt idx="3206">
                  <c:v>0</c:v>
                </c:pt>
                <c:pt idx="3207">
                  <c:v>0</c:v>
                </c:pt>
                <c:pt idx="3208">
                  <c:v>0</c:v>
                </c:pt>
                <c:pt idx="3209">
                  <c:v>0</c:v>
                </c:pt>
                <c:pt idx="3210">
                  <c:v>0</c:v>
                </c:pt>
                <c:pt idx="3211">
                  <c:v>0</c:v>
                </c:pt>
                <c:pt idx="3212">
                  <c:v>0</c:v>
                </c:pt>
                <c:pt idx="3213">
                  <c:v>0</c:v>
                </c:pt>
                <c:pt idx="3214">
                  <c:v>0</c:v>
                </c:pt>
                <c:pt idx="3215">
                  <c:v>0</c:v>
                </c:pt>
                <c:pt idx="3216">
                  <c:v>0</c:v>
                </c:pt>
                <c:pt idx="3217">
                  <c:v>0</c:v>
                </c:pt>
                <c:pt idx="3218">
                  <c:v>0</c:v>
                </c:pt>
                <c:pt idx="3219">
                  <c:v>0</c:v>
                </c:pt>
                <c:pt idx="3220">
                  <c:v>0</c:v>
                </c:pt>
                <c:pt idx="3221">
                  <c:v>0</c:v>
                </c:pt>
                <c:pt idx="3222">
                  <c:v>9</c:v>
                </c:pt>
                <c:pt idx="3223">
                  <c:v>9</c:v>
                </c:pt>
                <c:pt idx="3224">
                  <c:v>9</c:v>
                </c:pt>
                <c:pt idx="3225">
                  <c:v>9</c:v>
                </c:pt>
                <c:pt idx="3226">
                  <c:v>9</c:v>
                </c:pt>
                <c:pt idx="3227">
                  <c:v>9</c:v>
                </c:pt>
                <c:pt idx="3228">
                  <c:v>9</c:v>
                </c:pt>
                <c:pt idx="3229">
                  <c:v>9</c:v>
                </c:pt>
                <c:pt idx="3230">
                  <c:v>9</c:v>
                </c:pt>
                <c:pt idx="3231">
                  <c:v>9</c:v>
                </c:pt>
                <c:pt idx="3232">
                  <c:v>9</c:v>
                </c:pt>
                <c:pt idx="3233">
                  <c:v>9</c:v>
                </c:pt>
                <c:pt idx="3234">
                  <c:v>9</c:v>
                </c:pt>
                <c:pt idx="3235">
                  <c:v>9</c:v>
                </c:pt>
                <c:pt idx="3236">
                  <c:v>9</c:v>
                </c:pt>
                <c:pt idx="3237">
                  <c:v>9</c:v>
                </c:pt>
                <c:pt idx="3238">
                  <c:v>9</c:v>
                </c:pt>
                <c:pt idx="3239">
                  <c:v>9</c:v>
                </c:pt>
                <c:pt idx="3240">
                  <c:v>9</c:v>
                </c:pt>
                <c:pt idx="3241">
                  <c:v>9</c:v>
                </c:pt>
                <c:pt idx="3242">
                  <c:v>9</c:v>
                </c:pt>
                <c:pt idx="3243">
                  <c:v>0</c:v>
                </c:pt>
                <c:pt idx="3244">
                  <c:v>0</c:v>
                </c:pt>
                <c:pt idx="3245">
                  <c:v>0</c:v>
                </c:pt>
                <c:pt idx="3246">
                  <c:v>0</c:v>
                </c:pt>
                <c:pt idx="3247">
                  <c:v>0</c:v>
                </c:pt>
                <c:pt idx="3248">
                  <c:v>0</c:v>
                </c:pt>
                <c:pt idx="3249">
                  <c:v>0</c:v>
                </c:pt>
                <c:pt idx="3250">
                  <c:v>0</c:v>
                </c:pt>
                <c:pt idx="3251">
                  <c:v>0</c:v>
                </c:pt>
                <c:pt idx="3252">
                  <c:v>0</c:v>
                </c:pt>
                <c:pt idx="3253">
                  <c:v>0</c:v>
                </c:pt>
                <c:pt idx="3254">
                  <c:v>0</c:v>
                </c:pt>
                <c:pt idx="3255">
                  <c:v>0</c:v>
                </c:pt>
                <c:pt idx="3256">
                  <c:v>0</c:v>
                </c:pt>
                <c:pt idx="3257">
                  <c:v>0</c:v>
                </c:pt>
                <c:pt idx="3258">
                  <c:v>0</c:v>
                </c:pt>
                <c:pt idx="3259">
                  <c:v>0</c:v>
                </c:pt>
                <c:pt idx="3260">
                  <c:v>0</c:v>
                </c:pt>
                <c:pt idx="3261">
                  <c:v>0</c:v>
                </c:pt>
                <c:pt idx="3262">
                  <c:v>0</c:v>
                </c:pt>
                <c:pt idx="3263">
                  <c:v>0</c:v>
                </c:pt>
                <c:pt idx="3264">
                  <c:v>0</c:v>
                </c:pt>
                <c:pt idx="3265">
                  <c:v>0</c:v>
                </c:pt>
                <c:pt idx="3266">
                  <c:v>0</c:v>
                </c:pt>
                <c:pt idx="3267">
                  <c:v>0</c:v>
                </c:pt>
                <c:pt idx="3268">
                  <c:v>0</c:v>
                </c:pt>
                <c:pt idx="3269">
                  <c:v>0</c:v>
                </c:pt>
                <c:pt idx="3270">
                  <c:v>0</c:v>
                </c:pt>
                <c:pt idx="3271">
                  <c:v>0</c:v>
                </c:pt>
                <c:pt idx="3272">
                  <c:v>0</c:v>
                </c:pt>
                <c:pt idx="3273">
                  <c:v>0</c:v>
                </c:pt>
                <c:pt idx="3274">
                  <c:v>0</c:v>
                </c:pt>
                <c:pt idx="3275">
                  <c:v>0</c:v>
                </c:pt>
                <c:pt idx="3276">
                  <c:v>0</c:v>
                </c:pt>
                <c:pt idx="3277">
                  <c:v>0</c:v>
                </c:pt>
                <c:pt idx="3278">
                  <c:v>0</c:v>
                </c:pt>
                <c:pt idx="3279">
                  <c:v>0</c:v>
                </c:pt>
                <c:pt idx="3280">
                  <c:v>0</c:v>
                </c:pt>
                <c:pt idx="3281">
                  <c:v>0</c:v>
                </c:pt>
                <c:pt idx="3282">
                  <c:v>0</c:v>
                </c:pt>
                <c:pt idx="3283">
                  <c:v>0</c:v>
                </c:pt>
                <c:pt idx="3284">
                  <c:v>0</c:v>
                </c:pt>
                <c:pt idx="3285">
                  <c:v>0</c:v>
                </c:pt>
                <c:pt idx="3286">
                  <c:v>0</c:v>
                </c:pt>
                <c:pt idx="3287">
                  <c:v>0</c:v>
                </c:pt>
                <c:pt idx="3288">
                  <c:v>0</c:v>
                </c:pt>
                <c:pt idx="3289">
                  <c:v>0</c:v>
                </c:pt>
                <c:pt idx="3290">
                  <c:v>0</c:v>
                </c:pt>
                <c:pt idx="3291">
                  <c:v>0</c:v>
                </c:pt>
                <c:pt idx="3292">
                  <c:v>0</c:v>
                </c:pt>
                <c:pt idx="3293">
                  <c:v>0</c:v>
                </c:pt>
                <c:pt idx="3294">
                  <c:v>0</c:v>
                </c:pt>
                <c:pt idx="3295">
                  <c:v>0</c:v>
                </c:pt>
                <c:pt idx="3296">
                  <c:v>0</c:v>
                </c:pt>
                <c:pt idx="3297">
                  <c:v>0</c:v>
                </c:pt>
                <c:pt idx="3298">
                  <c:v>0</c:v>
                </c:pt>
                <c:pt idx="3299">
                  <c:v>0</c:v>
                </c:pt>
                <c:pt idx="3300">
                  <c:v>0</c:v>
                </c:pt>
                <c:pt idx="3301">
                  <c:v>0</c:v>
                </c:pt>
                <c:pt idx="3302">
                  <c:v>0</c:v>
                </c:pt>
                <c:pt idx="3303">
                  <c:v>0</c:v>
                </c:pt>
                <c:pt idx="3304">
                  <c:v>0</c:v>
                </c:pt>
                <c:pt idx="3305">
                  <c:v>0</c:v>
                </c:pt>
                <c:pt idx="3306">
                  <c:v>0</c:v>
                </c:pt>
                <c:pt idx="3307">
                  <c:v>0</c:v>
                </c:pt>
                <c:pt idx="3308">
                  <c:v>0</c:v>
                </c:pt>
                <c:pt idx="3309">
                  <c:v>0</c:v>
                </c:pt>
                <c:pt idx="3310">
                  <c:v>0</c:v>
                </c:pt>
                <c:pt idx="3311">
                  <c:v>0</c:v>
                </c:pt>
                <c:pt idx="3312">
                  <c:v>0</c:v>
                </c:pt>
                <c:pt idx="3313">
                  <c:v>0</c:v>
                </c:pt>
                <c:pt idx="3314">
                  <c:v>0</c:v>
                </c:pt>
                <c:pt idx="3315">
                  <c:v>0</c:v>
                </c:pt>
                <c:pt idx="3316">
                  <c:v>0</c:v>
                </c:pt>
                <c:pt idx="3317">
                  <c:v>0</c:v>
                </c:pt>
                <c:pt idx="3318">
                  <c:v>0</c:v>
                </c:pt>
                <c:pt idx="3319">
                  <c:v>0</c:v>
                </c:pt>
                <c:pt idx="3320">
                  <c:v>0</c:v>
                </c:pt>
                <c:pt idx="3321">
                  <c:v>0</c:v>
                </c:pt>
                <c:pt idx="3322">
                  <c:v>0</c:v>
                </c:pt>
                <c:pt idx="3323">
                  <c:v>0</c:v>
                </c:pt>
                <c:pt idx="3324">
                  <c:v>0</c:v>
                </c:pt>
                <c:pt idx="3325">
                  <c:v>0</c:v>
                </c:pt>
                <c:pt idx="3326">
                  <c:v>0</c:v>
                </c:pt>
                <c:pt idx="3327">
                  <c:v>0</c:v>
                </c:pt>
                <c:pt idx="3328">
                  <c:v>0</c:v>
                </c:pt>
                <c:pt idx="3329">
                  <c:v>0</c:v>
                </c:pt>
                <c:pt idx="3330">
                  <c:v>0</c:v>
                </c:pt>
                <c:pt idx="3331">
                  <c:v>0</c:v>
                </c:pt>
                <c:pt idx="3332">
                  <c:v>0</c:v>
                </c:pt>
                <c:pt idx="3333">
                  <c:v>0</c:v>
                </c:pt>
                <c:pt idx="3334">
                  <c:v>0</c:v>
                </c:pt>
                <c:pt idx="3335">
                  <c:v>0</c:v>
                </c:pt>
                <c:pt idx="3336">
                  <c:v>0</c:v>
                </c:pt>
                <c:pt idx="3337">
                  <c:v>0</c:v>
                </c:pt>
                <c:pt idx="3338">
                  <c:v>0</c:v>
                </c:pt>
                <c:pt idx="3339">
                  <c:v>0</c:v>
                </c:pt>
                <c:pt idx="3340">
                  <c:v>0</c:v>
                </c:pt>
                <c:pt idx="3341">
                  <c:v>0</c:v>
                </c:pt>
                <c:pt idx="3342">
                  <c:v>0</c:v>
                </c:pt>
                <c:pt idx="3343">
                  <c:v>0</c:v>
                </c:pt>
                <c:pt idx="3344">
                  <c:v>0</c:v>
                </c:pt>
                <c:pt idx="3345">
                  <c:v>0</c:v>
                </c:pt>
                <c:pt idx="3346">
                  <c:v>0</c:v>
                </c:pt>
                <c:pt idx="3347">
                  <c:v>0</c:v>
                </c:pt>
                <c:pt idx="3348">
                  <c:v>0</c:v>
                </c:pt>
                <c:pt idx="3349">
                  <c:v>0</c:v>
                </c:pt>
                <c:pt idx="3350">
                  <c:v>0</c:v>
                </c:pt>
                <c:pt idx="3351">
                  <c:v>0</c:v>
                </c:pt>
                <c:pt idx="3352">
                  <c:v>0</c:v>
                </c:pt>
                <c:pt idx="3353">
                  <c:v>0</c:v>
                </c:pt>
                <c:pt idx="3354">
                  <c:v>0</c:v>
                </c:pt>
                <c:pt idx="3355">
                  <c:v>0</c:v>
                </c:pt>
                <c:pt idx="3356">
                  <c:v>0</c:v>
                </c:pt>
                <c:pt idx="3357">
                  <c:v>0</c:v>
                </c:pt>
                <c:pt idx="3358">
                  <c:v>9</c:v>
                </c:pt>
                <c:pt idx="3359">
                  <c:v>9</c:v>
                </c:pt>
                <c:pt idx="3360">
                  <c:v>9</c:v>
                </c:pt>
                <c:pt idx="3361">
                  <c:v>9</c:v>
                </c:pt>
                <c:pt idx="3362">
                  <c:v>9</c:v>
                </c:pt>
                <c:pt idx="3363">
                  <c:v>9</c:v>
                </c:pt>
                <c:pt idx="3364">
                  <c:v>9</c:v>
                </c:pt>
                <c:pt idx="3365">
                  <c:v>9</c:v>
                </c:pt>
                <c:pt idx="3366">
                  <c:v>9</c:v>
                </c:pt>
                <c:pt idx="3367">
                  <c:v>9</c:v>
                </c:pt>
                <c:pt idx="3368">
                  <c:v>9</c:v>
                </c:pt>
                <c:pt idx="3369">
                  <c:v>9</c:v>
                </c:pt>
                <c:pt idx="3370">
                  <c:v>9</c:v>
                </c:pt>
                <c:pt idx="3371">
                  <c:v>9</c:v>
                </c:pt>
                <c:pt idx="3372">
                  <c:v>9</c:v>
                </c:pt>
                <c:pt idx="3373">
                  <c:v>9</c:v>
                </c:pt>
                <c:pt idx="3374">
                  <c:v>9</c:v>
                </c:pt>
                <c:pt idx="3375">
                  <c:v>9</c:v>
                </c:pt>
                <c:pt idx="3376">
                  <c:v>9</c:v>
                </c:pt>
                <c:pt idx="3377">
                  <c:v>9</c:v>
                </c:pt>
                <c:pt idx="3378">
                  <c:v>9</c:v>
                </c:pt>
                <c:pt idx="3379">
                  <c:v>0</c:v>
                </c:pt>
                <c:pt idx="3380">
                  <c:v>0</c:v>
                </c:pt>
                <c:pt idx="3381">
                  <c:v>0</c:v>
                </c:pt>
                <c:pt idx="3382">
                  <c:v>0</c:v>
                </c:pt>
                <c:pt idx="3383">
                  <c:v>0</c:v>
                </c:pt>
                <c:pt idx="3384">
                  <c:v>0</c:v>
                </c:pt>
                <c:pt idx="3385">
                  <c:v>0</c:v>
                </c:pt>
                <c:pt idx="3386">
                  <c:v>0</c:v>
                </c:pt>
                <c:pt idx="3387">
                  <c:v>0</c:v>
                </c:pt>
                <c:pt idx="3388">
                  <c:v>0</c:v>
                </c:pt>
                <c:pt idx="3389">
                  <c:v>0</c:v>
                </c:pt>
                <c:pt idx="3390">
                  <c:v>0</c:v>
                </c:pt>
                <c:pt idx="3391">
                  <c:v>0</c:v>
                </c:pt>
                <c:pt idx="3392">
                  <c:v>0</c:v>
                </c:pt>
                <c:pt idx="3393">
                  <c:v>0</c:v>
                </c:pt>
                <c:pt idx="3394">
                  <c:v>0</c:v>
                </c:pt>
                <c:pt idx="3395">
                  <c:v>0</c:v>
                </c:pt>
                <c:pt idx="3396">
                  <c:v>0</c:v>
                </c:pt>
                <c:pt idx="3397">
                  <c:v>0</c:v>
                </c:pt>
                <c:pt idx="3398">
                  <c:v>0</c:v>
                </c:pt>
                <c:pt idx="3399">
                  <c:v>0</c:v>
                </c:pt>
                <c:pt idx="3400">
                  <c:v>0</c:v>
                </c:pt>
                <c:pt idx="3401">
                  <c:v>0</c:v>
                </c:pt>
                <c:pt idx="3402">
                  <c:v>0</c:v>
                </c:pt>
                <c:pt idx="3403">
                  <c:v>0</c:v>
                </c:pt>
                <c:pt idx="3404">
                  <c:v>0</c:v>
                </c:pt>
                <c:pt idx="3405">
                  <c:v>0</c:v>
                </c:pt>
                <c:pt idx="3406">
                  <c:v>0</c:v>
                </c:pt>
                <c:pt idx="3407">
                  <c:v>0</c:v>
                </c:pt>
                <c:pt idx="3408">
                  <c:v>0</c:v>
                </c:pt>
                <c:pt idx="3409">
                  <c:v>0</c:v>
                </c:pt>
                <c:pt idx="3410">
                  <c:v>0</c:v>
                </c:pt>
                <c:pt idx="3411">
                  <c:v>0</c:v>
                </c:pt>
                <c:pt idx="3412">
                  <c:v>0</c:v>
                </c:pt>
                <c:pt idx="3413">
                  <c:v>0</c:v>
                </c:pt>
                <c:pt idx="3414">
                  <c:v>0</c:v>
                </c:pt>
                <c:pt idx="3415">
                  <c:v>0</c:v>
                </c:pt>
                <c:pt idx="3416">
                  <c:v>0</c:v>
                </c:pt>
                <c:pt idx="3417">
                  <c:v>0</c:v>
                </c:pt>
                <c:pt idx="3418">
                  <c:v>0</c:v>
                </c:pt>
                <c:pt idx="3419">
                  <c:v>0</c:v>
                </c:pt>
                <c:pt idx="3420">
                  <c:v>0</c:v>
                </c:pt>
                <c:pt idx="3421">
                  <c:v>0</c:v>
                </c:pt>
                <c:pt idx="3422">
                  <c:v>0</c:v>
                </c:pt>
                <c:pt idx="3423">
                  <c:v>0</c:v>
                </c:pt>
                <c:pt idx="3424">
                  <c:v>0</c:v>
                </c:pt>
                <c:pt idx="3425">
                  <c:v>0</c:v>
                </c:pt>
                <c:pt idx="3426">
                  <c:v>0</c:v>
                </c:pt>
                <c:pt idx="3427">
                  <c:v>0</c:v>
                </c:pt>
                <c:pt idx="3428">
                  <c:v>0</c:v>
                </c:pt>
                <c:pt idx="3429">
                  <c:v>0</c:v>
                </c:pt>
                <c:pt idx="3430">
                  <c:v>0</c:v>
                </c:pt>
                <c:pt idx="3431">
                  <c:v>0</c:v>
                </c:pt>
                <c:pt idx="3432">
                  <c:v>0</c:v>
                </c:pt>
                <c:pt idx="3433">
                  <c:v>0</c:v>
                </c:pt>
                <c:pt idx="3434">
                  <c:v>0</c:v>
                </c:pt>
                <c:pt idx="3435">
                  <c:v>0</c:v>
                </c:pt>
                <c:pt idx="3436">
                  <c:v>0</c:v>
                </c:pt>
                <c:pt idx="3437">
                  <c:v>0</c:v>
                </c:pt>
                <c:pt idx="3438">
                  <c:v>0</c:v>
                </c:pt>
                <c:pt idx="3439">
                  <c:v>0</c:v>
                </c:pt>
                <c:pt idx="3440">
                  <c:v>0</c:v>
                </c:pt>
                <c:pt idx="3441">
                  <c:v>0</c:v>
                </c:pt>
                <c:pt idx="3442">
                  <c:v>0</c:v>
                </c:pt>
                <c:pt idx="3443">
                  <c:v>0</c:v>
                </c:pt>
                <c:pt idx="3444">
                  <c:v>0</c:v>
                </c:pt>
                <c:pt idx="3445">
                  <c:v>0</c:v>
                </c:pt>
                <c:pt idx="3446">
                  <c:v>0</c:v>
                </c:pt>
                <c:pt idx="3447">
                  <c:v>0</c:v>
                </c:pt>
                <c:pt idx="3448">
                  <c:v>0</c:v>
                </c:pt>
                <c:pt idx="3449">
                  <c:v>0</c:v>
                </c:pt>
                <c:pt idx="3450">
                  <c:v>0</c:v>
                </c:pt>
                <c:pt idx="3451">
                  <c:v>0</c:v>
                </c:pt>
                <c:pt idx="3452">
                  <c:v>0</c:v>
                </c:pt>
                <c:pt idx="3453">
                  <c:v>0</c:v>
                </c:pt>
                <c:pt idx="3454">
                  <c:v>0</c:v>
                </c:pt>
                <c:pt idx="3455">
                  <c:v>0</c:v>
                </c:pt>
                <c:pt idx="3456">
                  <c:v>0</c:v>
                </c:pt>
                <c:pt idx="3457">
                  <c:v>0</c:v>
                </c:pt>
                <c:pt idx="3458">
                  <c:v>0</c:v>
                </c:pt>
                <c:pt idx="3459">
                  <c:v>0</c:v>
                </c:pt>
                <c:pt idx="3460">
                  <c:v>0</c:v>
                </c:pt>
                <c:pt idx="3461">
                  <c:v>0</c:v>
                </c:pt>
                <c:pt idx="3462">
                  <c:v>0</c:v>
                </c:pt>
                <c:pt idx="3463">
                  <c:v>0</c:v>
                </c:pt>
                <c:pt idx="3464">
                  <c:v>0</c:v>
                </c:pt>
                <c:pt idx="3465">
                  <c:v>0</c:v>
                </c:pt>
                <c:pt idx="3466">
                  <c:v>0</c:v>
                </c:pt>
                <c:pt idx="3467">
                  <c:v>0</c:v>
                </c:pt>
                <c:pt idx="3468">
                  <c:v>0</c:v>
                </c:pt>
                <c:pt idx="3469">
                  <c:v>0</c:v>
                </c:pt>
                <c:pt idx="3470">
                  <c:v>0</c:v>
                </c:pt>
                <c:pt idx="3471">
                  <c:v>0</c:v>
                </c:pt>
                <c:pt idx="3472">
                  <c:v>0</c:v>
                </c:pt>
                <c:pt idx="3473">
                  <c:v>0</c:v>
                </c:pt>
                <c:pt idx="3474">
                  <c:v>0</c:v>
                </c:pt>
                <c:pt idx="3475">
                  <c:v>0</c:v>
                </c:pt>
                <c:pt idx="3476">
                  <c:v>0</c:v>
                </c:pt>
                <c:pt idx="3477">
                  <c:v>0</c:v>
                </c:pt>
                <c:pt idx="3478">
                  <c:v>0</c:v>
                </c:pt>
                <c:pt idx="3479">
                  <c:v>0</c:v>
                </c:pt>
                <c:pt idx="3480">
                  <c:v>0</c:v>
                </c:pt>
                <c:pt idx="3481">
                  <c:v>0</c:v>
                </c:pt>
                <c:pt idx="3482">
                  <c:v>0</c:v>
                </c:pt>
                <c:pt idx="3483">
                  <c:v>0</c:v>
                </c:pt>
                <c:pt idx="3484">
                  <c:v>0</c:v>
                </c:pt>
                <c:pt idx="3485">
                  <c:v>0</c:v>
                </c:pt>
                <c:pt idx="3486">
                  <c:v>0</c:v>
                </c:pt>
                <c:pt idx="3487">
                  <c:v>0</c:v>
                </c:pt>
                <c:pt idx="3488">
                  <c:v>0</c:v>
                </c:pt>
                <c:pt idx="3489">
                  <c:v>0</c:v>
                </c:pt>
                <c:pt idx="3490">
                  <c:v>0</c:v>
                </c:pt>
                <c:pt idx="3491">
                  <c:v>0</c:v>
                </c:pt>
                <c:pt idx="3492">
                  <c:v>0</c:v>
                </c:pt>
                <c:pt idx="3493">
                  <c:v>0</c:v>
                </c:pt>
                <c:pt idx="3494">
                  <c:v>0</c:v>
                </c:pt>
                <c:pt idx="3495">
                  <c:v>0</c:v>
                </c:pt>
                <c:pt idx="3496">
                  <c:v>0</c:v>
                </c:pt>
                <c:pt idx="3497">
                  <c:v>0</c:v>
                </c:pt>
                <c:pt idx="3498">
                  <c:v>0</c:v>
                </c:pt>
                <c:pt idx="3499">
                  <c:v>0</c:v>
                </c:pt>
                <c:pt idx="3500">
                  <c:v>0</c:v>
                </c:pt>
                <c:pt idx="3501">
                  <c:v>0</c:v>
                </c:pt>
                <c:pt idx="3502">
                  <c:v>0</c:v>
                </c:pt>
                <c:pt idx="3503">
                  <c:v>0</c:v>
                </c:pt>
                <c:pt idx="3504">
                  <c:v>0</c:v>
                </c:pt>
                <c:pt idx="3505">
                  <c:v>0</c:v>
                </c:pt>
                <c:pt idx="3506">
                  <c:v>0</c:v>
                </c:pt>
                <c:pt idx="3507">
                  <c:v>0</c:v>
                </c:pt>
                <c:pt idx="3508">
                  <c:v>0</c:v>
                </c:pt>
                <c:pt idx="3509">
                  <c:v>0</c:v>
                </c:pt>
                <c:pt idx="3510">
                  <c:v>0</c:v>
                </c:pt>
                <c:pt idx="3511">
                  <c:v>0</c:v>
                </c:pt>
                <c:pt idx="3512">
                  <c:v>0</c:v>
                </c:pt>
                <c:pt idx="3513">
                  <c:v>0</c:v>
                </c:pt>
                <c:pt idx="3514">
                  <c:v>0</c:v>
                </c:pt>
                <c:pt idx="3515">
                  <c:v>0</c:v>
                </c:pt>
                <c:pt idx="3516">
                  <c:v>0</c:v>
                </c:pt>
                <c:pt idx="3517">
                  <c:v>0</c:v>
                </c:pt>
                <c:pt idx="3518">
                  <c:v>0</c:v>
                </c:pt>
                <c:pt idx="3519">
                  <c:v>0</c:v>
                </c:pt>
                <c:pt idx="3520">
                  <c:v>0</c:v>
                </c:pt>
                <c:pt idx="3521">
                  <c:v>0</c:v>
                </c:pt>
                <c:pt idx="3522">
                  <c:v>0</c:v>
                </c:pt>
                <c:pt idx="3523">
                  <c:v>0</c:v>
                </c:pt>
                <c:pt idx="3524">
                  <c:v>0</c:v>
                </c:pt>
                <c:pt idx="3525">
                  <c:v>0</c:v>
                </c:pt>
                <c:pt idx="3526">
                  <c:v>0</c:v>
                </c:pt>
                <c:pt idx="3527">
                  <c:v>0</c:v>
                </c:pt>
                <c:pt idx="3528">
                  <c:v>0</c:v>
                </c:pt>
                <c:pt idx="3529">
                  <c:v>0</c:v>
                </c:pt>
                <c:pt idx="3530">
                  <c:v>0</c:v>
                </c:pt>
                <c:pt idx="3531">
                  <c:v>0</c:v>
                </c:pt>
                <c:pt idx="3532">
                  <c:v>0</c:v>
                </c:pt>
                <c:pt idx="3533">
                  <c:v>0</c:v>
                </c:pt>
                <c:pt idx="3534">
                  <c:v>0</c:v>
                </c:pt>
                <c:pt idx="3535">
                  <c:v>0</c:v>
                </c:pt>
                <c:pt idx="3536">
                  <c:v>0</c:v>
                </c:pt>
                <c:pt idx="3537">
                  <c:v>0</c:v>
                </c:pt>
                <c:pt idx="3538">
                  <c:v>0</c:v>
                </c:pt>
                <c:pt idx="3539">
                  <c:v>0</c:v>
                </c:pt>
                <c:pt idx="3540">
                  <c:v>0</c:v>
                </c:pt>
                <c:pt idx="3541">
                  <c:v>0</c:v>
                </c:pt>
                <c:pt idx="3542">
                  <c:v>0</c:v>
                </c:pt>
                <c:pt idx="3543">
                  <c:v>0</c:v>
                </c:pt>
                <c:pt idx="3544">
                  <c:v>0</c:v>
                </c:pt>
                <c:pt idx="3545">
                  <c:v>0</c:v>
                </c:pt>
                <c:pt idx="3546">
                  <c:v>0</c:v>
                </c:pt>
                <c:pt idx="3547">
                  <c:v>0</c:v>
                </c:pt>
                <c:pt idx="3548">
                  <c:v>0</c:v>
                </c:pt>
                <c:pt idx="3549">
                  <c:v>0</c:v>
                </c:pt>
                <c:pt idx="3550">
                  <c:v>0</c:v>
                </c:pt>
                <c:pt idx="3551">
                  <c:v>0</c:v>
                </c:pt>
                <c:pt idx="3552">
                  <c:v>0</c:v>
                </c:pt>
                <c:pt idx="3553">
                  <c:v>0</c:v>
                </c:pt>
                <c:pt idx="3554">
                  <c:v>0</c:v>
                </c:pt>
                <c:pt idx="3555">
                  <c:v>0</c:v>
                </c:pt>
                <c:pt idx="3556">
                  <c:v>0</c:v>
                </c:pt>
                <c:pt idx="3557">
                  <c:v>0</c:v>
                </c:pt>
                <c:pt idx="3558">
                  <c:v>0</c:v>
                </c:pt>
                <c:pt idx="3559">
                  <c:v>0</c:v>
                </c:pt>
                <c:pt idx="3560">
                  <c:v>0</c:v>
                </c:pt>
                <c:pt idx="3561">
                  <c:v>0</c:v>
                </c:pt>
                <c:pt idx="3562">
                  <c:v>0</c:v>
                </c:pt>
                <c:pt idx="3563">
                  <c:v>0</c:v>
                </c:pt>
                <c:pt idx="3564">
                  <c:v>0</c:v>
                </c:pt>
                <c:pt idx="3565">
                  <c:v>0</c:v>
                </c:pt>
                <c:pt idx="3566">
                  <c:v>0</c:v>
                </c:pt>
                <c:pt idx="3567">
                  <c:v>0</c:v>
                </c:pt>
                <c:pt idx="3568">
                  <c:v>0</c:v>
                </c:pt>
                <c:pt idx="3569">
                  <c:v>0</c:v>
                </c:pt>
                <c:pt idx="3570">
                  <c:v>0</c:v>
                </c:pt>
                <c:pt idx="3571">
                  <c:v>0</c:v>
                </c:pt>
                <c:pt idx="3572">
                  <c:v>0</c:v>
                </c:pt>
                <c:pt idx="3573">
                  <c:v>0</c:v>
                </c:pt>
                <c:pt idx="3574">
                  <c:v>0</c:v>
                </c:pt>
                <c:pt idx="3575">
                  <c:v>0</c:v>
                </c:pt>
                <c:pt idx="3576">
                  <c:v>0</c:v>
                </c:pt>
                <c:pt idx="3577">
                  <c:v>0</c:v>
                </c:pt>
                <c:pt idx="3578">
                  <c:v>0</c:v>
                </c:pt>
                <c:pt idx="3579">
                  <c:v>0</c:v>
                </c:pt>
                <c:pt idx="3580">
                  <c:v>0</c:v>
                </c:pt>
                <c:pt idx="3581">
                  <c:v>0</c:v>
                </c:pt>
                <c:pt idx="3582">
                  <c:v>0</c:v>
                </c:pt>
                <c:pt idx="3583">
                  <c:v>0</c:v>
                </c:pt>
                <c:pt idx="3584">
                  <c:v>0</c:v>
                </c:pt>
                <c:pt idx="3585">
                  <c:v>0</c:v>
                </c:pt>
                <c:pt idx="3586">
                  <c:v>0</c:v>
                </c:pt>
                <c:pt idx="3587">
                  <c:v>0</c:v>
                </c:pt>
                <c:pt idx="3588">
                  <c:v>0</c:v>
                </c:pt>
                <c:pt idx="3589">
                  <c:v>0</c:v>
                </c:pt>
                <c:pt idx="3590">
                  <c:v>0</c:v>
                </c:pt>
                <c:pt idx="3591">
                  <c:v>0</c:v>
                </c:pt>
                <c:pt idx="3592">
                  <c:v>0</c:v>
                </c:pt>
                <c:pt idx="3593">
                  <c:v>0</c:v>
                </c:pt>
                <c:pt idx="3594">
                  <c:v>0</c:v>
                </c:pt>
                <c:pt idx="3595">
                  <c:v>0</c:v>
                </c:pt>
                <c:pt idx="3596">
                  <c:v>0</c:v>
                </c:pt>
                <c:pt idx="3597">
                  <c:v>0</c:v>
                </c:pt>
                <c:pt idx="3598">
                  <c:v>0</c:v>
                </c:pt>
                <c:pt idx="3599">
                  <c:v>0</c:v>
                </c:pt>
                <c:pt idx="3600">
                  <c:v>0</c:v>
                </c:pt>
                <c:pt idx="3601">
                  <c:v>0</c:v>
                </c:pt>
                <c:pt idx="3602">
                  <c:v>0</c:v>
                </c:pt>
                <c:pt idx="3603">
                  <c:v>0</c:v>
                </c:pt>
                <c:pt idx="3604">
                  <c:v>0</c:v>
                </c:pt>
                <c:pt idx="3605">
                  <c:v>0</c:v>
                </c:pt>
                <c:pt idx="3606">
                  <c:v>0</c:v>
                </c:pt>
                <c:pt idx="3607">
                  <c:v>0</c:v>
                </c:pt>
                <c:pt idx="3608">
                  <c:v>0</c:v>
                </c:pt>
                <c:pt idx="3609">
                  <c:v>0</c:v>
                </c:pt>
                <c:pt idx="3610">
                  <c:v>0</c:v>
                </c:pt>
                <c:pt idx="3611">
                  <c:v>0</c:v>
                </c:pt>
                <c:pt idx="3612">
                  <c:v>0</c:v>
                </c:pt>
                <c:pt idx="3613">
                  <c:v>0</c:v>
                </c:pt>
                <c:pt idx="3614">
                  <c:v>0</c:v>
                </c:pt>
                <c:pt idx="3615">
                  <c:v>0</c:v>
                </c:pt>
                <c:pt idx="3616">
                  <c:v>0</c:v>
                </c:pt>
                <c:pt idx="3617">
                  <c:v>0</c:v>
                </c:pt>
                <c:pt idx="3618">
                  <c:v>0</c:v>
                </c:pt>
                <c:pt idx="3619">
                  <c:v>0</c:v>
                </c:pt>
                <c:pt idx="3620">
                  <c:v>0</c:v>
                </c:pt>
                <c:pt idx="3621">
                  <c:v>0</c:v>
                </c:pt>
                <c:pt idx="3622">
                  <c:v>0</c:v>
                </c:pt>
                <c:pt idx="3623">
                  <c:v>0</c:v>
                </c:pt>
                <c:pt idx="3624">
                  <c:v>0</c:v>
                </c:pt>
                <c:pt idx="3625">
                  <c:v>0</c:v>
                </c:pt>
                <c:pt idx="3626">
                  <c:v>0</c:v>
                </c:pt>
                <c:pt idx="3627">
                  <c:v>0</c:v>
                </c:pt>
                <c:pt idx="3628">
                  <c:v>0</c:v>
                </c:pt>
                <c:pt idx="3629">
                  <c:v>0</c:v>
                </c:pt>
                <c:pt idx="3630">
                  <c:v>0</c:v>
                </c:pt>
                <c:pt idx="3631">
                  <c:v>0</c:v>
                </c:pt>
                <c:pt idx="3632">
                  <c:v>0</c:v>
                </c:pt>
                <c:pt idx="3633">
                  <c:v>0</c:v>
                </c:pt>
                <c:pt idx="3634">
                  <c:v>0</c:v>
                </c:pt>
                <c:pt idx="3635">
                  <c:v>0</c:v>
                </c:pt>
                <c:pt idx="3636">
                  <c:v>0</c:v>
                </c:pt>
                <c:pt idx="3637">
                  <c:v>0</c:v>
                </c:pt>
                <c:pt idx="3638">
                  <c:v>0</c:v>
                </c:pt>
                <c:pt idx="3639">
                  <c:v>0</c:v>
                </c:pt>
                <c:pt idx="3640">
                  <c:v>0</c:v>
                </c:pt>
                <c:pt idx="3641">
                  <c:v>0</c:v>
                </c:pt>
                <c:pt idx="3642">
                  <c:v>0</c:v>
                </c:pt>
                <c:pt idx="3643">
                  <c:v>0</c:v>
                </c:pt>
                <c:pt idx="3644">
                  <c:v>0</c:v>
                </c:pt>
                <c:pt idx="3645">
                  <c:v>0</c:v>
                </c:pt>
                <c:pt idx="3646">
                  <c:v>0</c:v>
                </c:pt>
                <c:pt idx="3647">
                  <c:v>0</c:v>
                </c:pt>
                <c:pt idx="3648">
                  <c:v>0</c:v>
                </c:pt>
                <c:pt idx="3649">
                  <c:v>0</c:v>
                </c:pt>
                <c:pt idx="3650">
                  <c:v>0</c:v>
                </c:pt>
                <c:pt idx="3651">
                  <c:v>0</c:v>
                </c:pt>
                <c:pt idx="3652">
                  <c:v>0</c:v>
                </c:pt>
                <c:pt idx="3653">
                  <c:v>0</c:v>
                </c:pt>
                <c:pt idx="3654">
                  <c:v>0</c:v>
                </c:pt>
                <c:pt idx="3655">
                  <c:v>0</c:v>
                </c:pt>
                <c:pt idx="3656">
                  <c:v>0</c:v>
                </c:pt>
                <c:pt idx="3657">
                  <c:v>0</c:v>
                </c:pt>
                <c:pt idx="3658">
                  <c:v>0</c:v>
                </c:pt>
                <c:pt idx="3659">
                  <c:v>0</c:v>
                </c:pt>
                <c:pt idx="3660">
                  <c:v>0</c:v>
                </c:pt>
                <c:pt idx="3661">
                  <c:v>0</c:v>
                </c:pt>
                <c:pt idx="3662">
                  <c:v>0</c:v>
                </c:pt>
                <c:pt idx="3663">
                  <c:v>0</c:v>
                </c:pt>
                <c:pt idx="3664">
                  <c:v>0</c:v>
                </c:pt>
                <c:pt idx="3665">
                  <c:v>0</c:v>
                </c:pt>
                <c:pt idx="3666">
                  <c:v>0</c:v>
                </c:pt>
                <c:pt idx="3667">
                  <c:v>0</c:v>
                </c:pt>
                <c:pt idx="3668">
                  <c:v>0</c:v>
                </c:pt>
                <c:pt idx="3669">
                  <c:v>0</c:v>
                </c:pt>
                <c:pt idx="3670">
                  <c:v>0</c:v>
                </c:pt>
                <c:pt idx="3671">
                  <c:v>0</c:v>
                </c:pt>
                <c:pt idx="3672">
                  <c:v>0</c:v>
                </c:pt>
                <c:pt idx="3673">
                  <c:v>0</c:v>
                </c:pt>
                <c:pt idx="3674">
                  <c:v>0</c:v>
                </c:pt>
                <c:pt idx="3675">
                  <c:v>0</c:v>
                </c:pt>
                <c:pt idx="3676">
                  <c:v>0</c:v>
                </c:pt>
                <c:pt idx="3677">
                  <c:v>0</c:v>
                </c:pt>
                <c:pt idx="3678">
                  <c:v>0</c:v>
                </c:pt>
                <c:pt idx="3679">
                  <c:v>0</c:v>
                </c:pt>
                <c:pt idx="3680">
                  <c:v>0</c:v>
                </c:pt>
                <c:pt idx="3681">
                  <c:v>0</c:v>
                </c:pt>
                <c:pt idx="3682">
                  <c:v>0</c:v>
                </c:pt>
                <c:pt idx="3683">
                  <c:v>0</c:v>
                </c:pt>
                <c:pt idx="3684">
                  <c:v>0</c:v>
                </c:pt>
                <c:pt idx="3685">
                  <c:v>0</c:v>
                </c:pt>
                <c:pt idx="3686">
                  <c:v>0</c:v>
                </c:pt>
                <c:pt idx="3687">
                  <c:v>0</c:v>
                </c:pt>
                <c:pt idx="3688">
                  <c:v>0</c:v>
                </c:pt>
                <c:pt idx="3689">
                  <c:v>0</c:v>
                </c:pt>
                <c:pt idx="3690">
                  <c:v>0</c:v>
                </c:pt>
                <c:pt idx="3691">
                  <c:v>0</c:v>
                </c:pt>
                <c:pt idx="3692">
                  <c:v>0</c:v>
                </c:pt>
                <c:pt idx="3693">
                  <c:v>0</c:v>
                </c:pt>
                <c:pt idx="3694">
                  <c:v>0</c:v>
                </c:pt>
                <c:pt idx="3695">
                  <c:v>0</c:v>
                </c:pt>
                <c:pt idx="3696">
                  <c:v>0</c:v>
                </c:pt>
                <c:pt idx="3697">
                  <c:v>0</c:v>
                </c:pt>
                <c:pt idx="3698">
                  <c:v>0</c:v>
                </c:pt>
                <c:pt idx="3699">
                  <c:v>0</c:v>
                </c:pt>
                <c:pt idx="3700">
                  <c:v>0</c:v>
                </c:pt>
                <c:pt idx="3701">
                  <c:v>0</c:v>
                </c:pt>
                <c:pt idx="3702">
                  <c:v>0</c:v>
                </c:pt>
                <c:pt idx="3703">
                  <c:v>0</c:v>
                </c:pt>
                <c:pt idx="3704">
                  <c:v>0</c:v>
                </c:pt>
                <c:pt idx="3705">
                  <c:v>0</c:v>
                </c:pt>
                <c:pt idx="3706">
                  <c:v>0</c:v>
                </c:pt>
                <c:pt idx="3707">
                  <c:v>0</c:v>
                </c:pt>
                <c:pt idx="3708">
                  <c:v>0</c:v>
                </c:pt>
                <c:pt idx="3709">
                  <c:v>0</c:v>
                </c:pt>
                <c:pt idx="3710">
                  <c:v>0</c:v>
                </c:pt>
                <c:pt idx="3711">
                  <c:v>0</c:v>
                </c:pt>
                <c:pt idx="3712">
                  <c:v>0</c:v>
                </c:pt>
                <c:pt idx="3713">
                  <c:v>0</c:v>
                </c:pt>
                <c:pt idx="3714">
                  <c:v>0</c:v>
                </c:pt>
                <c:pt idx="3715">
                  <c:v>0</c:v>
                </c:pt>
                <c:pt idx="3716">
                  <c:v>0</c:v>
                </c:pt>
                <c:pt idx="3717">
                  <c:v>0</c:v>
                </c:pt>
                <c:pt idx="3718">
                  <c:v>0</c:v>
                </c:pt>
                <c:pt idx="3719">
                  <c:v>0</c:v>
                </c:pt>
                <c:pt idx="3720">
                  <c:v>0</c:v>
                </c:pt>
                <c:pt idx="3721">
                  <c:v>0</c:v>
                </c:pt>
                <c:pt idx="3722">
                  <c:v>0</c:v>
                </c:pt>
                <c:pt idx="3723">
                  <c:v>0</c:v>
                </c:pt>
                <c:pt idx="3724">
                  <c:v>0</c:v>
                </c:pt>
                <c:pt idx="3725">
                  <c:v>0</c:v>
                </c:pt>
                <c:pt idx="3726">
                  <c:v>0</c:v>
                </c:pt>
                <c:pt idx="3727">
                  <c:v>0</c:v>
                </c:pt>
                <c:pt idx="3728">
                  <c:v>0</c:v>
                </c:pt>
                <c:pt idx="3729">
                  <c:v>0</c:v>
                </c:pt>
                <c:pt idx="3730">
                  <c:v>0</c:v>
                </c:pt>
                <c:pt idx="3731">
                  <c:v>0</c:v>
                </c:pt>
                <c:pt idx="3732">
                  <c:v>0</c:v>
                </c:pt>
                <c:pt idx="3733">
                  <c:v>0</c:v>
                </c:pt>
                <c:pt idx="3734">
                  <c:v>0</c:v>
                </c:pt>
                <c:pt idx="3735">
                  <c:v>0</c:v>
                </c:pt>
                <c:pt idx="3736">
                  <c:v>0</c:v>
                </c:pt>
                <c:pt idx="3737">
                  <c:v>0</c:v>
                </c:pt>
                <c:pt idx="3738">
                  <c:v>0</c:v>
                </c:pt>
                <c:pt idx="3739">
                  <c:v>0</c:v>
                </c:pt>
                <c:pt idx="3740">
                  <c:v>0</c:v>
                </c:pt>
                <c:pt idx="3741">
                  <c:v>0</c:v>
                </c:pt>
                <c:pt idx="3742">
                  <c:v>0</c:v>
                </c:pt>
                <c:pt idx="3743">
                  <c:v>0</c:v>
                </c:pt>
                <c:pt idx="3744">
                  <c:v>0</c:v>
                </c:pt>
                <c:pt idx="3745">
                  <c:v>0</c:v>
                </c:pt>
                <c:pt idx="3746">
                  <c:v>0</c:v>
                </c:pt>
                <c:pt idx="3747">
                  <c:v>0</c:v>
                </c:pt>
                <c:pt idx="3748">
                  <c:v>0</c:v>
                </c:pt>
                <c:pt idx="3749">
                  <c:v>0</c:v>
                </c:pt>
                <c:pt idx="3750">
                  <c:v>0</c:v>
                </c:pt>
                <c:pt idx="3751">
                  <c:v>0</c:v>
                </c:pt>
                <c:pt idx="3752">
                  <c:v>0</c:v>
                </c:pt>
                <c:pt idx="3753">
                  <c:v>0</c:v>
                </c:pt>
                <c:pt idx="3754">
                  <c:v>0</c:v>
                </c:pt>
                <c:pt idx="3755">
                  <c:v>0</c:v>
                </c:pt>
                <c:pt idx="3756">
                  <c:v>0</c:v>
                </c:pt>
                <c:pt idx="3757">
                  <c:v>0</c:v>
                </c:pt>
                <c:pt idx="3758">
                  <c:v>0</c:v>
                </c:pt>
                <c:pt idx="3759">
                  <c:v>0</c:v>
                </c:pt>
                <c:pt idx="3760">
                  <c:v>0</c:v>
                </c:pt>
                <c:pt idx="3761">
                  <c:v>0</c:v>
                </c:pt>
                <c:pt idx="3762">
                  <c:v>0</c:v>
                </c:pt>
                <c:pt idx="3763">
                  <c:v>0</c:v>
                </c:pt>
                <c:pt idx="3764">
                  <c:v>0</c:v>
                </c:pt>
                <c:pt idx="3765">
                  <c:v>9</c:v>
                </c:pt>
                <c:pt idx="3766">
                  <c:v>9</c:v>
                </c:pt>
                <c:pt idx="3767">
                  <c:v>9</c:v>
                </c:pt>
                <c:pt idx="3768">
                  <c:v>9</c:v>
                </c:pt>
                <c:pt idx="3769">
                  <c:v>9</c:v>
                </c:pt>
                <c:pt idx="3770">
                  <c:v>9</c:v>
                </c:pt>
                <c:pt idx="3771">
                  <c:v>9</c:v>
                </c:pt>
                <c:pt idx="3772">
                  <c:v>9</c:v>
                </c:pt>
                <c:pt idx="3773">
                  <c:v>9</c:v>
                </c:pt>
                <c:pt idx="3774">
                  <c:v>9</c:v>
                </c:pt>
                <c:pt idx="3775">
                  <c:v>9</c:v>
                </c:pt>
                <c:pt idx="3776">
                  <c:v>9</c:v>
                </c:pt>
                <c:pt idx="3777">
                  <c:v>9</c:v>
                </c:pt>
                <c:pt idx="3778">
                  <c:v>9</c:v>
                </c:pt>
                <c:pt idx="3779">
                  <c:v>9</c:v>
                </c:pt>
                <c:pt idx="3780">
                  <c:v>9</c:v>
                </c:pt>
                <c:pt idx="3781">
                  <c:v>9</c:v>
                </c:pt>
                <c:pt idx="3782">
                  <c:v>9</c:v>
                </c:pt>
                <c:pt idx="3783">
                  <c:v>9</c:v>
                </c:pt>
                <c:pt idx="3784">
                  <c:v>9</c:v>
                </c:pt>
                <c:pt idx="3785">
                  <c:v>9</c:v>
                </c:pt>
                <c:pt idx="3786">
                  <c:v>0</c:v>
                </c:pt>
                <c:pt idx="3787">
                  <c:v>0</c:v>
                </c:pt>
                <c:pt idx="3788">
                  <c:v>0</c:v>
                </c:pt>
                <c:pt idx="3789">
                  <c:v>0</c:v>
                </c:pt>
                <c:pt idx="3790">
                  <c:v>0</c:v>
                </c:pt>
                <c:pt idx="3791">
                  <c:v>0</c:v>
                </c:pt>
                <c:pt idx="3792">
                  <c:v>0</c:v>
                </c:pt>
                <c:pt idx="3793">
                  <c:v>0</c:v>
                </c:pt>
                <c:pt idx="3794">
                  <c:v>0</c:v>
                </c:pt>
                <c:pt idx="3795">
                  <c:v>0</c:v>
                </c:pt>
                <c:pt idx="3796">
                  <c:v>0</c:v>
                </c:pt>
                <c:pt idx="3797">
                  <c:v>0</c:v>
                </c:pt>
                <c:pt idx="3798">
                  <c:v>0</c:v>
                </c:pt>
                <c:pt idx="3799">
                  <c:v>0</c:v>
                </c:pt>
                <c:pt idx="3800">
                  <c:v>0</c:v>
                </c:pt>
                <c:pt idx="3801">
                  <c:v>0</c:v>
                </c:pt>
                <c:pt idx="3802">
                  <c:v>0</c:v>
                </c:pt>
                <c:pt idx="3803">
                  <c:v>0</c:v>
                </c:pt>
                <c:pt idx="3804">
                  <c:v>0</c:v>
                </c:pt>
                <c:pt idx="3805">
                  <c:v>0</c:v>
                </c:pt>
                <c:pt idx="3806">
                  <c:v>0</c:v>
                </c:pt>
                <c:pt idx="3807">
                  <c:v>0</c:v>
                </c:pt>
                <c:pt idx="3808">
                  <c:v>0</c:v>
                </c:pt>
                <c:pt idx="3809">
                  <c:v>0</c:v>
                </c:pt>
                <c:pt idx="3810">
                  <c:v>0</c:v>
                </c:pt>
                <c:pt idx="3811">
                  <c:v>0</c:v>
                </c:pt>
                <c:pt idx="3812">
                  <c:v>0</c:v>
                </c:pt>
                <c:pt idx="3813">
                  <c:v>0</c:v>
                </c:pt>
                <c:pt idx="3814">
                  <c:v>0</c:v>
                </c:pt>
                <c:pt idx="3815">
                  <c:v>0</c:v>
                </c:pt>
                <c:pt idx="3816">
                  <c:v>0</c:v>
                </c:pt>
                <c:pt idx="3817">
                  <c:v>0</c:v>
                </c:pt>
                <c:pt idx="3818">
                  <c:v>0</c:v>
                </c:pt>
                <c:pt idx="3819">
                  <c:v>0</c:v>
                </c:pt>
                <c:pt idx="3820">
                  <c:v>0</c:v>
                </c:pt>
                <c:pt idx="3821">
                  <c:v>0</c:v>
                </c:pt>
                <c:pt idx="3822">
                  <c:v>0</c:v>
                </c:pt>
                <c:pt idx="3823">
                  <c:v>0</c:v>
                </c:pt>
                <c:pt idx="3824">
                  <c:v>0</c:v>
                </c:pt>
                <c:pt idx="3825">
                  <c:v>0</c:v>
                </c:pt>
                <c:pt idx="3826">
                  <c:v>0</c:v>
                </c:pt>
                <c:pt idx="3827">
                  <c:v>0</c:v>
                </c:pt>
                <c:pt idx="3828">
                  <c:v>0</c:v>
                </c:pt>
                <c:pt idx="3829">
                  <c:v>0</c:v>
                </c:pt>
                <c:pt idx="3830">
                  <c:v>0</c:v>
                </c:pt>
                <c:pt idx="3831">
                  <c:v>0</c:v>
                </c:pt>
                <c:pt idx="3832">
                  <c:v>0</c:v>
                </c:pt>
                <c:pt idx="3833">
                  <c:v>0</c:v>
                </c:pt>
                <c:pt idx="3834">
                  <c:v>0</c:v>
                </c:pt>
                <c:pt idx="3835">
                  <c:v>0</c:v>
                </c:pt>
                <c:pt idx="3836">
                  <c:v>0</c:v>
                </c:pt>
                <c:pt idx="3837">
                  <c:v>0</c:v>
                </c:pt>
                <c:pt idx="3838">
                  <c:v>0</c:v>
                </c:pt>
                <c:pt idx="3839">
                  <c:v>0</c:v>
                </c:pt>
                <c:pt idx="3840">
                  <c:v>0</c:v>
                </c:pt>
                <c:pt idx="3841">
                  <c:v>0</c:v>
                </c:pt>
                <c:pt idx="3842">
                  <c:v>0</c:v>
                </c:pt>
                <c:pt idx="3843">
                  <c:v>0</c:v>
                </c:pt>
                <c:pt idx="3844">
                  <c:v>0</c:v>
                </c:pt>
                <c:pt idx="3845">
                  <c:v>0</c:v>
                </c:pt>
                <c:pt idx="3846">
                  <c:v>0</c:v>
                </c:pt>
                <c:pt idx="3847">
                  <c:v>0</c:v>
                </c:pt>
                <c:pt idx="3848">
                  <c:v>0</c:v>
                </c:pt>
                <c:pt idx="3849">
                  <c:v>0</c:v>
                </c:pt>
                <c:pt idx="3850">
                  <c:v>0</c:v>
                </c:pt>
                <c:pt idx="3851">
                  <c:v>0</c:v>
                </c:pt>
                <c:pt idx="3852">
                  <c:v>0</c:v>
                </c:pt>
                <c:pt idx="3853">
                  <c:v>0</c:v>
                </c:pt>
                <c:pt idx="3854">
                  <c:v>0</c:v>
                </c:pt>
                <c:pt idx="3855">
                  <c:v>0</c:v>
                </c:pt>
                <c:pt idx="3856">
                  <c:v>0</c:v>
                </c:pt>
                <c:pt idx="3857">
                  <c:v>0</c:v>
                </c:pt>
                <c:pt idx="3858">
                  <c:v>0</c:v>
                </c:pt>
                <c:pt idx="3859">
                  <c:v>0</c:v>
                </c:pt>
                <c:pt idx="3860">
                  <c:v>0</c:v>
                </c:pt>
                <c:pt idx="3861">
                  <c:v>0</c:v>
                </c:pt>
                <c:pt idx="3862">
                  <c:v>0</c:v>
                </c:pt>
                <c:pt idx="3863">
                  <c:v>0</c:v>
                </c:pt>
                <c:pt idx="3864">
                  <c:v>0</c:v>
                </c:pt>
                <c:pt idx="3865">
                  <c:v>0</c:v>
                </c:pt>
                <c:pt idx="3866">
                  <c:v>0</c:v>
                </c:pt>
                <c:pt idx="3867">
                  <c:v>0</c:v>
                </c:pt>
                <c:pt idx="3868">
                  <c:v>0</c:v>
                </c:pt>
                <c:pt idx="3869">
                  <c:v>0</c:v>
                </c:pt>
                <c:pt idx="3870">
                  <c:v>0</c:v>
                </c:pt>
                <c:pt idx="3871">
                  <c:v>0</c:v>
                </c:pt>
                <c:pt idx="3872">
                  <c:v>0</c:v>
                </c:pt>
                <c:pt idx="3873">
                  <c:v>0</c:v>
                </c:pt>
                <c:pt idx="3874">
                  <c:v>0</c:v>
                </c:pt>
                <c:pt idx="3875">
                  <c:v>0</c:v>
                </c:pt>
                <c:pt idx="3876">
                  <c:v>0</c:v>
                </c:pt>
                <c:pt idx="3877">
                  <c:v>0</c:v>
                </c:pt>
                <c:pt idx="3878">
                  <c:v>0</c:v>
                </c:pt>
                <c:pt idx="3879">
                  <c:v>0</c:v>
                </c:pt>
                <c:pt idx="3880">
                  <c:v>0</c:v>
                </c:pt>
                <c:pt idx="3881">
                  <c:v>0</c:v>
                </c:pt>
                <c:pt idx="3882">
                  <c:v>0</c:v>
                </c:pt>
                <c:pt idx="3883">
                  <c:v>0</c:v>
                </c:pt>
                <c:pt idx="3884">
                  <c:v>0</c:v>
                </c:pt>
                <c:pt idx="3885">
                  <c:v>0</c:v>
                </c:pt>
                <c:pt idx="3886">
                  <c:v>0</c:v>
                </c:pt>
                <c:pt idx="3887">
                  <c:v>0</c:v>
                </c:pt>
                <c:pt idx="3888">
                  <c:v>0</c:v>
                </c:pt>
                <c:pt idx="3889">
                  <c:v>0</c:v>
                </c:pt>
                <c:pt idx="3890">
                  <c:v>0</c:v>
                </c:pt>
                <c:pt idx="3891">
                  <c:v>0</c:v>
                </c:pt>
                <c:pt idx="3892">
                  <c:v>0</c:v>
                </c:pt>
                <c:pt idx="3893">
                  <c:v>0</c:v>
                </c:pt>
                <c:pt idx="3894">
                  <c:v>0</c:v>
                </c:pt>
                <c:pt idx="3895">
                  <c:v>0</c:v>
                </c:pt>
                <c:pt idx="3896">
                  <c:v>0</c:v>
                </c:pt>
                <c:pt idx="3897">
                  <c:v>0</c:v>
                </c:pt>
                <c:pt idx="3898">
                  <c:v>0</c:v>
                </c:pt>
                <c:pt idx="3899">
                  <c:v>0</c:v>
                </c:pt>
                <c:pt idx="3900">
                  <c:v>0</c:v>
                </c:pt>
                <c:pt idx="3901">
                  <c:v>0</c:v>
                </c:pt>
                <c:pt idx="3902">
                  <c:v>0</c:v>
                </c:pt>
                <c:pt idx="3903">
                  <c:v>0</c:v>
                </c:pt>
                <c:pt idx="3904">
                  <c:v>0</c:v>
                </c:pt>
                <c:pt idx="3905">
                  <c:v>0</c:v>
                </c:pt>
                <c:pt idx="3906">
                  <c:v>0</c:v>
                </c:pt>
                <c:pt idx="3907">
                  <c:v>0</c:v>
                </c:pt>
                <c:pt idx="3908">
                  <c:v>0</c:v>
                </c:pt>
                <c:pt idx="3909">
                  <c:v>0</c:v>
                </c:pt>
                <c:pt idx="3910">
                  <c:v>0</c:v>
                </c:pt>
                <c:pt idx="3911">
                  <c:v>0</c:v>
                </c:pt>
                <c:pt idx="3912">
                  <c:v>0</c:v>
                </c:pt>
                <c:pt idx="3913">
                  <c:v>0</c:v>
                </c:pt>
                <c:pt idx="3914">
                  <c:v>0</c:v>
                </c:pt>
                <c:pt idx="3915">
                  <c:v>0</c:v>
                </c:pt>
                <c:pt idx="3916">
                  <c:v>0</c:v>
                </c:pt>
                <c:pt idx="3917">
                  <c:v>0</c:v>
                </c:pt>
                <c:pt idx="3918">
                  <c:v>0</c:v>
                </c:pt>
                <c:pt idx="3919">
                  <c:v>0</c:v>
                </c:pt>
                <c:pt idx="3920">
                  <c:v>0</c:v>
                </c:pt>
                <c:pt idx="3921">
                  <c:v>0</c:v>
                </c:pt>
                <c:pt idx="3922">
                  <c:v>0</c:v>
                </c:pt>
                <c:pt idx="3923">
                  <c:v>0</c:v>
                </c:pt>
                <c:pt idx="3924">
                  <c:v>0</c:v>
                </c:pt>
                <c:pt idx="3925">
                  <c:v>0</c:v>
                </c:pt>
                <c:pt idx="3926">
                  <c:v>0</c:v>
                </c:pt>
                <c:pt idx="3927">
                  <c:v>0</c:v>
                </c:pt>
                <c:pt idx="3928">
                  <c:v>0</c:v>
                </c:pt>
                <c:pt idx="3929">
                  <c:v>0</c:v>
                </c:pt>
                <c:pt idx="3930">
                  <c:v>0</c:v>
                </c:pt>
                <c:pt idx="3931">
                  <c:v>0</c:v>
                </c:pt>
                <c:pt idx="3932">
                  <c:v>0</c:v>
                </c:pt>
                <c:pt idx="3933">
                  <c:v>0</c:v>
                </c:pt>
                <c:pt idx="3934">
                  <c:v>0</c:v>
                </c:pt>
                <c:pt idx="3935">
                  <c:v>0</c:v>
                </c:pt>
                <c:pt idx="3936">
                  <c:v>0</c:v>
                </c:pt>
                <c:pt idx="3937">
                  <c:v>0</c:v>
                </c:pt>
                <c:pt idx="3938">
                  <c:v>0</c:v>
                </c:pt>
                <c:pt idx="3939">
                  <c:v>0</c:v>
                </c:pt>
                <c:pt idx="3940">
                  <c:v>0</c:v>
                </c:pt>
                <c:pt idx="3941">
                  <c:v>0</c:v>
                </c:pt>
                <c:pt idx="3942">
                  <c:v>0</c:v>
                </c:pt>
                <c:pt idx="3943">
                  <c:v>0</c:v>
                </c:pt>
                <c:pt idx="3944">
                  <c:v>0</c:v>
                </c:pt>
                <c:pt idx="3945">
                  <c:v>0</c:v>
                </c:pt>
                <c:pt idx="3946">
                  <c:v>0</c:v>
                </c:pt>
                <c:pt idx="3947">
                  <c:v>0</c:v>
                </c:pt>
                <c:pt idx="3948">
                  <c:v>0</c:v>
                </c:pt>
                <c:pt idx="3949">
                  <c:v>0</c:v>
                </c:pt>
                <c:pt idx="3950">
                  <c:v>0</c:v>
                </c:pt>
                <c:pt idx="3951">
                  <c:v>0</c:v>
                </c:pt>
                <c:pt idx="3952">
                  <c:v>0</c:v>
                </c:pt>
                <c:pt idx="3953">
                  <c:v>0</c:v>
                </c:pt>
                <c:pt idx="3954">
                  <c:v>0</c:v>
                </c:pt>
                <c:pt idx="3955">
                  <c:v>0</c:v>
                </c:pt>
                <c:pt idx="3956">
                  <c:v>0</c:v>
                </c:pt>
                <c:pt idx="3957">
                  <c:v>0</c:v>
                </c:pt>
                <c:pt idx="3958">
                  <c:v>0</c:v>
                </c:pt>
                <c:pt idx="3959">
                  <c:v>0</c:v>
                </c:pt>
                <c:pt idx="3960">
                  <c:v>0</c:v>
                </c:pt>
                <c:pt idx="3961">
                  <c:v>0</c:v>
                </c:pt>
                <c:pt idx="3962">
                  <c:v>0</c:v>
                </c:pt>
                <c:pt idx="3963">
                  <c:v>0</c:v>
                </c:pt>
                <c:pt idx="3964">
                  <c:v>0</c:v>
                </c:pt>
                <c:pt idx="3965">
                  <c:v>0</c:v>
                </c:pt>
                <c:pt idx="3966">
                  <c:v>0</c:v>
                </c:pt>
                <c:pt idx="3967">
                  <c:v>0</c:v>
                </c:pt>
                <c:pt idx="3968">
                  <c:v>0</c:v>
                </c:pt>
                <c:pt idx="3969">
                  <c:v>0</c:v>
                </c:pt>
                <c:pt idx="3970">
                  <c:v>0</c:v>
                </c:pt>
                <c:pt idx="3971">
                  <c:v>0</c:v>
                </c:pt>
                <c:pt idx="3972">
                  <c:v>0</c:v>
                </c:pt>
                <c:pt idx="3973">
                  <c:v>0</c:v>
                </c:pt>
                <c:pt idx="3974">
                  <c:v>0</c:v>
                </c:pt>
                <c:pt idx="3975">
                  <c:v>0</c:v>
                </c:pt>
                <c:pt idx="3976">
                  <c:v>0</c:v>
                </c:pt>
                <c:pt idx="3977">
                  <c:v>0</c:v>
                </c:pt>
                <c:pt idx="3978">
                  <c:v>0</c:v>
                </c:pt>
                <c:pt idx="3979">
                  <c:v>0</c:v>
                </c:pt>
                <c:pt idx="3980">
                  <c:v>0</c:v>
                </c:pt>
                <c:pt idx="3981">
                  <c:v>0</c:v>
                </c:pt>
                <c:pt idx="3982">
                  <c:v>0</c:v>
                </c:pt>
                <c:pt idx="3983">
                  <c:v>0</c:v>
                </c:pt>
                <c:pt idx="3984">
                  <c:v>0</c:v>
                </c:pt>
                <c:pt idx="3985">
                  <c:v>0</c:v>
                </c:pt>
                <c:pt idx="3986">
                  <c:v>0</c:v>
                </c:pt>
                <c:pt idx="3987">
                  <c:v>0</c:v>
                </c:pt>
                <c:pt idx="3988">
                  <c:v>0</c:v>
                </c:pt>
                <c:pt idx="3989">
                  <c:v>0</c:v>
                </c:pt>
                <c:pt idx="3990">
                  <c:v>0</c:v>
                </c:pt>
                <c:pt idx="3991">
                  <c:v>0</c:v>
                </c:pt>
                <c:pt idx="3992">
                  <c:v>0</c:v>
                </c:pt>
                <c:pt idx="3993">
                  <c:v>0</c:v>
                </c:pt>
                <c:pt idx="3994">
                  <c:v>0</c:v>
                </c:pt>
                <c:pt idx="3995">
                  <c:v>0</c:v>
                </c:pt>
                <c:pt idx="3996">
                  <c:v>0</c:v>
                </c:pt>
                <c:pt idx="3997">
                  <c:v>0</c:v>
                </c:pt>
                <c:pt idx="3998">
                  <c:v>0</c:v>
                </c:pt>
                <c:pt idx="3999">
                  <c:v>0</c:v>
                </c:pt>
                <c:pt idx="4000">
                  <c:v>0</c:v>
                </c:pt>
                <c:pt idx="4001">
                  <c:v>0</c:v>
                </c:pt>
                <c:pt idx="4002">
                  <c:v>0</c:v>
                </c:pt>
                <c:pt idx="4003">
                  <c:v>0</c:v>
                </c:pt>
                <c:pt idx="4004">
                  <c:v>0</c:v>
                </c:pt>
                <c:pt idx="4005">
                  <c:v>0</c:v>
                </c:pt>
                <c:pt idx="4006">
                  <c:v>0</c:v>
                </c:pt>
                <c:pt idx="4007">
                  <c:v>0</c:v>
                </c:pt>
                <c:pt idx="4008">
                  <c:v>0</c:v>
                </c:pt>
                <c:pt idx="4009">
                  <c:v>0</c:v>
                </c:pt>
                <c:pt idx="4010">
                  <c:v>0</c:v>
                </c:pt>
                <c:pt idx="4011">
                  <c:v>0</c:v>
                </c:pt>
                <c:pt idx="4012">
                  <c:v>0</c:v>
                </c:pt>
                <c:pt idx="4013">
                  <c:v>0</c:v>
                </c:pt>
                <c:pt idx="4014">
                  <c:v>0</c:v>
                </c:pt>
                <c:pt idx="4015">
                  <c:v>0</c:v>
                </c:pt>
                <c:pt idx="4016">
                  <c:v>0</c:v>
                </c:pt>
                <c:pt idx="4017">
                  <c:v>0</c:v>
                </c:pt>
                <c:pt idx="4018">
                  <c:v>0</c:v>
                </c:pt>
                <c:pt idx="4019">
                  <c:v>0</c:v>
                </c:pt>
                <c:pt idx="4020">
                  <c:v>0</c:v>
                </c:pt>
                <c:pt idx="4021">
                  <c:v>0</c:v>
                </c:pt>
                <c:pt idx="4022">
                  <c:v>0</c:v>
                </c:pt>
                <c:pt idx="4023">
                  <c:v>0</c:v>
                </c:pt>
                <c:pt idx="4024">
                  <c:v>0</c:v>
                </c:pt>
                <c:pt idx="4025">
                  <c:v>0</c:v>
                </c:pt>
                <c:pt idx="4026">
                  <c:v>0</c:v>
                </c:pt>
                <c:pt idx="4027">
                  <c:v>0</c:v>
                </c:pt>
                <c:pt idx="4028">
                  <c:v>0</c:v>
                </c:pt>
                <c:pt idx="4029">
                  <c:v>0</c:v>
                </c:pt>
                <c:pt idx="4030">
                  <c:v>0</c:v>
                </c:pt>
                <c:pt idx="4031">
                  <c:v>0</c:v>
                </c:pt>
                <c:pt idx="4032">
                  <c:v>0</c:v>
                </c:pt>
                <c:pt idx="4033">
                  <c:v>0</c:v>
                </c:pt>
                <c:pt idx="4034">
                  <c:v>0</c:v>
                </c:pt>
                <c:pt idx="4035">
                  <c:v>0</c:v>
                </c:pt>
                <c:pt idx="4036">
                  <c:v>0</c:v>
                </c:pt>
                <c:pt idx="4037">
                  <c:v>0</c:v>
                </c:pt>
                <c:pt idx="4038">
                  <c:v>0</c:v>
                </c:pt>
                <c:pt idx="4039">
                  <c:v>0</c:v>
                </c:pt>
                <c:pt idx="4040">
                  <c:v>0</c:v>
                </c:pt>
                <c:pt idx="4041">
                  <c:v>0</c:v>
                </c:pt>
                <c:pt idx="4042">
                  <c:v>0</c:v>
                </c:pt>
                <c:pt idx="4043">
                  <c:v>0</c:v>
                </c:pt>
                <c:pt idx="4044">
                  <c:v>0</c:v>
                </c:pt>
                <c:pt idx="4045">
                  <c:v>0</c:v>
                </c:pt>
                <c:pt idx="4046">
                  <c:v>0</c:v>
                </c:pt>
                <c:pt idx="4047">
                  <c:v>0</c:v>
                </c:pt>
                <c:pt idx="4048">
                  <c:v>0</c:v>
                </c:pt>
                <c:pt idx="4049">
                  <c:v>0</c:v>
                </c:pt>
                <c:pt idx="4050">
                  <c:v>0</c:v>
                </c:pt>
                <c:pt idx="4051">
                  <c:v>0</c:v>
                </c:pt>
                <c:pt idx="4052">
                  <c:v>0</c:v>
                </c:pt>
                <c:pt idx="4053">
                  <c:v>0</c:v>
                </c:pt>
                <c:pt idx="4054">
                  <c:v>0</c:v>
                </c:pt>
                <c:pt idx="4055">
                  <c:v>0</c:v>
                </c:pt>
                <c:pt idx="4056">
                  <c:v>0</c:v>
                </c:pt>
                <c:pt idx="4057">
                  <c:v>0</c:v>
                </c:pt>
                <c:pt idx="4058">
                  <c:v>0</c:v>
                </c:pt>
                <c:pt idx="4059">
                  <c:v>0</c:v>
                </c:pt>
                <c:pt idx="4060">
                  <c:v>0</c:v>
                </c:pt>
                <c:pt idx="4061">
                  <c:v>0</c:v>
                </c:pt>
                <c:pt idx="4062">
                  <c:v>0</c:v>
                </c:pt>
                <c:pt idx="4063">
                  <c:v>0</c:v>
                </c:pt>
                <c:pt idx="4064">
                  <c:v>0</c:v>
                </c:pt>
                <c:pt idx="4065">
                  <c:v>0</c:v>
                </c:pt>
                <c:pt idx="4066">
                  <c:v>0</c:v>
                </c:pt>
                <c:pt idx="4067">
                  <c:v>0</c:v>
                </c:pt>
                <c:pt idx="4068">
                  <c:v>0</c:v>
                </c:pt>
                <c:pt idx="4069">
                  <c:v>0</c:v>
                </c:pt>
                <c:pt idx="4070">
                  <c:v>0</c:v>
                </c:pt>
                <c:pt idx="4071">
                  <c:v>0</c:v>
                </c:pt>
                <c:pt idx="4072">
                  <c:v>0</c:v>
                </c:pt>
                <c:pt idx="4073">
                  <c:v>0</c:v>
                </c:pt>
                <c:pt idx="4074">
                  <c:v>0</c:v>
                </c:pt>
                <c:pt idx="4075">
                  <c:v>0</c:v>
                </c:pt>
                <c:pt idx="4076">
                  <c:v>0</c:v>
                </c:pt>
                <c:pt idx="4077">
                  <c:v>0</c:v>
                </c:pt>
                <c:pt idx="4078">
                  <c:v>0</c:v>
                </c:pt>
                <c:pt idx="4079">
                  <c:v>0</c:v>
                </c:pt>
                <c:pt idx="4080">
                  <c:v>0</c:v>
                </c:pt>
                <c:pt idx="4081">
                  <c:v>0</c:v>
                </c:pt>
                <c:pt idx="4082">
                  <c:v>0</c:v>
                </c:pt>
                <c:pt idx="4083">
                  <c:v>0</c:v>
                </c:pt>
                <c:pt idx="4084">
                  <c:v>0</c:v>
                </c:pt>
                <c:pt idx="4085">
                  <c:v>0</c:v>
                </c:pt>
                <c:pt idx="4086">
                  <c:v>0</c:v>
                </c:pt>
                <c:pt idx="4087">
                  <c:v>9</c:v>
                </c:pt>
                <c:pt idx="4088">
                  <c:v>9</c:v>
                </c:pt>
                <c:pt idx="4089">
                  <c:v>9</c:v>
                </c:pt>
                <c:pt idx="4090">
                  <c:v>9</c:v>
                </c:pt>
                <c:pt idx="4091">
                  <c:v>9</c:v>
                </c:pt>
                <c:pt idx="4092">
                  <c:v>9</c:v>
                </c:pt>
                <c:pt idx="4093">
                  <c:v>9</c:v>
                </c:pt>
                <c:pt idx="4094">
                  <c:v>9</c:v>
                </c:pt>
                <c:pt idx="4095">
                  <c:v>9</c:v>
                </c:pt>
                <c:pt idx="4096">
                  <c:v>9</c:v>
                </c:pt>
                <c:pt idx="4097">
                  <c:v>9</c:v>
                </c:pt>
                <c:pt idx="4098">
                  <c:v>9</c:v>
                </c:pt>
                <c:pt idx="4099">
                  <c:v>9</c:v>
                </c:pt>
                <c:pt idx="4100">
                  <c:v>9</c:v>
                </c:pt>
                <c:pt idx="4101">
                  <c:v>9</c:v>
                </c:pt>
                <c:pt idx="4102">
                  <c:v>9</c:v>
                </c:pt>
                <c:pt idx="4103">
                  <c:v>9</c:v>
                </c:pt>
                <c:pt idx="4104">
                  <c:v>9</c:v>
                </c:pt>
                <c:pt idx="4105">
                  <c:v>9</c:v>
                </c:pt>
                <c:pt idx="4106">
                  <c:v>9</c:v>
                </c:pt>
                <c:pt idx="4107">
                  <c:v>9</c:v>
                </c:pt>
                <c:pt idx="4108">
                  <c:v>0</c:v>
                </c:pt>
                <c:pt idx="4109">
                  <c:v>0</c:v>
                </c:pt>
                <c:pt idx="4110">
                  <c:v>0</c:v>
                </c:pt>
                <c:pt idx="4111">
                  <c:v>0</c:v>
                </c:pt>
                <c:pt idx="4112">
                  <c:v>0</c:v>
                </c:pt>
                <c:pt idx="4113">
                  <c:v>0</c:v>
                </c:pt>
                <c:pt idx="4114">
                  <c:v>0</c:v>
                </c:pt>
                <c:pt idx="4115">
                  <c:v>0</c:v>
                </c:pt>
                <c:pt idx="4116">
                  <c:v>0</c:v>
                </c:pt>
                <c:pt idx="4117">
                  <c:v>0</c:v>
                </c:pt>
                <c:pt idx="4118">
                  <c:v>0</c:v>
                </c:pt>
                <c:pt idx="4119">
                  <c:v>0</c:v>
                </c:pt>
                <c:pt idx="4120">
                  <c:v>0</c:v>
                </c:pt>
                <c:pt idx="4121">
                  <c:v>0</c:v>
                </c:pt>
                <c:pt idx="4122">
                  <c:v>0</c:v>
                </c:pt>
                <c:pt idx="4123">
                  <c:v>0</c:v>
                </c:pt>
                <c:pt idx="4124">
                  <c:v>0</c:v>
                </c:pt>
                <c:pt idx="4125">
                  <c:v>0</c:v>
                </c:pt>
                <c:pt idx="4126">
                  <c:v>0</c:v>
                </c:pt>
                <c:pt idx="4127">
                  <c:v>0</c:v>
                </c:pt>
                <c:pt idx="4128">
                  <c:v>0</c:v>
                </c:pt>
                <c:pt idx="4129">
                  <c:v>0</c:v>
                </c:pt>
                <c:pt idx="4130">
                  <c:v>0</c:v>
                </c:pt>
                <c:pt idx="4131">
                  <c:v>0</c:v>
                </c:pt>
                <c:pt idx="4132">
                  <c:v>0</c:v>
                </c:pt>
                <c:pt idx="4133">
                  <c:v>0</c:v>
                </c:pt>
                <c:pt idx="4134">
                  <c:v>0</c:v>
                </c:pt>
                <c:pt idx="4135">
                  <c:v>0</c:v>
                </c:pt>
                <c:pt idx="4136">
                  <c:v>0</c:v>
                </c:pt>
                <c:pt idx="4137">
                  <c:v>0</c:v>
                </c:pt>
                <c:pt idx="4138">
                  <c:v>0</c:v>
                </c:pt>
                <c:pt idx="4139">
                  <c:v>0</c:v>
                </c:pt>
                <c:pt idx="4140">
                  <c:v>0</c:v>
                </c:pt>
                <c:pt idx="4141">
                  <c:v>0</c:v>
                </c:pt>
                <c:pt idx="4142">
                  <c:v>0</c:v>
                </c:pt>
                <c:pt idx="4143">
                  <c:v>0</c:v>
                </c:pt>
                <c:pt idx="4144">
                  <c:v>0</c:v>
                </c:pt>
                <c:pt idx="4145">
                  <c:v>0</c:v>
                </c:pt>
                <c:pt idx="4146">
                  <c:v>0</c:v>
                </c:pt>
                <c:pt idx="4147">
                  <c:v>0</c:v>
                </c:pt>
                <c:pt idx="4148">
                  <c:v>0</c:v>
                </c:pt>
                <c:pt idx="4149">
                  <c:v>0</c:v>
                </c:pt>
                <c:pt idx="4150">
                  <c:v>0</c:v>
                </c:pt>
                <c:pt idx="4151">
                  <c:v>0</c:v>
                </c:pt>
                <c:pt idx="4152">
                  <c:v>0</c:v>
                </c:pt>
                <c:pt idx="4153">
                  <c:v>0</c:v>
                </c:pt>
                <c:pt idx="4154">
                  <c:v>0</c:v>
                </c:pt>
                <c:pt idx="4155">
                  <c:v>0</c:v>
                </c:pt>
                <c:pt idx="4156">
                  <c:v>0</c:v>
                </c:pt>
                <c:pt idx="4157">
                  <c:v>0</c:v>
                </c:pt>
                <c:pt idx="4158">
                  <c:v>0</c:v>
                </c:pt>
                <c:pt idx="4159">
                  <c:v>0</c:v>
                </c:pt>
                <c:pt idx="4160">
                  <c:v>0</c:v>
                </c:pt>
                <c:pt idx="4161">
                  <c:v>0</c:v>
                </c:pt>
                <c:pt idx="4162">
                  <c:v>0</c:v>
                </c:pt>
                <c:pt idx="4163">
                  <c:v>0</c:v>
                </c:pt>
                <c:pt idx="4164">
                  <c:v>0</c:v>
                </c:pt>
                <c:pt idx="4165">
                  <c:v>0</c:v>
                </c:pt>
                <c:pt idx="4166">
                  <c:v>0</c:v>
                </c:pt>
                <c:pt idx="4167">
                  <c:v>0</c:v>
                </c:pt>
                <c:pt idx="4168">
                  <c:v>0</c:v>
                </c:pt>
                <c:pt idx="4169">
                  <c:v>0</c:v>
                </c:pt>
                <c:pt idx="4170">
                  <c:v>0</c:v>
                </c:pt>
                <c:pt idx="4171">
                  <c:v>0</c:v>
                </c:pt>
                <c:pt idx="4172">
                  <c:v>0</c:v>
                </c:pt>
                <c:pt idx="4173">
                  <c:v>0</c:v>
                </c:pt>
                <c:pt idx="4174">
                  <c:v>0</c:v>
                </c:pt>
                <c:pt idx="4175">
                  <c:v>0</c:v>
                </c:pt>
                <c:pt idx="4176">
                  <c:v>0</c:v>
                </c:pt>
                <c:pt idx="4177">
                  <c:v>0</c:v>
                </c:pt>
                <c:pt idx="4178">
                  <c:v>0</c:v>
                </c:pt>
                <c:pt idx="4179">
                  <c:v>0</c:v>
                </c:pt>
                <c:pt idx="4180">
                  <c:v>0</c:v>
                </c:pt>
                <c:pt idx="4181">
                  <c:v>0</c:v>
                </c:pt>
                <c:pt idx="4182">
                  <c:v>0</c:v>
                </c:pt>
                <c:pt idx="4183">
                  <c:v>0</c:v>
                </c:pt>
                <c:pt idx="4184">
                  <c:v>0</c:v>
                </c:pt>
                <c:pt idx="4185">
                  <c:v>0</c:v>
                </c:pt>
                <c:pt idx="4186">
                  <c:v>0</c:v>
                </c:pt>
                <c:pt idx="4187">
                  <c:v>0</c:v>
                </c:pt>
                <c:pt idx="4188">
                  <c:v>0</c:v>
                </c:pt>
                <c:pt idx="4189">
                  <c:v>0</c:v>
                </c:pt>
                <c:pt idx="4190">
                  <c:v>0</c:v>
                </c:pt>
                <c:pt idx="4191">
                  <c:v>0</c:v>
                </c:pt>
                <c:pt idx="4192">
                  <c:v>0</c:v>
                </c:pt>
                <c:pt idx="4193">
                  <c:v>0</c:v>
                </c:pt>
                <c:pt idx="4194">
                  <c:v>0</c:v>
                </c:pt>
                <c:pt idx="4195">
                  <c:v>0</c:v>
                </c:pt>
                <c:pt idx="4196">
                  <c:v>0</c:v>
                </c:pt>
                <c:pt idx="4197">
                  <c:v>0</c:v>
                </c:pt>
                <c:pt idx="4198">
                  <c:v>0</c:v>
                </c:pt>
                <c:pt idx="4199">
                  <c:v>0</c:v>
                </c:pt>
                <c:pt idx="4200">
                  <c:v>0</c:v>
                </c:pt>
                <c:pt idx="4201">
                  <c:v>0</c:v>
                </c:pt>
                <c:pt idx="4202">
                  <c:v>0</c:v>
                </c:pt>
                <c:pt idx="4203">
                  <c:v>0</c:v>
                </c:pt>
                <c:pt idx="4204">
                  <c:v>0</c:v>
                </c:pt>
                <c:pt idx="4205">
                  <c:v>0</c:v>
                </c:pt>
                <c:pt idx="4206">
                  <c:v>0</c:v>
                </c:pt>
                <c:pt idx="4207">
                  <c:v>0</c:v>
                </c:pt>
                <c:pt idx="4208">
                  <c:v>0</c:v>
                </c:pt>
                <c:pt idx="4209">
                  <c:v>0</c:v>
                </c:pt>
                <c:pt idx="4210">
                  <c:v>0</c:v>
                </c:pt>
                <c:pt idx="4211">
                  <c:v>0</c:v>
                </c:pt>
                <c:pt idx="4212">
                  <c:v>0</c:v>
                </c:pt>
                <c:pt idx="4213">
                  <c:v>0</c:v>
                </c:pt>
                <c:pt idx="4214">
                  <c:v>0</c:v>
                </c:pt>
                <c:pt idx="4215">
                  <c:v>0</c:v>
                </c:pt>
                <c:pt idx="4216">
                  <c:v>0</c:v>
                </c:pt>
                <c:pt idx="4217">
                  <c:v>0</c:v>
                </c:pt>
                <c:pt idx="4218">
                  <c:v>0</c:v>
                </c:pt>
                <c:pt idx="4219">
                  <c:v>0</c:v>
                </c:pt>
                <c:pt idx="4220">
                  <c:v>0</c:v>
                </c:pt>
                <c:pt idx="4221">
                  <c:v>0</c:v>
                </c:pt>
                <c:pt idx="4222">
                  <c:v>0</c:v>
                </c:pt>
                <c:pt idx="4223">
                  <c:v>0</c:v>
                </c:pt>
                <c:pt idx="4224">
                  <c:v>0</c:v>
                </c:pt>
                <c:pt idx="4225">
                  <c:v>0</c:v>
                </c:pt>
                <c:pt idx="4226">
                  <c:v>0</c:v>
                </c:pt>
                <c:pt idx="4227">
                  <c:v>0</c:v>
                </c:pt>
                <c:pt idx="4228">
                  <c:v>0</c:v>
                </c:pt>
                <c:pt idx="4229">
                  <c:v>0</c:v>
                </c:pt>
                <c:pt idx="4230">
                  <c:v>0</c:v>
                </c:pt>
                <c:pt idx="4231">
                  <c:v>0</c:v>
                </c:pt>
                <c:pt idx="4232">
                  <c:v>0</c:v>
                </c:pt>
                <c:pt idx="4233">
                  <c:v>0</c:v>
                </c:pt>
                <c:pt idx="4234">
                  <c:v>0</c:v>
                </c:pt>
                <c:pt idx="4235">
                  <c:v>0</c:v>
                </c:pt>
                <c:pt idx="4236">
                  <c:v>0</c:v>
                </c:pt>
                <c:pt idx="4237">
                  <c:v>0</c:v>
                </c:pt>
                <c:pt idx="4238">
                  <c:v>0</c:v>
                </c:pt>
                <c:pt idx="4239">
                  <c:v>0</c:v>
                </c:pt>
                <c:pt idx="4240">
                  <c:v>0</c:v>
                </c:pt>
                <c:pt idx="4241">
                  <c:v>0</c:v>
                </c:pt>
                <c:pt idx="4242">
                  <c:v>0</c:v>
                </c:pt>
                <c:pt idx="4243">
                  <c:v>0</c:v>
                </c:pt>
                <c:pt idx="4244">
                  <c:v>0</c:v>
                </c:pt>
                <c:pt idx="4245">
                  <c:v>0</c:v>
                </c:pt>
                <c:pt idx="4246">
                  <c:v>0</c:v>
                </c:pt>
                <c:pt idx="4247">
                  <c:v>0</c:v>
                </c:pt>
                <c:pt idx="4248">
                  <c:v>0</c:v>
                </c:pt>
                <c:pt idx="4249">
                  <c:v>0</c:v>
                </c:pt>
                <c:pt idx="4250">
                  <c:v>0</c:v>
                </c:pt>
                <c:pt idx="4251">
                  <c:v>0</c:v>
                </c:pt>
                <c:pt idx="4252">
                  <c:v>0</c:v>
                </c:pt>
                <c:pt idx="4253">
                  <c:v>0</c:v>
                </c:pt>
                <c:pt idx="4254">
                  <c:v>0</c:v>
                </c:pt>
                <c:pt idx="4255">
                  <c:v>0</c:v>
                </c:pt>
                <c:pt idx="4256">
                  <c:v>0</c:v>
                </c:pt>
                <c:pt idx="4257">
                  <c:v>0</c:v>
                </c:pt>
                <c:pt idx="4258">
                  <c:v>0</c:v>
                </c:pt>
                <c:pt idx="4259">
                  <c:v>0</c:v>
                </c:pt>
                <c:pt idx="4260">
                  <c:v>0</c:v>
                </c:pt>
                <c:pt idx="4261">
                  <c:v>0</c:v>
                </c:pt>
                <c:pt idx="4262">
                  <c:v>0</c:v>
                </c:pt>
                <c:pt idx="4263">
                  <c:v>0</c:v>
                </c:pt>
                <c:pt idx="4264">
                  <c:v>0</c:v>
                </c:pt>
                <c:pt idx="4265">
                  <c:v>0</c:v>
                </c:pt>
                <c:pt idx="4266">
                  <c:v>0</c:v>
                </c:pt>
                <c:pt idx="4267">
                  <c:v>0</c:v>
                </c:pt>
                <c:pt idx="4268">
                  <c:v>0</c:v>
                </c:pt>
                <c:pt idx="4269">
                  <c:v>0</c:v>
                </c:pt>
                <c:pt idx="4270">
                  <c:v>0</c:v>
                </c:pt>
                <c:pt idx="4271">
                  <c:v>0</c:v>
                </c:pt>
                <c:pt idx="4272">
                  <c:v>0</c:v>
                </c:pt>
                <c:pt idx="4273">
                  <c:v>0</c:v>
                </c:pt>
                <c:pt idx="4274">
                  <c:v>0</c:v>
                </c:pt>
                <c:pt idx="4275">
                  <c:v>0</c:v>
                </c:pt>
                <c:pt idx="4276">
                  <c:v>0</c:v>
                </c:pt>
                <c:pt idx="4277">
                  <c:v>0</c:v>
                </c:pt>
                <c:pt idx="4278">
                  <c:v>0</c:v>
                </c:pt>
                <c:pt idx="4279">
                  <c:v>0</c:v>
                </c:pt>
                <c:pt idx="4280">
                  <c:v>0</c:v>
                </c:pt>
                <c:pt idx="4281">
                  <c:v>0</c:v>
                </c:pt>
                <c:pt idx="4282">
                  <c:v>0</c:v>
                </c:pt>
                <c:pt idx="4283">
                  <c:v>0</c:v>
                </c:pt>
                <c:pt idx="4284">
                  <c:v>0</c:v>
                </c:pt>
                <c:pt idx="4285">
                  <c:v>0</c:v>
                </c:pt>
                <c:pt idx="4286">
                  <c:v>0</c:v>
                </c:pt>
                <c:pt idx="4287">
                  <c:v>0</c:v>
                </c:pt>
                <c:pt idx="4288">
                  <c:v>0</c:v>
                </c:pt>
                <c:pt idx="4289">
                  <c:v>0</c:v>
                </c:pt>
                <c:pt idx="4290">
                  <c:v>0</c:v>
                </c:pt>
                <c:pt idx="4291">
                  <c:v>0</c:v>
                </c:pt>
                <c:pt idx="4292">
                  <c:v>0</c:v>
                </c:pt>
                <c:pt idx="4293">
                  <c:v>0</c:v>
                </c:pt>
                <c:pt idx="4294">
                  <c:v>0</c:v>
                </c:pt>
                <c:pt idx="4295">
                  <c:v>0</c:v>
                </c:pt>
                <c:pt idx="4296">
                  <c:v>0</c:v>
                </c:pt>
                <c:pt idx="4297">
                  <c:v>0</c:v>
                </c:pt>
                <c:pt idx="4298">
                  <c:v>0</c:v>
                </c:pt>
                <c:pt idx="4299">
                  <c:v>0</c:v>
                </c:pt>
                <c:pt idx="4300">
                  <c:v>0</c:v>
                </c:pt>
                <c:pt idx="4301">
                  <c:v>0</c:v>
                </c:pt>
                <c:pt idx="4302">
                  <c:v>0</c:v>
                </c:pt>
                <c:pt idx="4303">
                  <c:v>0</c:v>
                </c:pt>
                <c:pt idx="4304">
                  <c:v>0</c:v>
                </c:pt>
                <c:pt idx="4305">
                  <c:v>0</c:v>
                </c:pt>
                <c:pt idx="4306">
                  <c:v>0</c:v>
                </c:pt>
                <c:pt idx="4307">
                  <c:v>0</c:v>
                </c:pt>
                <c:pt idx="4308">
                  <c:v>0</c:v>
                </c:pt>
                <c:pt idx="4309">
                  <c:v>0</c:v>
                </c:pt>
                <c:pt idx="4310">
                  <c:v>0</c:v>
                </c:pt>
                <c:pt idx="4311">
                  <c:v>0</c:v>
                </c:pt>
                <c:pt idx="4312">
                  <c:v>0</c:v>
                </c:pt>
                <c:pt idx="4313">
                  <c:v>0</c:v>
                </c:pt>
                <c:pt idx="4314">
                  <c:v>0</c:v>
                </c:pt>
                <c:pt idx="4315">
                  <c:v>0</c:v>
                </c:pt>
                <c:pt idx="4316">
                  <c:v>0</c:v>
                </c:pt>
                <c:pt idx="4317">
                  <c:v>0</c:v>
                </c:pt>
                <c:pt idx="4318">
                  <c:v>0</c:v>
                </c:pt>
                <c:pt idx="4319">
                  <c:v>0</c:v>
                </c:pt>
                <c:pt idx="4320">
                  <c:v>0</c:v>
                </c:pt>
                <c:pt idx="4321">
                  <c:v>0</c:v>
                </c:pt>
                <c:pt idx="4322">
                  <c:v>0</c:v>
                </c:pt>
                <c:pt idx="4323">
                  <c:v>0</c:v>
                </c:pt>
                <c:pt idx="4324">
                  <c:v>0</c:v>
                </c:pt>
                <c:pt idx="4325">
                  <c:v>0</c:v>
                </c:pt>
                <c:pt idx="4326">
                  <c:v>0</c:v>
                </c:pt>
                <c:pt idx="4327">
                  <c:v>0</c:v>
                </c:pt>
                <c:pt idx="4328">
                  <c:v>0</c:v>
                </c:pt>
                <c:pt idx="4329">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4">
                  <c:v>0</c:v>
                </c:pt>
                <c:pt idx="4345">
                  <c:v>0</c:v>
                </c:pt>
                <c:pt idx="4346">
                  <c:v>0</c:v>
                </c:pt>
                <c:pt idx="4347">
                  <c:v>0</c:v>
                </c:pt>
                <c:pt idx="4348">
                  <c:v>0</c:v>
                </c:pt>
                <c:pt idx="4349">
                  <c:v>0</c:v>
                </c:pt>
                <c:pt idx="4350">
                  <c:v>0</c:v>
                </c:pt>
                <c:pt idx="4351">
                  <c:v>0</c:v>
                </c:pt>
                <c:pt idx="4352">
                  <c:v>0</c:v>
                </c:pt>
                <c:pt idx="4353">
                  <c:v>0</c:v>
                </c:pt>
                <c:pt idx="4354">
                  <c:v>0</c:v>
                </c:pt>
                <c:pt idx="4355">
                  <c:v>0</c:v>
                </c:pt>
                <c:pt idx="4356">
                  <c:v>0</c:v>
                </c:pt>
                <c:pt idx="4357">
                  <c:v>0</c:v>
                </c:pt>
                <c:pt idx="4358">
                  <c:v>0</c:v>
                </c:pt>
                <c:pt idx="4359">
                  <c:v>0</c:v>
                </c:pt>
                <c:pt idx="4360">
                  <c:v>0</c:v>
                </c:pt>
                <c:pt idx="4361">
                  <c:v>0</c:v>
                </c:pt>
                <c:pt idx="4362">
                  <c:v>0</c:v>
                </c:pt>
                <c:pt idx="4363">
                  <c:v>0</c:v>
                </c:pt>
                <c:pt idx="4364">
                  <c:v>0</c:v>
                </c:pt>
                <c:pt idx="4365">
                  <c:v>0</c:v>
                </c:pt>
                <c:pt idx="4366">
                  <c:v>0</c:v>
                </c:pt>
                <c:pt idx="4367">
                  <c:v>0</c:v>
                </c:pt>
                <c:pt idx="4368">
                  <c:v>0</c:v>
                </c:pt>
                <c:pt idx="4369">
                  <c:v>0</c:v>
                </c:pt>
                <c:pt idx="4370">
                  <c:v>0</c:v>
                </c:pt>
                <c:pt idx="4371">
                  <c:v>0</c:v>
                </c:pt>
                <c:pt idx="4372">
                  <c:v>0</c:v>
                </c:pt>
                <c:pt idx="4373">
                  <c:v>0</c:v>
                </c:pt>
                <c:pt idx="4374">
                  <c:v>0</c:v>
                </c:pt>
                <c:pt idx="4375">
                  <c:v>0</c:v>
                </c:pt>
                <c:pt idx="4376">
                  <c:v>0</c:v>
                </c:pt>
                <c:pt idx="4377">
                  <c:v>0</c:v>
                </c:pt>
                <c:pt idx="4378">
                  <c:v>0</c:v>
                </c:pt>
                <c:pt idx="4379">
                  <c:v>0</c:v>
                </c:pt>
                <c:pt idx="4380">
                  <c:v>0</c:v>
                </c:pt>
                <c:pt idx="4381">
                  <c:v>0</c:v>
                </c:pt>
                <c:pt idx="4382">
                  <c:v>0</c:v>
                </c:pt>
                <c:pt idx="4383">
                  <c:v>0</c:v>
                </c:pt>
                <c:pt idx="4384">
                  <c:v>0</c:v>
                </c:pt>
                <c:pt idx="4385">
                  <c:v>0</c:v>
                </c:pt>
                <c:pt idx="4386">
                  <c:v>0</c:v>
                </c:pt>
                <c:pt idx="4387">
                  <c:v>0</c:v>
                </c:pt>
                <c:pt idx="4388">
                  <c:v>0</c:v>
                </c:pt>
                <c:pt idx="4389">
                  <c:v>0</c:v>
                </c:pt>
                <c:pt idx="4390">
                  <c:v>0</c:v>
                </c:pt>
                <c:pt idx="4391">
                  <c:v>0</c:v>
                </c:pt>
                <c:pt idx="4392">
                  <c:v>0</c:v>
                </c:pt>
                <c:pt idx="4393">
                  <c:v>0</c:v>
                </c:pt>
                <c:pt idx="4394">
                  <c:v>0</c:v>
                </c:pt>
                <c:pt idx="4395">
                  <c:v>0</c:v>
                </c:pt>
                <c:pt idx="4396">
                  <c:v>0</c:v>
                </c:pt>
                <c:pt idx="4397">
                  <c:v>0</c:v>
                </c:pt>
                <c:pt idx="4398">
                  <c:v>0</c:v>
                </c:pt>
                <c:pt idx="4399">
                  <c:v>0</c:v>
                </c:pt>
                <c:pt idx="4400">
                  <c:v>0</c:v>
                </c:pt>
                <c:pt idx="4401">
                  <c:v>0</c:v>
                </c:pt>
                <c:pt idx="4402">
                  <c:v>0</c:v>
                </c:pt>
                <c:pt idx="4403">
                  <c:v>0</c:v>
                </c:pt>
                <c:pt idx="4404">
                  <c:v>0</c:v>
                </c:pt>
                <c:pt idx="4405">
                  <c:v>0</c:v>
                </c:pt>
                <c:pt idx="4406">
                  <c:v>0</c:v>
                </c:pt>
                <c:pt idx="4407">
                  <c:v>0</c:v>
                </c:pt>
                <c:pt idx="4408">
                  <c:v>0</c:v>
                </c:pt>
                <c:pt idx="4409">
                  <c:v>0</c:v>
                </c:pt>
                <c:pt idx="4410">
                  <c:v>0</c:v>
                </c:pt>
                <c:pt idx="4411">
                  <c:v>0</c:v>
                </c:pt>
                <c:pt idx="4412">
                  <c:v>0</c:v>
                </c:pt>
                <c:pt idx="4413">
                  <c:v>0</c:v>
                </c:pt>
                <c:pt idx="4414">
                  <c:v>0</c:v>
                </c:pt>
                <c:pt idx="4415">
                  <c:v>0</c:v>
                </c:pt>
                <c:pt idx="4416">
                  <c:v>0</c:v>
                </c:pt>
                <c:pt idx="4417">
                  <c:v>0</c:v>
                </c:pt>
                <c:pt idx="4418">
                  <c:v>0</c:v>
                </c:pt>
                <c:pt idx="4419">
                  <c:v>0</c:v>
                </c:pt>
                <c:pt idx="4420">
                  <c:v>0</c:v>
                </c:pt>
                <c:pt idx="4421">
                  <c:v>0</c:v>
                </c:pt>
                <c:pt idx="4422">
                  <c:v>0</c:v>
                </c:pt>
                <c:pt idx="4423">
                  <c:v>0</c:v>
                </c:pt>
                <c:pt idx="4424">
                  <c:v>0</c:v>
                </c:pt>
                <c:pt idx="4425">
                  <c:v>0</c:v>
                </c:pt>
                <c:pt idx="4426">
                  <c:v>0</c:v>
                </c:pt>
                <c:pt idx="4427">
                  <c:v>0</c:v>
                </c:pt>
                <c:pt idx="4428">
                  <c:v>0</c:v>
                </c:pt>
                <c:pt idx="4429">
                  <c:v>0</c:v>
                </c:pt>
                <c:pt idx="4430">
                  <c:v>0</c:v>
                </c:pt>
                <c:pt idx="4431">
                  <c:v>0</c:v>
                </c:pt>
                <c:pt idx="4432">
                  <c:v>0</c:v>
                </c:pt>
                <c:pt idx="4433">
                  <c:v>0</c:v>
                </c:pt>
                <c:pt idx="4434">
                  <c:v>0</c:v>
                </c:pt>
                <c:pt idx="4435">
                  <c:v>0</c:v>
                </c:pt>
                <c:pt idx="4436">
                  <c:v>0</c:v>
                </c:pt>
                <c:pt idx="4437">
                  <c:v>0</c:v>
                </c:pt>
                <c:pt idx="4438">
                  <c:v>0</c:v>
                </c:pt>
                <c:pt idx="4439">
                  <c:v>0</c:v>
                </c:pt>
                <c:pt idx="4440">
                  <c:v>0</c:v>
                </c:pt>
                <c:pt idx="4441">
                  <c:v>0</c:v>
                </c:pt>
                <c:pt idx="4442">
                  <c:v>0</c:v>
                </c:pt>
                <c:pt idx="4443">
                  <c:v>0</c:v>
                </c:pt>
                <c:pt idx="4444">
                  <c:v>0</c:v>
                </c:pt>
                <c:pt idx="4445">
                  <c:v>0</c:v>
                </c:pt>
                <c:pt idx="4446">
                  <c:v>0</c:v>
                </c:pt>
                <c:pt idx="4447">
                  <c:v>0</c:v>
                </c:pt>
                <c:pt idx="4448">
                  <c:v>0</c:v>
                </c:pt>
                <c:pt idx="4449">
                  <c:v>0</c:v>
                </c:pt>
                <c:pt idx="4450">
                  <c:v>0</c:v>
                </c:pt>
                <c:pt idx="4451">
                  <c:v>0</c:v>
                </c:pt>
                <c:pt idx="4452">
                  <c:v>0</c:v>
                </c:pt>
                <c:pt idx="4453">
                  <c:v>0</c:v>
                </c:pt>
                <c:pt idx="4454">
                  <c:v>0</c:v>
                </c:pt>
                <c:pt idx="4455">
                  <c:v>0</c:v>
                </c:pt>
                <c:pt idx="4456">
                  <c:v>0</c:v>
                </c:pt>
                <c:pt idx="4457">
                  <c:v>0</c:v>
                </c:pt>
                <c:pt idx="4458">
                  <c:v>0</c:v>
                </c:pt>
                <c:pt idx="4459">
                  <c:v>0</c:v>
                </c:pt>
                <c:pt idx="4460">
                  <c:v>0</c:v>
                </c:pt>
                <c:pt idx="4461">
                  <c:v>0</c:v>
                </c:pt>
                <c:pt idx="4462">
                  <c:v>0</c:v>
                </c:pt>
                <c:pt idx="4463">
                  <c:v>0</c:v>
                </c:pt>
                <c:pt idx="4464">
                  <c:v>0</c:v>
                </c:pt>
                <c:pt idx="4465">
                  <c:v>0</c:v>
                </c:pt>
                <c:pt idx="4466">
                  <c:v>0</c:v>
                </c:pt>
                <c:pt idx="4467">
                  <c:v>0</c:v>
                </c:pt>
                <c:pt idx="4468">
                  <c:v>0</c:v>
                </c:pt>
                <c:pt idx="4469">
                  <c:v>0</c:v>
                </c:pt>
                <c:pt idx="4470">
                  <c:v>0</c:v>
                </c:pt>
                <c:pt idx="4471">
                  <c:v>0</c:v>
                </c:pt>
                <c:pt idx="4472">
                  <c:v>0</c:v>
                </c:pt>
                <c:pt idx="4473">
                  <c:v>0</c:v>
                </c:pt>
                <c:pt idx="4474">
                  <c:v>0</c:v>
                </c:pt>
                <c:pt idx="4475">
                  <c:v>0</c:v>
                </c:pt>
                <c:pt idx="4476">
                  <c:v>0</c:v>
                </c:pt>
                <c:pt idx="4477">
                  <c:v>0</c:v>
                </c:pt>
                <c:pt idx="4478">
                  <c:v>0</c:v>
                </c:pt>
                <c:pt idx="4479">
                  <c:v>0</c:v>
                </c:pt>
                <c:pt idx="4480">
                  <c:v>0</c:v>
                </c:pt>
                <c:pt idx="4481">
                  <c:v>0</c:v>
                </c:pt>
                <c:pt idx="4482">
                  <c:v>0</c:v>
                </c:pt>
                <c:pt idx="4483">
                  <c:v>0</c:v>
                </c:pt>
                <c:pt idx="4484">
                  <c:v>0</c:v>
                </c:pt>
                <c:pt idx="4485">
                  <c:v>0</c:v>
                </c:pt>
                <c:pt idx="4486">
                  <c:v>0</c:v>
                </c:pt>
                <c:pt idx="4487">
                  <c:v>0</c:v>
                </c:pt>
                <c:pt idx="4488">
                  <c:v>0</c:v>
                </c:pt>
                <c:pt idx="4489">
                  <c:v>0</c:v>
                </c:pt>
                <c:pt idx="4490">
                  <c:v>0</c:v>
                </c:pt>
                <c:pt idx="4491">
                  <c:v>0</c:v>
                </c:pt>
                <c:pt idx="4492">
                  <c:v>0</c:v>
                </c:pt>
                <c:pt idx="4493">
                  <c:v>0</c:v>
                </c:pt>
                <c:pt idx="4494">
                  <c:v>0</c:v>
                </c:pt>
                <c:pt idx="4495">
                  <c:v>0</c:v>
                </c:pt>
                <c:pt idx="4496">
                  <c:v>0</c:v>
                </c:pt>
                <c:pt idx="4497">
                  <c:v>0</c:v>
                </c:pt>
                <c:pt idx="4498">
                  <c:v>0</c:v>
                </c:pt>
                <c:pt idx="4499">
                  <c:v>0</c:v>
                </c:pt>
                <c:pt idx="4500">
                  <c:v>0</c:v>
                </c:pt>
                <c:pt idx="4501">
                  <c:v>0</c:v>
                </c:pt>
                <c:pt idx="4502">
                  <c:v>0</c:v>
                </c:pt>
                <c:pt idx="4503">
                  <c:v>0</c:v>
                </c:pt>
                <c:pt idx="4504">
                  <c:v>0</c:v>
                </c:pt>
                <c:pt idx="4505">
                  <c:v>0</c:v>
                </c:pt>
                <c:pt idx="4506">
                  <c:v>0</c:v>
                </c:pt>
                <c:pt idx="4507">
                  <c:v>0</c:v>
                </c:pt>
                <c:pt idx="4508">
                  <c:v>0</c:v>
                </c:pt>
                <c:pt idx="4509">
                  <c:v>0</c:v>
                </c:pt>
                <c:pt idx="4510">
                  <c:v>0</c:v>
                </c:pt>
                <c:pt idx="4511">
                  <c:v>0</c:v>
                </c:pt>
                <c:pt idx="4512">
                  <c:v>0</c:v>
                </c:pt>
                <c:pt idx="4513">
                  <c:v>0</c:v>
                </c:pt>
                <c:pt idx="4514">
                  <c:v>0</c:v>
                </c:pt>
                <c:pt idx="4515">
                  <c:v>0</c:v>
                </c:pt>
                <c:pt idx="4516">
                  <c:v>0</c:v>
                </c:pt>
                <c:pt idx="4517">
                  <c:v>0</c:v>
                </c:pt>
                <c:pt idx="4518">
                  <c:v>0</c:v>
                </c:pt>
                <c:pt idx="4519">
                  <c:v>0</c:v>
                </c:pt>
                <c:pt idx="4520">
                  <c:v>0</c:v>
                </c:pt>
                <c:pt idx="4521">
                  <c:v>0</c:v>
                </c:pt>
                <c:pt idx="4522">
                  <c:v>0</c:v>
                </c:pt>
                <c:pt idx="4523">
                  <c:v>0</c:v>
                </c:pt>
                <c:pt idx="4524">
                  <c:v>0</c:v>
                </c:pt>
                <c:pt idx="4525">
                  <c:v>0</c:v>
                </c:pt>
                <c:pt idx="4526">
                  <c:v>0</c:v>
                </c:pt>
                <c:pt idx="4527">
                  <c:v>0</c:v>
                </c:pt>
                <c:pt idx="4528">
                  <c:v>0</c:v>
                </c:pt>
                <c:pt idx="4529">
                  <c:v>0</c:v>
                </c:pt>
                <c:pt idx="4530">
                  <c:v>0</c:v>
                </c:pt>
                <c:pt idx="4531">
                  <c:v>0</c:v>
                </c:pt>
                <c:pt idx="4532">
                  <c:v>0</c:v>
                </c:pt>
                <c:pt idx="4533">
                  <c:v>0</c:v>
                </c:pt>
                <c:pt idx="4534">
                  <c:v>0</c:v>
                </c:pt>
                <c:pt idx="4535">
                  <c:v>0</c:v>
                </c:pt>
                <c:pt idx="4536">
                  <c:v>0</c:v>
                </c:pt>
                <c:pt idx="4537">
                  <c:v>0</c:v>
                </c:pt>
                <c:pt idx="4538">
                  <c:v>0</c:v>
                </c:pt>
                <c:pt idx="4539">
                  <c:v>0</c:v>
                </c:pt>
                <c:pt idx="4540">
                  <c:v>0</c:v>
                </c:pt>
                <c:pt idx="4541">
                  <c:v>0</c:v>
                </c:pt>
                <c:pt idx="4542">
                  <c:v>0</c:v>
                </c:pt>
                <c:pt idx="4543">
                  <c:v>0</c:v>
                </c:pt>
                <c:pt idx="4544">
                  <c:v>0</c:v>
                </c:pt>
                <c:pt idx="4545">
                  <c:v>0</c:v>
                </c:pt>
                <c:pt idx="4546">
                  <c:v>0</c:v>
                </c:pt>
                <c:pt idx="4547">
                  <c:v>0</c:v>
                </c:pt>
                <c:pt idx="4548">
                  <c:v>0</c:v>
                </c:pt>
                <c:pt idx="4549">
                  <c:v>0</c:v>
                </c:pt>
                <c:pt idx="4550">
                  <c:v>0</c:v>
                </c:pt>
                <c:pt idx="4551">
                  <c:v>0</c:v>
                </c:pt>
                <c:pt idx="4552">
                  <c:v>0</c:v>
                </c:pt>
                <c:pt idx="4553">
                  <c:v>0</c:v>
                </c:pt>
                <c:pt idx="4554">
                  <c:v>0</c:v>
                </c:pt>
                <c:pt idx="4555">
                  <c:v>0</c:v>
                </c:pt>
                <c:pt idx="4556">
                  <c:v>0</c:v>
                </c:pt>
                <c:pt idx="4557">
                  <c:v>0</c:v>
                </c:pt>
                <c:pt idx="4558">
                  <c:v>0</c:v>
                </c:pt>
                <c:pt idx="4559">
                  <c:v>0</c:v>
                </c:pt>
                <c:pt idx="4560">
                  <c:v>0</c:v>
                </c:pt>
                <c:pt idx="4561">
                  <c:v>0</c:v>
                </c:pt>
                <c:pt idx="4562">
                  <c:v>0</c:v>
                </c:pt>
                <c:pt idx="4563">
                  <c:v>0</c:v>
                </c:pt>
                <c:pt idx="4564">
                  <c:v>0</c:v>
                </c:pt>
                <c:pt idx="4565">
                  <c:v>0</c:v>
                </c:pt>
                <c:pt idx="4566">
                  <c:v>0</c:v>
                </c:pt>
                <c:pt idx="4567">
                  <c:v>0</c:v>
                </c:pt>
                <c:pt idx="4568">
                  <c:v>0</c:v>
                </c:pt>
                <c:pt idx="4569">
                  <c:v>0</c:v>
                </c:pt>
                <c:pt idx="4570">
                  <c:v>0</c:v>
                </c:pt>
                <c:pt idx="4571">
                  <c:v>0</c:v>
                </c:pt>
                <c:pt idx="4572">
                  <c:v>0</c:v>
                </c:pt>
                <c:pt idx="4573">
                  <c:v>0</c:v>
                </c:pt>
                <c:pt idx="4574">
                  <c:v>0</c:v>
                </c:pt>
                <c:pt idx="4575">
                  <c:v>0</c:v>
                </c:pt>
                <c:pt idx="4576">
                  <c:v>0</c:v>
                </c:pt>
                <c:pt idx="4577">
                  <c:v>0</c:v>
                </c:pt>
                <c:pt idx="4578">
                  <c:v>0</c:v>
                </c:pt>
                <c:pt idx="4579">
                  <c:v>0</c:v>
                </c:pt>
                <c:pt idx="4580">
                  <c:v>0</c:v>
                </c:pt>
                <c:pt idx="4581">
                  <c:v>0</c:v>
                </c:pt>
                <c:pt idx="4582">
                  <c:v>0</c:v>
                </c:pt>
                <c:pt idx="4583">
                  <c:v>0</c:v>
                </c:pt>
                <c:pt idx="4584">
                  <c:v>0</c:v>
                </c:pt>
                <c:pt idx="4585">
                  <c:v>0</c:v>
                </c:pt>
                <c:pt idx="4586">
                  <c:v>0</c:v>
                </c:pt>
                <c:pt idx="4587">
                  <c:v>0</c:v>
                </c:pt>
                <c:pt idx="4588">
                  <c:v>0</c:v>
                </c:pt>
                <c:pt idx="4589">
                  <c:v>0</c:v>
                </c:pt>
                <c:pt idx="4590">
                  <c:v>0</c:v>
                </c:pt>
                <c:pt idx="4591">
                  <c:v>0</c:v>
                </c:pt>
                <c:pt idx="4592">
                  <c:v>0</c:v>
                </c:pt>
                <c:pt idx="4593">
                  <c:v>0</c:v>
                </c:pt>
                <c:pt idx="4594">
                  <c:v>0</c:v>
                </c:pt>
                <c:pt idx="4595">
                  <c:v>0</c:v>
                </c:pt>
                <c:pt idx="4596">
                  <c:v>0</c:v>
                </c:pt>
                <c:pt idx="4597">
                  <c:v>0</c:v>
                </c:pt>
                <c:pt idx="4598">
                  <c:v>0</c:v>
                </c:pt>
                <c:pt idx="4599">
                  <c:v>0</c:v>
                </c:pt>
                <c:pt idx="4600">
                  <c:v>0</c:v>
                </c:pt>
                <c:pt idx="4601">
                  <c:v>0</c:v>
                </c:pt>
                <c:pt idx="4602">
                  <c:v>0</c:v>
                </c:pt>
                <c:pt idx="4603">
                  <c:v>0</c:v>
                </c:pt>
                <c:pt idx="4604">
                  <c:v>0</c:v>
                </c:pt>
                <c:pt idx="4605">
                  <c:v>0</c:v>
                </c:pt>
                <c:pt idx="4606">
                  <c:v>0</c:v>
                </c:pt>
                <c:pt idx="4607">
                  <c:v>0</c:v>
                </c:pt>
                <c:pt idx="4608">
                  <c:v>0</c:v>
                </c:pt>
                <c:pt idx="4609">
                  <c:v>0</c:v>
                </c:pt>
                <c:pt idx="4610">
                  <c:v>0</c:v>
                </c:pt>
                <c:pt idx="4611">
                  <c:v>0</c:v>
                </c:pt>
                <c:pt idx="4612">
                  <c:v>0</c:v>
                </c:pt>
                <c:pt idx="4613">
                  <c:v>0</c:v>
                </c:pt>
                <c:pt idx="4614">
                  <c:v>0</c:v>
                </c:pt>
                <c:pt idx="4615">
                  <c:v>0</c:v>
                </c:pt>
                <c:pt idx="4616">
                  <c:v>0</c:v>
                </c:pt>
                <c:pt idx="4617">
                  <c:v>0</c:v>
                </c:pt>
                <c:pt idx="4618">
                  <c:v>0</c:v>
                </c:pt>
                <c:pt idx="4619">
                  <c:v>0</c:v>
                </c:pt>
                <c:pt idx="4620">
                  <c:v>0</c:v>
                </c:pt>
                <c:pt idx="4621">
                  <c:v>0</c:v>
                </c:pt>
                <c:pt idx="4622">
                  <c:v>0</c:v>
                </c:pt>
                <c:pt idx="4623">
                  <c:v>0</c:v>
                </c:pt>
                <c:pt idx="4624">
                  <c:v>0</c:v>
                </c:pt>
                <c:pt idx="4625">
                  <c:v>0</c:v>
                </c:pt>
                <c:pt idx="4626">
                  <c:v>0</c:v>
                </c:pt>
                <c:pt idx="4627">
                  <c:v>0</c:v>
                </c:pt>
                <c:pt idx="4628">
                  <c:v>0</c:v>
                </c:pt>
                <c:pt idx="4629">
                  <c:v>0</c:v>
                </c:pt>
                <c:pt idx="4630">
                  <c:v>0</c:v>
                </c:pt>
                <c:pt idx="4631">
                  <c:v>0</c:v>
                </c:pt>
                <c:pt idx="4632">
                  <c:v>0</c:v>
                </c:pt>
                <c:pt idx="4633">
                  <c:v>0</c:v>
                </c:pt>
                <c:pt idx="4634">
                  <c:v>0</c:v>
                </c:pt>
                <c:pt idx="4635">
                  <c:v>0</c:v>
                </c:pt>
                <c:pt idx="4636">
                  <c:v>0</c:v>
                </c:pt>
                <c:pt idx="4637">
                  <c:v>0</c:v>
                </c:pt>
                <c:pt idx="4638">
                  <c:v>0</c:v>
                </c:pt>
                <c:pt idx="4639">
                  <c:v>0</c:v>
                </c:pt>
                <c:pt idx="4640">
                  <c:v>0</c:v>
                </c:pt>
                <c:pt idx="4641">
                  <c:v>0</c:v>
                </c:pt>
                <c:pt idx="4642">
                  <c:v>0</c:v>
                </c:pt>
                <c:pt idx="4643">
                  <c:v>0</c:v>
                </c:pt>
                <c:pt idx="4644">
                  <c:v>0</c:v>
                </c:pt>
                <c:pt idx="4645">
                  <c:v>0</c:v>
                </c:pt>
                <c:pt idx="4646">
                  <c:v>0</c:v>
                </c:pt>
                <c:pt idx="4647">
                  <c:v>0</c:v>
                </c:pt>
                <c:pt idx="4648">
                  <c:v>0</c:v>
                </c:pt>
                <c:pt idx="4649">
                  <c:v>0</c:v>
                </c:pt>
                <c:pt idx="4650">
                  <c:v>0</c:v>
                </c:pt>
                <c:pt idx="4651">
                  <c:v>0</c:v>
                </c:pt>
                <c:pt idx="4652">
                  <c:v>0</c:v>
                </c:pt>
                <c:pt idx="4653">
                  <c:v>0</c:v>
                </c:pt>
                <c:pt idx="4654">
                  <c:v>0</c:v>
                </c:pt>
                <c:pt idx="4655">
                  <c:v>0</c:v>
                </c:pt>
                <c:pt idx="4656">
                  <c:v>0</c:v>
                </c:pt>
                <c:pt idx="4657">
                  <c:v>0</c:v>
                </c:pt>
                <c:pt idx="4658">
                  <c:v>0</c:v>
                </c:pt>
                <c:pt idx="4659">
                  <c:v>0</c:v>
                </c:pt>
                <c:pt idx="4660">
                  <c:v>0</c:v>
                </c:pt>
                <c:pt idx="4661">
                  <c:v>0</c:v>
                </c:pt>
                <c:pt idx="4662">
                  <c:v>0</c:v>
                </c:pt>
                <c:pt idx="4663">
                  <c:v>0</c:v>
                </c:pt>
                <c:pt idx="4664">
                  <c:v>0</c:v>
                </c:pt>
                <c:pt idx="4665">
                  <c:v>0</c:v>
                </c:pt>
                <c:pt idx="4666">
                  <c:v>0</c:v>
                </c:pt>
                <c:pt idx="4667">
                  <c:v>0</c:v>
                </c:pt>
                <c:pt idx="4668">
                  <c:v>0</c:v>
                </c:pt>
                <c:pt idx="4669">
                  <c:v>0</c:v>
                </c:pt>
                <c:pt idx="4670">
                  <c:v>0</c:v>
                </c:pt>
                <c:pt idx="4671">
                  <c:v>0</c:v>
                </c:pt>
                <c:pt idx="4672">
                  <c:v>0</c:v>
                </c:pt>
                <c:pt idx="4673">
                  <c:v>0</c:v>
                </c:pt>
                <c:pt idx="4674">
                  <c:v>0</c:v>
                </c:pt>
                <c:pt idx="4675">
                  <c:v>0</c:v>
                </c:pt>
                <c:pt idx="4676">
                  <c:v>0</c:v>
                </c:pt>
                <c:pt idx="4677">
                  <c:v>0</c:v>
                </c:pt>
                <c:pt idx="4678">
                  <c:v>0</c:v>
                </c:pt>
                <c:pt idx="4679">
                  <c:v>0</c:v>
                </c:pt>
                <c:pt idx="4680">
                  <c:v>0</c:v>
                </c:pt>
                <c:pt idx="4681">
                  <c:v>0</c:v>
                </c:pt>
                <c:pt idx="4682">
                  <c:v>0</c:v>
                </c:pt>
                <c:pt idx="4683">
                  <c:v>0</c:v>
                </c:pt>
                <c:pt idx="4684">
                  <c:v>0</c:v>
                </c:pt>
                <c:pt idx="4685">
                  <c:v>0</c:v>
                </c:pt>
                <c:pt idx="4686">
                  <c:v>0</c:v>
                </c:pt>
                <c:pt idx="4687">
                  <c:v>0</c:v>
                </c:pt>
                <c:pt idx="4688">
                  <c:v>0</c:v>
                </c:pt>
                <c:pt idx="4689">
                  <c:v>0</c:v>
                </c:pt>
                <c:pt idx="4690">
                  <c:v>0</c:v>
                </c:pt>
                <c:pt idx="4691">
                  <c:v>0</c:v>
                </c:pt>
                <c:pt idx="4692">
                  <c:v>0</c:v>
                </c:pt>
                <c:pt idx="4693">
                  <c:v>0</c:v>
                </c:pt>
                <c:pt idx="4694">
                  <c:v>0</c:v>
                </c:pt>
                <c:pt idx="4695">
                  <c:v>0</c:v>
                </c:pt>
                <c:pt idx="4696">
                  <c:v>0</c:v>
                </c:pt>
                <c:pt idx="4697">
                  <c:v>0</c:v>
                </c:pt>
                <c:pt idx="4698">
                  <c:v>0</c:v>
                </c:pt>
                <c:pt idx="4699">
                  <c:v>0</c:v>
                </c:pt>
                <c:pt idx="4700">
                  <c:v>0</c:v>
                </c:pt>
                <c:pt idx="4701">
                  <c:v>0</c:v>
                </c:pt>
                <c:pt idx="4702">
                  <c:v>0</c:v>
                </c:pt>
                <c:pt idx="4703">
                  <c:v>0</c:v>
                </c:pt>
                <c:pt idx="4704">
                  <c:v>9</c:v>
                </c:pt>
                <c:pt idx="4705">
                  <c:v>9</c:v>
                </c:pt>
                <c:pt idx="4706">
                  <c:v>9</c:v>
                </c:pt>
                <c:pt idx="4707">
                  <c:v>9</c:v>
                </c:pt>
                <c:pt idx="4708">
                  <c:v>9</c:v>
                </c:pt>
                <c:pt idx="4709">
                  <c:v>9</c:v>
                </c:pt>
                <c:pt idx="4710">
                  <c:v>9</c:v>
                </c:pt>
                <c:pt idx="4711">
                  <c:v>9</c:v>
                </c:pt>
                <c:pt idx="4712">
                  <c:v>9</c:v>
                </c:pt>
                <c:pt idx="4713">
                  <c:v>9</c:v>
                </c:pt>
                <c:pt idx="4714">
                  <c:v>9</c:v>
                </c:pt>
                <c:pt idx="4715">
                  <c:v>9</c:v>
                </c:pt>
                <c:pt idx="4716">
                  <c:v>9</c:v>
                </c:pt>
                <c:pt idx="4717">
                  <c:v>9</c:v>
                </c:pt>
                <c:pt idx="4718">
                  <c:v>9</c:v>
                </c:pt>
                <c:pt idx="4719">
                  <c:v>9</c:v>
                </c:pt>
                <c:pt idx="4720">
                  <c:v>9</c:v>
                </c:pt>
                <c:pt idx="4721">
                  <c:v>9</c:v>
                </c:pt>
                <c:pt idx="4722">
                  <c:v>9</c:v>
                </c:pt>
                <c:pt idx="4723">
                  <c:v>9</c:v>
                </c:pt>
                <c:pt idx="4724">
                  <c:v>9</c:v>
                </c:pt>
                <c:pt idx="4725">
                  <c:v>0</c:v>
                </c:pt>
                <c:pt idx="4726">
                  <c:v>0</c:v>
                </c:pt>
                <c:pt idx="4727">
                  <c:v>0</c:v>
                </c:pt>
                <c:pt idx="4728">
                  <c:v>0</c:v>
                </c:pt>
                <c:pt idx="4729">
                  <c:v>0</c:v>
                </c:pt>
                <c:pt idx="4730">
                  <c:v>0</c:v>
                </c:pt>
                <c:pt idx="4731">
                  <c:v>0</c:v>
                </c:pt>
                <c:pt idx="4732">
                  <c:v>0</c:v>
                </c:pt>
                <c:pt idx="4733">
                  <c:v>0</c:v>
                </c:pt>
                <c:pt idx="4734">
                  <c:v>0</c:v>
                </c:pt>
                <c:pt idx="4735">
                  <c:v>0</c:v>
                </c:pt>
                <c:pt idx="4736">
                  <c:v>0</c:v>
                </c:pt>
                <c:pt idx="4737">
                  <c:v>0</c:v>
                </c:pt>
                <c:pt idx="4738">
                  <c:v>0</c:v>
                </c:pt>
                <c:pt idx="4739">
                  <c:v>0</c:v>
                </c:pt>
                <c:pt idx="4740">
                  <c:v>0</c:v>
                </c:pt>
                <c:pt idx="4741">
                  <c:v>0</c:v>
                </c:pt>
                <c:pt idx="4742">
                  <c:v>0</c:v>
                </c:pt>
                <c:pt idx="4743">
                  <c:v>0</c:v>
                </c:pt>
                <c:pt idx="4744">
                  <c:v>0</c:v>
                </c:pt>
                <c:pt idx="4745">
                  <c:v>0</c:v>
                </c:pt>
                <c:pt idx="4746">
                  <c:v>0</c:v>
                </c:pt>
                <c:pt idx="4747">
                  <c:v>0</c:v>
                </c:pt>
                <c:pt idx="4748">
                  <c:v>0</c:v>
                </c:pt>
                <c:pt idx="4749">
                  <c:v>0</c:v>
                </c:pt>
                <c:pt idx="4750">
                  <c:v>0</c:v>
                </c:pt>
                <c:pt idx="4751">
                  <c:v>0</c:v>
                </c:pt>
                <c:pt idx="4752">
                  <c:v>0</c:v>
                </c:pt>
                <c:pt idx="4753">
                  <c:v>0</c:v>
                </c:pt>
                <c:pt idx="4754">
                  <c:v>0</c:v>
                </c:pt>
                <c:pt idx="4755">
                  <c:v>0</c:v>
                </c:pt>
                <c:pt idx="4756">
                  <c:v>0</c:v>
                </c:pt>
                <c:pt idx="4757">
                  <c:v>0</c:v>
                </c:pt>
                <c:pt idx="4758">
                  <c:v>0</c:v>
                </c:pt>
                <c:pt idx="4759">
                  <c:v>0</c:v>
                </c:pt>
                <c:pt idx="4760">
                  <c:v>0</c:v>
                </c:pt>
                <c:pt idx="4761">
                  <c:v>0</c:v>
                </c:pt>
                <c:pt idx="4762">
                  <c:v>0</c:v>
                </c:pt>
                <c:pt idx="4763">
                  <c:v>0</c:v>
                </c:pt>
                <c:pt idx="4764">
                  <c:v>0</c:v>
                </c:pt>
                <c:pt idx="4765">
                  <c:v>0</c:v>
                </c:pt>
                <c:pt idx="4766">
                  <c:v>0</c:v>
                </c:pt>
                <c:pt idx="4767">
                  <c:v>0</c:v>
                </c:pt>
                <c:pt idx="4768">
                  <c:v>0</c:v>
                </c:pt>
                <c:pt idx="4769">
                  <c:v>0</c:v>
                </c:pt>
                <c:pt idx="4770">
                  <c:v>0</c:v>
                </c:pt>
                <c:pt idx="4771">
                  <c:v>0</c:v>
                </c:pt>
                <c:pt idx="4772">
                  <c:v>0</c:v>
                </c:pt>
                <c:pt idx="4773">
                  <c:v>0</c:v>
                </c:pt>
                <c:pt idx="4774">
                  <c:v>0</c:v>
                </c:pt>
                <c:pt idx="4775">
                  <c:v>0</c:v>
                </c:pt>
                <c:pt idx="4776">
                  <c:v>0</c:v>
                </c:pt>
                <c:pt idx="4777">
                  <c:v>0</c:v>
                </c:pt>
                <c:pt idx="4778">
                  <c:v>0</c:v>
                </c:pt>
                <c:pt idx="4779">
                  <c:v>0</c:v>
                </c:pt>
                <c:pt idx="4780">
                  <c:v>0</c:v>
                </c:pt>
                <c:pt idx="4781">
                  <c:v>0</c:v>
                </c:pt>
                <c:pt idx="4782">
                  <c:v>0</c:v>
                </c:pt>
                <c:pt idx="4783">
                  <c:v>0</c:v>
                </c:pt>
                <c:pt idx="4784">
                  <c:v>0</c:v>
                </c:pt>
                <c:pt idx="4785">
                  <c:v>0</c:v>
                </c:pt>
                <c:pt idx="4786">
                  <c:v>0</c:v>
                </c:pt>
                <c:pt idx="4787">
                  <c:v>0</c:v>
                </c:pt>
                <c:pt idx="4788">
                  <c:v>0</c:v>
                </c:pt>
                <c:pt idx="4789">
                  <c:v>0</c:v>
                </c:pt>
                <c:pt idx="4790">
                  <c:v>0</c:v>
                </c:pt>
                <c:pt idx="4791">
                  <c:v>0</c:v>
                </c:pt>
                <c:pt idx="4792">
                  <c:v>0</c:v>
                </c:pt>
                <c:pt idx="4793">
                  <c:v>0</c:v>
                </c:pt>
                <c:pt idx="4794">
                  <c:v>0</c:v>
                </c:pt>
                <c:pt idx="4795">
                  <c:v>0</c:v>
                </c:pt>
                <c:pt idx="4796">
                  <c:v>0</c:v>
                </c:pt>
                <c:pt idx="4797">
                  <c:v>0</c:v>
                </c:pt>
                <c:pt idx="4798">
                  <c:v>0</c:v>
                </c:pt>
                <c:pt idx="4799">
                  <c:v>0</c:v>
                </c:pt>
                <c:pt idx="4800">
                  <c:v>0</c:v>
                </c:pt>
                <c:pt idx="4801">
                  <c:v>0</c:v>
                </c:pt>
                <c:pt idx="4802">
                  <c:v>0</c:v>
                </c:pt>
                <c:pt idx="4803">
                  <c:v>0</c:v>
                </c:pt>
                <c:pt idx="4804">
                  <c:v>0</c:v>
                </c:pt>
                <c:pt idx="4805">
                  <c:v>0</c:v>
                </c:pt>
                <c:pt idx="4806">
                  <c:v>0</c:v>
                </c:pt>
                <c:pt idx="4807">
                  <c:v>0</c:v>
                </c:pt>
                <c:pt idx="4808">
                  <c:v>0</c:v>
                </c:pt>
                <c:pt idx="4809">
                  <c:v>0</c:v>
                </c:pt>
                <c:pt idx="4810">
                  <c:v>0</c:v>
                </c:pt>
                <c:pt idx="4811">
                  <c:v>0</c:v>
                </c:pt>
                <c:pt idx="4812">
                  <c:v>0</c:v>
                </c:pt>
                <c:pt idx="4813">
                  <c:v>0</c:v>
                </c:pt>
                <c:pt idx="4814">
                  <c:v>0</c:v>
                </c:pt>
                <c:pt idx="4815">
                  <c:v>0</c:v>
                </c:pt>
                <c:pt idx="4816">
                  <c:v>0</c:v>
                </c:pt>
                <c:pt idx="4817">
                  <c:v>0</c:v>
                </c:pt>
                <c:pt idx="4818">
                  <c:v>0</c:v>
                </c:pt>
                <c:pt idx="4819">
                  <c:v>0</c:v>
                </c:pt>
                <c:pt idx="4820">
                  <c:v>0</c:v>
                </c:pt>
                <c:pt idx="4821">
                  <c:v>0</c:v>
                </c:pt>
                <c:pt idx="4822">
                  <c:v>0</c:v>
                </c:pt>
                <c:pt idx="4823">
                  <c:v>0</c:v>
                </c:pt>
                <c:pt idx="4824">
                  <c:v>0</c:v>
                </c:pt>
                <c:pt idx="4825">
                  <c:v>0</c:v>
                </c:pt>
                <c:pt idx="4826">
                  <c:v>0</c:v>
                </c:pt>
                <c:pt idx="4827">
                  <c:v>0</c:v>
                </c:pt>
                <c:pt idx="4828">
                  <c:v>0</c:v>
                </c:pt>
                <c:pt idx="4829">
                  <c:v>0</c:v>
                </c:pt>
                <c:pt idx="4830">
                  <c:v>0</c:v>
                </c:pt>
                <c:pt idx="4831">
                  <c:v>0</c:v>
                </c:pt>
                <c:pt idx="4832">
                  <c:v>0</c:v>
                </c:pt>
                <c:pt idx="4833">
                  <c:v>0</c:v>
                </c:pt>
                <c:pt idx="4834">
                  <c:v>0</c:v>
                </c:pt>
                <c:pt idx="4835">
                  <c:v>0</c:v>
                </c:pt>
                <c:pt idx="4836">
                  <c:v>0</c:v>
                </c:pt>
                <c:pt idx="4837">
                  <c:v>0</c:v>
                </c:pt>
                <c:pt idx="4838">
                  <c:v>0</c:v>
                </c:pt>
                <c:pt idx="4839">
                  <c:v>0</c:v>
                </c:pt>
                <c:pt idx="4840">
                  <c:v>0</c:v>
                </c:pt>
                <c:pt idx="4841">
                  <c:v>0</c:v>
                </c:pt>
                <c:pt idx="4842">
                  <c:v>0</c:v>
                </c:pt>
                <c:pt idx="4843">
                  <c:v>0</c:v>
                </c:pt>
                <c:pt idx="4844">
                  <c:v>0</c:v>
                </c:pt>
                <c:pt idx="4845">
                  <c:v>0</c:v>
                </c:pt>
                <c:pt idx="4846">
                  <c:v>0</c:v>
                </c:pt>
                <c:pt idx="4847">
                  <c:v>0</c:v>
                </c:pt>
                <c:pt idx="4848">
                  <c:v>0</c:v>
                </c:pt>
                <c:pt idx="4849">
                  <c:v>0</c:v>
                </c:pt>
                <c:pt idx="4850">
                  <c:v>0</c:v>
                </c:pt>
                <c:pt idx="4851">
                  <c:v>0</c:v>
                </c:pt>
                <c:pt idx="4852">
                  <c:v>0</c:v>
                </c:pt>
                <c:pt idx="4853">
                  <c:v>0</c:v>
                </c:pt>
                <c:pt idx="4854">
                  <c:v>0</c:v>
                </c:pt>
                <c:pt idx="4855">
                  <c:v>0</c:v>
                </c:pt>
                <c:pt idx="4856">
                  <c:v>0</c:v>
                </c:pt>
                <c:pt idx="4857">
                  <c:v>0</c:v>
                </c:pt>
                <c:pt idx="4858">
                  <c:v>0</c:v>
                </c:pt>
                <c:pt idx="4859">
                  <c:v>0</c:v>
                </c:pt>
                <c:pt idx="4860">
                  <c:v>0</c:v>
                </c:pt>
                <c:pt idx="4861">
                  <c:v>0</c:v>
                </c:pt>
                <c:pt idx="4862">
                  <c:v>0</c:v>
                </c:pt>
                <c:pt idx="4863">
                  <c:v>0</c:v>
                </c:pt>
                <c:pt idx="4864">
                  <c:v>0</c:v>
                </c:pt>
                <c:pt idx="4865">
                  <c:v>0</c:v>
                </c:pt>
                <c:pt idx="4866">
                  <c:v>0</c:v>
                </c:pt>
                <c:pt idx="4867">
                  <c:v>9</c:v>
                </c:pt>
                <c:pt idx="4868">
                  <c:v>9</c:v>
                </c:pt>
                <c:pt idx="4869">
                  <c:v>9</c:v>
                </c:pt>
                <c:pt idx="4870">
                  <c:v>9</c:v>
                </c:pt>
                <c:pt idx="4871">
                  <c:v>9</c:v>
                </c:pt>
                <c:pt idx="4872">
                  <c:v>9</c:v>
                </c:pt>
                <c:pt idx="4873">
                  <c:v>9</c:v>
                </c:pt>
                <c:pt idx="4874">
                  <c:v>9</c:v>
                </c:pt>
                <c:pt idx="4875">
                  <c:v>9</c:v>
                </c:pt>
                <c:pt idx="4876">
                  <c:v>9</c:v>
                </c:pt>
                <c:pt idx="4877">
                  <c:v>9</c:v>
                </c:pt>
                <c:pt idx="4878">
                  <c:v>9</c:v>
                </c:pt>
                <c:pt idx="4879">
                  <c:v>9</c:v>
                </c:pt>
                <c:pt idx="4880">
                  <c:v>9</c:v>
                </c:pt>
                <c:pt idx="4881">
                  <c:v>9</c:v>
                </c:pt>
                <c:pt idx="4882">
                  <c:v>9</c:v>
                </c:pt>
                <c:pt idx="4883">
                  <c:v>9</c:v>
                </c:pt>
                <c:pt idx="4884">
                  <c:v>9</c:v>
                </c:pt>
                <c:pt idx="4885">
                  <c:v>9</c:v>
                </c:pt>
                <c:pt idx="4886">
                  <c:v>9</c:v>
                </c:pt>
                <c:pt idx="4887">
                  <c:v>9</c:v>
                </c:pt>
                <c:pt idx="4888">
                  <c:v>0</c:v>
                </c:pt>
                <c:pt idx="4889">
                  <c:v>0</c:v>
                </c:pt>
                <c:pt idx="4890">
                  <c:v>0</c:v>
                </c:pt>
                <c:pt idx="4891">
                  <c:v>0</c:v>
                </c:pt>
                <c:pt idx="4892">
                  <c:v>0</c:v>
                </c:pt>
                <c:pt idx="4893">
                  <c:v>0</c:v>
                </c:pt>
                <c:pt idx="4894">
                  <c:v>0</c:v>
                </c:pt>
                <c:pt idx="4895">
                  <c:v>0</c:v>
                </c:pt>
                <c:pt idx="4896">
                  <c:v>0</c:v>
                </c:pt>
                <c:pt idx="4897">
                  <c:v>0</c:v>
                </c:pt>
                <c:pt idx="4898">
                  <c:v>0</c:v>
                </c:pt>
                <c:pt idx="4899">
                  <c:v>0</c:v>
                </c:pt>
                <c:pt idx="4900">
                  <c:v>0</c:v>
                </c:pt>
                <c:pt idx="4901">
                  <c:v>0</c:v>
                </c:pt>
                <c:pt idx="4902">
                  <c:v>0</c:v>
                </c:pt>
                <c:pt idx="4903">
                  <c:v>0</c:v>
                </c:pt>
                <c:pt idx="4904">
                  <c:v>0</c:v>
                </c:pt>
                <c:pt idx="4905">
                  <c:v>0</c:v>
                </c:pt>
                <c:pt idx="4906">
                  <c:v>0</c:v>
                </c:pt>
                <c:pt idx="4907">
                  <c:v>0</c:v>
                </c:pt>
                <c:pt idx="4908">
                  <c:v>0</c:v>
                </c:pt>
                <c:pt idx="4909">
                  <c:v>0</c:v>
                </c:pt>
                <c:pt idx="4910">
                  <c:v>0</c:v>
                </c:pt>
                <c:pt idx="4911">
                  <c:v>0</c:v>
                </c:pt>
                <c:pt idx="4912">
                  <c:v>0</c:v>
                </c:pt>
                <c:pt idx="4913">
                  <c:v>0</c:v>
                </c:pt>
                <c:pt idx="4914">
                  <c:v>0</c:v>
                </c:pt>
                <c:pt idx="4915">
                  <c:v>0</c:v>
                </c:pt>
                <c:pt idx="4916">
                  <c:v>0</c:v>
                </c:pt>
                <c:pt idx="4917">
                  <c:v>0</c:v>
                </c:pt>
                <c:pt idx="4918">
                  <c:v>0</c:v>
                </c:pt>
                <c:pt idx="4919">
                  <c:v>0</c:v>
                </c:pt>
                <c:pt idx="4920">
                  <c:v>0</c:v>
                </c:pt>
                <c:pt idx="4921">
                  <c:v>0</c:v>
                </c:pt>
                <c:pt idx="4922">
                  <c:v>0</c:v>
                </c:pt>
                <c:pt idx="4923">
                  <c:v>0</c:v>
                </c:pt>
                <c:pt idx="4924">
                  <c:v>0</c:v>
                </c:pt>
                <c:pt idx="4925">
                  <c:v>0</c:v>
                </c:pt>
                <c:pt idx="4926">
                  <c:v>0</c:v>
                </c:pt>
                <c:pt idx="4927">
                  <c:v>0</c:v>
                </c:pt>
                <c:pt idx="4928">
                  <c:v>0</c:v>
                </c:pt>
                <c:pt idx="4929">
                  <c:v>0</c:v>
                </c:pt>
                <c:pt idx="4930">
                  <c:v>0</c:v>
                </c:pt>
                <c:pt idx="4931">
                  <c:v>0</c:v>
                </c:pt>
                <c:pt idx="4932">
                  <c:v>0</c:v>
                </c:pt>
                <c:pt idx="4933">
                  <c:v>0</c:v>
                </c:pt>
                <c:pt idx="4934">
                  <c:v>0</c:v>
                </c:pt>
                <c:pt idx="4935">
                  <c:v>0</c:v>
                </c:pt>
                <c:pt idx="4936">
                  <c:v>0</c:v>
                </c:pt>
                <c:pt idx="4937">
                  <c:v>0</c:v>
                </c:pt>
                <c:pt idx="4938">
                  <c:v>0</c:v>
                </c:pt>
                <c:pt idx="4939">
                  <c:v>0</c:v>
                </c:pt>
                <c:pt idx="4940">
                  <c:v>0</c:v>
                </c:pt>
                <c:pt idx="4941">
                  <c:v>0</c:v>
                </c:pt>
                <c:pt idx="4942">
                  <c:v>0</c:v>
                </c:pt>
                <c:pt idx="4943">
                  <c:v>0</c:v>
                </c:pt>
                <c:pt idx="4944">
                  <c:v>0</c:v>
                </c:pt>
                <c:pt idx="4945">
                  <c:v>0</c:v>
                </c:pt>
                <c:pt idx="4946">
                  <c:v>0</c:v>
                </c:pt>
                <c:pt idx="4947">
                  <c:v>0</c:v>
                </c:pt>
                <c:pt idx="4948">
                  <c:v>0</c:v>
                </c:pt>
                <c:pt idx="4949">
                  <c:v>0</c:v>
                </c:pt>
                <c:pt idx="4950">
                  <c:v>0</c:v>
                </c:pt>
                <c:pt idx="4951">
                  <c:v>0</c:v>
                </c:pt>
                <c:pt idx="4952">
                  <c:v>0</c:v>
                </c:pt>
                <c:pt idx="4953">
                  <c:v>0</c:v>
                </c:pt>
                <c:pt idx="4954">
                  <c:v>0</c:v>
                </c:pt>
                <c:pt idx="4955">
                  <c:v>0</c:v>
                </c:pt>
                <c:pt idx="4956">
                  <c:v>0</c:v>
                </c:pt>
                <c:pt idx="4957">
                  <c:v>0</c:v>
                </c:pt>
                <c:pt idx="4958">
                  <c:v>0</c:v>
                </c:pt>
                <c:pt idx="4959">
                  <c:v>0</c:v>
                </c:pt>
                <c:pt idx="4960">
                  <c:v>0</c:v>
                </c:pt>
                <c:pt idx="4961">
                  <c:v>0</c:v>
                </c:pt>
                <c:pt idx="4962">
                  <c:v>0</c:v>
                </c:pt>
                <c:pt idx="4963">
                  <c:v>0</c:v>
                </c:pt>
                <c:pt idx="4964">
                  <c:v>0</c:v>
                </c:pt>
                <c:pt idx="4965">
                  <c:v>0</c:v>
                </c:pt>
                <c:pt idx="4966">
                  <c:v>0</c:v>
                </c:pt>
                <c:pt idx="4967">
                  <c:v>0</c:v>
                </c:pt>
                <c:pt idx="4968">
                  <c:v>0</c:v>
                </c:pt>
                <c:pt idx="4969">
                  <c:v>0</c:v>
                </c:pt>
                <c:pt idx="4970">
                  <c:v>0</c:v>
                </c:pt>
                <c:pt idx="4971">
                  <c:v>0</c:v>
                </c:pt>
                <c:pt idx="4972">
                  <c:v>0</c:v>
                </c:pt>
                <c:pt idx="4973">
                  <c:v>0</c:v>
                </c:pt>
                <c:pt idx="4974">
                  <c:v>0</c:v>
                </c:pt>
                <c:pt idx="4975">
                  <c:v>0</c:v>
                </c:pt>
                <c:pt idx="4976">
                  <c:v>0</c:v>
                </c:pt>
                <c:pt idx="4977">
                  <c:v>0</c:v>
                </c:pt>
                <c:pt idx="4978">
                  <c:v>0</c:v>
                </c:pt>
                <c:pt idx="4979">
                  <c:v>0</c:v>
                </c:pt>
                <c:pt idx="4980">
                  <c:v>0</c:v>
                </c:pt>
                <c:pt idx="4981">
                  <c:v>0</c:v>
                </c:pt>
                <c:pt idx="4982">
                  <c:v>0</c:v>
                </c:pt>
                <c:pt idx="4983">
                  <c:v>0</c:v>
                </c:pt>
                <c:pt idx="4984">
                  <c:v>0</c:v>
                </c:pt>
                <c:pt idx="4985">
                  <c:v>0</c:v>
                </c:pt>
                <c:pt idx="4986">
                  <c:v>0</c:v>
                </c:pt>
                <c:pt idx="4987">
                  <c:v>0</c:v>
                </c:pt>
                <c:pt idx="4988">
                  <c:v>0</c:v>
                </c:pt>
                <c:pt idx="4989">
                  <c:v>0</c:v>
                </c:pt>
                <c:pt idx="4990">
                  <c:v>0</c:v>
                </c:pt>
                <c:pt idx="4991">
                  <c:v>0</c:v>
                </c:pt>
                <c:pt idx="4992">
                  <c:v>0</c:v>
                </c:pt>
                <c:pt idx="4993">
                  <c:v>0</c:v>
                </c:pt>
                <c:pt idx="4994">
                  <c:v>0</c:v>
                </c:pt>
                <c:pt idx="4995">
                  <c:v>0</c:v>
                </c:pt>
                <c:pt idx="4996">
                  <c:v>0</c:v>
                </c:pt>
                <c:pt idx="4997">
                  <c:v>0</c:v>
                </c:pt>
                <c:pt idx="4998">
                  <c:v>0</c:v>
                </c:pt>
                <c:pt idx="4999">
                  <c:v>0</c:v>
                </c:pt>
                <c:pt idx="5000">
                  <c:v>0</c:v>
                </c:pt>
                <c:pt idx="5001">
                  <c:v>0</c:v>
                </c:pt>
                <c:pt idx="5002">
                  <c:v>0</c:v>
                </c:pt>
                <c:pt idx="5003">
                  <c:v>0</c:v>
                </c:pt>
                <c:pt idx="5004">
                  <c:v>0</c:v>
                </c:pt>
                <c:pt idx="5005">
                  <c:v>0</c:v>
                </c:pt>
                <c:pt idx="5006">
                  <c:v>0</c:v>
                </c:pt>
                <c:pt idx="5007">
                  <c:v>0</c:v>
                </c:pt>
                <c:pt idx="5008">
                  <c:v>0</c:v>
                </c:pt>
                <c:pt idx="5009">
                  <c:v>0</c:v>
                </c:pt>
                <c:pt idx="5010">
                  <c:v>0</c:v>
                </c:pt>
                <c:pt idx="5011">
                  <c:v>0</c:v>
                </c:pt>
                <c:pt idx="5012">
                  <c:v>0</c:v>
                </c:pt>
                <c:pt idx="5013">
                  <c:v>0</c:v>
                </c:pt>
                <c:pt idx="5014">
                  <c:v>0</c:v>
                </c:pt>
                <c:pt idx="5015">
                  <c:v>0</c:v>
                </c:pt>
                <c:pt idx="5016">
                  <c:v>0</c:v>
                </c:pt>
                <c:pt idx="5017">
                  <c:v>0</c:v>
                </c:pt>
                <c:pt idx="5018">
                  <c:v>0</c:v>
                </c:pt>
                <c:pt idx="5019">
                  <c:v>0</c:v>
                </c:pt>
                <c:pt idx="5020">
                  <c:v>0</c:v>
                </c:pt>
                <c:pt idx="5021">
                  <c:v>0</c:v>
                </c:pt>
                <c:pt idx="5022">
                  <c:v>0</c:v>
                </c:pt>
                <c:pt idx="5023">
                  <c:v>0</c:v>
                </c:pt>
                <c:pt idx="5024">
                  <c:v>0</c:v>
                </c:pt>
                <c:pt idx="5025">
                  <c:v>0</c:v>
                </c:pt>
                <c:pt idx="5026">
                  <c:v>0</c:v>
                </c:pt>
                <c:pt idx="5027">
                  <c:v>0</c:v>
                </c:pt>
                <c:pt idx="5028">
                  <c:v>0</c:v>
                </c:pt>
                <c:pt idx="5029">
                  <c:v>0</c:v>
                </c:pt>
                <c:pt idx="5030">
                  <c:v>0</c:v>
                </c:pt>
                <c:pt idx="5031">
                  <c:v>0</c:v>
                </c:pt>
                <c:pt idx="5032">
                  <c:v>0</c:v>
                </c:pt>
                <c:pt idx="5033">
                  <c:v>0</c:v>
                </c:pt>
                <c:pt idx="5034">
                  <c:v>0</c:v>
                </c:pt>
                <c:pt idx="5035">
                  <c:v>0</c:v>
                </c:pt>
                <c:pt idx="5036">
                  <c:v>0</c:v>
                </c:pt>
                <c:pt idx="5037">
                  <c:v>0</c:v>
                </c:pt>
                <c:pt idx="5038">
                  <c:v>0</c:v>
                </c:pt>
                <c:pt idx="5039">
                  <c:v>0</c:v>
                </c:pt>
                <c:pt idx="5040">
                  <c:v>0</c:v>
                </c:pt>
                <c:pt idx="5041">
                  <c:v>0</c:v>
                </c:pt>
                <c:pt idx="5042">
                  <c:v>0</c:v>
                </c:pt>
                <c:pt idx="5043">
                  <c:v>0</c:v>
                </c:pt>
                <c:pt idx="5044">
                  <c:v>0</c:v>
                </c:pt>
                <c:pt idx="5045">
                  <c:v>0</c:v>
                </c:pt>
                <c:pt idx="5046">
                  <c:v>0</c:v>
                </c:pt>
                <c:pt idx="5047">
                  <c:v>0</c:v>
                </c:pt>
                <c:pt idx="5048">
                  <c:v>0</c:v>
                </c:pt>
                <c:pt idx="5049">
                  <c:v>0</c:v>
                </c:pt>
                <c:pt idx="5050">
                  <c:v>0</c:v>
                </c:pt>
                <c:pt idx="5051">
                  <c:v>0</c:v>
                </c:pt>
                <c:pt idx="5052">
                  <c:v>0</c:v>
                </c:pt>
                <c:pt idx="5053">
                  <c:v>0</c:v>
                </c:pt>
                <c:pt idx="5054">
                  <c:v>0</c:v>
                </c:pt>
                <c:pt idx="5055">
                  <c:v>0</c:v>
                </c:pt>
                <c:pt idx="5056">
                  <c:v>0</c:v>
                </c:pt>
                <c:pt idx="5057">
                  <c:v>0</c:v>
                </c:pt>
                <c:pt idx="5058">
                  <c:v>0</c:v>
                </c:pt>
                <c:pt idx="5059">
                  <c:v>0</c:v>
                </c:pt>
                <c:pt idx="5060">
                  <c:v>0</c:v>
                </c:pt>
                <c:pt idx="5061">
                  <c:v>0</c:v>
                </c:pt>
                <c:pt idx="5062">
                  <c:v>0</c:v>
                </c:pt>
                <c:pt idx="5063">
                  <c:v>0</c:v>
                </c:pt>
                <c:pt idx="5064">
                  <c:v>0</c:v>
                </c:pt>
                <c:pt idx="5065">
                  <c:v>0</c:v>
                </c:pt>
                <c:pt idx="5066">
                  <c:v>0</c:v>
                </c:pt>
                <c:pt idx="5067">
                  <c:v>0</c:v>
                </c:pt>
                <c:pt idx="5068">
                  <c:v>0</c:v>
                </c:pt>
                <c:pt idx="5069">
                  <c:v>0</c:v>
                </c:pt>
                <c:pt idx="5070">
                  <c:v>0</c:v>
                </c:pt>
                <c:pt idx="5071">
                  <c:v>0</c:v>
                </c:pt>
                <c:pt idx="5072">
                  <c:v>0</c:v>
                </c:pt>
                <c:pt idx="5073">
                  <c:v>0</c:v>
                </c:pt>
                <c:pt idx="5074">
                  <c:v>0</c:v>
                </c:pt>
                <c:pt idx="5075">
                  <c:v>0</c:v>
                </c:pt>
                <c:pt idx="5076">
                  <c:v>0</c:v>
                </c:pt>
                <c:pt idx="5077">
                  <c:v>0</c:v>
                </c:pt>
                <c:pt idx="5078">
                  <c:v>0</c:v>
                </c:pt>
                <c:pt idx="5079">
                  <c:v>0</c:v>
                </c:pt>
                <c:pt idx="5080">
                  <c:v>0</c:v>
                </c:pt>
                <c:pt idx="5081">
                  <c:v>0</c:v>
                </c:pt>
                <c:pt idx="5082">
                  <c:v>0</c:v>
                </c:pt>
                <c:pt idx="5083">
                  <c:v>0</c:v>
                </c:pt>
                <c:pt idx="5084">
                  <c:v>0</c:v>
                </c:pt>
                <c:pt idx="5085">
                  <c:v>0</c:v>
                </c:pt>
                <c:pt idx="5086">
                  <c:v>0</c:v>
                </c:pt>
                <c:pt idx="5087">
                  <c:v>0</c:v>
                </c:pt>
                <c:pt idx="5088">
                  <c:v>0</c:v>
                </c:pt>
                <c:pt idx="5089">
                  <c:v>0</c:v>
                </c:pt>
                <c:pt idx="5090">
                  <c:v>0</c:v>
                </c:pt>
                <c:pt idx="5091">
                  <c:v>0</c:v>
                </c:pt>
                <c:pt idx="5092">
                  <c:v>0</c:v>
                </c:pt>
                <c:pt idx="5093">
                  <c:v>0</c:v>
                </c:pt>
                <c:pt idx="5094">
                  <c:v>0</c:v>
                </c:pt>
                <c:pt idx="5095">
                  <c:v>0</c:v>
                </c:pt>
                <c:pt idx="5096">
                  <c:v>0</c:v>
                </c:pt>
                <c:pt idx="5097">
                  <c:v>0</c:v>
                </c:pt>
                <c:pt idx="5098">
                  <c:v>0</c:v>
                </c:pt>
                <c:pt idx="5099">
                  <c:v>0</c:v>
                </c:pt>
                <c:pt idx="5100">
                  <c:v>0</c:v>
                </c:pt>
                <c:pt idx="5101">
                  <c:v>0</c:v>
                </c:pt>
                <c:pt idx="5102">
                  <c:v>0</c:v>
                </c:pt>
                <c:pt idx="5103">
                  <c:v>0</c:v>
                </c:pt>
                <c:pt idx="5104">
                  <c:v>0</c:v>
                </c:pt>
                <c:pt idx="5105">
                  <c:v>0</c:v>
                </c:pt>
                <c:pt idx="5106">
                  <c:v>0</c:v>
                </c:pt>
                <c:pt idx="5107">
                  <c:v>0</c:v>
                </c:pt>
                <c:pt idx="5108">
                  <c:v>0</c:v>
                </c:pt>
                <c:pt idx="5109">
                  <c:v>0</c:v>
                </c:pt>
                <c:pt idx="5110">
                  <c:v>0</c:v>
                </c:pt>
                <c:pt idx="5111">
                  <c:v>0</c:v>
                </c:pt>
                <c:pt idx="5112">
                  <c:v>0</c:v>
                </c:pt>
                <c:pt idx="5113">
                  <c:v>0</c:v>
                </c:pt>
                <c:pt idx="5114">
                  <c:v>0</c:v>
                </c:pt>
                <c:pt idx="5115">
                  <c:v>0</c:v>
                </c:pt>
                <c:pt idx="5116">
                  <c:v>0</c:v>
                </c:pt>
                <c:pt idx="5117">
                  <c:v>0</c:v>
                </c:pt>
                <c:pt idx="5118">
                  <c:v>0</c:v>
                </c:pt>
                <c:pt idx="5119">
                  <c:v>0</c:v>
                </c:pt>
                <c:pt idx="5120">
                  <c:v>0</c:v>
                </c:pt>
                <c:pt idx="5121">
                  <c:v>0</c:v>
                </c:pt>
                <c:pt idx="5122">
                  <c:v>0</c:v>
                </c:pt>
                <c:pt idx="5123">
                  <c:v>0</c:v>
                </c:pt>
                <c:pt idx="5124">
                  <c:v>0</c:v>
                </c:pt>
                <c:pt idx="5125">
                  <c:v>0</c:v>
                </c:pt>
                <c:pt idx="5126">
                  <c:v>0</c:v>
                </c:pt>
                <c:pt idx="5127">
                  <c:v>0</c:v>
                </c:pt>
                <c:pt idx="5128">
                  <c:v>0</c:v>
                </c:pt>
                <c:pt idx="5129">
                  <c:v>0</c:v>
                </c:pt>
                <c:pt idx="5130">
                  <c:v>0</c:v>
                </c:pt>
                <c:pt idx="5131">
                  <c:v>0</c:v>
                </c:pt>
                <c:pt idx="5132">
                  <c:v>0</c:v>
                </c:pt>
                <c:pt idx="5133">
                  <c:v>0</c:v>
                </c:pt>
                <c:pt idx="5134">
                  <c:v>0</c:v>
                </c:pt>
                <c:pt idx="5135">
                  <c:v>0</c:v>
                </c:pt>
                <c:pt idx="5136">
                  <c:v>0</c:v>
                </c:pt>
                <c:pt idx="5137">
                  <c:v>0</c:v>
                </c:pt>
                <c:pt idx="5138">
                  <c:v>0</c:v>
                </c:pt>
                <c:pt idx="5139">
                  <c:v>0</c:v>
                </c:pt>
                <c:pt idx="5140">
                  <c:v>0</c:v>
                </c:pt>
                <c:pt idx="5141">
                  <c:v>0</c:v>
                </c:pt>
                <c:pt idx="5142">
                  <c:v>0</c:v>
                </c:pt>
                <c:pt idx="5143">
                  <c:v>0</c:v>
                </c:pt>
                <c:pt idx="5144">
                  <c:v>0</c:v>
                </c:pt>
                <c:pt idx="5145">
                  <c:v>0</c:v>
                </c:pt>
                <c:pt idx="5146">
                  <c:v>0</c:v>
                </c:pt>
                <c:pt idx="5147">
                  <c:v>0</c:v>
                </c:pt>
                <c:pt idx="5148">
                  <c:v>0</c:v>
                </c:pt>
                <c:pt idx="5149">
                  <c:v>0</c:v>
                </c:pt>
                <c:pt idx="5150">
                  <c:v>0</c:v>
                </c:pt>
                <c:pt idx="5151">
                  <c:v>0</c:v>
                </c:pt>
                <c:pt idx="5152">
                  <c:v>0</c:v>
                </c:pt>
                <c:pt idx="5153">
                  <c:v>0</c:v>
                </c:pt>
                <c:pt idx="5154">
                  <c:v>0</c:v>
                </c:pt>
                <c:pt idx="5155">
                  <c:v>0</c:v>
                </c:pt>
                <c:pt idx="5156">
                  <c:v>0</c:v>
                </c:pt>
                <c:pt idx="5157">
                  <c:v>0</c:v>
                </c:pt>
                <c:pt idx="5158">
                  <c:v>0</c:v>
                </c:pt>
                <c:pt idx="5159">
                  <c:v>0</c:v>
                </c:pt>
                <c:pt idx="5160">
                  <c:v>0</c:v>
                </c:pt>
                <c:pt idx="5161">
                  <c:v>0</c:v>
                </c:pt>
                <c:pt idx="5162">
                  <c:v>0</c:v>
                </c:pt>
                <c:pt idx="5163">
                  <c:v>0</c:v>
                </c:pt>
                <c:pt idx="5164">
                  <c:v>0</c:v>
                </c:pt>
                <c:pt idx="5165">
                  <c:v>0</c:v>
                </c:pt>
                <c:pt idx="5166">
                  <c:v>0</c:v>
                </c:pt>
                <c:pt idx="5167">
                  <c:v>0</c:v>
                </c:pt>
                <c:pt idx="5168">
                  <c:v>0</c:v>
                </c:pt>
                <c:pt idx="5169">
                  <c:v>0</c:v>
                </c:pt>
                <c:pt idx="5170">
                  <c:v>0</c:v>
                </c:pt>
                <c:pt idx="5171">
                  <c:v>0</c:v>
                </c:pt>
                <c:pt idx="5172">
                  <c:v>0</c:v>
                </c:pt>
                <c:pt idx="5173">
                  <c:v>0</c:v>
                </c:pt>
                <c:pt idx="5174">
                  <c:v>0</c:v>
                </c:pt>
                <c:pt idx="5175">
                  <c:v>0</c:v>
                </c:pt>
                <c:pt idx="5176">
                  <c:v>0</c:v>
                </c:pt>
                <c:pt idx="5177">
                  <c:v>0</c:v>
                </c:pt>
                <c:pt idx="5178">
                  <c:v>0</c:v>
                </c:pt>
                <c:pt idx="5179">
                  <c:v>0</c:v>
                </c:pt>
                <c:pt idx="5180">
                  <c:v>0</c:v>
                </c:pt>
                <c:pt idx="5181">
                  <c:v>0</c:v>
                </c:pt>
                <c:pt idx="5182">
                  <c:v>0</c:v>
                </c:pt>
                <c:pt idx="5183">
                  <c:v>0</c:v>
                </c:pt>
                <c:pt idx="5184">
                  <c:v>0</c:v>
                </c:pt>
                <c:pt idx="5185">
                  <c:v>0</c:v>
                </c:pt>
                <c:pt idx="5186">
                  <c:v>0</c:v>
                </c:pt>
                <c:pt idx="5187">
                  <c:v>0</c:v>
                </c:pt>
                <c:pt idx="5188">
                  <c:v>0</c:v>
                </c:pt>
                <c:pt idx="5189">
                  <c:v>0</c:v>
                </c:pt>
                <c:pt idx="5190">
                  <c:v>0</c:v>
                </c:pt>
                <c:pt idx="5191">
                  <c:v>0</c:v>
                </c:pt>
                <c:pt idx="5192">
                  <c:v>0</c:v>
                </c:pt>
                <c:pt idx="5193">
                  <c:v>0</c:v>
                </c:pt>
                <c:pt idx="5194">
                  <c:v>0</c:v>
                </c:pt>
                <c:pt idx="5195">
                  <c:v>0</c:v>
                </c:pt>
                <c:pt idx="5196">
                  <c:v>0</c:v>
                </c:pt>
                <c:pt idx="5197">
                  <c:v>0</c:v>
                </c:pt>
                <c:pt idx="5198">
                  <c:v>0</c:v>
                </c:pt>
                <c:pt idx="5199">
                  <c:v>0</c:v>
                </c:pt>
                <c:pt idx="5200">
                  <c:v>0</c:v>
                </c:pt>
                <c:pt idx="5201">
                  <c:v>0</c:v>
                </c:pt>
                <c:pt idx="5202">
                  <c:v>0</c:v>
                </c:pt>
                <c:pt idx="5203">
                  <c:v>0</c:v>
                </c:pt>
                <c:pt idx="5204">
                  <c:v>0</c:v>
                </c:pt>
                <c:pt idx="5205">
                  <c:v>0</c:v>
                </c:pt>
                <c:pt idx="5206">
                  <c:v>0</c:v>
                </c:pt>
                <c:pt idx="5207">
                  <c:v>0</c:v>
                </c:pt>
                <c:pt idx="5208">
                  <c:v>0</c:v>
                </c:pt>
                <c:pt idx="5209">
                  <c:v>0</c:v>
                </c:pt>
                <c:pt idx="5210">
                  <c:v>0</c:v>
                </c:pt>
                <c:pt idx="5211">
                  <c:v>0</c:v>
                </c:pt>
                <c:pt idx="5212">
                  <c:v>0</c:v>
                </c:pt>
                <c:pt idx="5213">
                  <c:v>0</c:v>
                </c:pt>
                <c:pt idx="5214">
                  <c:v>0</c:v>
                </c:pt>
                <c:pt idx="5215">
                  <c:v>0</c:v>
                </c:pt>
                <c:pt idx="5216">
                  <c:v>0</c:v>
                </c:pt>
                <c:pt idx="5217">
                  <c:v>0</c:v>
                </c:pt>
                <c:pt idx="5218">
                  <c:v>0</c:v>
                </c:pt>
                <c:pt idx="5219">
                  <c:v>0</c:v>
                </c:pt>
                <c:pt idx="5220">
                  <c:v>0</c:v>
                </c:pt>
                <c:pt idx="5221">
                  <c:v>0</c:v>
                </c:pt>
                <c:pt idx="5222">
                  <c:v>0</c:v>
                </c:pt>
                <c:pt idx="5223">
                  <c:v>0</c:v>
                </c:pt>
                <c:pt idx="5224">
                  <c:v>0</c:v>
                </c:pt>
                <c:pt idx="5225">
                  <c:v>0</c:v>
                </c:pt>
                <c:pt idx="5226">
                  <c:v>0</c:v>
                </c:pt>
                <c:pt idx="5227">
                  <c:v>0</c:v>
                </c:pt>
                <c:pt idx="5228">
                  <c:v>0</c:v>
                </c:pt>
                <c:pt idx="5229">
                  <c:v>0</c:v>
                </c:pt>
                <c:pt idx="5230">
                  <c:v>0</c:v>
                </c:pt>
                <c:pt idx="5231">
                  <c:v>0</c:v>
                </c:pt>
                <c:pt idx="5232">
                  <c:v>0</c:v>
                </c:pt>
                <c:pt idx="5233">
                  <c:v>0</c:v>
                </c:pt>
                <c:pt idx="5234">
                  <c:v>0</c:v>
                </c:pt>
                <c:pt idx="5235">
                  <c:v>0</c:v>
                </c:pt>
                <c:pt idx="5236">
                  <c:v>0</c:v>
                </c:pt>
                <c:pt idx="5237">
                  <c:v>0</c:v>
                </c:pt>
                <c:pt idx="5238">
                  <c:v>0</c:v>
                </c:pt>
                <c:pt idx="5239">
                  <c:v>0</c:v>
                </c:pt>
                <c:pt idx="5240">
                  <c:v>0</c:v>
                </c:pt>
                <c:pt idx="5241">
                  <c:v>0</c:v>
                </c:pt>
                <c:pt idx="5242">
                  <c:v>0</c:v>
                </c:pt>
                <c:pt idx="5243">
                  <c:v>0</c:v>
                </c:pt>
                <c:pt idx="5244">
                  <c:v>0</c:v>
                </c:pt>
                <c:pt idx="5245">
                  <c:v>0</c:v>
                </c:pt>
                <c:pt idx="5246">
                  <c:v>0</c:v>
                </c:pt>
                <c:pt idx="5247">
                  <c:v>0</c:v>
                </c:pt>
                <c:pt idx="5248">
                  <c:v>0</c:v>
                </c:pt>
                <c:pt idx="5249">
                  <c:v>0</c:v>
                </c:pt>
                <c:pt idx="5250">
                  <c:v>0</c:v>
                </c:pt>
                <c:pt idx="5251">
                  <c:v>0</c:v>
                </c:pt>
                <c:pt idx="5252">
                  <c:v>0</c:v>
                </c:pt>
                <c:pt idx="5253">
                  <c:v>0</c:v>
                </c:pt>
                <c:pt idx="5254">
                  <c:v>0</c:v>
                </c:pt>
                <c:pt idx="5255">
                  <c:v>0</c:v>
                </c:pt>
                <c:pt idx="5256">
                  <c:v>0</c:v>
                </c:pt>
                <c:pt idx="5257">
                  <c:v>0</c:v>
                </c:pt>
                <c:pt idx="5258">
                  <c:v>0</c:v>
                </c:pt>
                <c:pt idx="5259">
                  <c:v>0</c:v>
                </c:pt>
                <c:pt idx="5260">
                  <c:v>0</c:v>
                </c:pt>
                <c:pt idx="5261">
                  <c:v>0</c:v>
                </c:pt>
                <c:pt idx="5262">
                  <c:v>0</c:v>
                </c:pt>
                <c:pt idx="5263">
                  <c:v>0</c:v>
                </c:pt>
                <c:pt idx="5264">
                  <c:v>0</c:v>
                </c:pt>
                <c:pt idx="5265">
                  <c:v>0</c:v>
                </c:pt>
                <c:pt idx="5266">
                  <c:v>0</c:v>
                </c:pt>
                <c:pt idx="5267">
                  <c:v>0</c:v>
                </c:pt>
                <c:pt idx="5268">
                  <c:v>0</c:v>
                </c:pt>
                <c:pt idx="5269">
                  <c:v>0</c:v>
                </c:pt>
                <c:pt idx="5270">
                  <c:v>0</c:v>
                </c:pt>
                <c:pt idx="5271">
                  <c:v>0</c:v>
                </c:pt>
                <c:pt idx="5272">
                  <c:v>0</c:v>
                </c:pt>
                <c:pt idx="5273">
                  <c:v>0</c:v>
                </c:pt>
                <c:pt idx="5274">
                  <c:v>0</c:v>
                </c:pt>
                <c:pt idx="5275">
                  <c:v>0</c:v>
                </c:pt>
                <c:pt idx="5276">
                  <c:v>0</c:v>
                </c:pt>
                <c:pt idx="5277">
                  <c:v>0</c:v>
                </c:pt>
                <c:pt idx="5278">
                  <c:v>0</c:v>
                </c:pt>
                <c:pt idx="5279">
                  <c:v>0</c:v>
                </c:pt>
                <c:pt idx="5280">
                  <c:v>0</c:v>
                </c:pt>
                <c:pt idx="5281">
                  <c:v>0</c:v>
                </c:pt>
                <c:pt idx="5282">
                  <c:v>0</c:v>
                </c:pt>
                <c:pt idx="5283">
                  <c:v>0</c:v>
                </c:pt>
                <c:pt idx="5284">
                  <c:v>0</c:v>
                </c:pt>
                <c:pt idx="5285">
                  <c:v>0</c:v>
                </c:pt>
                <c:pt idx="5286">
                  <c:v>0</c:v>
                </c:pt>
                <c:pt idx="5287">
                  <c:v>0</c:v>
                </c:pt>
                <c:pt idx="5288">
                  <c:v>0</c:v>
                </c:pt>
                <c:pt idx="5289">
                  <c:v>0</c:v>
                </c:pt>
                <c:pt idx="5290">
                  <c:v>0</c:v>
                </c:pt>
                <c:pt idx="5291">
                  <c:v>0</c:v>
                </c:pt>
                <c:pt idx="5292">
                  <c:v>0</c:v>
                </c:pt>
                <c:pt idx="5293">
                  <c:v>0</c:v>
                </c:pt>
                <c:pt idx="5294">
                  <c:v>0</c:v>
                </c:pt>
                <c:pt idx="5295">
                  <c:v>0</c:v>
                </c:pt>
                <c:pt idx="5296">
                  <c:v>0</c:v>
                </c:pt>
                <c:pt idx="5297">
                  <c:v>0</c:v>
                </c:pt>
                <c:pt idx="5298">
                  <c:v>0</c:v>
                </c:pt>
                <c:pt idx="5299">
                  <c:v>0</c:v>
                </c:pt>
                <c:pt idx="5300">
                  <c:v>0</c:v>
                </c:pt>
                <c:pt idx="5301">
                  <c:v>0</c:v>
                </c:pt>
                <c:pt idx="5302">
                  <c:v>0</c:v>
                </c:pt>
                <c:pt idx="5303">
                  <c:v>0</c:v>
                </c:pt>
                <c:pt idx="5304">
                  <c:v>0</c:v>
                </c:pt>
                <c:pt idx="5305">
                  <c:v>0</c:v>
                </c:pt>
                <c:pt idx="5306">
                  <c:v>0</c:v>
                </c:pt>
                <c:pt idx="5307">
                  <c:v>0</c:v>
                </c:pt>
                <c:pt idx="5308">
                  <c:v>0</c:v>
                </c:pt>
                <c:pt idx="5309">
                  <c:v>0</c:v>
                </c:pt>
                <c:pt idx="5310">
                  <c:v>0</c:v>
                </c:pt>
                <c:pt idx="5311">
                  <c:v>0</c:v>
                </c:pt>
                <c:pt idx="5312">
                  <c:v>0</c:v>
                </c:pt>
                <c:pt idx="5313">
                  <c:v>0</c:v>
                </c:pt>
                <c:pt idx="5314">
                  <c:v>0</c:v>
                </c:pt>
                <c:pt idx="5315">
                  <c:v>0</c:v>
                </c:pt>
                <c:pt idx="5316">
                  <c:v>0</c:v>
                </c:pt>
                <c:pt idx="5317">
                  <c:v>0</c:v>
                </c:pt>
                <c:pt idx="5318">
                  <c:v>0</c:v>
                </c:pt>
                <c:pt idx="5319">
                  <c:v>0</c:v>
                </c:pt>
                <c:pt idx="5320">
                  <c:v>0</c:v>
                </c:pt>
                <c:pt idx="5321">
                  <c:v>0</c:v>
                </c:pt>
                <c:pt idx="5322">
                  <c:v>0</c:v>
                </c:pt>
                <c:pt idx="5323">
                  <c:v>0</c:v>
                </c:pt>
                <c:pt idx="5324">
                  <c:v>0</c:v>
                </c:pt>
                <c:pt idx="5325">
                  <c:v>0</c:v>
                </c:pt>
                <c:pt idx="5326">
                  <c:v>0</c:v>
                </c:pt>
                <c:pt idx="5327">
                  <c:v>0</c:v>
                </c:pt>
                <c:pt idx="5328">
                  <c:v>0</c:v>
                </c:pt>
                <c:pt idx="5329">
                  <c:v>0</c:v>
                </c:pt>
                <c:pt idx="5330">
                  <c:v>0</c:v>
                </c:pt>
                <c:pt idx="5331">
                  <c:v>0</c:v>
                </c:pt>
                <c:pt idx="5332">
                  <c:v>0</c:v>
                </c:pt>
                <c:pt idx="5333">
                  <c:v>0</c:v>
                </c:pt>
                <c:pt idx="5334">
                  <c:v>0</c:v>
                </c:pt>
                <c:pt idx="5335">
                  <c:v>0</c:v>
                </c:pt>
                <c:pt idx="5336">
                  <c:v>0</c:v>
                </c:pt>
                <c:pt idx="5337">
                  <c:v>0</c:v>
                </c:pt>
                <c:pt idx="5338">
                  <c:v>0</c:v>
                </c:pt>
                <c:pt idx="5339">
                  <c:v>0</c:v>
                </c:pt>
                <c:pt idx="5340">
                  <c:v>0</c:v>
                </c:pt>
                <c:pt idx="5341">
                  <c:v>0</c:v>
                </c:pt>
                <c:pt idx="5342">
                  <c:v>0</c:v>
                </c:pt>
                <c:pt idx="5343">
                  <c:v>0</c:v>
                </c:pt>
                <c:pt idx="5344">
                  <c:v>0</c:v>
                </c:pt>
                <c:pt idx="5345">
                  <c:v>0</c:v>
                </c:pt>
                <c:pt idx="5346">
                  <c:v>0</c:v>
                </c:pt>
                <c:pt idx="5347">
                  <c:v>0</c:v>
                </c:pt>
                <c:pt idx="5348">
                  <c:v>0</c:v>
                </c:pt>
                <c:pt idx="5349">
                  <c:v>0</c:v>
                </c:pt>
                <c:pt idx="5350">
                  <c:v>0</c:v>
                </c:pt>
                <c:pt idx="5351">
                  <c:v>0</c:v>
                </c:pt>
                <c:pt idx="5352">
                  <c:v>0</c:v>
                </c:pt>
                <c:pt idx="5353">
                  <c:v>0</c:v>
                </c:pt>
                <c:pt idx="5354">
                  <c:v>0</c:v>
                </c:pt>
                <c:pt idx="5355">
                  <c:v>0</c:v>
                </c:pt>
                <c:pt idx="5356">
                  <c:v>0</c:v>
                </c:pt>
                <c:pt idx="5357">
                  <c:v>0</c:v>
                </c:pt>
                <c:pt idx="5358">
                  <c:v>0</c:v>
                </c:pt>
                <c:pt idx="5359">
                  <c:v>0</c:v>
                </c:pt>
                <c:pt idx="5360">
                  <c:v>0</c:v>
                </c:pt>
                <c:pt idx="5361">
                  <c:v>0</c:v>
                </c:pt>
                <c:pt idx="5362">
                  <c:v>0</c:v>
                </c:pt>
                <c:pt idx="5363">
                  <c:v>0</c:v>
                </c:pt>
                <c:pt idx="5364">
                  <c:v>0</c:v>
                </c:pt>
                <c:pt idx="5365">
                  <c:v>0</c:v>
                </c:pt>
                <c:pt idx="5366">
                  <c:v>0</c:v>
                </c:pt>
                <c:pt idx="5367">
                  <c:v>0</c:v>
                </c:pt>
                <c:pt idx="5368">
                  <c:v>0</c:v>
                </c:pt>
                <c:pt idx="5369">
                  <c:v>0</c:v>
                </c:pt>
                <c:pt idx="5370">
                  <c:v>0</c:v>
                </c:pt>
                <c:pt idx="5371">
                  <c:v>0</c:v>
                </c:pt>
                <c:pt idx="5372">
                  <c:v>0</c:v>
                </c:pt>
                <c:pt idx="5373">
                  <c:v>0</c:v>
                </c:pt>
                <c:pt idx="5374">
                  <c:v>0</c:v>
                </c:pt>
                <c:pt idx="5375">
                  <c:v>0</c:v>
                </c:pt>
                <c:pt idx="5376">
                  <c:v>0</c:v>
                </c:pt>
                <c:pt idx="5377">
                  <c:v>0</c:v>
                </c:pt>
                <c:pt idx="5378">
                  <c:v>0</c:v>
                </c:pt>
                <c:pt idx="5379">
                  <c:v>0</c:v>
                </c:pt>
                <c:pt idx="5380">
                  <c:v>0</c:v>
                </c:pt>
                <c:pt idx="5381">
                  <c:v>0</c:v>
                </c:pt>
                <c:pt idx="5382">
                  <c:v>0</c:v>
                </c:pt>
                <c:pt idx="5383">
                  <c:v>0</c:v>
                </c:pt>
                <c:pt idx="5384">
                  <c:v>0</c:v>
                </c:pt>
                <c:pt idx="5385">
                  <c:v>0</c:v>
                </c:pt>
                <c:pt idx="5386">
                  <c:v>0</c:v>
                </c:pt>
                <c:pt idx="5387">
                  <c:v>0</c:v>
                </c:pt>
                <c:pt idx="5388">
                  <c:v>0</c:v>
                </c:pt>
                <c:pt idx="5389">
                  <c:v>0</c:v>
                </c:pt>
                <c:pt idx="5390">
                  <c:v>0</c:v>
                </c:pt>
                <c:pt idx="5391">
                  <c:v>0</c:v>
                </c:pt>
                <c:pt idx="5392">
                  <c:v>0</c:v>
                </c:pt>
                <c:pt idx="5393">
                  <c:v>0</c:v>
                </c:pt>
                <c:pt idx="5394">
                  <c:v>0</c:v>
                </c:pt>
                <c:pt idx="5395">
                  <c:v>0</c:v>
                </c:pt>
                <c:pt idx="5396">
                  <c:v>0</c:v>
                </c:pt>
                <c:pt idx="5397">
                  <c:v>0</c:v>
                </c:pt>
                <c:pt idx="5398">
                  <c:v>0</c:v>
                </c:pt>
                <c:pt idx="5399">
                  <c:v>0</c:v>
                </c:pt>
                <c:pt idx="5400">
                  <c:v>0</c:v>
                </c:pt>
                <c:pt idx="5401">
                  <c:v>0</c:v>
                </c:pt>
                <c:pt idx="5402">
                  <c:v>0</c:v>
                </c:pt>
                <c:pt idx="5403">
                  <c:v>0</c:v>
                </c:pt>
                <c:pt idx="5404">
                  <c:v>0</c:v>
                </c:pt>
                <c:pt idx="5405">
                  <c:v>0</c:v>
                </c:pt>
                <c:pt idx="5406">
                  <c:v>0</c:v>
                </c:pt>
                <c:pt idx="5407">
                  <c:v>0</c:v>
                </c:pt>
                <c:pt idx="5408">
                  <c:v>0</c:v>
                </c:pt>
                <c:pt idx="5409">
                  <c:v>0</c:v>
                </c:pt>
                <c:pt idx="5410">
                  <c:v>0</c:v>
                </c:pt>
                <c:pt idx="5411">
                  <c:v>0</c:v>
                </c:pt>
                <c:pt idx="5412">
                  <c:v>0</c:v>
                </c:pt>
                <c:pt idx="5413">
                  <c:v>0</c:v>
                </c:pt>
                <c:pt idx="5414">
                  <c:v>0</c:v>
                </c:pt>
                <c:pt idx="5415">
                  <c:v>0</c:v>
                </c:pt>
                <c:pt idx="5416">
                  <c:v>0</c:v>
                </c:pt>
                <c:pt idx="5417">
                  <c:v>0</c:v>
                </c:pt>
                <c:pt idx="5418">
                  <c:v>0</c:v>
                </c:pt>
                <c:pt idx="5419">
                  <c:v>0</c:v>
                </c:pt>
                <c:pt idx="5420">
                  <c:v>0</c:v>
                </c:pt>
                <c:pt idx="5421">
                  <c:v>0</c:v>
                </c:pt>
                <c:pt idx="5422">
                  <c:v>0</c:v>
                </c:pt>
                <c:pt idx="5423">
                  <c:v>0</c:v>
                </c:pt>
                <c:pt idx="5424">
                  <c:v>0</c:v>
                </c:pt>
                <c:pt idx="5425">
                  <c:v>0</c:v>
                </c:pt>
                <c:pt idx="5426">
                  <c:v>0</c:v>
                </c:pt>
                <c:pt idx="5427">
                  <c:v>0</c:v>
                </c:pt>
                <c:pt idx="5428">
                  <c:v>0</c:v>
                </c:pt>
                <c:pt idx="5429">
                  <c:v>0</c:v>
                </c:pt>
                <c:pt idx="5430">
                  <c:v>0</c:v>
                </c:pt>
                <c:pt idx="5431">
                  <c:v>0</c:v>
                </c:pt>
                <c:pt idx="5432">
                  <c:v>0</c:v>
                </c:pt>
                <c:pt idx="5433">
                  <c:v>0</c:v>
                </c:pt>
                <c:pt idx="5434">
                  <c:v>0</c:v>
                </c:pt>
                <c:pt idx="5435">
                  <c:v>0</c:v>
                </c:pt>
                <c:pt idx="5436">
                  <c:v>0</c:v>
                </c:pt>
                <c:pt idx="5437">
                  <c:v>0</c:v>
                </c:pt>
                <c:pt idx="5438">
                  <c:v>0</c:v>
                </c:pt>
                <c:pt idx="5439">
                  <c:v>0</c:v>
                </c:pt>
                <c:pt idx="5440">
                  <c:v>0</c:v>
                </c:pt>
                <c:pt idx="5441">
                  <c:v>0</c:v>
                </c:pt>
                <c:pt idx="5442">
                  <c:v>0</c:v>
                </c:pt>
                <c:pt idx="5443">
                  <c:v>0</c:v>
                </c:pt>
                <c:pt idx="5444">
                  <c:v>0</c:v>
                </c:pt>
                <c:pt idx="5445">
                  <c:v>0</c:v>
                </c:pt>
                <c:pt idx="5446">
                  <c:v>0</c:v>
                </c:pt>
                <c:pt idx="5447">
                  <c:v>0</c:v>
                </c:pt>
                <c:pt idx="5448">
                  <c:v>0</c:v>
                </c:pt>
                <c:pt idx="5449">
                  <c:v>0</c:v>
                </c:pt>
                <c:pt idx="5450">
                  <c:v>0</c:v>
                </c:pt>
                <c:pt idx="5451">
                  <c:v>0</c:v>
                </c:pt>
                <c:pt idx="5452">
                  <c:v>0</c:v>
                </c:pt>
                <c:pt idx="5453">
                  <c:v>0</c:v>
                </c:pt>
                <c:pt idx="5454">
                  <c:v>0</c:v>
                </c:pt>
                <c:pt idx="5455">
                  <c:v>0</c:v>
                </c:pt>
                <c:pt idx="5456">
                  <c:v>0</c:v>
                </c:pt>
                <c:pt idx="5457">
                  <c:v>0</c:v>
                </c:pt>
                <c:pt idx="5458">
                  <c:v>0</c:v>
                </c:pt>
                <c:pt idx="5459">
                  <c:v>0</c:v>
                </c:pt>
                <c:pt idx="5460">
                  <c:v>0</c:v>
                </c:pt>
                <c:pt idx="5461">
                  <c:v>0</c:v>
                </c:pt>
                <c:pt idx="5462">
                  <c:v>0</c:v>
                </c:pt>
                <c:pt idx="5463">
                  <c:v>0</c:v>
                </c:pt>
                <c:pt idx="5464">
                  <c:v>0</c:v>
                </c:pt>
                <c:pt idx="5465">
                  <c:v>0</c:v>
                </c:pt>
                <c:pt idx="5466">
                  <c:v>0</c:v>
                </c:pt>
                <c:pt idx="5467">
                  <c:v>0</c:v>
                </c:pt>
                <c:pt idx="5468">
                  <c:v>0</c:v>
                </c:pt>
                <c:pt idx="5469">
                  <c:v>0</c:v>
                </c:pt>
                <c:pt idx="5470">
                  <c:v>0</c:v>
                </c:pt>
                <c:pt idx="5471">
                  <c:v>0</c:v>
                </c:pt>
                <c:pt idx="5472">
                  <c:v>0</c:v>
                </c:pt>
                <c:pt idx="5473">
                  <c:v>0</c:v>
                </c:pt>
                <c:pt idx="5474">
                  <c:v>0</c:v>
                </c:pt>
                <c:pt idx="5475">
                  <c:v>0</c:v>
                </c:pt>
                <c:pt idx="5476">
                  <c:v>0</c:v>
                </c:pt>
                <c:pt idx="5477">
                  <c:v>0</c:v>
                </c:pt>
                <c:pt idx="5478">
                  <c:v>9</c:v>
                </c:pt>
                <c:pt idx="5479">
                  <c:v>9</c:v>
                </c:pt>
                <c:pt idx="5480">
                  <c:v>9</c:v>
                </c:pt>
                <c:pt idx="5481">
                  <c:v>9</c:v>
                </c:pt>
                <c:pt idx="5482">
                  <c:v>9</c:v>
                </c:pt>
                <c:pt idx="5483">
                  <c:v>9</c:v>
                </c:pt>
                <c:pt idx="5484">
                  <c:v>9</c:v>
                </c:pt>
                <c:pt idx="5485">
                  <c:v>9</c:v>
                </c:pt>
                <c:pt idx="5486">
                  <c:v>9</c:v>
                </c:pt>
                <c:pt idx="5487">
                  <c:v>9</c:v>
                </c:pt>
                <c:pt idx="5488">
                  <c:v>9</c:v>
                </c:pt>
                <c:pt idx="5489">
                  <c:v>9</c:v>
                </c:pt>
                <c:pt idx="5490">
                  <c:v>9</c:v>
                </c:pt>
                <c:pt idx="5491">
                  <c:v>9</c:v>
                </c:pt>
                <c:pt idx="5492">
                  <c:v>9</c:v>
                </c:pt>
                <c:pt idx="5493">
                  <c:v>9</c:v>
                </c:pt>
                <c:pt idx="5494">
                  <c:v>9</c:v>
                </c:pt>
                <c:pt idx="5495">
                  <c:v>9</c:v>
                </c:pt>
                <c:pt idx="5496">
                  <c:v>9</c:v>
                </c:pt>
                <c:pt idx="5497">
                  <c:v>9</c:v>
                </c:pt>
                <c:pt idx="5498">
                  <c:v>9</c:v>
                </c:pt>
                <c:pt idx="5499">
                  <c:v>0</c:v>
                </c:pt>
                <c:pt idx="5500">
                  <c:v>0</c:v>
                </c:pt>
                <c:pt idx="5501">
                  <c:v>0</c:v>
                </c:pt>
                <c:pt idx="5502">
                  <c:v>0</c:v>
                </c:pt>
                <c:pt idx="5503">
                  <c:v>0</c:v>
                </c:pt>
                <c:pt idx="5504">
                  <c:v>0</c:v>
                </c:pt>
                <c:pt idx="5505">
                  <c:v>0</c:v>
                </c:pt>
                <c:pt idx="5506">
                  <c:v>0</c:v>
                </c:pt>
                <c:pt idx="5507">
                  <c:v>0</c:v>
                </c:pt>
                <c:pt idx="5508">
                  <c:v>0</c:v>
                </c:pt>
                <c:pt idx="5509">
                  <c:v>0</c:v>
                </c:pt>
                <c:pt idx="5510">
                  <c:v>0</c:v>
                </c:pt>
                <c:pt idx="5511">
                  <c:v>0</c:v>
                </c:pt>
                <c:pt idx="5512">
                  <c:v>0</c:v>
                </c:pt>
                <c:pt idx="5513">
                  <c:v>0</c:v>
                </c:pt>
                <c:pt idx="5514">
                  <c:v>0</c:v>
                </c:pt>
                <c:pt idx="5515">
                  <c:v>0</c:v>
                </c:pt>
                <c:pt idx="5516">
                  <c:v>0</c:v>
                </c:pt>
                <c:pt idx="5517">
                  <c:v>0</c:v>
                </c:pt>
                <c:pt idx="5518">
                  <c:v>0</c:v>
                </c:pt>
                <c:pt idx="5519">
                  <c:v>0</c:v>
                </c:pt>
                <c:pt idx="5520">
                  <c:v>0</c:v>
                </c:pt>
                <c:pt idx="5521">
                  <c:v>0</c:v>
                </c:pt>
                <c:pt idx="5522">
                  <c:v>0</c:v>
                </c:pt>
                <c:pt idx="5523">
                  <c:v>0</c:v>
                </c:pt>
                <c:pt idx="5524">
                  <c:v>0</c:v>
                </c:pt>
                <c:pt idx="5525">
                  <c:v>0</c:v>
                </c:pt>
                <c:pt idx="5526">
                  <c:v>0</c:v>
                </c:pt>
                <c:pt idx="5527">
                  <c:v>0</c:v>
                </c:pt>
                <c:pt idx="5528">
                  <c:v>0</c:v>
                </c:pt>
                <c:pt idx="5529">
                  <c:v>0</c:v>
                </c:pt>
                <c:pt idx="5530">
                  <c:v>0</c:v>
                </c:pt>
                <c:pt idx="5531">
                  <c:v>0</c:v>
                </c:pt>
                <c:pt idx="5532">
                  <c:v>0</c:v>
                </c:pt>
                <c:pt idx="5533">
                  <c:v>0</c:v>
                </c:pt>
                <c:pt idx="5534">
                  <c:v>0</c:v>
                </c:pt>
                <c:pt idx="5535">
                  <c:v>0</c:v>
                </c:pt>
                <c:pt idx="5536">
                  <c:v>0</c:v>
                </c:pt>
                <c:pt idx="5537">
                  <c:v>0</c:v>
                </c:pt>
                <c:pt idx="5538">
                  <c:v>0</c:v>
                </c:pt>
                <c:pt idx="5539">
                  <c:v>0</c:v>
                </c:pt>
                <c:pt idx="5540">
                  <c:v>0</c:v>
                </c:pt>
                <c:pt idx="5541">
                  <c:v>0</c:v>
                </c:pt>
                <c:pt idx="5542">
                  <c:v>0</c:v>
                </c:pt>
                <c:pt idx="5543">
                  <c:v>0</c:v>
                </c:pt>
                <c:pt idx="5544">
                  <c:v>0</c:v>
                </c:pt>
                <c:pt idx="5545">
                  <c:v>0</c:v>
                </c:pt>
                <c:pt idx="5546">
                  <c:v>0</c:v>
                </c:pt>
                <c:pt idx="5547">
                  <c:v>0</c:v>
                </c:pt>
                <c:pt idx="5548">
                  <c:v>0</c:v>
                </c:pt>
                <c:pt idx="5549">
                  <c:v>0</c:v>
                </c:pt>
                <c:pt idx="5550">
                  <c:v>0</c:v>
                </c:pt>
                <c:pt idx="5551">
                  <c:v>0</c:v>
                </c:pt>
                <c:pt idx="5552">
                  <c:v>0</c:v>
                </c:pt>
                <c:pt idx="5553">
                  <c:v>0</c:v>
                </c:pt>
                <c:pt idx="5554">
                  <c:v>0</c:v>
                </c:pt>
                <c:pt idx="5555">
                  <c:v>0</c:v>
                </c:pt>
                <c:pt idx="5556">
                  <c:v>0</c:v>
                </c:pt>
                <c:pt idx="5557">
                  <c:v>0</c:v>
                </c:pt>
                <c:pt idx="5558">
                  <c:v>0</c:v>
                </c:pt>
                <c:pt idx="5559">
                  <c:v>0</c:v>
                </c:pt>
                <c:pt idx="5560">
                  <c:v>0</c:v>
                </c:pt>
                <c:pt idx="5561">
                  <c:v>0</c:v>
                </c:pt>
                <c:pt idx="5562">
                  <c:v>0</c:v>
                </c:pt>
                <c:pt idx="5563">
                  <c:v>0</c:v>
                </c:pt>
                <c:pt idx="5564">
                  <c:v>0</c:v>
                </c:pt>
                <c:pt idx="5565">
                  <c:v>0</c:v>
                </c:pt>
                <c:pt idx="5566">
                  <c:v>0</c:v>
                </c:pt>
                <c:pt idx="5567">
                  <c:v>0</c:v>
                </c:pt>
                <c:pt idx="5568">
                  <c:v>0</c:v>
                </c:pt>
                <c:pt idx="5569">
                  <c:v>0</c:v>
                </c:pt>
                <c:pt idx="5570">
                  <c:v>0</c:v>
                </c:pt>
                <c:pt idx="5571">
                  <c:v>0</c:v>
                </c:pt>
                <c:pt idx="5572">
                  <c:v>0</c:v>
                </c:pt>
                <c:pt idx="5573">
                  <c:v>0</c:v>
                </c:pt>
                <c:pt idx="5574">
                  <c:v>0</c:v>
                </c:pt>
                <c:pt idx="5575">
                  <c:v>0</c:v>
                </c:pt>
                <c:pt idx="5576">
                  <c:v>0</c:v>
                </c:pt>
                <c:pt idx="5577">
                  <c:v>0</c:v>
                </c:pt>
                <c:pt idx="5578">
                  <c:v>0</c:v>
                </c:pt>
                <c:pt idx="5579">
                  <c:v>0</c:v>
                </c:pt>
                <c:pt idx="5580">
                  <c:v>0</c:v>
                </c:pt>
                <c:pt idx="5581">
                  <c:v>0</c:v>
                </c:pt>
                <c:pt idx="5582">
                  <c:v>0</c:v>
                </c:pt>
                <c:pt idx="5583">
                  <c:v>0</c:v>
                </c:pt>
                <c:pt idx="5584">
                  <c:v>0</c:v>
                </c:pt>
                <c:pt idx="5585">
                  <c:v>0</c:v>
                </c:pt>
                <c:pt idx="5586">
                  <c:v>0</c:v>
                </c:pt>
                <c:pt idx="5587">
                  <c:v>0</c:v>
                </c:pt>
                <c:pt idx="5588">
                  <c:v>0</c:v>
                </c:pt>
                <c:pt idx="5589">
                  <c:v>0</c:v>
                </c:pt>
                <c:pt idx="5590">
                  <c:v>0</c:v>
                </c:pt>
                <c:pt idx="5591">
                  <c:v>0</c:v>
                </c:pt>
                <c:pt idx="5592">
                  <c:v>0</c:v>
                </c:pt>
                <c:pt idx="5593">
                  <c:v>0</c:v>
                </c:pt>
                <c:pt idx="5594">
                  <c:v>0</c:v>
                </c:pt>
                <c:pt idx="5595">
                  <c:v>0</c:v>
                </c:pt>
                <c:pt idx="5596">
                  <c:v>0</c:v>
                </c:pt>
                <c:pt idx="5597">
                  <c:v>0</c:v>
                </c:pt>
                <c:pt idx="5598">
                  <c:v>0</c:v>
                </c:pt>
                <c:pt idx="5599">
                  <c:v>0</c:v>
                </c:pt>
                <c:pt idx="5600">
                  <c:v>0</c:v>
                </c:pt>
                <c:pt idx="5601">
                  <c:v>0</c:v>
                </c:pt>
                <c:pt idx="5602">
                  <c:v>0</c:v>
                </c:pt>
                <c:pt idx="5603">
                  <c:v>0</c:v>
                </c:pt>
                <c:pt idx="5604">
                  <c:v>0</c:v>
                </c:pt>
                <c:pt idx="5605">
                  <c:v>0</c:v>
                </c:pt>
                <c:pt idx="5606">
                  <c:v>0</c:v>
                </c:pt>
                <c:pt idx="5607">
                  <c:v>0</c:v>
                </c:pt>
                <c:pt idx="5608">
                  <c:v>0</c:v>
                </c:pt>
                <c:pt idx="5609">
                  <c:v>0</c:v>
                </c:pt>
                <c:pt idx="5610">
                  <c:v>0</c:v>
                </c:pt>
                <c:pt idx="5611">
                  <c:v>0</c:v>
                </c:pt>
                <c:pt idx="5612">
                  <c:v>0</c:v>
                </c:pt>
                <c:pt idx="5613">
                  <c:v>0</c:v>
                </c:pt>
                <c:pt idx="5614">
                  <c:v>0</c:v>
                </c:pt>
                <c:pt idx="5615">
                  <c:v>0</c:v>
                </c:pt>
                <c:pt idx="5616">
                  <c:v>0</c:v>
                </c:pt>
                <c:pt idx="5617">
                  <c:v>0</c:v>
                </c:pt>
                <c:pt idx="5618">
                  <c:v>0</c:v>
                </c:pt>
                <c:pt idx="5619">
                  <c:v>0</c:v>
                </c:pt>
                <c:pt idx="5620">
                  <c:v>0</c:v>
                </c:pt>
                <c:pt idx="5621">
                  <c:v>0</c:v>
                </c:pt>
                <c:pt idx="5622">
                  <c:v>0</c:v>
                </c:pt>
                <c:pt idx="5623">
                  <c:v>0</c:v>
                </c:pt>
                <c:pt idx="5624">
                  <c:v>0</c:v>
                </c:pt>
                <c:pt idx="5625">
                  <c:v>0</c:v>
                </c:pt>
                <c:pt idx="5626">
                  <c:v>0</c:v>
                </c:pt>
                <c:pt idx="5627">
                  <c:v>0</c:v>
                </c:pt>
                <c:pt idx="5628">
                  <c:v>0</c:v>
                </c:pt>
                <c:pt idx="5629">
                  <c:v>0</c:v>
                </c:pt>
                <c:pt idx="5630">
                  <c:v>0</c:v>
                </c:pt>
                <c:pt idx="5631">
                  <c:v>0</c:v>
                </c:pt>
                <c:pt idx="5632">
                  <c:v>0</c:v>
                </c:pt>
                <c:pt idx="5633">
                  <c:v>0</c:v>
                </c:pt>
                <c:pt idx="5634">
                  <c:v>0</c:v>
                </c:pt>
                <c:pt idx="5635">
                  <c:v>0</c:v>
                </c:pt>
                <c:pt idx="5636">
                  <c:v>0</c:v>
                </c:pt>
                <c:pt idx="5637">
                  <c:v>0</c:v>
                </c:pt>
                <c:pt idx="5638">
                  <c:v>0</c:v>
                </c:pt>
                <c:pt idx="5639">
                  <c:v>0</c:v>
                </c:pt>
                <c:pt idx="5640">
                  <c:v>0</c:v>
                </c:pt>
                <c:pt idx="5641">
                  <c:v>0</c:v>
                </c:pt>
                <c:pt idx="5642">
                  <c:v>0</c:v>
                </c:pt>
                <c:pt idx="5643">
                  <c:v>0</c:v>
                </c:pt>
                <c:pt idx="5644">
                  <c:v>0</c:v>
                </c:pt>
                <c:pt idx="5645">
                  <c:v>0</c:v>
                </c:pt>
                <c:pt idx="5646">
                  <c:v>0</c:v>
                </c:pt>
                <c:pt idx="5647">
                  <c:v>0</c:v>
                </c:pt>
                <c:pt idx="5648">
                  <c:v>0</c:v>
                </c:pt>
                <c:pt idx="5649">
                  <c:v>0</c:v>
                </c:pt>
                <c:pt idx="5650">
                  <c:v>9</c:v>
                </c:pt>
                <c:pt idx="5651">
                  <c:v>9</c:v>
                </c:pt>
                <c:pt idx="5652">
                  <c:v>9</c:v>
                </c:pt>
                <c:pt idx="5653">
                  <c:v>9</c:v>
                </c:pt>
                <c:pt idx="5654">
                  <c:v>9</c:v>
                </c:pt>
                <c:pt idx="5655">
                  <c:v>9</c:v>
                </c:pt>
                <c:pt idx="5656">
                  <c:v>9</c:v>
                </c:pt>
                <c:pt idx="5657">
                  <c:v>9</c:v>
                </c:pt>
                <c:pt idx="5658">
                  <c:v>9</c:v>
                </c:pt>
                <c:pt idx="5659">
                  <c:v>9</c:v>
                </c:pt>
                <c:pt idx="5660">
                  <c:v>9</c:v>
                </c:pt>
                <c:pt idx="5661">
                  <c:v>9</c:v>
                </c:pt>
                <c:pt idx="5662">
                  <c:v>9</c:v>
                </c:pt>
                <c:pt idx="5663">
                  <c:v>9</c:v>
                </c:pt>
                <c:pt idx="5664">
                  <c:v>9</c:v>
                </c:pt>
                <c:pt idx="5665">
                  <c:v>9</c:v>
                </c:pt>
                <c:pt idx="5666">
                  <c:v>9</c:v>
                </c:pt>
                <c:pt idx="5667">
                  <c:v>9</c:v>
                </c:pt>
                <c:pt idx="5668">
                  <c:v>9</c:v>
                </c:pt>
                <c:pt idx="5669">
                  <c:v>9</c:v>
                </c:pt>
                <c:pt idx="5670">
                  <c:v>9</c:v>
                </c:pt>
                <c:pt idx="5671">
                  <c:v>0</c:v>
                </c:pt>
                <c:pt idx="5672">
                  <c:v>0</c:v>
                </c:pt>
                <c:pt idx="5673">
                  <c:v>0</c:v>
                </c:pt>
                <c:pt idx="5674">
                  <c:v>0</c:v>
                </c:pt>
                <c:pt idx="5675">
                  <c:v>0</c:v>
                </c:pt>
                <c:pt idx="5676">
                  <c:v>0</c:v>
                </c:pt>
                <c:pt idx="5677">
                  <c:v>0</c:v>
                </c:pt>
                <c:pt idx="5678">
                  <c:v>0</c:v>
                </c:pt>
                <c:pt idx="5679">
                  <c:v>0</c:v>
                </c:pt>
                <c:pt idx="5680">
                  <c:v>0</c:v>
                </c:pt>
                <c:pt idx="5681">
                  <c:v>0</c:v>
                </c:pt>
                <c:pt idx="5682">
                  <c:v>0</c:v>
                </c:pt>
                <c:pt idx="5683">
                  <c:v>0</c:v>
                </c:pt>
                <c:pt idx="5684">
                  <c:v>0</c:v>
                </c:pt>
                <c:pt idx="5685">
                  <c:v>0</c:v>
                </c:pt>
                <c:pt idx="5686">
                  <c:v>0</c:v>
                </c:pt>
                <c:pt idx="5687">
                  <c:v>0</c:v>
                </c:pt>
                <c:pt idx="5688">
                  <c:v>0</c:v>
                </c:pt>
                <c:pt idx="5689">
                  <c:v>0</c:v>
                </c:pt>
                <c:pt idx="5690">
                  <c:v>0</c:v>
                </c:pt>
                <c:pt idx="5691">
                  <c:v>0</c:v>
                </c:pt>
                <c:pt idx="5692">
                  <c:v>0</c:v>
                </c:pt>
                <c:pt idx="5693">
                  <c:v>0</c:v>
                </c:pt>
                <c:pt idx="5694">
                  <c:v>0</c:v>
                </c:pt>
                <c:pt idx="5695">
                  <c:v>0</c:v>
                </c:pt>
                <c:pt idx="5696">
                  <c:v>0</c:v>
                </c:pt>
                <c:pt idx="5697">
                  <c:v>0</c:v>
                </c:pt>
                <c:pt idx="5698">
                  <c:v>0</c:v>
                </c:pt>
                <c:pt idx="5699">
                  <c:v>0</c:v>
                </c:pt>
                <c:pt idx="5700">
                  <c:v>0</c:v>
                </c:pt>
                <c:pt idx="5701">
                  <c:v>0</c:v>
                </c:pt>
                <c:pt idx="5702">
                  <c:v>0</c:v>
                </c:pt>
                <c:pt idx="5703">
                  <c:v>0</c:v>
                </c:pt>
                <c:pt idx="5704">
                  <c:v>0</c:v>
                </c:pt>
                <c:pt idx="5705">
                  <c:v>0</c:v>
                </c:pt>
                <c:pt idx="5706">
                  <c:v>0</c:v>
                </c:pt>
                <c:pt idx="5707">
                  <c:v>0</c:v>
                </c:pt>
                <c:pt idx="5708">
                  <c:v>0</c:v>
                </c:pt>
                <c:pt idx="5709">
                  <c:v>0</c:v>
                </c:pt>
                <c:pt idx="5710">
                  <c:v>0</c:v>
                </c:pt>
                <c:pt idx="5711">
                  <c:v>0</c:v>
                </c:pt>
                <c:pt idx="5712">
                  <c:v>0</c:v>
                </c:pt>
                <c:pt idx="5713">
                  <c:v>0</c:v>
                </c:pt>
                <c:pt idx="5714">
                  <c:v>0</c:v>
                </c:pt>
                <c:pt idx="5715">
                  <c:v>0</c:v>
                </c:pt>
                <c:pt idx="5716">
                  <c:v>0</c:v>
                </c:pt>
                <c:pt idx="5717">
                  <c:v>0</c:v>
                </c:pt>
                <c:pt idx="5718">
                  <c:v>0</c:v>
                </c:pt>
                <c:pt idx="5719">
                  <c:v>0</c:v>
                </c:pt>
                <c:pt idx="5720">
                  <c:v>0</c:v>
                </c:pt>
                <c:pt idx="5721">
                  <c:v>0</c:v>
                </c:pt>
                <c:pt idx="5722">
                  <c:v>0</c:v>
                </c:pt>
                <c:pt idx="5723">
                  <c:v>0</c:v>
                </c:pt>
                <c:pt idx="5724">
                  <c:v>0</c:v>
                </c:pt>
                <c:pt idx="5725">
                  <c:v>0</c:v>
                </c:pt>
                <c:pt idx="5726">
                  <c:v>0</c:v>
                </c:pt>
                <c:pt idx="5727">
                  <c:v>0</c:v>
                </c:pt>
                <c:pt idx="5728">
                  <c:v>0</c:v>
                </c:pt>
                <c:pt idx="5729">
                  <c:v>0</c:v>
                </c:pt>
                <c:pt idx="5730">
                  <c:v>0</c:v>
                </c:pt>
                <c:pt idx="5731">
                  <c:v>0</c:v>
                </c:pt>
                <c:pt idx="5732">
                  <c:v>0</c:v>
                </c:pt>
                <c:pt idx="5733">
                  <c:v>0</c:v>
                </c:pt>
                <c:pt idx="5734">
                  <c:v>0</c:v>
                </c:pt>
                <c:pt idx="5735">
                  <c:v>0</c:v>
                </c:pt>
                <c:pt idx="5736">
                  <c:v>0</c:v>
                </c:pt>
                <c:pt idx="5737">
                  <c:v>0</c:v>
                </c:pt>
                <c:pt idx="5738">
                  <c:v>0</c:v>
                </c:pt>
                <c:pt idx="5739">
                  <c:v>0</c:v>
                </c:pt>
                <c:pt idx="5740">
                  <c:v>0</c:v>
                </c:pt>
                <c:pt idx="5741">
                  <c:v>0</c:v>
                </c:pt>
                <c:pt idx="5742">
                  <c:v>0</c:v>
                </c:pt>
                <c:pt idx="5743">
                  <c:v>0</c:v>
                </c:pt>
                <c:pt idx="5744">
                  <c:v>0</c:v>
                </c:pt>
                <c:pt idx="5745">
                  <c:v>0</c:v>
                </c:pt>
                <c:pt idx="5746">
                  <c:v>0</c:v>
                </c:pt>
                <c:pt idx="5747">
                  <c:v>0</c:v>
                </c:pt>
                <c:pt idx="5748">
                  <c:v>0</c:v>
                </c:pt>
                <c:pt idx="5749">
                  <c:v>0</c:v>
                </c:pt>
                <c:pt idx="5750">
                  <c:v>0</c:v>
                </c:pt>
                <c:pt idx="5751">
                  <c:v>0</c:v>
                </c:pt>
                <c:pt idx="5752">
                  <c:v>0</c:v>
                </c:pt>
                <c:pt idx="5753">
                  <c:v>0</c:v>
                </c:pt>
                <c:pt idx="5754">
                  <c:v>0</c:v>
                </c:pt>
                <c:pt idx="5755">
                  <c:v>0</c:v>
                </c:pt>
                <c:pt idx="5756">
                  <c:v>0</c:v>
                </c:pt>
                <c:pt idx="5757">
                  <c:v>0</c:v>
                </c:pt>
                <c:pt idx="5758">
                  <c:v>0</c:v>
                </c:pt>
                <c:pt idx="5759">
                  <c:v>0</c:v>
                </c:pt>
                <c:pt idx="5760">
                  <c:v>0</c:v>
                </c:pt>
                <c:pt idx="5761">
                  <c:v>0</c:v>
                </c:pt>
                <c:pt idx="5762">
                  <c:v>0</c:v>
                </c:pt>
                <c:pt idx="5763">
                  <c:v>0</c:v>
                </c:pt>
                <c:pt idx="5764">
                  <c:v>0</c:v>
                </c:pt>
                <c:pt idx="5765">
                  <c:v>0</c:v>
                </c:pt>
                <c:pt idx="5766">
                  <c:v>0</c:v>
                </c:pt>
                <c:pt idx="5767">
                  <c:v>0</c:v>
                </c:pt>
                <c:pt idx="5768">
                  <c:v>0</c:v>
                </c:pt>
                <c:pt idx="5769">
                  <c:v>0</c:v>
                </c:pt>
                <c:pt idx="5770">
                  <c:v>0</c:v>
                </c:pt>
                <c:pt idx="5771">
                  <c:v>0</c:v>
                </c:pt>
                <c:pt idx="5772">
                  <c:v>0</c:v>
                </c:pt>
                <c:pt idx="5773">
                  <c:v>0</c:v>
                </c:pt>
                <c:pt idx="5774">
                  <c:v>0</c:v>
                </c:pt>
                <c:pt idx="5775">
                  <c:v>0</c:v>
                </c:pt>
                <c:pt idx="5776">
                  <c:v>0</c:v>
                </c:pt>
                <c:pt idx="5777">
                  <c:v>0</c:v>
                </c:pt>
                <c:pt idx="5778">
                  <c:v>0</c:v>
                </c:pt>
                <c:pt idx="5779">
                  <c:v>0</c:v>
                </c:pt>
                <c:pt idx="5780">
                  <c:v>0</c:v>
                </c:pt>
                <c:pt idx="5781">
                  <c:v>0</c:v>
                </c:pt>
                <c:pt idx="5782">
                  <c:v>0</c:v>
                </c:pt>
                <c:pt idx="5783">
                  <c:v>0</c:v>
                </c:pt>
                <c:pt idx="5784">
                  <c:v>0</c:v>
                </c:pt>
                <c:pt idx="5785">
                  <c:v>0</c:v>
                </c:pt>
                <c:pt idx="5786">
                  <c:v>0</c:v>
                </c:pt>
                <c:pt idx="5787">
                  <c:v>0</c:v>
                </c:pt>
                <c:pt idx="5788">
                  <c:v>0</c:v>
                </c:pt>
                <c:pt idx="5789">
                  <c:v>0</c:v>
                </c:pt>
                <c:pt idx="5790">
                  <c:v>0</c:v>
                </c:pt>
                <c:pt idx="5791">
                  <c:v>0</c:v>
                </c:pt>
                <c:pt idx="5792">
                  <c:v>0</c:v>
                </c:pt>
                <c:pt idx="5793">
                  <c:v>0</c:v>
                </c:pt>
                <c:pt idx="5794">
                  <c:v>0</c:v>
                </c:pt>
                <c:pt idx="5795">
                  <c:v>0</c:v>
                </c:pt>
                <c:pt idx="5796">
                  <c:v>0</c:v>
                </c:pt>
                <c:pt idx="5797">
                  <c:v>0</c:v>
                </c:pt>
                <c:pt idx="5798">
                  <c:v>0</c:v>
                </c:pt>
                <c:pt idx="5799">
                  <c:v>0</c:v>
                </c:pt>
                <c:pt idx="5800">
                  <c:v>0</c:v>
                </c:pt>
                <c:pt idx="5801">
                  <c:v>0</c:v>
                </c:pt>
                <c:pt idx="5802">
                  <c:v>0</c:v>
                </c:pt>
                <c:pt idx="5803">
                  <c:v>0</c:v>
                </c:pt>
                <c:pt idx="5804">
                  <c:v>0</c:v>
                </c:pt>
                <c:pt idx="5805">
                  <c:v>0</c:v>
                </c:pt>
                <c:pt idx="5806">
                  <c:v>0</c:v>
                </c:pt>
                <c:pt idx="5807">
                  <c:v>0</c:v>
                </c:pt>
                <c:pt idx="5808">
                  <c:v>0</c:v>
                </c:pt>
                <c:pt idx="5809">
                  <c:v>0</c:v>
                </c:pt>
                <c:pt idx="5810">
                  <c:v>0</c:v>
                </c:pt>
                <c:pt idx="5811">
                  <c:v>0</c:v>
                </c:pt>
                <c:pt idx="5812">
                  <c:v>0</c:v>
                </c:pt>
                <c:pt idx="5813">
                  <c:v>0</c:v>
                </c:pt>
                <c:pt idx="5814">
                  <c:v>0</c:v>
                </c:pt>
                <c:pt idx="5815">
                  <c:v>0</c:v>
                </c:pt>
                <c:pt idx="5816">
                  <c:v>0</c:v>
                </c:pt>
                <c:pt idx="5817">
                  <c:v>0</c:v>
                </c:pt>
                <c:pt idx="5818">
                  <c:v>0</c:v>
                </c:pt>
                <c:pt idx="5819">
                  <c:v>0</c:v>
                </c:pt>
                <c:pt idx="5820">
                  <c:v>0</c:v>
                </c:pt>
                <c:pt idx="5821">
                  <c:v>0</c:v>
                </c:pt>
                <c:pt idx="5822">
                  <c:v>0</c:v>
                </c:pt>
                <c:pt idx="5823">
                  <c:v>0</c:v>
                </c:pt>
                <c:pt idx="5824">
                  <c:v>0</c:v>
                </c:pt>
                <c:pt idx="5825">
                  <c:v>0</c:v>
                </c:pt>
                <c:pt idx="5826">
                  <c:v>0</c:v>
                </c:pt>
                <c:pt idx="5827">
                  <c:v>0</c:v>
                </c:pt>
                <c:pt idx="5828">
                  <c:v>0</c:v>
                </c:pt>
                <c:pt idx="5829">
                  <c:v>0</c:v>
                </c:pt>
                <c:pt idx="5830">
                  <c:v>0</c:v>
                </c:pt>
                <c:pt idx="5831">
                  <c:v>0</c:v>
                </c:pt>
                <c:pt idx="5832">
                  <c:v>0</c:v>
                </c:pt>
                <c:pt idx="5833">
                  <c:v>0</c:v>
                </c:pt>
                <c:pt idx="5834">
                  <c:v>0</c:v>
                </c:pt>
                <c:pt idx="5835">
                  <c:v>0</c:v>
                </c:pt>
                <c:pt idx="5836">
                  <c:v>0</c:v>
                </c:pt>
                <c:pt idx="5837">
                  <c:v>0</c:v>
                </c:pt>
                <c:pt idx="5838">
                  <c:v>0</c:v>
                </c:pt>
                <c:pt idx="5839">
                  <c:v>0</c:v>
                </c:pt>
                <c:pt idx="5840">
                  <c:v>0</c:v>
                </c:pt>
                <c:pt idx="5841">
                  <c:v>0</c:v>
                </c:pt>
                <c:pt idx="5842">
                  <c:v>0</c:v>
                </c:pt>
                <c:pt idx="5843">
                  <c:v>0</c:v>
                </c:pt>
                <c:pt idx="5844">
                  <c:v>0</c:v>
                </c:pt>
                <c:pt idx="5845">
                  <c:v>0</c:v>
                </c:pt>
                <c:pt idx="5846">
                  <c:v>0</c:v>
                </c:pt>
                <c:pt idx="5847">
                  <c:v>0</c:v>
                </c:pt>
                <c:pt idx="5848">
                  <c:v>0</c:v>
                </c:pt>
                <c:pt idx="5849">
                  <c:v>0</c:v>
                </c:pt>
                <c:pt idx="5850">
                  <c:v>0</c:v>
                </c:pt>
                <c:pt idx="5851">
                  <c:v>0</c:v>
                </c:pt>
                <c:pt idx="5852">
                  <c:v>0</c:v>
                </c:pt>
                <c:pt idx="5853">
                  <c:v>0</c:v>
                </c:pt>
                <c:pt idx="5854">
                  <c:v>0</c:v>
                </c:pt>
                <c:pt idx="5855">
                  <c:v>0</c:v>
                </c:pt>
                <c:pt idx="5856">
                  <c:v>0</c:v>
                </c:pt>
                <c:pt idx="5857">
                  <c:v>0</c:v>
                </c:pt>
                <c:pt idx="5858">
                  <c:v>0</c:v>
                </c:pt>
                <c:pt idx="5859">
                  <c:v>0</c:v>
                </c:pt>
                <c:pt idx="5860">
                  <c:v>0</c:v>
                </c:pt>
                <c:pt idx="5861">
                  <c:v>0</c:v>
                </c:pt>
                <c:pt idx="5862">
                  <c:v>0</c:v>
                </c:pt>
                <c:pt idx="5863">
                  <c:v>0</c:v>
                </c:pt>
                <c:pt idx="5864">
                  <c:v>0</c:v>
                </c:pt>
                <c:pt idx="5865">
                  <c:v>0</c:v>
                </c:pt>
                <c:pt idx="5866">
                  <c:v>0</c:v>
                </c:pt>
                <c:pt idx="5867">
                  <c:v>0</c:v>
                </c:pt>
                <c:pt idx="5868">
                  <c:v>0</c:v>
                </c:pt>
                <c:pt idx="5869">
                  <c:v>0</c:v>
                </c:pt>
                <c:pt idx="5870">
                  <c:v>0</c:v>
                </c:pt>
                <c:pt idx="5871">
                  <c:v>0</c:v>
                </c:pt>
                <c:pt idx="5872">
                  <c:v>0</c:v>
                </c:pt>
                <c:pt idx="5873">
                  <c:v>0</c:v>
                </c:pt>
                <c:pt idx="5874">
                  <c:v>0</c:v>
                </c:pt>
                <c:pt idx="5875">
                  <c:v>0</c:v>
                </c:pt>
                <c:pt idx="5876">
                  <c:v>0</c:v>
                </c:pt>
                <c:pt idx="5877">
                  <c:v>0</c:v>
                </c:pt>
                <c:pt idx="5878">
                  <c:v>0</c:v>
                </c:pt>
                <c:pt idx="5879">
                  <c:v>0</c:v>
                </c:pt>
                <c:pt idx="5880">
                  <c:v>0</c:v>
                </c:pt>
                <c:pt idx="5881">
                  <c:v>0</c:v>
                </c:pt>
                <c:pt idx="5882">
                  <c:v>0</c:v>
                </c:pt>
                <c:pt idx="5883">
                  <c:v>0</c:v>
                </c:pt>
                <c:pt idx="5884">
                  <c:v>0</c:v>
                </c:pt>
                <c:pt idx="5885">
                  <c:v>0</c:v>
                </c:pt>
                <c:pt idx="5886">
                  <c:v>0</c:v>
                </c:pt>
                <c:pt idx="5887">
                  <c:v>0</c:v>
                </c:pt>
                <c:pt idx="5888">
                  <c:v>0</c:v>
                </c:pt>
                <c:pt idx="5889">
                  <c:v>0</c:v>
                </c:pt>
                <c:pt idx="5890">
                  <c:v>0</c:v>
                </c:pt>
                <c:pt idx="5891">
                  <c:v>0</c:v>
                </c:pt>
                <c:pt idx="5892">
                  <c:v>0</c:v>
                </c:pt>
                <c:pt idx="5893">
                  <c:v>0</c:v>
                </c:pt>
                <c:pt idx="5894">
                  <c:v>0</c:v>
                </c:pt>
                <c:pt idx="5895">
                  <c:v>0</c:v>
                </c:pt>
                <c:pt idx="5896">
                  <c:v>0</c:v>
                </c:pt>
                <c:pt idx="5897">
                  <c:v>0</c:v>
                </c:pt>
                <c:pt idx="5898">
                  <c:v>0</c:v>
                </c:pt>
                <c:pt idx="5899">
                  <c:v>0</c:v>
                </c:pt>
                <c:pt idx="5900">
                  <c:v>0</c:v>
                </c:pt>
                <c:pt idx="5901">
                  <c:v>0</c:v>
                </c:pt>
                <c:pt idx="5902">
                  <c:v>0</c:v>
                </c:pt>
                <c:pt idx="5903">
                  <c:v>0</c:v>
                </c:pt>
                <c:pt idx="5904">
                  <c:v>0</c:v>
                </c:pt>
                <c:pt idx="5905">
                  <c:v>0</c:v>
                </c:pt>
                <c:pt idx="5906">
                  <c:v>0</c:v>
                </c:pt>
                <c:pt idx="5907">
                  <c:v>0</c:v>
                </c:pt>
                <c:pt idx="5908">
                  <c:v>0</c:v>
                </c:pt>
                <c:pt idx="5909">
                  <c:v>0</c:v>
                </c:pt>
                <c:pt idx="5910">
                  <c:v>0</c:v>
                </c:pt>
                <c:pt idx="5911">
                  <c:v>0</c:v>
                </c:pt>
                <c:pt idx="5912">
                  <c:v>0</c:v>
                </c:pt>
                <c:pt idx="5913">
                  <c:v>0</c:v>
                </c:pt>
                <c:pt idx="5914">
                  <c:v>0</c:v>
                </c:pt>
                <c:pt idx="5915">
                  <c:v>0</c:v>
                </c:pt>
                <c:pt idx="5916">
                  <c:v>0</c:v>
                </c:pt>
                <c:pt idx="5917">
                  <c:v>0</c:v>
                </c:pt>
                <c:pt idx="5918">
                  <c:v>0</c:v>
                </c:pt>
                <c:pt idx="5919">
                  <c:v>0</c:v>
                </c:pt>
                <c:pt idx="5920">
                  <c:v>0</c:v>
                </c:pt>
                <c:pt idx="5921">
                  <c:v>0</c:v>
                </c:pt>
                <c:pt idx="5922">
                  <c:v>0</c:v>
                </c:pt>
                <c:pt idx="5923">
                  <c:v>0</c:v>
                </c:pt>
                <c:pt idx="5924">
                  <c:v>0</c:v>
                </c:pt>
                <c:pt idx="5925">
                  <c:v>0</c:v>
                </c:pt>
                <c:pt idx="5926">
                  <c:v>0</c:v>
                </c:pt>
                <c:pt idx="5927">
                  <c:v>0</c:v>
                </c:pt>
                <c:pt idx="5928">
                  <c:v>0</c:v>
                </c:pt>
                <c:pt idx="5929">
                  <c:v>0</c:v>
                </c:pt>
                <c:pt idx="5930">
                  <c:v>0</c:v>
                </c:pt>
                <c:pt idx="5931">
                  <c:v>0</c:v>
                </c:pt>
                <c:pt idx="5932">
                  <c:v>0</c:v>
                </c:pt>
                <c:pt idx="5933">
                  <c:v>0</c:v>
                </c:pt>
                <c:pt idx="5934">
                  <c:v>0</c:v>
                </c:pt>
                <c:pt idx="5935">
                  <c:v>0</c:v>
                </c:pt>
                <c:pt idx="5936">
                  <c:v>0</c:v>
                </c:pt>
                <c:pt idx="5937">
                  <c:v>0</c:v>
                </c:pt>
                <c:pt idx="5938">
                  <c:v>0</c:v>
                </c:pt>
                <c:pt idx="5939">
                  <c:v>0</c:v>
                </c:pt>
                <c:pt idx="5940">
                  <c:v>0</c:v>
                </c:pt>
                <c:pt idx="5941">
                  <c:v>0</c:v>
                </c:pt>
                <c:pt idx="5942">
                  <c:v>0</c:v>
                </c:pt>
                <c:pt idx="5943">
                  <c:v>0</c:v>
                </c:pt>
                <c:pt idx="5944">
                  <c:v>0</c:v>
                </c:pt>
                <c:pt idx="5945">
                  <c:v>0</c:v>
                </c:pt>
                <c:pt idx="5946">
                  <c:v>0</c:v>
                </c:pt>
                <c:pt idx="5947">
                  <c:v>0</c:v>
                </c:pt>
                <c:pt idx="5948">
                  <c:v>0</c:v>
                </c:pt>
                <c:pt idx="5949">
                  <c:v>0</c:v>
                </c:pt>
                <c:pt idx="5950">
                  <c:v>0</c:v>
                </c:pt>
                <c:pt idx="5951">
                  <c:v>0</c:v>
                </c:pt>
                <c:pt idx="5952">
                  <c:v>0</c:v>
                </c:pt>
                <c:pt idx="5953">
                  <c:v>0</c:v>
                </c:pt>
                <c:pt idx="5954">
                  <c:v>0</c:v>
                </c:pt>
                <c:pt idx="5955">
                  <c:v>0</c:v>
                </c:pt>
                <c:pt idx="5956">
                  <c:v>0</c:v>
                </c:pt>
                <c:pt idx="5957">
                  <c:v>0</c:v>
                </c:pt>
                <c:pt idx="5958">
                  <c:v>0</c:v>
                </c:pt>
                <c:pt idx="5959">
                  <c:v>0</c:v>
                </c:pt>
                <c:pt idx="5960">
                  <c:v>0</c:v>
                </c:pt>
                <c:pt idx="5961">
                  <c:v>0</c:v>
                </c:pt>
                <c:pt idx="5962">
                  <c:v>0</c:v>
                </c:pt>
                <c:pt idx="5963">
                  <c:v>0</c:v>
                </c:pt>
                <c:pt idx="5964">
                  <c:v>0</c:v>
                </c:pt>
                <c:pt idx="5965">
                  <c:v>0</c:v>
                </c:pt>
                <c:pt idx="5966">
                  <c:v>0</c:v>
                </c:pt>
                <c:pt idx="5967">
                  <c:v>0</c:v>
                </c:pt>
                <c:pt idx="5968">
                  <c:v>0</c:v>
                </c:pt>
                <c:pt idx="5969">
                  <c:v>0</c:v>
                </c:pt>
                <c:pt idx="5970">
                  <c:v>0</c:v>
                </c:pt>
                <c:pt idx="5971">
                  <c:v>0</c:v>
                </c:pt>
                <c:pt idx="5972">
                  <c:v>0</c:v>
                </c:pt>
                <c:pt idx="5973">
                  <c:v>0</c:v>
                </c:pt>
                <c:pt idx="5974">
                  <c:v>0</c:v>
                </c:pt>
                <c:pt idx="5975">
                  <c:v>0</c:v>
                </c:pt>
                <c:pt idx="5976">
                  <c:v>0</c:v>
                </c:pt>
                <c:pt idx="5977">
                  <c:v>0</c:v>
                </c:pt>
                <c:pt idx="5978">
                  <c:v>0</c:v>
                </c:pt>
                <c:pt idx="5979">
                  <c:v>0</c:v>
                </c:pt>
                <c:pt idx="5980">
                  <c:v>0</c:v>
                </c:pt>
                <c:pt idx="5981">
                  <c:v>0</c:v>
                </c:pt>
                <c:pt idx="5982">
                  <c:v>0</c:v>
                </c:pt>
                <c:pt idx="5983">
                  <c:v>0</c:v>
                </c:pt>
                <c:pt idx="5984">
                  <c:v>0</c:v>
                </c:pt>
                <c:pt idx="5985">
                  <c:v>0</c:v>
                </c:pt>
                <c:pt idx="5986">
                  <c:v>0</c:v>
                </c:pt>
                <c:pt idx="5987">
                  <c:v>0</c:v>
                </c:pt>
                <c:pt idx="5988">
                  <c:v>0</c:v>
                </c:pt>
                <c:pt idx="5989">
                  <c:v>0</c:v>
                </c:pt>
                <c:pt idx="5990">
                  <c:v>0</c:v>
                </c:pt>
                <c:pt idx="5991">
                  <c:v>0</c:v>
                </c:pt>
                <c:pt idx="5992">
                  <c:v>0</c:v>
                </c:pt>
                <c:pt idx="5993">
                  <c:v>0</c:v>
                </c:pt>
                <c:pt idx="5994">
                  <c:v>0</c:v>
                </c:pt>
                <c:pt idx="5995">
                  <c:v>0</c:v>
                </c:pt>
                <c:pt idx="5996">
                  <c:v>0</c:v>
                </c:pt>
                <c:pt idx="5997">
                  <c:v>0</c:v>
                </c:pt>
                <c:pt idx="5998">
                  <c:v>0</c:v>
                </c:pt>
                <c:pt idx="5999">
                  <c:v>0</c:v>
                </c:pt>
                <c:pt idx="6000">
                  <c:v>0</c:v>
                </c:pt>
                <c:pt idx="6001">
                  <c:v>0</c:v>
                </c:pt>
                <c:pt idx="6002">
                  <c:v>0</c:v>
                </c:pt>
                <c:pt idx="6003">
                  <c:v>0</c:v>
                </c:pt>
                <c:pt idx="6004">
                  <c:v>0</c:v>
                </c:pt>
                <c:pt idx="6005">
                  <c:v>0</c:v>
                </c:pt>
                <c:pt idx="6006">
                  <c:v>0</c:v>
                </c:pt>
                <c:pt idx="6007">
                  <c:v>0</c:v>
                </c:pt>
                <c:pt idx="6008">
                  <c:v>0</c:v>
                </c:pt>
                <c:pt idx="6009">
                  <c:v>0</c:v>
                </c:pt>
                <c:pt idx="6010">
                  <c:v>0</c:v>
                </c:pt>
                <c:pt idx="6011">
                  <c:v>0</c:v>
                </c:pt>
                <c:pt idx="6012">
                  <c:v>0</c:v>
                </c:pt>
                <c:pt idx="6013">
                  <c:v>0</c:v>
                </c:pt>
                <c:pt idx="6014">
                  <c:v>0</c:v>
                </c:pt>
                <c:pt idx="6015">
                  <c:v>0</c:v>
                </c:pt>
                <c:pt idx="6016">
                  <c:v>0</c:v>
                </c:pt>
                <c:pt idx="6017">
                  <c:v>0</c:v>
                </c:pt>
                <c:pt idx="6018">
                  <c:v>0</c:v>
                </c:pt>
                <c:pt idx="6019">
                  <c:v>0</c:v>
                </c:pt>
                <c:pt idx="6020">
                  <c:v>0</c:v>
                </c:pt>
                <c:pt idx="6021">
                  <c:v>0</c:v>
                </c:pt>
                <c:pt idx="6022">
                  <c:v>0</c:v>
                </c:pt>
                <c:pt idx="6023">
                  <c:v>0</c:v>
                </c:pt>
                <c:pt idx="6024">
                  <c:v>0</c:v>
                </c:pt>
                <c:pt idx="6025">
                  <c:v>0</c:v>
                </c:pt>
                <c:pt idx="6026">
                  <c:v>0</c:v>
                </c:pt>
                <c:pt idx="6027">
                  <c:v>0</c:v>
                </c:pt>
                <c:pt idx="6028">
                  <c:v>0</c:v>
                </c:pt>
                <c:pt idx="6029">
                  <c:v>0</c:v>
                </c:pt>
                <c:pt idx="6030">
                  <c:v>0</c:v>
                </c:pt>
                <c:pt idx="6031">
                  <c:v>0</c:v>
                </c:pt>
                <c:pt idx="6032">
                  <c:v>0</c:v>
                </c:pt>
                <c:pt idx="6033">
                  <c:v>0</c:v>
                </c:pt>
                <c:pt idx="6034">
                  <c:v>0</c:v>
                </c:pt>
                <c:pt idx="6035">
                  <c:v>0</c:v>
                </c:pt>
                <c:pt idx="6036">
                  <c:v>0</c:v>
                </c:pt>
                <c:pt idx="6037">
                  <c:v>0</c:v>
                </c:pt>
                <c:pt idx="6038">
                  <c:v>0</c:v>
                </c:pt>
                <c:pt idx="6039">
                  <c:v>0</c:v>
                </c:pt>
                <c:pt idx="6040">
                  <c:v>0</c:v>
                </c:pt>
                <c:pt idx="6041">
                  <c:v>0</c:v>
                </c:pt>
                <c:pt idx="6042">
                  <c:v>0</c:v>
                </c:pt>
                <c:pt idx="6043">
                  <c:v>0</c:v>
                </c:pt>
                <c:pt idx="6044">
                  <c:v>0</c:v>
                </c:pt>
                <c:pt idx="6045">
                  <c:v>0</c:v>
                </c:pt>
                <c:pt idx="6046">
                  <c:v>0</c:v>
                </c:pt>
                <c:pt idx="6047">
                  <c:v>0</c:v>
                </c:pt>
                <c:pt idx="6048">
                  <c:v>0</c:v>
                </c:pt>
                <c:pt idx="6049">
                  <c:v>0</c:v>
                </c:pt>
                <c:pt idx="6050">
                  <c:v>0</c:v>
                </c:pt>
                <c:pt idx="6051">
                  <c:v>0</c:v>
                </c:pt>
                <c:pt idx="6052">
                  <c:v>0</c:v>
                </c:pt>
                <c:pt idx="6053">
                  <c:v>0</c:v>
                </c:pt>
                <c:pt idx="6054">
                  <c:v>0</c:v>
                </c:pt>
                <c:pt idx="6055">
                  <c:v>0</c:v>
                </c:pt>
                <c:pt idx="6056">
                  <c:v>0</c:v>
                </c:pt>
                <c:pt idx="6057">
                  <c:v>0</c:v>
                </c:pt>
                <c:pt idx="6058">
                  <c:v>0</c:v>
                </c:pt>
                <c:pt idx="6059">
                  <c:v>0</c:v>
                </c:pt>
                <c:pt idx="6060">
                  <c:v>0</c:v>
                </c:pt>
                <c:pt idx="6061">
                  <c:v>0</c:v>
                </c:pt>
                <c:pt idx="6062">
                  <c:v>0</c:v>
                </c:pt>
                <c:pt idx="6063">
                  <c:v>0</c:v>
                </c:pt>
                <c:pt idx="6064">
                  <c:v>0</c:v>
                </c:pt>
                <c:pt idx="6065">
                  <c:v>0</c:v>
                </c:pt>
                <c:pt idx="6066">
                  <c:v>0</c:v>
                </c:pt>
                <c:pt idx="6067">
                  <c:v>0</c:v>
                </c:pt>
                <c:pt idx="6068">
                  <c:v>0</c:v>
                </c:pt>
                <c:pt idx="6069">
                  <c:v>0</c:v>
                </c:pt>
                <c:pt idx="6070">
                  <c:v>0</c:v>
                </c:pt>
                <c:pt idx="6071">
                  <c:v>0</c:v>
                </c:pt>
                <c:pt idx="6072">
                  <c:v>0</c:v>
                </c:pt>
                <c:pt idx="6073">
                  <c:v>0</c:v>
                </c:pt>
                <c:pt idx="6074">
                  <c:v>0</c:v>
                </c:pt>
                <c:pt idx="6075">
                  <c:v>0</c:v>
                </c:pt>
                <c:pt idx="6076">
                  <c:v>0</c:v>
                </c:pt>
                <c:pt idx="6077">
                  <c:v>0</c:v>
                </c:pt>
                <c:pt idx="6078">
                  <c:v>0</c:v>
                </c:pt>
                <c:pt idx="6079">
                  <c:v>0</c:v>
                </c:pt>
                <c:pt idx="6080">
                  <c:v>0</c:v>
                </c:pt>
                <c:pt idx="6081">
                  <c:v>0</c:v>
                </c:pt>
                <c:pt idx="6082">
                  <c:v>0</c:v>
                </c:pt>
                <c:pt idx="6083">
                  <c:v>0</c:v>
                </c:pt>
                <c:pt idx="6084">
                  <c:v>0</c:v>
                </c:pt>
                <c:pt idx="6085">
                  <c:v>0</c:v>
                </c:pt>
                <c:pt idx="6086">
                  <c:v>0</c:v>
                </c:pt>
                <c:pt idx="6087">
                  <c:v>0</c:v>
                </c:pt>
                <c:pt idx="6088">
                  <c:v>0</c:v>
                </c:pt>
                <c:pt idx="6089">
                  <c:v>0</c:v>
                </c:pt>
                <c:pt idx="6090">
                  <c:v>0</c:v>
                </c:pt>
                <c:pt idx="6091">
                  <c:v>0</c:v>
                </c:pt>
                <c:pt idx="6092">
                  <c:v>0</c:v>
                </c:pt>
                <c:pt idx="6093">
                  <c:v>0</c:v>
                </c:pt>
                <c:pt idx="6094">
                  <c:v>0</c:v>
                </c:pt>
                <c:pt idx="6095">
                  <c:v>0</c:v>
                </c:pt>
                <c:pt idx="6096">
                  <c:v>0</c:v>
                </c:pt>
                <c:pt idx="6097">
                  <c:v>0</c:v>
                </c:pt>
                <c:pt idx="6098">
                  <c:v>0</c:v>
                </c:pt>
                <c:pt idx="6099">
                  <c:v>0</c:v>
                </c:pt>
                <c:pt idx="6100">
                  <c:v>0</c:v>
                </c:pt>
                <c:pt idx="6101">
                  <c:v>0</c:v>
                </c:pt>
                <c:pt idx="6102">
                  <c:v>0</c:v>
                </c:pt>
                <c:pt idx="6103">
                  <c:v>0</c:v>
                </c:pt>
                <c:pt idx="6104">
                  <c:v>0</c:v>
                </c:pt>
                <c:pt idx="6105">
                  <c:v>0</c:v>
                </c:pt>
                <c:pt idx="6106">
                  <c:v>0</c:v>
                </c:pt>
                <c:pt idx="6107">
                  <c:v>0</c:v>
                </c:pt>
                <c:pt idx="6108">
                  <c:v>0</c:v>
                </c:pt>
                <c:pt idx="6109">
                  <c:v>0</c:v>
                </c:pt>
                <c:pt idx="6110">
                  <c:v>0</c:v>
                </c:pt>
                <c:pt idx="6111">
                  <c:v>0</c:v>
                </c:pt>
                <c:pt idx="6112">
                  <c:v>0</c:v>
                </c:pt>
                <c:pt idx="6113">
                  <c:v>0</c:v>
                </c:pt>
                <c:pt idx="6114">
                  <c:v>0</c:v>
                </c:pt>
                <c:pt idx="6115">
                  <c:v>0</c:v>
                </c:pt>
                <c:pt idx="6116">
                  <c:v>0</c:v>
                </c:pt>
                <c:pt idx="6117">
                  <c:v>0</c:v>
                </c:pt>
                <c:pt idx="6118">
                  <c:v>0</c:v>
                </c:pt>
                <c:pt idx="6119">
                  <c:v>0</c:v>
                </c:pt>
                <c:pt idx="6120">
                  <c:v>0</c:v>
                </c:pt>
                <c:pt idx="6121">
                  <c:v>0</c:v>
                </c:pt>
                <c:pt idx="6122">
                  <c:v>0</c:v>
                </c:pt>
                <c:pt idx="6123">
                  <c:v>0</c:v>
                </c:pt>
                <c:pt idx="6124">
                  <c:v>0</c:v>
                </c:pt>
                <c:pt idx="6125">
                  <c:v>0</c:v>
                </c:pt>
                <c:pt idx="6126">
                  <c:v>0</c:v>
                </c:pt>
                <c:pt idx="6127">
                  <c:v>0</c:v>
                </c:pt>
                <c:pt idx="6128">
                  <c:v>0</c:v>
                </c:pt>
                <c:pt idx="6129">
                  <c:v>0</c:v>
                </c:pt>
                <c:pt idx="6130">
                  <c:v>0</c:v>
                </c:pt>
              </c:numCache>
            </c:numRef>
          </c:val>
          <c:extLst>
            <c:ext xmlns:c16="http://schemas.microsoft.com/office/drawing/2014/chart" uri="{C3380CC4-5D6E-409C-BE32-E72D297353CC}">
              <c16:uniqueId val="{00000001-FE79-4F56-8C61-D5CCC4ABBB15}"/>
            </c:ext>
          </c:extLst>
        </c:ser>
        <c:ser>
          <c:idx val="2"/>
          <c:order val="2"/>
          <c:tx>
            <c:v>Global stress</c:v>
          </c:tx>
          <c:spPr>
            <a:solidFill>
              <a:srgbClr val="8EB3DF">
                <a:alpha val="65000"/>
              </a:srgbClr>
            </a:solidFill>
            <a:ln>
              <a:noFill/>
            </a:ln>
          </c:spPr>
          <c:cat>
            <c:numRef>
              <c:f>'L1'!$A$2:$A$6132</c:f>
              <c:numCache>
                <c:formatCode>yyyy\-mm\-dd</c:formatCode>
                <c:ptCount val="6131"/>
                <c:pt idx="0">
                  <c:v>37292</c:v>
                </c:pt>
                <c:pt idx="1">
                  <c:v>37293</c:v>
                </c:pt>
                <c:pt idx="2">
                  <c:v>37294</c:v>
                </c:pt>
                <c:pt idx="3">
                  <c:v>37295</c:v>
                </c:pt>
                <c:pt idx="4">
                  <c:v>37300</c:v>
                </c:pt>
                <c:pt idx="5">
                  <c:v>37301</c:v>
                </c:pt>
                <c:pt idx="6">
                  <c:v>37302</c:v>
                </c:pt>
                <c:pt idx="7">
                  <c:v>37305</c:v>
                </c:pt>
                <c:pt idx="8">
                  <c:v>37306</c:v>
                </c:pt>
                <c:pt idx="9">
                  <c:v>37307</c:v>
                </c:pt>
                <c:pt idx="10">
                  <c:v>37308</c:v>
                </c:pt>
                <c:pt idx="11">
                  <c:v>37309</c:v>
                </c:pt>
                <c:pt idx="12">
                  <c:v>37312</c:v>
                </c:pt>
                <c:pt idx="13">
                  <c:v>37313</c:v>
                </c:pt>
                <c:pt idx="14">
                  <c:v>37314</c:v>
                </c:pt>
                <c:pt idx="15">
                  <c:v>37315</c:v>
                </c:pt>
                <c:pt idx="16">
                  <c:v>37316</c:v>
                </c:pt>
                <c:pt idx="17">
                  <c:v>37319</c:v>
                </c:pt>
                <c:pt idx="18">
                  <c:v>37320</c:v>
                </c:pt>
                <c:pt idx="19">
                  <c:v>37321</c:v>
                </c:pt>
                <c:pt idx="20">
                  <c:v>37322</c:v>
                </c:pt>
                <c:pt idx="21">
                  <c:v>37323</c:v>
                </c:pt>
                <c:pt idx="22">
                  <c:v>37326</c:v>
                </c:pt>
                <c:pt idx="23">
                  <c:v>37327</c:v>
                </c:pt>
                <c:pt idx="24">
                  <c:v>37328</c:v>
                </c:pt>
                <c:pt idx="25">
                  <c:v>37329</c:v>
                </c:pt>
                <c:pt idx="26">
                  <c:v>37330</c:v>
                </c:pt>
                <c:pt idx="27">
                  <c:v>37333</c:v>
                </c:pt>
                <c:pt idx="28">
                  <c:v>37334</c:v>
                </c:pt>
                <c:pt idx="29">
                  <c:v>37335</c:v>
                </c:pt>
                <c:pt idx="30">
                  <c:v>37336</c:v>
                </c:pt>
                <c:pt idx="31">
                  <c:v>37337</c:v>
                </c:pt>
                <c:pt idx="32">
                  <c:v>37340</c:v>
                </c:pt>
                <c:pt idx="33">
                  <c:v>37341</c:v>
                </c:pt>
                <c:pt idx="34">
                  <c:v>37342</c:v>
                </c:pt>
                <c:pt idx="35">
                  <c:v>37343</c:v>
                </c:pt>
                <c:pt idx="36">
                  <c:v>37347</c:v>
                </c:pt>
                <c:pt idx="37">
                  <c:v>37348</c:v>
                </c:pt>
                <c:pt idx="38">
                  <c:v>37349</c:v>
                </c:pt>
                <c:pt idx="39">
                  <c:v>37350</c:v>
                </c:pt>
                <c:pt idx="40">
                  <c:v>37351</c:v>
                </c:pt>
                <c:pt idx="41">
                  <c:v>37354</c:v>
                </c:pt>
                <c:pt idx="42">
                  <c:v>37355</c:v>
                </c:pt>
                <c:pt idx="43">
                  <c:v>37356</c:v>
                </c:pt>
                <c:pt idx="44">
                  <c:v>37357</c:v>
                </c:pt>
                <c:pt idx="45">
                  <c:v>37358</c:v>
                </c:pt>
                <c:pt idx="46">
                  <c:v>37361</c:v>
                </c:pt>
                <c:pt idx="47">
                  <c:v>37362</c:v>
                </c:pt>
                <c:pt idx="48">
                  <c:v>37363</c:v>
                </c:pt>
                <c:pt idx="49">
                  <c:v>37364</c:v>
                </c:pt>
                <c:pt idx="50">
                  <c:v>37365</c:v>
                </c:pt>
                <c:pt idx="51">
                  <c:v>37368</c:v>
                </c:pt>
                <c:pt idx="52">
                  <c:v>37369</c:v>
                </c:pt>
                <c:pt idx="53">
                  <c:v>37370</c:v>
                </c:pt>
                <c:pt idx="54">
                  <c:v>37371</c:v>
                </c:pt>
                <c:pt idx="55">
                  <c:v>37372</c:v>
                </c:pt>
                <c:pt idx="56">
                  <c:v>37375</c:v>
                </c:pt>
                <c:pt idx="57">
                  <c:v>37376</c:v>
                </c:pt>
                <c:pt idx="58">
                  <c:v>37378</c:v>
                </c:pt>
                <c:pt idx="59">
                  <c:v>37379</c:v>
                </c:pt>
                <c:pt idx="60">
                  <c:v>37382</c:v>
                </c:pt>
                <c:pt idx="61">
                  <c:v>37383</c:v>
                </c:pt>
                <c:pt idx="62">
                  <c:v>37384</c:v>
                </c:pt>
                <c:pt idx="63">
                  <c:v>37385</c:v>
                </c:pt>
                <c:pt idx="64">
                  <c:v>37386</c:v>
                </c:pt>
                <c:pt idx="65">
                  <c:v>37389</c:v>
                </c:pt>
                <c:pt idx="66">
                  <c:v>37390</c:v>
                </c:pt>
                <c:pt idx="67">
                  <c:v>37391</c:v>
                </c:pt>
                <c:pt idx="68">
                  <c:v>37392</c:v>
                </c:pt>
                <c:pt idx="69">
                  <c:v>37393</c:v>
                </c:pt>
                <c:pt idx="70">
                  <c:v>37396</c:v>
                </c:pt>
                <c:pt idx="71">
                  <c:v>37397</c:v>
                </c:pt>
                <c:pt idx="72">
                  <c:v>37398</c:v>
                </c:pt>
                <c:pt idx="73">
                  <c:v>37399</c:v>
                </c:pt>
                <c:pt idx="74">
                  <c:v>37400</c:v>
                </c:pt>
                <c:pt idx="75">
                  <c:v>37403</c:v>
                </c:pt>
                <c:pt idx="76">
                  <c:v>37404</c:v>
                </c:pt>
                <c:pt idx="77">
                  <c:v>37405</c:v>
                </c:pt>
                <c:pt idx="78">
                  <c:v>37407</c:v>
                </c:pt>
                <c:pt idx="79">
                  <c:v>37410</c:v>
                </c:pt>
                <c:pt idx="80">
                  <c:v>37411</c:v>
                </c:pt>
                <c:pt idx="81">
                  <c:v>37412</c:v>
                </c:pt>
                <c:pt idx="82">
                  <c:v>37413</c:v>
                </c:pt>
                <c:pt idx="83">
                  <c:v>37414</c:v>
                </c:pt>
                <c:pt idx="84">
                  <c:v>37417</c:v>
                </c:pt>
                <c:pt idx="85">
                  <c:v>37418</c:v>
                </c:pt>
                <c:pt idx="86">
                  <c:v>37419</c:v>
                </c:pt>
                <c:pt idx="87">
                  <c:v>37420</c:v>
                </c:pt>
                <c:pt idx="88">
                  <c:v>37421</c:v>
                </c:pt>
                <c:pt idx="89">
                  <c:v>37424</c:v>
                </c:pt>
                <c:pt idx="90">
                  <c:v>37425</c:v>
                </c:pt>
                <c:pt idx="91">
                  <c:v>37426</c:v>
                </c:pt>
                <c:pt idx="92">
                  <c:v>37427</c:v>
                </c:pt>
                <c:pt idx="93">
                  <c:v>37428</c:v>
                </c:pt>
                <c:pt idx="94">
                  <c:v>37431</c:v>
                </c:pt>
                <c:pt idx="95">
                  <c:v>37432</c:v>
                </c:pt>
                <c:pt idx="96">
                  <c:v>37433</c:v>
                </c:pt>
                <c:pt idx="97">
                  <c:v>37434</c:v>
                </c:pt>
                <c:pt idx="98">
                  <c:v>37435</c:v>
                </c:pt>
                <c:pt idx="99">
                  <c:v>37438</c:v>
                </c:pt>
                <c:pt idx="100">
                  <c:v>37439</c:v>
                </c:pt>
                <c:pt idx="101">
                  <c:v>37440</c:v>
                </c:pt>
                <c:pt idx="102">
                  <c:v>37441</c:v>
                </c:pt>
                <c:pt idx="103">
                  <c:v>37442</c:v>
                </c:pt>
                <c:pt idx="104">
                  <c:v>37445</c:v>
                </c:pt>
                <c:pt idx="105">
                  <c:v>37447</c:v>
                </c:pt>
                <c:pt idx="106">
                  <c:v>37448</c:v>
                </c:pt>
                <c:pt idx="107">
                  <c:v>37449</c:v>
                </c:pt>
                <c:pt idx="108">
                  <c:v>37452</c:v>
                </c:pt>
                <c:pt idx="109">
                  <c:v>37453</c:v>
                </c:pt>
                <c:pt idx="110">
                  <c:v>37454</c:v>
                </c:pt>
                <c:pt idx="111">
                  <c:v>37455</c:v>
                </c:pt>
                <c:pt idx="112">
                  <c:v>37456</c:v>
                </c:pt>
                <c:pt idx="113">
                  <c:v>37459</c:v>
                </c:pt>
                <c:pt idx="114">
                  <c:v>37460</c:v>
                </c:pt>
                <c:pt idx="115">
                  <c:v>37461</c:v>
                </c:pt>
                <c:pt idx="116">
                  <c:v>37462</c:v>
                </c:pt>
                <c:pt idx="117">
                  <c:v>37463</c:v>
                </c:pt>
                <c:pt idx="118">
                  <c:v>37466</c:v>
                </c:pt>
                <c:pt idx="119">
                  <c:v>37467</c:v>
                </c:pt>
                <c:pt idx="120">
                  <c:v>37468</c:v>
                </c:pt>
                <c:pt idx="121">
                  <c:v>37469</c:v>
                </c:pt>
                <c:pt idx="122">
                  <c:v>37470</c:v>
                </c:pt>
                <c:pt idx="123">
                  <c:v>37473</c:v>
                </c:pt>
                <c:pt idx="124">
                  <c:v>37474</c:v>
                </c:pt>
                <c:pt idx="125">
                  <c:v>37475</c:v>
                </c:pt>
                <c:pt idx="126">
                  <c:v>37476</c:v>
                </c:pt>
                <c:pt idx="127">
                  <c:v>37477</c:v>
                </c:pt>
                <c:pt idx="128">
                  <c:v>37480</c:v>
                </c:pt>
                <c:pt idx="129">
                  <c:v>37481</c:v>
                </c:pt>
                <c:pt idx="130">
                  <c:v>37482</c:v>
                </c:pt>
                <c:pt idx="131">
                  <c:v>37483</c:v>
                </c:pt>
                <c:pt idx="132">
                  <c:v>37484</c:v>
                </c:pt>
                <c:pt idx="133">
                  <c:v>37487</c:v>
                </c:pt>
                <c:pt idx="134">
                  <c:v>37488</c:v>
                </c:pt>
                <c:pt idx="135">
                  <c:v>37489</c:v>
                </c:pt>
                <c:pt idx="136">
                  <c:v>37490</c:v>
                </c:pt>
                <c:pt idx="137">
                  <c:v>37491</c:v>
                </c:pt>
                <c:pt idx="138">
                  <c:v>37494</c:v>
                </c:pt>
                <c:pt idx="139">
                  <c:v>37495</c:v>
                </c:pt>
                <c:pt idx="140">
                  <c:v>37496</c:v>
                </c:pt>
                <c:pt idx="141">
                  <c:v>37497</c:v>
                </c:pt>
                <c:pt idx="142">
                  <c:v>37498</c:v>
                </c:pt>
                <c:pt idx="143">
                  <c:v>37501</c:v>
                </c:pt>
                <c:pt idx="144">
                  <c:v>37502</c:v>
                </c:pt>
                <c:pt idx="145">
                  <c:v>37503</c:v>
                </c:pt>
                <c:pt idx="146">
                  <c:v>37504</c:v>
                </c:pt>
                <c:pt idx="147">
                  <c:v>37505</c:v>
                </c:pt>
                <c:pt idx="148">
                  <c:v>37508</c:v>
                </c:pt>
                <c:pt idx="149">
                  <c:v>37509</c:v>
                </c:pt>
                <c:pt idx="150">
                  <c:v>37510</c:v>
                </c:pt>
                <c:pt idx="151">
                  <c:v>37511</c:v>
                </c:pt>
                <c:pt idx="152">
                  <c:v>37512</c:v>
                </c:pt>
                <c:pt idx="153">
                  <c:v>37515</c:v>
                </c:pt>
                <c:pt idx="154">
                  <c:v>37516</c:v>
                </c:pt>
                <c:pt idx="155">
                  <c:v>37517</c:v>
                </c:pt>
                <c:pt idx="156">
                  <c:v>37518</c:v>
                </c:pt>
                <c:pt idx="157">
                  <c:v>37519</c:v>
                </c:pt>
                <c:pt idx="158">
                  <c:v>37522</c:v>
                </c:pt>
                <c:pt idx="159">
                  <c:v>37523</c:v>
                </c:pt>
                <c:pt idx="160">
                  <c:v>37524</c:v>
                </c:pt>
                <c:pt idx="161">
                  <c:v>37525</c:v>
                </c:pt>
                <c:pt idx="162">
                  <c:v>37526</c:v>
                </c:pt>
                <c:pt idx="163">
                  <c:v>37529</c:v>
                </c:pt>
                <c:pt idx="164">
                  <c:v>37530</c:v>
                </c:pt>
                <c:pt idx="165">
                  <c:v>37531</c:v>
                </c:pt>
                <c:pt idx="166">
                  <c:v>37532</c:v>
                </c:pt>
                <c:pt idx="167">
                  <c:v>37533</c:v>
                </c:pt>
                <c:pt idx="168">
                  <c:v>37536</c:v>
                </c:pt>
                <c:pt idx="169">
                  <c:v>37537</c:v>
                </c:pt>
                <c:pt idx="170">
                  <c:v>37538</c:v>
                </c:pt>
                <c:pt idx="171">
                  <c:v>37539</c:v>
                </c:pt>
                <c:pt idx="172">
                  <c:v>37540</c:v>
                </c:pt>
                <c:pt idx="173">
                  <c:v>37543</c:v>
                </c:pt>
                <c:pt idx="174">
                  <c:v>37544</c:v>
                </c:pt>
                <c:pt idx="175">
                  <c:v>37545</c:v>
                </c:pt>
                <c:pt idx="176">
                  <c:v>37546</c:v>
                </c:pt>
                <c:pt idx="177">
                  <c:v>37547</c:v>
                </c:pt>
                <c:pt idx="178">
                  <c:v>37550</c:v>
                </c:pt>
                <c:pt idx="179">
                  <c:v>37551</c:v>
                </c:pt>
                <c:pt idx="180">
                  <c:v>37552</c:v>
                </c:pt>
                <c:pt idx="181">
                  <c:v>37553</c:v>
                </c:pt>
                <c:pt idx="182">
                  <c:v>37554</c:v>
                </c:pt>
                <c:pt idx="183">
                  <c:v>37557</c:v>
                </c:pt>
                <c:pt idx="184">
                  <c:v>37558</c:v>
                </c:pt>
                <c:pt idx="185">
                  <c:v>37559</c:v>
                </c:pt>
                <c:pt idx="186">
                  <c:v>37560</c:v>
                </c:pt>
                <c:pt idx="187">
                  <c:v>37561</c:v>
                </c:pt>
                <c:pt idx="188">
                  <c:v>37564</c:v>
                </c:pt>
                <c:pt idx="189">
                  <c:v>37565</c:v>
                </c:pt>
                <c:pt idx="190">
                  <c:v>37566</c:v>
                </c:pt>
                <c:pt idx="191">
                  <c:v>37567</c:v>
                </c:pt>
                <c:pt idx="192">
                  <c:v>37568</c:v>
                </c:pt>
                <c:pt idx="193">
                  <c:v>37571</c:v>
                </c:pt>
                <c:pt idx="194">
                  <c:v>37572</c:v>
                </c:pt>
                <c:pt idx="195">
                  <c:v>37573</c:v>
                </c:pt>
                <c:pt idx="196">
                  <c:v>37574</c:v>
                </c:pt>
                <c:pt idx="197">
                  <c:v>37578</c:v>
                </c:pt>
                <c:pt idx="198">
                  <c:v>37579</c:v>
                </c:pt>
                <c:pt idx="199">
                  <c:v>37580</c:v>
                </c:pt>
                <c:pt idx="200">
                  <c:v>37581</c:v>
                </c:pt>
                <c:pt idx="201">
                  <c:v>37582</c:v>
                </c:pt>
                <c:pt idx="202">
                  <c:v>37585</c:v>
                </c:pt>
                <c:pt idx="203">
                  <c:v>37586</c:v>
                </c:pt>
                <c:pt idx="204">
                  <c:v>37587</c:v>
                </c:pt>
                <c:pt idx="205">
                  <c:v>37588</c:v>
                </c:pt>
                <c:pt idx="206">
                  <c:v>37589</c:v>
                </c:pt>
                <c:pt idx="207">
                  <c:v>37592</c:v>
                </c:pt>
                <c:pt idx="208">
                  <c:v>37593</c:v>
                </c:pt>
                <c:pt idx="209">
                  <c:v>37594</c:v>
                </c:pt>
                <c:pt idx="210">
                  <c:v>37595</c:v>
                </c:pt>
                <c:pt idx="211">
                  <c:v>37596</c:v>
                </c:pt>
                <c:pt idx="212">
                  <c:v>37599</c:v>
                </c:pt>
                <c:pt idx="213">
                  <c:v>37600</c:v>
                </c:pt>
                <c:pt idx="214">
                  <c:v>37601</c:v>
                </c:pt>
                <c:pt idx="215">
                  <c:v>37602</c:v>
                </c:pt>
                <c:pt idx="216">
                  <c:v>37603</c:v>
                </c:pt>
                <c:pt idx="217">
                  <c:v>37606</c:v>
                </c:pt>
                <c:pt idx="218">
                  <c:v>37607</c:v>
                </c:pt>
                <c:pt idx="219">
                  <c:v>37608</c:v>
                </c:pt>
                <c:pt idx="220">
                  <c:v>37609</c:v>
                </c:pt>
                <c:pt idx="221">
                  <c:v>37610</c:v>
                </c:pt>
                <c:pt idx="222">
                  <c:v>37613</c:v>
                </c:pt>
                <c:pt idx="223">
                  <c:v>37616</c:v>
                </c:pt>
                <c:pt idx="224">
                  <c:v>37617</c:v>
                </c:pt>
                <c:pt idx="225">
                  <c:v>37620</c:v>
                </c:pt>
                <c:pt idx="226">
                  <c:v>37623</c:v>
                </c:pt>
                <c:pt idx="227">
                  <c:v>37624</c:v>
                </c:pt>
                <c:pt idx="228">
                  <c:v>37627</c:v>
                </c:pt>
                <c:pt idx="229">
                  <c:v>37628</c:v>
                </c:pt>
                <c:pt idx="230">
                  <c:v>37629</c:v>
                </c:pt>
                <c:pt idx="231">
                  <c:v>37630</c:v>
                </c:pt>
                <c:pt idx="232">
                  <c:v>37631</c:v>
                </c:pt>
                <c:pt idx="233">
                  <c:v>37634</c:v>
                </c:pt>
                <c:pt idx="234">
                  <c:v>37635</c:v>
                </c:pt>
                <c:pt idx="235">
                  <c:v>37636</c:v>
                </c:pt>
                <c:pt idx="236">
                  <c:v>37637</c:v>
                </c:pt>
                <c:pt idx="237">
                  <c:v>37638</c:v>
                </c:pt>
                <c:pt idx="238">
                  <c:v>37641</c:v>
                </c:pt>
                <c:pt idx="239">
                  <c:v>37642</c:v>
                </c:pt>
                <c:pt idx="240">
                  <c:v>37643</c:v>
                </c:pt>
                <c:pt idx="241">
                  <c:v>37644</c:v>
                </c:pt>
                <c:pt idx="242">
                  <c:v>37645</c:v>
                </c:pt>
                <c:pt idx="243">
                  <c:v>37648</c:v>
                </c:pt>
                <c:pt idx="244">
                  <c:v>37649</c:v>
                </c:pt>
                <c:pt idx="245">
                  <c:v>37650</c:v>
                </c:pt>
                <c:pt idx="246">
                  <c:v>37651</c:v>
                </c:pt>
                <c:pt idx="247">
                  <c:v>37652</c:v>
                </c:pt>
                <c:pt idx="248">
                  <c:v>37655</c:v>
                </c:pt>
                <c:pt idx="249">
                  <c:v>37656</c:v>
                </c:pt>
                <c:pt idx="250">
                  <c:v>37657</c:v>
                </c:pt>
                <c:pt idx="251">
                  <c:v>37658</c:v>
                </c:pt>
                <c:pt idx="252">
                  <c:v>37659</c:v>
                </c:pt>
                <c:pt idx="253">
                  <c:v>37662</c:v>
                </c:pt>
                <c:pt idx="254">
                  <c:v>37663</c:v>
                </c:pt>
                <c:pt idx="255">
                  <c:v>37664</c:v>
                </c:pt>
                <c:pt idx="256">
                  <c:v>37665</c:v>
                </c:pt>
                <c:pt idx="257">
                  <c:v>37666</c:v>
                </c:pt>
                <c:pt idx="258">
                  <c:v>37669</c:v>
                </c:pt>
                <c:pt idx="259">
                  <c:v>37670</c:v>
                </c:pt>
                <c:pt idx="260">
                  <c:v>37671</c:v>
                </c:pt>
                <c:pt idx="261">
                  <c:v>37672</c:v>
                </c:pt>
                <c:pt idx="262">
                  <c:v>37673</c:v>
                </c:pt>
                <c:pt idx="263">
                  <c:v>37676</c:v>
                </c:pt>
                <c:pt idx="264">
                  <c:v>37677</c:v>
                </c:pt>
                <c:pt idx="265">
                  <c:v>37678</c:v>
                </c:pt>
                <c:pt idx="266">
                  <c:v>37679</c:v>
                </c:pt>
                <c:pt idx="267">
                  <c:v>37680</c:v>
                </c:pt>
                <c:pt idx="268">
                  <c:v>37685</c:v>
                </c:pt>
                <c:pt idx="269">
                  <c:v>37686</c:v>
                </c:pt>
                <c:pt idx="270">
                  <c:v>37687</c:v>
                </c:pt>
                <c:pt idx="271">
                  <c:v>37690</c:v>
                </c:pt>
                <c:pt idx="272">
                  <c:v>37691</c:v>
                </c:pt>
                <c:pt idx="273">
                  <c:v>37692</c:v>
                </c:pt>
                <c:pt idx="274">
                  <c:v>37693</c:v>
                </c:pt>
                <c:pt idx="275">
                  <c:v>37694</c:v>
                </c:pt>
                <c:pt idx="276">
                  <c:v>37697</c:v>
                </c:pt>
                <c:pt idx="277">
                  <c:v>37698</c:v>
                </c:pt>
                <c:pt idx="278">
                  <c:v>37699</c:v>
                </c:pt>
                <c:pt idx="279">
                  <c:v>37700</c:v>
                </c:pt>
                <c:pt idx="280">
                  <c:v>37701</c:v>
                </c:pt>
                <c:pt idx="281">
                  <c:v>37704</c:v>
                </c:pt>
                <c:pt idx="282">
                  <c:v>37705</c:v>
                </c:pt>
                <c:pt idx="283">
                  <c:v>37706</c:v>
                </c:pt>
                <c:pt idx="284">
                  <c:v>37707</c:v>
                </c:pt>
                <c:pt idx="285">
                  <c:v>37708</c:v>
                </c:pt>
                <c:pt idx="286">
                  <c:v>37711</c:v>
                </c:pt>
                <c:pt idx="287">
                  <c:v>37712</c:v>
                </c:pt>
                <c:pt idx="288">
                  <c:v>37713</c:v>
                </c:pt>
                <c:pt idx="289">
                  <c:v>37714</c:v>
                </c:pt>
                <c:pt idx="290">
                  <c:v>37715</c:v>
                </c:pt>
                <c:pt idx="291">
                  <c:v>37718</c:v>
                </c:pt>
                <c:pt idx="292">
                  <c:v>37719</c:v>
                </c:pt>
                <c:pt idx="293">
                  <c:v>37720</c:v>
                </c:pt>
                <c:pt idx="294">
                  <c:v>37721</c:v>
                </c:pt>
                <c:pt idx="295">
                  <c:v>37722</c:v>
                </c:pt>
                <c:pt idx="296">
                  <c:v>37725</c:v>
                </c:pt>
                <c:pt idx="297">
                  <c:v>37726</c:v>
                </c:pt>
                <c:pt idx="298">
                  <c:v>37727</c:v>
                </c:pt>
                <c:pt idx="299">
                  <c:v>37728</c:v>
                </c:pt>
                <c:pt idx="300">
                  <c:v>37733</c:v>
                </c:pt>
                <c:pt idx="301">
                  <c:v>37734</c:v>
                </c:pt>
                <c:pt idx="302">
                  <c:v>37735</c:v>
                </c:pt>
                <c:pt idx="303">
                  <c:v>37736</c:v>
                </c:pt>
                <c:pt idx="304">
                  <c:v>37739</c:v>
                </c:pt>
                <c:pt idx="305">
                  <c:v>37740</c:v>
                </c:pt>
                <c:pt idx="306">
                  <c:v>37741</c:v>
                </c:pt>
                <c:pt idx="307">
                  <c:v>37743</c:v>
                </c:pt>
                <c:pt idx="308">
                  <c:v>37746</c:v>
                </c:pt>
                <c:pt idx="309">
                  <c:v>37747</c:v>
                </c:pt>
                <c:pt idx="310">
                  <c:v>37748</c:v>
                </c:pt>
                <c:pt idx="311">
                  <c:v>37749</c:v>
                </c:pt>
                <c:pt idx="312">
                  <c:v>37750</c:v>
                </c:pt>
                <c:pt idx="313">
                  <c:v>37753</c:v>
                </c:pt>
                <c:pt idx="314">
                  <c:v>37754</c:v>
                </c:pt>
                <c:pt idx="315">
                  <c:v>37755</c:v>
                </c:pt>
                <c:pt idx="316">
                  <c:v>37756</c:v>
                </c:pt>
                <c:pt idx="317">
                  <c:v>37757</c:v>
                </c:pt>
                <c:pt idx="318">
                  <c:v>37760</c:v>
                </c:pt>
                <c:pt idx="319">
                  <c:v>37761</c:v>
                </c:pt>
                <c:pt idx="320">
                  <c:v>37762</c:v>
                </c:pt>
                <c:pt idx="321">
                  <c:v>37763</c:v>
                </c:pt>
                <c:pt idx="322">
                  <c:v>37764</c:v>
                </c:pt>
                <c:pt idx="323">
                  <c:v>37767</c:v>
                </c:pt>
                <c:pt idx="324">
                  <c:v>37768</c:v>
                </c:pt>
                <c:pt idx="325">
                  <c:v>37769</c:v>
                </c:pt>
                <c:pt idx="326">
                  <c:v>37770</c:v>
                </c:pt>
                <c:pt idx="327">
                  <c:v>37771</c:v>
                </c:pt>
                <c:pt idx="328">
                  <c:v>37774</c:v>
                </c:pt>
                <c:pt idx="329">
                  <c:v>37775</c:v>
                </c:pt>
                <c:pt idx="330">
                  <c:v>37776</c:v>
                </c:pt>
                <c:pt idx="331">
                  <c:v>37777</c:v>
                </c:pt>
                <c:pt idx="332">
                  <c:v>37778</c:v>
                </c:pt>
                <c:pt idx="333">
                  <c:v>37781</c:v>
                </c:pt>
                <c:pt idx="334">
                  <c:v>37782</c:v>
                </c:pt>
                <c:pt idx="335">
                  <c:v>37783</c:v>
                </c:pt>
                <c:pt idx="336">
                  <c:v>37784</c:v>
                </c:pt>
                <c:pt idx="337">
                  <c:v>37785</c:v>
                </c:pt>
                <c:pt idx="338">
                  <c:v>37788</c:v>
                </c:pt>
                <c:pt idx="339">
                  <c:v>37789</c:v>
                </c:pt>
                <c:pt idx="340">
                  <c:v>37790</c:v>
                </c:pt>
                <c:pt idx="341">
                  <c:v>37792</c:v>
                </c:pt>
                <c:pt idx="342">
                  <c:v>37795</c:v>
                </c:pt>
                <c:pt idx="343">
                  <c:v>37796</c:v>
                </c:pt>
                <c:pt idx="344">
                  <c:v>37797</c:v>
                </c:pt>
                <c:pt idx="345">
                  <c:v>37798</c:v>
                </c:pt>
                <c:pt idx="346">
                  <c:v>37799</c:v>
                </c:pt>
                <c:pt idx="347">
                  <c:v>37802</c:v>
                </c:pt>
                <c:pt idx="348">
                  <c:v>37803</c:v>
                </c:pt>
                <c:pt idx="349">
                  <c:v>37804</c:v>
                </c:pt>
                <c:pt idx="350">
                  <c:v>37805</c:v>
                </c:pt>
                <c:pt idx="351">
                  <c:v>37806</c:v>
                </c:pt>
                <c:pt idx="352">
                  <c:v>37809</c:v>
                </c:pt>
                <c:pt idx="353">
                  <c:v>37810</c:v>
                </c:pt>
                <c:pt idx="354">
                  <c:v>37812</c:v>
                </c:pt>
                <c:pt idx="355">
                  <c:v>37813</c:v>
                </c:pt>
                <c:pt idx="356">
                  <c:v>37816</c:v>
                </c:pt>
                <c:pt idx="357">
                  <c:v>37817</c:v>
                </c:pt>
                <c:pt idx="358">
                  <c:v>37818</c:v>
                </c:pt>
                <c:pt idx="359">
                  <c:v>37819</c:v>
                </c:pt>
                <c:pt idx="360">
                  <c:v>37820</c:v>
                </c:pt>
                <c:pt idx="361">
                  <c:v>37823</c:v>
                </c:pt>
                <c:pt idx="362">
                  <c:v>37824</c:v>
                </c:pt>
                <c:pt idx="363">
                  <c:v>37825</c:v>
                </c:pt>
                <c:pt idx="364">
                  <c:v>37826</c:v>
                </c:pt>
                <c:pt idx="365">
                  <c:v>37827</c:v>
                </c:pt>
                <c:pt idx="366">
                  <c:v>37830</c:v>
                </c:pt>
                <c:pt idx="367">
                  <c:v>37831</c:v>
                </c:pt>
                <c:pt idx="368">
                  <c:v>37832</c:v>
                </c:pt>
                <c:pt idx="369">
                  <c:v>37833</c:v>
                </c:pt>
                <c:pt idx="370">
                  <c:v>37834</c:v>
                </c:pt>
                <c:pt idx="371">
                  <c:v>37837</c:v>
                </c:pt>
                <c:pt idx="372">
                  <c:v>37838</c:v>
                </c:pt>
                <c:pt idx="373">
                  <c:v>37839</c:v>
                </c:pt>
                <c:pt idx="374">
                  <c:v>37840</c:v>
                </c:pt>
                <c:pt idx="375">
                  <c:v>37841</c:v>
                </c:pt>
                <c:pt idx="376">
                  <c:v>37844</c:v>
                </c:pt>
                <c:pt idx="377">
                  <c:v>37845</c:v>
                </c:pt>
                <c:pt idx="378">
                  <c:v>37846</c:v>
                </c:pt>
                <c:pt idx="379">
                  <c:v>37847</c:v>
                </c:pt>
                <c:pt idx="380">
                  <c:v>37848</c:v>
                </c:pt>
                <c:pt idx="381">
                  <c:v>37851</c:v>
                </c:pt>
                <c:pt idx="382">
                  <c:v>37852</c:v>
                </c:pt>
                <c:pt idx="383">
                  <c:v>37853</c:v>
                </c:pt>
                <c:pt idx="384">
                  <c:v>37854</c:v>
                </c:pt>
                <c:pt idx="385">
                  <c:v>37855</c:v>
                </c:pt>
                <c:pt idx="386">
                  <c:v>37858</c:v>
                </c:pt>
                <c:pt idx="387">
                  <c:v>37859</c:v>
                </c:pt>
                <c:pt idx="388">
                  <c:v>37860</c:v>
                </c:pt>
                <c:pt idx="389">
                  <c:v>37861</c:v>
                </c:pt>
                <c:pt idx="390">
                  <c:v>37862</c:v>
                </c:pt>
                <c:pt idx="391">
                  <c:v>37865</c:v>
                </c:pt>
                <c:pt idx="392">
                  <c:v>37866</c:v>
                </c:pt>
                <c:pt idx="393">
                  <c:v>37867</c:v>
                </c:pt>
                <c:pt idx="394">
                  <c:v>37868</c:v>
                </c:pt>
                <c:pt idx="395">
                  <c:v>37869</c:v>
                </c:pt>
                <c:pt idx="396">
                  <c:v>37872</c:v>
                </c:pt>
                <c:pt idx="397">
                  <c:v>37873</c:v>
                </c:pt>
                <c:pt idx="398">
                  <c:v>37874</c:v>
                </c:pt>
                <c:pt idx="399">
                  <c:v>37875</c:v>
                </c:pt>
                <c:pt idx="400">
                  <c:v>37876</c:v>
                </c:pt>
                <c:pt idx="401">
                  <c:v>37879</c:v>
                </c:pt>
                <c:pt idx="402">
                  <c:v>37880</c:v>
                </c:pt>
                <c:pt idx="403">
                  <c:v>37881</c:v>
                </c:pt>
                <c:pt idx="404">
                  <c:v>37882</c:v>
                </c:pt>
                <c:pt idx="405">
                  <c:v>37883</c:v>
                </c:pt>
                <c:pt idx="406">
                  <c:v>37886</c:v>
                </c:pt>
                <c:pt idx="407">
                  <c:v>37887</c:v>
                </c:pt>
                <c:pt idx="408">
                  <c:v>37888</c:v>
                </c:pt>
                <c:pt idx="409">
                  <c:v>37889</c:v>
                </c:pt>
                <c:pt idx="410">
                  <c:v>37890</c:v>
                </c:pt>
                <c:pt idx="411">
                  <c:v>37893</c:v>
                </c:pt>
                <c:pt idx="412">
                  <c:v>37894</c:v>
                </c:pt>
                <c:pt idx="413">
                  <c:v>37895</c:v>
                </c:pt>
                <c:pt idx="414">
                  <c:v>37896</c:v>
                </c:pt>
                <c:pt idx="415">
                  <c:v>37897</c:v>
                </c:pt>
                <c:pt idx="416">
                  <c:v>37900</c:v>
                </c:pt>
                <c:pt idx="417">
                  <c:v>37901</c:v>
                </c:pt>
                <c:pt idx="418">
                  <c:v>37902</c:v>
                </c:pt>
                <c:pt idx="419">
                  <c:v>37903</c:v>
                </c:pt>
                <c:pt idx="420">
                  <c:v>37904</c:v>
                </c:pt>
                <c:pt idx="421">
                  <c:v>37907</c:v>
                </c:pt>
                <c:pt idx="422">
                  <c:v>37908</c:v>
                </c:pt>
                <c:pt idx="423">
                  <c:v>37909</c:v>
                </c:pt>
                <c:pt idx="424">
                  <c:v>37910</c:v>
                </c:pt>
                <c:pt idx="425">
                  <c:v>37911</c:v>
                </c:pt>
                <c:pt idx="426">
                  <c:v>37914</c:v>
                </c:pt>
                <c:pt idx="427">
                  <c:v>37915</c:v>
                </c:pt>
                <c:pt idx="428">
                  <c:v>37916</c:v>
                </c:pt>
                <c:pt idx="429">
                  <c:v>37917</c:v>
                </c:pt>
                <c:pt idx="430">
                  <c:v>37918</c:v>
                </c:pt>
                <c:pt idx="431">
                  <c:v>37921</c:v>
                </c:pt>
                <c:pt idx="432">
                  <c:v>37922</c:v>
                </c:pt>
                <c:pt idx="433">
                  <c:v>37923</c:v>
                </c:pt>
                <c:pt idx="434">
                  <c:v>37924</c:v>
                </c:pt>
                <c:pt idx="435">
                  <c:v>37925</c:v>
                </c:pt>
                <c:pt idx="436">
                  <c:v>37928</c:v>
                </c:pt>
                <c:pt idx="437">
                  <c:v>37929</c:v>
                </c:pt>
                <c:pt idx="438">
                  <c:v>37930</c:v>
                </c:pt>
                <c:pt idx="439">
                  <c:v>37931</c:v>
                </c:pt>
                <c:pt idx="440">
                  <c:v>37932</c:v>
                </c:pt>
                <c:pt idx="441">
                  <c:v>37935</c:v>
                </c:pt>
                <c:pt idx="442">
                  <c:v>37936</c:v>
                </c:pt>
                <c:pt idx="443">
                  <c:v>37937</c:v>
                </c:pt>
                <c:pt idx="444">
                  <c:v>37938</c:v>
                </c:pt>
                <c:pt idx="445">
                  <c:v>37939</c:v>
                </c:pt>
                <c:pt idx="446">
                  <c:v>37942</c:v>
                </c:pt>
                <c:pt idx="447">
                  <c:v>37943</c:v>
                </c:pt>
                <c:pt idx="448">
                  <c:v>37944</c:v>
                </c:pt>
                <c:pt idx="449">
                  <c:v>37945</c:v>
                </c:pt>
                <c:pt idx="450">
                  <c:v>37946</c:v>
                </c:pt>
                <c:pt idx="451">
                  <c:v>37949</c:v>
                </c:pt>
                <c:pt idx="452">
                  <c:v>37950</c:v>
                </c:pt>
                <c:pt idx="453">
                  <c:v>37951</c:v>
                </c:pt>
                <c:pt idx="454">
                  <c:v>37952</c:v>
                </c:pt>
                <c:pt idx="455">
                  <c:v>37953</c:v>
                </c:pt>
                <c:pt idx="456">
                  <c:v>37956</c:v>
                </c:pt>
                <c:pt idx="457">
                  <c:v>37957</c:v>
                </c:pt>
                <c:pt idx="458">
                  <c:v>37958</c:v>
                </c:pt>
                <c:pt idx="459">
                  <c:v>37959</c:v>
                </c:pt>
                <c:pt idx="460">
                  <c:v>37960</c:v>
                </c:pt>
                <c:pt idx="461">
                  <c:v>37963</c:v>
                </c:pt>
                <c:pt idx="462">
                  <c:v>37964</c:v>
                </c:pt>
                <c:pt idx="463">
                  <c:v>37965</c:v>
                </c:pt>
                <c:pt idx="464">
                  <c:v>37966</c:v>
                </c:pt>
                <c:pt idx="465">
                  <c:v>37967</c:v>
                </c:pt>
                <c:pt idx="466">
                  <c:v>37970</c:v>
                </c:pt>
                <c:pt idx="467">
                  <c:v>37971</c:v>
                </c:pt>
                <c:pt idx="468">
                  <c:v>37972</c:v>
                </c:pt>
                <c:pt idx="469">
                  <c:v>37973</c:v>
                </c:pt>
                <c:pt idx="470">
                  <c:v>37974</c:v>
                </c:pt>
                <c:pt idx="471">
                  <c:v>37977</c:v>
                </c:pt>
                <c:pt idx="472">
                  <c:v>37978</c:v>
                </c:pt>
                <c:pt idx="473">
                  <c:v>37981</c:v>
                </c:pt>
                <c:pt idx="474">
                  <c:v>37984</c:v>
                </c:pt>
                <c:pt idx="475">
                  <c:v>37985</c:v>
                </c:pt>
                <c:pt idx="476">
                  <c:v>37988</c:v>
                </c:pt>
                <c:pt idx="477">
                  <c:v>37991</c:v>
                </c:pt>
                <c:pt idx="478">
                  <c:v>37992</c:v>
                </c:pt>
                <c:pt idx="479">
                  <c:v>37993</c:v>
                </c:pt>
                <c:pt idx="480">
                  <c:v>37994</c:v>
                </c:pt>
                <c:pt idx="481">
                  <c:v>37995</c:v>
                </c:pt>
                <c:pt idx="482">
                  <c:v>37998</c:v>
                </c:pt>
                <c:pt idx="483">
                  <c:v>37999</c:v>
                </c:pt>
                <c:pt idx="484">
                  <c:v>38000</c:v>
                </c:pt>
                <c:pt idx="485">
                  <c:v>38001</c:v>
                </c:pt>
                <c:pt idx="486">
                  <c:v>38002</c:v>
                </c:pt>
                <c:pt idx="487">
                  <c:v>38005</c:v>
                </c:pt>
                <c:pt idx="488">
                  <c:v>38006</c:v>
                </c:pt>
                <c:pt idx="489">
                  <c:v>38007</c:v>
                </c:pt>
                <c:pt idx="490">
                  <c:v>38008</c:v>
                </c:pt>
                <c:pt idx="491">
                  <c:v>38009</c:v>
                </c:pt>
                <c:pt idx="492">
                  <c:v>38012</c:v>
                </c:pt>
                <c:pt idx="493">
                  <c:v>38013</c:v>
                </c:pt>
                <c:pt idx="494">
                  <c:v>38014</c:v>
                </c:pt>
                <c:pt idx="495">
                  <c:v>38015</c:v>
                </c:pt>
                <c:pt idx="496">
                  <c:v>38016</c:v>
                </c:pt>
                <c:pt idx="497">
                  <c:v>38019</c:v>
                </c:pt>
                <c:pt idx="498">
                  <c:v>38020</c:v>
                </c:pt>
                <c:pt idx="499">
                  <c:v>38021</c:v>
                </c:pt>
                <c:pt idx="500">
                  <c:v>38022</c:v>
                </c:pt>
                <c:pt idx="501">
                  <c:v>38023</c:v>
                </c:pt>
                <c:pt idx="502">
                  <c:v>38026</c:v>
                </c:pt>
                <c:pt idx="503">
                  <c:v>38027</c:v>
                </c:pt>
                <c:pt idx="504">
                  <c:v>38028</c:v>
                </c:pt>
                <c:pt idx="505">
                  <c:v>38029</c:v>
                </c:pt>
                <c:pt idx="506">
                  <c:v>38030</c:v>
                </c:pt>
                <c:pt idx="507">
                  <c:v>38033</c:v>
                </c:pt>
                <c:pt idx="508">
                  <c:v>38034</c:v>
                </c:pt>
                <c:pt idx="509">
                  <c:v>38035</c:v>
                </c:pt>
                <c:pt idx="510">
                  <c:v>38036</c:v>
                </c:pt>
                <c:pt idx="511">
                  <c:v>38037</c:v>
                </c:pt>
                <c:pt idx="512">
                  <c:v>38042</c:v>
                </c:pt>
                <c:pt idx="513">
                  <c:v>38043</c:v>
                </c:pt>
                <c:pt idx="514">
                  <c:v>38044</c:v>
                </c:pt>
                <c:pt idx="515">
                  <c:v>38047</c:v>
                </c:pt>
                <c:pt idx="516">
                  <c:v>38048</c:v>
                </c:pt>
                <c:pt idx="517">
                  <c:v>38049</c:v>
                </c:pt>
                <c:pt idx="518">
                  <c:v>38050</c:v>
                </c:pt>
                <c:pt idx="519">
                  <c:v>38051</c:v>
                </c:pt>
                <c:pt idx="520">
                  <c:v>38054</c:v>
                </c:pt>
                <c:pt idx="521">
                  <c:v>38055</c:v>
                </c:pt>
                <c:pt idx="522">
                  <c:v>38056</c:v>
                </c:pt>
                <c:pt idx="523">
                  <c:v>38057</c:v>
                </c:pt>
                <c:pt idx="524">
                  <c:v>38058</c:v>
                </c:pt>
                <c:pt idx="525">
                  <c:v>38061</c:v>
                </c:pt>
                <c:pt idx="526">
                  <c:v>38062</c:v>
                </c:pt>
                <c:pt idx="527">
                  <c:v>38063</c:v>
                </c:pt>
                <c:pt idx="528">
                  <c:v>38064</c:v>
                </c:pt>
                <c:pt idx="529">
                  <c:v>38065</c:v>
                </c:pt>
                <c:pt idx="530">
                  <c:v>38068</c:v>
                </c:pt>
                <c:pt idx="531">
                  <c:v>38069</c:v>
                </c:pt>
                <c:pt idx="532">
                  <c:v>38070</c:v>
                </c:pt>
                <c:pt idx="533">
                  <c:v>38071</c:v>
                </c:pt>
                <c:pt idx="534">
                  <c:v>38072</c:v>
                </c:pt>
                <c:pt idx="535">
                  <c:v>38075</c:v>
                </c:pt>
                <c:pt idx="536">
                  <c:v>38076</c:v>
                </c:pt>
                <c:pt idx="537">
                  <c:v>38077</c:v>
                </c:pt>
                <c:pt idx="538">
                  <c:v>38078</c:v>
                </c:pt>
                <c:pt idx="539">
                  <c:v>38079</c:v>
                </c:pt>
                <c:pt idx="540">
                  <c:v>38082</c:v>
                </c:pt>
                <c:pt idx="541">
                  <c:v>38083</c:v>
                </c:pt>
                <c:pt idx="542">
                  <c:v>38084</c:v>
                </c:pt>
                <c:pt idx="543">
                  <c:v>38085</c:v>
                </c:pt>
                <c:pt idx="544">
                  <c:v>38089</c:v>
                </c:pt>
                <c:pt idx="545">
                  <c:v>38090</c:v>
                </c:pt>
                <c:pt idx="546">
                  <c:v>38091</c:v>
                </c:pt>
                <c:pt idx="547">
                  <c:v>38092</c:v>
                </c:pt>
                <c:pt idx="548">
                  <c:v>38093</c:v>
                </c:pt>
                <c:pt idx="549">
                  <c:v>38096</c:v>
                </c:pt>
                <c:pt idx="550">
                  <c:v>38097</c:v>
                </c:pt>
                <c:pt idx="551">
                  <c:v>38099</c:v>
                </c:pt>
                <c:pt idx="552">
                  <c:v>38100</c:v>
                </c:pt>
                <c:pt idx="553">
                  <c:v>38103</c:v>
                </c:pt>
                <c:pt idx="554">
                  <c:v>38104</c:v>
                </c:pt>
                <c:pt idx="555">
                  <c:v>38105</c:v>
                </c:pt>
                <c:pt idx="556">
                  <c:v>38106</c:v>
                </c:pt>
                <c:pt idx="557">
                  <c:v>38107</c:v>
                </c:pt>
                <c:pt idx="558">
                  <c:v>38110</c:v>
                </c:pt>
                <c:pt idx="559">
                  <c:v>38111</c:v>
                </c:pt>
                <c:pt idx="560">
                  <c:v>38112</c:v>
                </c:pt>
                <c:pt idx="561">
                  <c:v>38113</c:v>
                </c:pt>
                <c:pt idx="562">
                  <c:v>38114</c:v>
                </c:pt>
                <c:pt idx="563">
                  <c:v>38117</c:v>
                </c:pt>
                <c:pt idx="564">
                  <c:v>38118</c:v>
                </c:pt>
                <c:pt idx="565">
                  <c:v>38119</c:v>
                </c:pt>
                <c:pt idx="566">
                  <c:v>38120</c:v>
                </c:pt>
                <c:pt idx="567">
                  <c:v>38121</c:v>
                </c:pt>
                <c:pt idx="568">
                  <c:v>38124</c:v>
                </c:pt>
                <c:pt idx="569">
                  <c:v>38125</c:v>
                </c:pt>
                <c:pt idx="570">
                  <c:v>38126</c:v>
                </c:pt>
                <c:pt idx="571">
                  <c:v>38127</c:v>
                </c:pt>
                <c:pt idx="572">
                  <c:v>38128</c:v>
                </c:pt>
                <c:pt idx="573">
                  <c:v>38131</c:v>
                </c:pt>
                <c:pt idx="574">
                  <c:v>38132</c:v>
                </c:pt>
                <c:pt idx="575">
                  <c:v>38133</c:v>
                </c:pt>
                <c:pt idx="576">
                  <c:v>38134</c:v>
                </c:pt>
                <c:pt idx="577">
                  <c:v>38135</c:v>
                </c:pt>
                <c:pt idx="578">
                  <c:v>38138</c:v>
                </c:pt>
                <c:pt idx="579">
                  <c:v>38139</c:v>
                </c:pt>
                <c:pt idx="580">
                  <c:v>38140</c:v>
                </c:pt>
                <c:pt idx="581">
                  <c:v>38141</c:v>
                </c:pt>
                <c:pt idx="582">
                  <c:v>38142</c:v>
                </c:pt>
                <c:pt idx="583">
                  <c:v>38145</c:v>
                </c:pt>
                <c:pt idx="584">
                  <c:v>38146</c:v>
                </c:pt>
                <c:pt idx="585">
                  <c:v>38147</c:v>
                </c:pt>
                <c:pt idx="586">
                  <c:v>38149</c:v>
                </c:pt>
                <c:pt idx="587">
                  <c:v>38152</c:v>
                </c:pt>
                <c:pt idx="588">
                  <c:v>38153</c:v>
                </c:pt>
                <c:pt idx="589">
                  <c:v>38154</c:v>
                </c:pt>
                <c:pt idx="590">
                  <c:v>38155</c:v>
                </c:pt>
                <c:pt idx="591">
                  <c:v>38156</c:v>
                </c:pt>
                <c:pt idx="592">
                  <c:v>38159</c:v>
                </c:pt>
                <c:pt idx="593">
                  <c:v>38160</c:v>
                </c:pt>
                <c:pt idx="594">
                  <c:v>38161</c:v>
                </c:pt>
                <c:pt idx="595">
                  <c:v>38162</c:v>
                </c:pt>
                <c:pt idx="596">
                  <c:v>38163</c:v>
                </c:pt>
                <c:pt idx="597">
                  <c:v>38166</c:v>
                </c:pt>
                <c:pt idx="598">
                  <c:v>38167</c:v>
                </c:pt>
                <c:pt idx="599">
                  <c:v>38168</c:v>
                </c:pt>
                <c:pt idx="600">
                  <c:v>38169</c:v>
                </c:pt>
                <c:pt idx="601">
                  <c:v>38170</c:v>
                </c:pt>
                <c:pt idx="602">
                  <c:v>38173</c:v>
                </c:pt>
                <c:pt idx="603">
                  <c:v>38174</c:v>
                </c:pt>
                <c:pt idx="604">
                  <c:v>38175</c:v>
                </c:pt>
                <c:pt idx="605">
                  <c:v>38176</c:v>
                </c:pt>
                <c:pt idx="606">
                  <c:v>38180</c:v>
                </c:pt>
                <c:pt idx="607">
                  <c:v>38181</c:v>
                </c:pt>
                <c:pt idx="608">
                  <c:v>38182</c:v>
                </c:pt>
                <c:pt idx="609">
                  <c:v>38183</c:v>
                </c:pt>
                <c:pt idx="610">
                  <c:v>38184</c:v>
                </c:pt>
                <c:pt idx="611">
                  <c:v>38187</c:v>
                </c:pt>
                <c:pt idx="612">
                  <c:v>38188</c:v>
                </c:pt>
                <c:pt idx="613">
                  <c:v>38189</c:v>
                </c:pt>
                <c:pt idx="614">
                  <c:v>38190</c:v>
                </c:pt>
                <c:pt idx="615">
                  <c:v>38191</c:v>
                </c:pt>
                <c:pt idx="616">
                  <c:v>38194</c:v>
                </c:pt>
                <c:pt idx="617">
                  <c:v>38195</c:v>
                </c:pt>
                <c:pt idx="618">
                  <c:v>38196</c:v>
                </c:pt>
                <c:pt idx="619">
                  <c:v>38197</c:v>
                </c:pt>
                <c:pt idx="620">
                  <c:v>38198</c:v>
                </c:pt>
                <c:pt idx="621">
                  <c:v>38201</c:v>
                </c:pt>
                <c:pt idx="622">
                  <c:v>38202</c:v>
                </c:pt>
                <c:pt idx="623">
                  <c:v>38203</c:v>
                </c:pt>
                <c:pt idx="624">
                  <c:v>38204</c:v>
                </c:pt>
                <c:pt idx="625">
                  <c:v>38205</c:v>
                </c:pt>
                <c:pt idx="626">
                  <c:v>38208</c:v>
                </c:pt>
                <c:pt idx="627">
                  <c:v>38209</c:v>
                </c:pt>
                <c:pt idx="628">
                  <c:v>38210</c:v>
                </c:pt>
                <c:pt idx="629">
                  <c:v>38211</c:v>
                </c:pt>
                <c:pt idx="630">
                  <c:v>38212</c:v>
                </c:pt>
                <c:pt idx="631">
                  <c:v>38215</c:v>
                </c:pt>
                <c:pt idx="632">
                  <c:v>38216</c:v>
                </c:pt>
                <c:pt idx="633">
                  <c:v>38217</c:v>
                </c:pt>
                <c:pt idx="634">
                  <c:v>38218</c:v>
                </c:pt>
                <c:pt idx="635">
                  <c:v>38219</c:v>
                </c:pt>
                <c:pt idx="636">
                  <c:v>38222</c:v>
                </c:pt>
                <c:pt idx="637">
                  <c:v>38223</c:v>
                </c:pt>
                <c:pt idx="638">
                  <c:v>38224</c:v>
                </c:pt>
                <c:pt idx="639">
                  <c:v>38225</c:v>
                </c:pt>
                <c:pt idx="640">
                  <c:v>38226</c:v>
                </c:pt>
                <c:pt idx="641">
                  <c:v>38229</c:v>
                </c:pt>
                <c:pt idx="642">
                  <c:v>38230</c:v>
                </c:pt>
                <c:pt idx="643">
                  <c:v>38231</c:v>
                </c:pt>
                <c:pt idx="644">
                  <c:v>38232</c:v>
                </c:pt>
                <c:pt idx="645">
                  <c:v>38233</c:v>
                </c:pt>
                <c:pt idx="646">
                  <c:v>38236</c:v>
                </c:pt>
                <c:pt idx="647">
                  <c:v>38238</c:v>
                </c:pt>
                <c:pt idx="648">
                  <c:v>38239</c:v>
                </c:pt>
                <c:pt idx="649">
                  <c:v>38240</c:v>
                </c:pt>
                <c:pt idx="650">
                  <c:v>38243</c:v>
                </c:pt>
                <c:pt idx="651">
                  <c:v>38244</c:v>
                </c:pt>
                <c:pt idx="652">
                  <c:v>38245</c:v>
                </c:pt>
                <c:pt idx="653">
                  <c:v>38246</c:v>
                </c:pt>
                <c:pt idx="654">
                  <c:v>38247</c:v>
                </c:pt>
                <c:pt idx="655">
                  <c:v>38250</c:v>
                </c:pt>
                <c:pt idx="656">
                  <c:v>38251</c:v>
                </c:pt>
                <c:pt idx="657">
                  <c:v>38252</c:v>
                </c:pt>
                <c:pt idx="658">
                  <c:v>38253</c:v>
                </c:pt>
                <c:pt idx="659">
                  <c:v>38254</c:v>
                </c:pt>
                <c:pt idx="660">
                  <c:v>38257</c:v>
                </c:pt>
                <c:pt idx="661">
                  <c:v>38258</c:v>
                </c:pt>
                <c:pt idx="662">
                  <c:v>38259</c:v>
                </c:pt>
                <c:pt idx="663">
                  <c:v>38260</c:v>
                </c:pt>
                <c:pt idx="664">
                  <c:v>38261</c:v>
                </c:pt>
                <c:pt idx="665">
                  <c:v>38264</c:v>
                </c:pt>
                <c:pt idx="666">
                  <c:v>38265</c:v>
                </c:pt>
                <c:pt idx="667">
                  <c:v>38266</c:v>
                </c:pt>
                <c:pt idx="668">
                  <c:v>38267</c:v>
                </c:pt>
                <c:pt idx="669">
                  <c:v>38268</c:v>
                </c:pt>
                <c:pt idx="670">
                  <c:v>38271</c:v>
                </c:pt>
                <c:pt idx="671">
                  <c:v>38273</c:v>
                </c:pt>
                <c:pt idx="672">
                  <c:v>38274</c:v>
                </c:pt>
                <c:pt idx="673">
                  <c:v>38275</c:v>
                </c:pt>
                <c:pt idx="674">
                  <c:v>38278</c:v>
                </c:pt>
                <c:pt idx="675">
                  <c:v>38279</c:v>
                </c:pt>
                <c:pt idx="676">
                  <c:v>38280</c:v>
                </c:pt>
                <c:pt idx="677">
                  <c:v>38281</c:v>
                </c:pt>
                <c:pt idx="678">
                  <c:v>38282</c:v>
                </c:pt>
                <c:pt idx="679">
                  <c:v>38285</c:v>
                </c:pt>
                <c:pt idx="680">
                  <c:v>38286</c:v>
                </c:pt>
                <c:pt idx="681">
                  <c:v>38287</c:v>
                </c:pt>
                <c:pt idx="682">
                  <c:v>38288</c:v>
                </c:pt>
                <c:pt idx="683">
                  <c:v>38289</c:v>
                </c:pt>
                <c:pt idx="684">
                  <c:v>38292</c:v>
                </c:pt>
                <c:pt idx="685">
                  <c:v>38294</c:v>
                </c:pt>
                <c:pt idx="686">
                  <c:v>38295</c:v>
                </c:pt>
                <c:pt idx="687">
                  <c:v>38296</c:v>
                </c:pt>
                <c:pt idx="688">
                  <c:v>38299</c:v>
                </c:pt>
                <c:pt idx="689">
                  <c:v>38300</c:v>
                </c:pt>
                <c:pt idx="690">
                  <c:v>38301</c:v>
                </c:pt>
                <c:pt idx="691">
                  <c:v>38302</c:v>
                </c:pt>
                <c:pt idx="692">
                  <c:v>38303</c:v>
                </c:pt>
                <c:pt idx="693">
                  <c:v>38307</c:v>
                </c:pt>
                <c:pt idx="694">
                  <c:v>38308</c:v>
                </c:pt>
                <c:pt idx="695">
                  <c:v>38309</c:v>
                </c:pt>
                <c:pt idx="696">
                  <c:v>38310</c:v>
                </c:pt>
                <c:pt idx="697">
                  <c:v>38313</c:v>
                </c:pt>
                <c:pt idx="698">
                  <c:v>38314</c:v>
                </c:pt>
                <c:pt idx="699">
                  <c:v>38315</c:v>
                </c:pt>
                <c:pt idx="700">
                  <c:v>38316</c:v>
                </c:pt>
                <c:pt idx="701">
                  <c:v>38317</c:v>
                </c:pt>
                <c:pt idx="702">
                  <c:v>38320</c:v>
                </c:pt>
                <c:pt idx="703">
                  <c:v>38321</c:v>
                </c:pt>
                <c:pt idx="704">
                  <c:v>38322</c:v>
                </c:pt>
                <c:pt idx="705">
                  <c:v>38323</c:v>
                </c:pt>
                <c:pt idx="706">
                  <c:v>38324</c:v>
                </c:pt>
                <c:pt idx="707">
                  <c:v>38327</c:v>
                </c:pt>
                <c:pt idx="708">
                  <c:v>38328</c:v>
                </c:pt>
                <c:pt idx="709">
                  <c:v>38329</c:v>
                </c:pt>
                <c:pt idx="710">
                  <c:v>38330</c:v>
                </c:pt>
                <c:pt idx="711">
                  <c:v>38331</c:v>
                </c:pt>
                <c:pt idx="712">
                  <c:v>38334</c:v>
                </c:pt>
                <c:pt idx="713">
                  <c:v>38335</c:v>
                </c:pt>
                <c:pt idx="714">
                  <c:v>38336</c:v>
                </c:pt>
                <c:pt idx="715">
                  <c:v>38337</c:v>
                </c:pt>
                <c:pt idx="716">
                  <c:v>38338</c:v>
                </c:pt>
                <c:pt idx="717">
                  <c:v>38341</c:v>
                </c:pt>
                <c:pt idx="718">
                  <c:v>38342</c:v>
                </c:pt>
                <c:pt idx="719">
                  <c:v>38343</c:v>
                </c:pt>
                <c:pt idx="720">
                  <c:v>38344</c:v>
                </c:pt>
                <c:pt idx="721">
                  <c:v>38348</c:v>
                </c:pt>
                <c:pt idx="722">
                  <c:v>38349</c:v>
                </c:pt>
                <c:pt idx="723">
                  <c:v>38350</c:v>
                </c:pt>
                <c:pt idx="724">
                  <c:v>38351</c:v>
                </c:pt>
                <c:pt idx="725">
                  <c:v>38355</c:v>
                </c:pt>
                <c:pt idx="726">
                  <c:v>38356</c:v>
                </c:pt>
                <c:pt idx="727">
                  <c:v>38357</c:v>
                </c:pt>
                <c:pt idx="728">
                  <c:v>38358</c:v>
                </c:pt>
                <c:pt idx="729">
                  <c:v>38359</c:v>
                </c:pt>
                <c:pt idx="730">
                  <c:v>38362</c:v>
                </c:pt>
                <c:pt idx="731">
                  <c:v>38363</c:v>
                </c:pt>
                <c:pt idx="732">
                  <c:v>38364</c:v>
                </c:pt>
                <c:pt idx="733">
                  <c:v>38365</c:v>
                </c:pt>
                <c:pt idx="734">
                  <c:v>38366</c:v>
                </c:pt>
                <c:pt idx="735">
                  <c:v>38369</c:v>
                </c:pt>
                <c:pt idx="736">
                  <c:v>38370</c:v>
                </c:pt>
                <c:pt idx="737">
                  <c:v>38371</c:v>
                </c:pt>
                <c:pt idx="738">
                  <c:v>38372</c:v>
                </c:pt>
                <c:pt idx="739">
                  <c:v>38373</c:v>
                </c:pt>
                <c:pt idx="740">
                  <c:v>38376</c:v>
                </c:pt>
                <c:pt idx="741">
                  <c:v>38378</c:v>
                </c:pt>
                <c:pt idx="742">
                  <c:v>38379</c:v>
                </c:pt>
                <c:pt idx="743">
                  <c:v>38380</c:v>
                </c:pt>
                <c:pt idx="744">
                  <c:v>38383</c:v>
                </c:pt>
                <c:pt idx="745">
                  <c:v>38384</c:v>
                </c:pt>
                <c:pt idx="746">
                  <c:v>38385</c:v>
                </c:pt>
                <c:pt idx="747">
                  <c:v>38386</c:v>
                </c:pt>
                <c:pt idx="748">
                  <c:v>38387</c:v>
                </c:pt>
                <c:pt idx="749">
                  <c:v>38392</c:v>
                </c:pt>
                <c:pt idx="750">
                  <c:v>38393</c:v>
                </c:pt>
                <c:pt idx="751">
                  <c:v>38394</c:v>
                </c:pt>
                <c:pt idx="752">
                  <c:v>38397</c:v>
                </c:pt>
                <c:pt idx="753">
                  <c:v>38398</c:v>
                </c:pt>
                <c:pt idx="754">
                  <c:v>38399</c:v>
                </c:pt>
                <c:pt idx="755">
                  <c:v>38400</c:v>
                </c:pt>
                <c:pt idx="756">
                  <c:v>38401</c:v>
                </c:pt>
                <c:pt idx="757">
                  <c:v>38404</c:v>
                </c:pt>
                <c:pt idx="758">
                  <c:v>38405</c:v>
                </c:pt>
                <c:pt idx="759">
                  <c:v>38406</c:v>
                </c:pt>
                <c:pt idx="760">
                  <c:v>38407</c:v>
                </c:pt>
                <c:pt idx="761">
                  <c:v>38408</c:v>
                </c:pt>
                <c:pt idx="762">
                  <c:v>38411</c:v>
                </c:pt>
                <c:pt idx="763">
                  <c:v>38412</c:v>
                </c:pt>
                <c:pt idx="764">
                  <c:v>38413</c:v>
                </c:pt>
                <c:pt idx="765">
                  <c:v>38414</c:v>
                </c:pt>
                <c:pt idx="766">
                  <c:v>38415</c:v>
                </c:pt>
                <c:pt idx="767">
                  <c:v>38418</c:v>
                </c:pt>
                <c:pt idx="768">
                  <c:v>38419</c:v>
                </c:pt>
                <c:pt idx="769">
                  <c:v>38420</c:v>
                </c:pt>
                <c:pt idx="770">
                  <c:v>38421</c:v>
                </c:pt>
                <c:pt idx="771">
                  <c:v>38422</c:v>
                </c:pt>
                <c:pt idx="772">
                  <c:v>38425</c:v>
                </c:pt>
                <c:pt idx="773">
                  <c:v>38426</c:v>
                </c:pt>
                <c:pt idx="774">
                  <c:v>38427</c:v>
                </c:pt>
                <c:pt idx="775">
                  <c:v>38428</c:v>
                </c:pt>
                <c:pt idx="776">
                  <c:v>38429</c:v>
                </c:pt>
                <c:pt idx="777">
                  <c:v>38432</c:v>
                </c:pt>
                <c:pt idx="778">
                  <c:v>38433</c:v>
                </c:pt>
                <c:pt idx="779">
                  <c:v>38434</c:v>
                </c:pt>
                <c:pt idx="780">
                  <c:v>38435</c:v>
                </c:pt>
                <c:pt idx="781">
                  <c:v>38439</c:v>
                </c:pt>
                <c:pt idx="782">
                  <c:v>38440</c:v>
                </c:pt>
                <c:pt idx="783">
                  <c:v>38441</c:v>
                </c:pt>
                <c:pt idx="784">
                  <c:v>38442</c:v>
                </c:pt>
                <c:pt idx="785">
                  <c:v>38443</c:v>
                </c:pt>
                <c:pt idx="786">
                  <c:v>38446</c:v>
                </c:pt>
                <c:pt idx="787">
                  <c:v>38447</c:v>
                </c:pt>
                <c:pt idx="788">
                  <c:v>38448</c:v>
                </c:pt>
                <c:pt idx="789">
                  <c:v>38449</c:v>
                </c:pt>
                <c:pt idx="790">
                  <c:v>38450</c:v>
                </c:pt>
                <c:pt idx="791">
                  <c:v>38453</c:v>
                </c:pt>
                <c:pt idx="792">
                  <c:v>38454</c:v>
                </c:pt>
                <c:pt idx="793">
                  <c:v>38455</c:v>
                </c:pt>
                <c:pt idx="794">
                  <c:v>38456</c:v>
                </c:pt>
                <c:pt idx="795">
                  <c:v>38457</c:v>
                </c:pt>
                <c:pt idx="796">
                  <c:v>38460</c:v>
                </c:pt>
                <c:pt idx="797">
                  <c:v>38461</c:v>
                </c:pt>
                <c:pt idx="798">
                  <c:v>38462</c:v>
                </c:pt>
                <c:pt idx="799">
                  <c:v>38464</c:v>
                </c:pt>
                <c:pt idx="800">
                  <c:v>38467</c:v>
                </c:pt>
                <c:pt idx="801">
                  <c:v>38468</c:v>
                </c:pt>
                <c:pt idx="802">
                  <c:v>38469</c:v>
                </c:pt>
                <c:pt idx="803">
                  <c:v>38470</c:v>
                </c:pt>
                <c:pt idx="804">
                  <c:v>38471</c:v>
                </c:pt>
                <c:pt idx="805">
                  <c:v>38474</c:v>
                </c:pt>
                <c:pt idx="806">
                  <c:v>38475</c:v>
                </c:pt>
                <c:pt idx="807">
                  <c:v>38476</c:v>
                </c:pt>
                <c:pt idx="808">
                  <c:v>38477</c:v>
                </c:pt>
                <c:pt idx="809">
                  <c:v>38478</c:v>
                </c:pt>
                <c:pt idx="810">
                  <c:v>38481</c:v>
                </c:pt>
                <c:pt idx="811">
                  <c:v>38482</c:v>
                </c:pt>
                <c:pt idx="812">
                  <c:v>38483</c:v>
                </c:pt>
                <c:pt idx="813">
                  <c:v>38484</c:v>
                </c:pt>
                <c:pt idx="814">
                  <c:v>38485</c:v>
                </c:pt>
                <c:pt idx="815">
                  <c:v>38488</c:v>
                </c:pt>
                <c:pt idx="816">
                  <c:v>38489</c:v>
                </c:pt>
                <c:pt idx="817">
                  <c:v>38490</c:v>
                </c:pt>
                <c:pt idx="818">
                  <c:v>38491</c:v>
                </c:pt>
                <c:pt idx="819">
                  <c:v>38492</c:v>
                </c:pt>
                <c:pt idx="820">
                  <c:v>38495</c:v>
                </c:pt>
                <c:pt idx="821">
                  <c:v>38496</c:v>
                </c:pt>
                <c:pt idx="822">
                  <c:v>38497</c:v>
                </c:pt>
                <c:pt idx="823">
                  <c:v>38499</c:v>
                </c:pt>
                <c:pt idx="824">
                  <c:v>38502</c:v>
                </c:pt>
                <c:pt idx="825">
                  <c:v>38503</c:v>
                </c:pt>
                <c:pt idx="826">
                  <c:v>38504</c:v>
                </c:pt>
                <c:pt idx="827">
                  <c:v>38505</c:v>
                </c:pt>
                <c:pt idx="828">
                  <c:v>38506</c:v>
                </c:pt>
                <c:pt idx="829">
                  <c:v>38509</c:v>
                </c:pt>
                <c:pt idx="830">
                  <c:v>38510</c:v>
                </c:pt>
                <c:pt idx="831">
                  <c:v>38511</c:v>
                </c:pt>
                <c:pt idx="832">
                  <c:v>38512</c:v>
                </c:pt>
                <c:pt idx="833">
                  <c:v>38513</c:v>
                </c:pt>
                <c:pt idx="834">
                  <c:v>38516</c:v>
                </c:pt>
                <c:pt idx="835">
                  <c:v>38517</c:v>
                </c:pt>
                <c:pt idx="836">
                  <c:v>38518</c:v>
                </c:pt>
                <c:pt idx="837">
                  <c:v>38519</c:v>
                </c:pt>
                <c:pt idx="838">
                  <c:v>38520</c:v>
                </c:pt>
                <c:pt idx="839">
                  <c:v>38523</c:v>
                </c:pt>
                <c:pt idx="840">
                  <c:v>38524</c:v>
                </c:pt>
                <c:pt idx="841">
                  <c:v>38525</c:v>
                </c:pt>
                <c:pt idx="842">
                  <c:v>38526</c:v>
                </c:pt>
                <c:pt idx="843">
                  <c:v>38527</c:v>
                </c:pt>
                <c:pt idx="844">
                  <c:v>38530</c:v>
                </c:pt>
                <c:pt idx="845">
                  <c:v>38531</c:v>
                </c:pt>
                <c:pt idx="846">
                  <c:v>38532</c:v>
                </c:pt>
                <c:pt idx="847">
                  <c:v>38533</c:v>
                </c:pt>
                <c:pt idx="848">
                  <c:v>38534</c:v>
                </c:pt>
                <c:pt idx="849">
                  <c:v>38537</c:v>
                </c:pt>
                <c:pt idx="850">
                  <c:v>38538</c:v>
                </c:pt>
                <c:pt idx="851">
                  <c:v>38539</c:v>
                </c:pt>
                <c:pt idx="852">
                  <c:v>38540</c:v>
                </c:pt>
                <c:pt idx="853">
                  <c:v>38541</c:v>
                </c:pt>
                <c:pt idx="854">
                  <c:v>38544</c:v>
                </c:pt>
                <c:pt idx="855">
                  <c:v>38545</c:v>
                </c:pt>
                <c:pt idx="856">
                  <c:v>38546</c:v>
                </c:pt>
                <c:pt idx="857">
                  <c:v>38547</c:v>
                </c:pt>
                <c:pt idx="858">
                  <c:v>38548</c:v>
                </c:pt>
                <c:pt idx="859">
                  <c:v>38551</c:v>
                </c:pt>
                <c:pt idx="860">
                  <c:v>38552</c:v>
                </c:pt>
                <c:pt idx="861">
                  <c:v>38553</c:v>
                </c:pt>
                <c:pt idx="862">
                  <c:v>38554</c:v>
                </c:pt>
                <c:pt idx="863">
                  <c:v>38555</c:v>
                </c:pt>
                <c:pt idx="864">
                  <c:v>38558</c:v>
                </c:pt>
                <c:pt idx="865">
                  <c:v>38559</c:v>
                </c:pt>
                <c:pt idx="866">
                  <c:v>38560</c:v>
                </c:pt>
                <c:pt idx="867">
                  <c:v>38561</c:v>
                </c:pt>
                <c:pt idx="868">
                  <c:v>38562</c:v>
                </c:pt>
                <c:pt idx="869">
                  <c:v>38565</c:v>
                </c:pt>
                <c:pt idx="870">
                  <c:v>38566</c:v>
                </c:pt>
                <c:pt idx="871">
                  <c:v>38567</c:v>
                </c:pt>
                <c:pt idx="872">
                  <c:v>38568</c:v>
                </c:pt>
                <c:pt idx="873">
                  <c:v>38569</c:v>
                </c:pt>
                <c:pt idx="874">
                  <c:v>38572</c:v>
                </c:pt>
                <c:pt idx="875">
                  <c:v>38573</c:v>
                </c:pt>
                <c:pt idx="876">
                  <c:v>38574</c:v>
                </c:pt>
                <c:pt idx="877">
                  <c:v>38575</c:v>
                </c:pt>
                <c:pt idx="878">
                  <c:v>38576</c:v>
                </c:pt>
                <c:pt idx="879">
                  <c:v>38579</c:v>
                </c:pt>
                <c:pt idx="880">
                  <c:v>38580</c:v>
                </c:pt>
                <c:pt idx="881">
                  <c:v>38581</c:v>
                </c:pt>
                <c:pt idx="882">
                  <c:v>38582</c:v>
                </c:pt>
                <c:pt idx="883">
                  <c:v>38583</c:v>
                </c:pt>
                <c:pt idx="884">
                  <c:v>38586</c:v>
                </c:pt>
                <c:pt idx="885">
                  <c:v>38587</c:v>
                </c:pt>
                <c:pt idx="886">
                  <c:v>38588</c:v>
                </c:pt>
                <c:pt idx="887">
                  <c:v>38589</c:v>
                </c:pt>
                <c:pt idx="888">
                  <c:v>38590</c:v>
                </c:pt>
                <c:pt idx="889">
                  <c:v>38593</c:v>
                </c:pt>
                <c:pt idx="890">
                  <c:v>38594</c:v>
                </c:pt>
                <c:pt idx="891">
                  <c:v>38595</c:v>
                </c:pt>
                <c:pt idx="892">
                  <c:v>38596</c:v>
                </c:pt>
                <c:pt idx="893">
                  <c:v>38597</c:v>
                </c:pt>
                <c:pt idx="894">
                  <c:v>38600</c:v>
                </c:pt>
                <c:pt idx="895">
                  <c:v>38601</c:v>
                </c:pt>
                <c:pt idx="896">
                  <c:v>38603</c:v>
                </c:pt>
                <c:pt idx="897">
                  <c:v>38604</c:v>
                </c:pt>
                <c:pt idx="898">
                  <c:v>38607</c:v>
                </c:pt>
                <c:pt idx="899">
                  <c:v>38608</c:v>
                </c:pt>
                <c:pt idx="900">
                  <c:v>38609</c:v>
                </c:pt>
                <c:pt idx="901">
                  <c:v>38610</c:v>
                </c:pt>
                <c:pt idx="902">
                  <c:v>38611</c:v>
                </c:pt>
                <c:pt idx="903">
                  <c:v>38614</c:v>
                </c:pt>
                <c:pt idx="904">
                  <c:v>38615</c:v>
                </c:pt>
                <c:pt idx="905">
                  <c:v>38616</c:v>
                </c:pt>
                <c:pt idx="906">
                  <c:v>38617</c:v>
                </c:pt>
                <c:pt idx="907">
                  <c:v>38618</c:v>
                </c:pt>
                <c:pt idx="908">
                  <c:v>38621</c:v>
                </c:pt>
                <c:pt idx="909">
                  <c:v>38622</c:v>
                </c:pt>
                <c:pt idx="910">
                  <c:v>38623</c:v>
                </c:pt>
                <c:pt idx="911">
                  <c:v>38624</c:v>
                </c:pt>
                <c:pt idx="912">
                  <c:v>38625</c:v>
                </c:pt>
                <c:pt idx="913">
                  <c:v>38628</c:v>
                </c:pt>
                <c:pt idx="914">
                  <c:v>38629</c:v>
                </c:pt>
                <c:pt idx="915">
                  <c:v>38630</c:v>
                </c:pt>
                <c:pt idx="916">
                  <c:v>38631</c:v>
                </c:pt>
                <c:pt idx="917">
                  <c:v>38632</c:v>
                </c:pt>
                <c:pt idx="918">
                  <c:v>38635</c:v>
                </c:pt>
                <c:pt idx="919">
                  <c:v>38636</c:v>
                </c:pt>
                <c:pt idx="920">
                  <c:v>38638</c:v>
                </c:pt>
                <c:pt idx="921">
                  <c:v>38639</c:v>
                </c:pt>
                <c:pt idx="922">
                  <c:v>38642</c:v>
                </c:pt>
                <c:pt idx="923">
                  <c:v>38643</c:v>
                </c:pt>
                <c:pt idx="924">
                  <c:v>38644</c:v>
                </c:pt>
                <c:pt idx="925">
                  <c:v>38645</c:v>
                </c:pt>
                <c:pt idx="926">
                  <c:v>38646</c:v>
                </c:pt>
                <c:pt idx="927">
                  <c:v>38649</c:v>
                </c:pt>
                <c:pt idx="928">
                  <c:v>38650</c:v>
                </c:pt>
                <c:pt idx="929">
                  <c:v>38651</c:v>
                </c:pt>
                <c:pt idx="930">
                  <c:v>38652</c:v>
                </c:pt>
                <c:pt idx="931">
                  <c:v>38653</c:v>
                </c:pt>
                <c:pt idx="932">
                  <c:v>38656</c:v>
                </c:pt>
                <c:pt idx="933">
                  <c:v>38657</c:v>
                </c:pt>
                <c:pt idx="934">
                  <c:v>38659</c:v>
                </c:pt>
                <c:pt idx="935">
                  <c:v>38660</c:v>
                </c:pt>
                <c:pt idx="936">
                  <c:v>38663</c:v>
                </c:pt>
                <c:pt idx="937">
                  <c:v>38664</c:v>
                </c:pt>
                <c:pt idx="938">
                  <c:v>38665</c:v>
                </c:pt>
                <c:pt idx="939">
                  <c:v>38666</c:v>
                </c:pt>
                <c:pt idx="940">
                  <c:v>38667</c:v>
                </c:pt>
                <c:pt idx="941">
                  <c:v>38670</c:v>
                </c:pt>
                <c:pt idx="942">
                  <c:v>38672</c:v>
                </c:pt>
                <c:pt idx="943">
                  <c:v>38673</c:v>
                </c:pt>
                <c:pt idx="944">
                  <c:v>38674</c:v>
                </c:pt>
                <c:pt idx="945">
                  <c:v>38677</c:v>
                </c:pt>
                <c:pt idx="946">
                  <c:v>38678</c:v>
                </c:pt>
                <c:pt idx="947">
                  <c:v>38679</c:v>
                </c:pt>
                <c:pt idx="948">
                  <c:v>38680</c:v>
                </c:pt>
                <c:pt idx="949">
                  <c:v>38681</c:v>
                </c:pt>
                <c:pt idx="950">
                  <c:v>38684</c:v>
                </c:pt>
                <c:pt idx="951">
                  <c:v>38685</c:v>
                </c:pt>
                <c:pt idx="952">
                  <c:v>38686</c:v>
                </c:pt>
                <c:pt idx="953">
                  <c:v>38687</c:v>
                </c:pt>
                <c:pt idx="954">
                  <c:v>38688</c:v>
                </c:pt>
                <c:pt idx="955">
                  <c:v>38691</c:v>
                </c:pt>
                <c:pt idx="956">
                  <c:v>38692</c:v>
                </c:pt>
                <c:pt idx="957">
                  <c:v>38693</c:v>
                </c:pt>
                <c:pt idx="958">
                  <c:v>38694</c:v>
                </c:pt>
                <c:pt idx="959">
                  <c:v>38695</c:v>
                </c:pt>
                <c:pt idx="960">
                  <c:v>38698</c:v>
                </c:pt>
                <c:pt idx="961">
                  <c:v>38699</c:v>
                </c:pt>
                <c:pt idx="962">
                  <c:v>38700</c:v>
                </c:pt>
                <c:pt idx="963">
                  <c:v>38701</c:v>
                </c:pt>
                <c:pt idx="964">
                  <c:v>38702</c:v>
                </c:pt>
                <c:pt idx="965">
                  <c:v>38705</c:v>
                </c:pt>
                <c:pt idx="966">
                  <c:v>38706</c:v>
                </c:pt>
                <c:pt idx="967">
                  <c:v>38707</c:v>
                </c:pt>
                <c:pt idx="968">
                  <c:v>38708</c:v>
                </c:pt>
                <c:pt idx="969">
                  <c:v>38709</c:v>
                </c:pt>
                <c:pt idx="970">
                  <c:v>38712</c:v>
                </c:pt>
                <c:pt idx="971">
                  <c:v>38713</c:v>
                </c:pt>
                <c:pt idx="972">
                  <c:v>38714</c:v>
                </c:pt>
                <c:pt idx="973">
                  <c:v>38715</c:v>
                </c:pt>
                <c:pt idx="974">
                  <c:v>38719</c:v>
                </c:pt>
                <c:pt idx="975">
                  <c:v>38720</c:v>
                </c:pt>
                <c:pt idx="976">
                  <c:v>38721</c:v>
                </c:pt>
                <c:pt idx="977">
                  <c:v>38722</c:v>
                </c:pt>
                <c:pt idx="978">
                  <c:v>38723</c:v>
                </c:pt>
                <c:pt idx="979">
                  <c:v>38726</c:v>
                </c:pt>
                <c:pt idx="980">
                  <c:v>38727</c:v>
                </c:pt>
                <c:pt idx="981">
                  <c:v>38728</c:v>
                </c:pt>
                <c:pt idx="982">
                  <c:v>38729</c:v>
                </c:pt>
                <c:pt idx="983">
                  <c:v>38730</c:v>
                </c:pt>
                <c:pt idx="984">
                  <c:v>38733</c:v>
                </c:pt>
                <c:pt idx="985">
                  <c:v>38734</c:v>
                </c:pt>
                <c:pt idx="986">
                  <c:v>38735</c:v>
                </c:pt>
                <c:pt idx="987">
                  <c:v>38736</c:v>
                </c:pt>
                <c:pt idx="988">
                  <c:v>38737</c:v>
                </c:pt>
                <c:pt idx="989">
                  <c:v>38740</c:v>
                </c:pt>
                <c:pt idx="990">
                  <c:v>38741</c:v>
                </c:pt>
                <c:pt idx="991">
                  <c:v>38743</c:v>
                </c:pt>
                <c:pt idx="992">
                  <c:v>38744</c:v>
                </c:pt>
                <c:pt idx="993">
                  <c:v>38747</c:v>
                </c:pt>
                <c:pt idx="994">
                  <c:v>38748</c:v>
                </c:pt>
                <c:pt idx="995">
                  <c:v>38749</c:v>
                </c:pt>
                <c:pt idx="996">
                  <c:v>38750</c:v>
                </c:pt>
                <c:pt idx="997">
                  <c:v>38751</c:v>
                </c:pt>
                <c:pt idx="998">
                  <c:v>38754</c:v>
                </c:pt>
                <c:pt idx="999">
                  <c:v>38755</c:v>
                </c:pt>
                <c:pt idx="1000">
                  <c:v>38756</c:v>
                </c:pt>
                <c:pt idx="1001">
                  <c:v>38757</c:v>
                </c:pt>
                <c:pt idx="1002">
                  <c:v>38758</c:v>
                </c:pt>
                <c:pt idx="1003">
                  <c:v>38761</c:v>
                </c:pt>
                <c:pt idx="1004">
                  <c:v>38762</c:v>
                </c:pt>
                <c:pt idx="1005">
                  <c:v>38763</c:v>
                </c:pt>
                <c:pt idx="1006">
                  <c:v>38764</c:v>
                </c:pt>
                <c:pt idx="1007">
                  <c:v>38765</c:v>
                </c:pt>
                <c:pt idx="1008">
                  <c:v>38768</c:v>
                </c:pt>
                <c:pt idx="1009">
                  <c:v>38769</c:v>
                </c:pt>
                <c:pt idx="1010">
                  <c:v>38770</c:v>
                </c:pt>
                <c:pt idx="1011">
                  <c:v>38771</c:v>
                </c:pt>
                <c:pt idx="1012">
                  <c:v>38772</c:v>
                </c:pt>
                <c:pt idx="1013">
                  <c:v>38777</c:v>
                </c:pt>
                <c:pt idx="1014">
                  <c:v>38778</c:v>
                </c:pt>
                <c:pt idx="1015">
                  <c:v>38779</c:v>
                </c:pt>
                <c:pt idx="1016">
                  <c:v>38782</c:v>
                </c:pt>
                <c:pt idx="1017">
                  <c:v>38783</c:v>
                </c:pt>
                <c:pt idx="1018">
                  <c:v>38784</c:v>
                </c:pt>
                <c:pt idx="1019">
                  <c:v>38785</c:v>
                </c:pt>
                <c:pt idx="1020">
                  <c:v>38786</c:v>
                </c:pt>
                <c:pt idx="1021">
                  <c:v>38789</c:v>
                </c:pt>
                <c:pt idx="1022">
                  <c:v>38790</c:v>
                </c:pt>
                <c:pt idx="1023">
                  <c:v>38791</c:v>
                </c:pt>
                <c:pt idx="1024">
                  <c:v>38792</c:v>
                </c:pt>
                <c:pt idx="1025">
                  <c:v>38793</c:v>
                </c:pt>
                <c:pt idx="1026">
                  <c:v>38796</c:v>
                </c:pt>
                <c:pt idx="1027">
                  <c:v>38797</c:v>
                </c:pt>
                <c:pt idx="1028">
                  <c:v>38798</c:v>
                </c:pt>
                <c:pt idx="1029">
                  <c:v>38799</c:v>
                </c:pt>
                <c:pt idx="1030">
                  <c:v>38800</c:v>
                </c:pt>
                <c:pt idx="1031">
                  <c:v>38803</c:v>
                </c:pt>
                <c:pt idx="1032">
                  <c:v>38804</c:v>
                </c:pt>
                <c:pt idx="1033">
                  <c:v>38805</c:v>
                </c:pt>
                <c:pt idx="1034">
                  <c:v>38806</c:v>
                </c:pt>
                <c:pt idx="1035">
                  <c:v>38807</c:v>
                </c:pt>
                <c:pt idx="1036">
                  <c:v>38810</c:v>
                </c:pt>
                <c:pt idx="1037">
                  <c:v>38811</c:v>
                </c:pt>
                <c:pt idx="1038">
                  <c:v>38812</c:v>
                </c:pt>
                <c:pt idx="1039">
                  <c:v>38813</c:v>
                </c:pt>
                <c:pt idx="1040">
                  <c:v>38814</c:v>
                </c:pt>
                <c:pt idx="1041">
                  <c:v>38817</c:v>
                </c:pt>
                <c:pt idx="1042">
                  <c:v>38818</c:v>
                </c:pt>
                <c:pt idx="1043">
                  <c:v>38819</c:v>
                </c:pt>
                <c:pt idx="1044">
                  <c:v>38820</c:v>
                </c:pt>
                <c:pt idx="1045">
                  <c:v>38824</c:v>
                </c:pt>
                <c:pt idx="1046">
                  <c:v>38825</c:v>
                </c:pt>
                <c:pt idx="1047">
                  <c:v>38826</c:v>
                </c:pt>
                <c:pt idx="1048">
                  <c:v>38827</c:v>
                </c:pt>
                <c:pt idx="1049">
                  <c:v>38831</c:v>
                </c:pt>
                <c:pt idx="1050">
                  <c:v>38832</c:v>
                </c:pt>
                <c:pt idx="1051">
                  <c:v>38833</c:v>
                </c:pt>
                <c:pt idx="1052">
                  <c:v>38834</c:v>
                </c:pt>
                <c:pt idx="1053">
                  <c:v>38835</c:v>
                </c:pt>
                <c:pt idx="1054">
                  <c:v>38839</c:v>
                </c:pt>
                <c:pt idx="1055">
                  <c:v>38840</c:v>
                </c:pt>
                <c:pt idx="1056">
                  <c:v>38841</c:v>
                </c:pt>
                <c:pt idx="1057">
                  <c:v>38842</c:v>
                </c:pt>
                <c:pt idx="1058">
                  <c:v>38845</c:v>
                </c:pt>
                <c:pt idx="1059">
                  <c:v>38846</c:v>
                </c:pt>
                <c:pt idx="1060">
                  <c:v>38847</c:v>
                </c:pt>
                <c:pt idx="1061">
                  <c:v>38848</c:v>
                </c:pt>
                <c:pt idx="1062">
                  <c:v>38849</c:v>
                </c:pt>
                <c:pt idx="1063">
                  <c:v>38852</c:v>
                </c:pt>
                <c:pt idx="1064">
                  <c:v>38853</c:v>
                </c:pt>
                <c:pt idx="1065">
                  <c:v>38854</c:v>
                </c:pt>
                <c:pt idx="1066">
                  <c:v>38855</c:v>
                </c:pt>
                <c:pt idx="1067">
                  <c:v>38856</c:v>
                </c:pt>
                <c:pt idx="1068">
                  <c:v>38859</c:v>
                </c:pt>
                <c:pt idx="1069">
                  <c:v>38860</c:v>
                </c:pt>
                <c:pt idx="1070">
                  <c:v>38861</c:v>
                </c:pt>
                <c:pt idx="1071">
                  <c:v>38862</c:v>
                </c:pt>
                <c:pt idx="1072">
                  <c:v>38863</c:v>
                </c:pt>
                <c:pt idx="1073">
                  <c:v>38866</c:v>
                </c:pt>
                <c:pt idx="1074">
                  <c:v>38867</c:v>
                </c:pt>
                <c:pt idx="1075">
                  <c:v>38868</c:v>
                </c:pt>
                <c:pt idx="1076">
                  <c:v>38869</c:v>
                </c:pt>
                <c:pt idx="1077">
                  <c:v>38870</c:v>
                </c:pt>
                <c:pt idx="1078">
                  <c:v>38873</c:v>
                </c:pt>
                <c:pt idx="1079">
                  <c:v>38874</c:v>
                </c:pt>
                <c:pt idx="1080">
                  <c:v>38875</c:v>
                </c:pt>
                <c:pt idx="1081">
                  <c:v>38876</c:v>
                </c:pt>
                <c:pt idx="1082">
                  <c:v>38877</c:v>
                </c:pt>
                <c:pt idx="1083">
                  <c:v>38880</c:v>
                </c:pt>
                <c:pt idx="1084">
                  <c:v>38881</c:v>
                </c:pt>
                <c:pt idx="1085">
                  <c:v>38882</c:v>
                </c:pt>
                <c:pt idx="1086">
                  <c:v>38884</c:v>
                </c:pt>
                <c:pt idx="1087">
                  <c:v>38887</c:v>
                </c:pt>
                <c:pt idx="1088">
                  <c:v>38888</c:v>
                </c:pt>
                <c:pt idx="1089">
                  <c:v>38889</c:v>
                </c:pt>
                <c:pt idx="1090">
                  <c:v>38890</c:v>
                </c:pt>
                <c:pt idx="1091">
                  <c:v>38891</c:v>
                </c:pt>
                <c:pt idx="1092">
                  <c:v>38894</c:v>
                </c:pt>
                <c:pt idx="1093">
                  <c:v>38895</c:v>
                </c:pt>
                <c:pt idx="1094">
                  <c:v>38896</c:v>
                </c:pt>
                <c:pt idx="1095">
                  <c:v>38897</c:v>
                </c:pt>
                <c:pt idx="1096">
                  <c:v>38898</c:v>
                </c:pt>
                <c:pt idx="1097">
                  <c:v>38901</c:v>
                </c:pt>
                <c:pt idx="1098">
                  <c:v>38902</c:v>
                </c:pt>
                <c:pt idx="1099">
                  <c:v>38903</c:v>
                </c:pt>
                <c:pt idx="1100">
                  <c:v>38904</c:v>
                </c:pt>
                <c:pt idx="1101">
                  <c:v>38905</c:v>
                </c:pt>
                <c:pt idx="1102">
                  <c:v>38908</c:v>
                </c:pt>
                <c:pt idx="1103">
                  <c:v>38909</c:v>
                </c:pt>
                <c:pt idx="1104">
                  <c:v>38910</c:v>
                </c:pt>
                <c:pt idx="1105">
                  <c:v>38911</c:v>
                </c:pt>
                <c:pt idx="1106">
                  <c:v>38912</c:v>
                </c:pt>
                <c:pt idx="1107">
                  <c:v>38915</c:v>
                </c:pt>
                <c:pt idx="1108">
                  <c:v>38916</c:v>
                </c:pt>
                <c:pt idx="1109">
                  <c:v>38917</c:v>
                </c:pt>
                <c:pt idx="1110">
                  <c:v>38918</c:v>
                </c:pt>
                <c:pt idx="1111">
                  <c:v>38919</c:v>
                </c:pt>
                <c:pt idx="1112">
                  <c:v>38922</c:v>
                </c:pt>
                <c:pt idx="1113">
                  <c:v>38923</c:v>
                </c:pt>
                <c:pt idx="1114">
                  <c:v>38924</c:v>
                </c:pt>
                <c:pt idx="1115">
                  <c:v>38925</c:v>
                </c:pt>
                <c:pt idx="1116">
                  <c:v>38926</c:v>
                </c:pt>
                <c:pt idx="1117">
                  <c:v>38929</c:v>
                </c:pt>
                <c:pt idx="1118">
                  <c:v>38930</c:v>
                </c:pt>
                <c:pt idx="1119">
                  <c:v>38931</c:v>
                </c:pt>
                <c:pt idx="1120">
                  <c:v>38932</c:v>
                </c:pt>
                <c:pt idx="1121">
                  <c:v>38933</c:v>
                </c:pt>
                <c:pt idx="1122">
                  <c:v>38936</c:v>
                </c:pt>
                <c:pt idx="1123">
                  <c:v>38937</c:v>
                </c:pt>
                <c:pt idx="1124">
                  <c:v>38938</c:v>
                </c:pt>
                <c:pt idx="1125">
                  <c:v>38939</c:v>
                </c:pt>
                <c:pt idx="1126">
                  <c:v>38940</c:v>
                </c:pt>
                <c:pt idx="1127">
                  <c:v>38943</c:v>
                </c:pt>
                <c:pt idx="1128">
                  <c:v>38944</c:v>
                </c:pt>
                <c:pt idx="1129">
                  <c:v>38945</c:v>
                </c:pt>
                <c:pt idx="1130">
                  <c:v>38946</c:v>
                </c:pt>
                <c:pt idx="1131">
                  <c:v>38947</c:v>
                </c:pt>
                <c:pt idx="1132">
                  <c:v>38950</c:v>
                </c:pt>
                <c:pt idx="1133">
                  <c:v>38951</c:v>
                </c:pt>
                <c:pt idx="1134">
                  <c:v>38952</c:v>
                </c:pt>
                <c:pt idx="1135">
                  <c:v>38953</c:v>
                </c:pt>
                <c:pt idx="1136">
                  <c:v>38954</c:v>
                </c:pt>
                <c:pt idx="1137">
                  <c:v>38957</c:v>
                </c:pt>
                <c:pt idx="1138">
                  <c:v>38958</c:v>
                </c:pt>
                <c:pt idx="1139">
                  <c:v>38959</c:v>
                </c:pt>
                <c:pt idx="1140">
                  <c:v>38960</c:v>
                </c:pt>
                <c:pt idx="1141">
                  <c:v>38961</c:v>
                </c:pt>
                <c:pt idx="1142">
                  <c:v>38964</c:v>
                </c:pt>
                <c:pt idx="1143">
                  <c:v>38965</c:v>
                </c:pt>
                <c:pt idx="1144">
                  <c:v>38966</c:v>
                </c:pt>
                <c:pt idx="1145">
                  <c:v>38968</c:v>
                </c:pt>
                <c:pt idx="1146">
                  <c:v>38971</c:v>
                </c:pt>
                <c:pt idx="1147">
                  <c:v>38972</c:v>
                </c:pt>
                <c:pt idx="1148">
                  <c:v>38973</c:v>
                </c:pt>
                <c:pt idx="1149">
                  <c:v>38974</c:v>
                </c:pt>
                <c:pt idx="1150">
                  <c:v>38975</c:v>
                </c:pt>
                <c:pt idx="1151">
                  <c:v>38978</c:v>
                </c:pt>
                <c:pt idx="1152">
                  <c:v>38979</c:v>
                </c:pt>
                <c:pt idx="1153">
                  <c:v>38980</c:v>
                </c:pt>
                <c:pt idx="1154">
                  <c:v>38981</c:v>
                </c:pt>
                <c:pt idx="1155">
                  <c:v>38982</c:v>
                </c:pt>
                <c:pt idx="1156">
                  <c:v>38985</c:v>
                </c:pt>
                <c:pt idx="1157">
                  <c:v>38986</c:v>
                </c:pt>
                <c:pt idx="1158">
                  <c:v>38987</c:v>
                </c:pt>
                <c:pt idx="1159">
                  <c:v>38988</c:v>
                </c:pt>
                <c:pt idx="1160">
                  <c:v>38989</c:v>
                </c:pt>
                <c:pt idx="1161">
                  <c:v>38992</c:v>
                </c:pt>
                <c:pt idx="1162">
                  <c:v>38993</c:v>
                </c:pt>
                <c:pt idx="1163">
                  <c:v>38994</c:v>
                </c:pt>
                <c:pt idx="1164">
                  <c:v>38995</c:v>
                </c:pt>
                <c:pt idx="1165">
                  <c:v>38996</c:v>
                </c:pt>
                <c:pt idx="1166">
                  <c:v>38999</c:v>
                </c:pt>
                <c:pt idx="1167">
                  <c:v>39000</c:v>
                </c:pt>
                <c:pt idx="1168">
                  <c:v>39001</c:v>
                </c:pt>
                <c:pt idx="1169">
                  <c:v>39003</c:v>
                </c:pt>
                <c:pt idx="1170">
                  <c:v>39006</c:v>
                </c:pt>
                <c:pt idx="1171">
                  <c:v>39007</c:v>
                </c:pt>
                <c:pt idx="1172">
                  <c:v>39008</c:v>
                </c:pt>
                <c:pt idx="1173">
                  <c:v>39009</c:v>
                </c:pt>
                <c:pt idx="1174">
                  <c:v>39010</c:v>
                </c:pt>
                <c:pt idx="1175">
                  <c:v>39013</c:v>
                </c:pt>
                <c:pt idx="1176">
                  <c:v>39014</c:v>
                </c:pt>
                <c:pt idx="1177">
                  <c:v>39015</c:v>
                </c:pt>
                <c:pt idx="1178">
                  <c:v>39016</c:v>
                </c:pt>
                <c:pt idx="1179">
                  <c:v>39017</c:v>
                </c:pt>
                <c:pt idx="1180">
                  <c:v>39020</c:v>
                </c:pt>
                <c:pt idx="1181">
                  <c:v>39021</c:v>
                </c:pt>
                <c:pt idx="1182">
                  <c:v>39022</c:v>
                </c:pt>
                <c:pt idx="1183">
                  <c:v>39024</c:v>
                </c:pt>
                <c:pt idx="1184">
                  <c:v>39027</c:v>
                </c:pt>
                <c:pt idx="1185">
                  <c:v>39028</c:v>
                </c:pt>
                <c:pt idx="1186">
                  <c:v>39029</c:v>
                </c:pt>
                <c:pt idx="1187">
                  <c:v>39030</c:v>
                </c:pt>
                <c:pt idx="1188">
                  <c:v>39031</c:v>
                </c:pt>
                <c:pt idx="1189">
                  <c:v>39034</c:v>
                </c:pt>
                <c:pt idx="1190">
                  <c:v>39035</c:v>
                </c:pt>
                <c:pt idx="1191">
                  <c:v>39037</c:v>
                </c:pt>
                <c:pt idx="1192">
                  <c:v>39038</c:v>
                </c:pt>
                <c:pt idx="1193">
                  <c:v>39042</c:v>
                </c:pt>
                <c:pt idx="1194">
                  <c:v>39043</c:v>
                </c:pt>
                <c:pt idx="1195">
                  <c:v>39044</c:v>
                </c:pt>
                <c:pt idx="1196">
                  <c:v>39045</c:v>
                </c:pt>
                <c:pt idx="1197">
                  <c:v>39048</c:v>
                </c:pt>
                <c:pt idx="1198">
                  <c:v>39049</c:v>
                </c:pt>
                <c:pt idx="1199">
                  <c:v>39050</c:v>
                </c:pt>
                <c:pt idx="1200">
                  <c:v>39051</c:v>
                </c:pt>
                <c:pt idx="1201">
                  <c:v>39052</c:v>
                </c:pt>
                <c:pt idx="1202">
                  <c:v>39055</c:v>
                </c:pt>
                <c:pt idx="1203">
                  <c:v>39056</c:v>
                </c:pt>
                <c:pt idx="1204">
                  <c:v>39057</c:v>
                </c:pt>
                <c:pt idx="1205">
                  <c:v>39058</c:v>
                </c:pt>
                <c:pt idx="1206">
                  <c:v>39059</c:v>
                </c:pt>
                <c:pt idx="1207">
                  <c:v>39062</c:v>
                </c:pt>
                <c:pt idx="1208">
                  <c:v>39063</c:v>
                </c:pt>
                <c:pt idx="1209">
                  <c:v>39064</c:v>
                </c:pt>
                <c:pt idx="1210">
                  <c:v>39065</c:v>
                </c:pt>
                <c:pt idx="1211">
                  <c:v>39066</c:v>
                </c:pt>
                <c:pt idx="1212">
                  <c:v>39069</c:v>
                </c:pt>
                <c:pt idx="1213">
                  <c:v>39070</c:v>
                </c:pt>
                <c:pt idx="1214">
                  <c:v>39071</c:v>
                </c:pt>
                <c:pt idx="1215">
                  <c:v>39072</c:v>
                </c:pt>
                <c:pt idx="1216">
                  <c:v>39073</c:v>
                </c:pt>
                <c:pt idx="1217">
                  <c:v>39077</c:v>
                </c:pt>
                <c:pt idx="1218">
                  <c:v>39078</c:v>
                </c:pt>
                <c:pt idx="1219">
                  <c:v>39079</c:v>
                </c:pt>
                <c:pt idx="1220">
                  <c:v>39084</c:v>
                </c:pt>
                <c:pt idx="1221">
                  <c:v>39085</c:v>
                </c:pt>
                <c:pt idx="1222">
                  <c:v>39086</c:v>
                </c:pt>
                <c:pt idx="1223">
                  <c:v>39087</c:v>
                </c:pt>
                <c:pt idx="1224">
                  <c:v>39090</c:v>
                </c:pt>
                <c:pt idx="1225">
                  <c:v>39091</c:v>
                </c:pt>
                <c:pt idx="1226">
                  <c:v>39092</c:v>
                </c:pt>
                <c:pt idx="1227">
                  <c:v>39093</c:v>
                </c:pt>
                <c:pt idx="1228">
                  <c:v>39094</c:v>
                </c:pt>
                <c:pt idx="1229">
                  <c:v>39097</c:v>
                </c:pt>
                <c:pt idx="1230">
                  <c:v>39098</c:v>
                </c:pt>
                <c:pt idx="1231">
                  <c:v>39099</c:v>
                </c:pt>
                <c:pt idx="1232">
                  <c:v>39100</c:v>
                </c:pt>
                <c:pt idx="1233">
                  <c:v>39101</c:v>
                </c:pt>
                <c:pt idx="1234">
                  <c:v>39104</c:v>
                </c:pt>
                <c:pt idx="1235">
                  <c:v>39105</c:v>
                </c:pt>
                <c:pt idx="1236">
                  <c:v>39106</c:v>
                </c:pt>
                <c:pt idx="1237">
                  <c:v>39108</c:v>
                </c:pt>
                <c:pt idx="1238">
                  <c:v>39111</c:v>
                </c:pt>
                <c:pt idx="1239">
                  <c:v>39112</c:v>
                </c:pt>
                <c:pt idx="1240">
                  <c:v>39113</c:v>
                </c:pt>
                <c:pt idx="1241">
                  <c:v>39114</c:v>
                </c:pt>
                <c:pt idx="1242">
                  <c:v>39115</c:v>
                </c:pt>
                <c:pt idx="1243">
                  <c:v>39118</c:v>
                </c:pt>
                <c:pt idx="1244">
                  <c:v>39119</c:v>
                </c:pt>
                <c:pt idx="1245">
                  <c:v>39120</c:v>
                </c:pt>
                <c:pt idx="1246">
                  <c:v>39121</c:v>
                </c:pt>
                <c:pt idx="1247">
                  <c:v>39122</c:v>
                </c:pt>
                <c:pt idx="1248">
                  <c:v>39125</c:v>
                </c:pt>
                <c:pt idx="1249">
                  <c:v>39126</c:v>
                </c:pt>
                <c:pt idx="1250">
                  <c:v>39127</c:v>
                </c:pt>
                <c:pt idx="1251">
                  <c:v>39128</c:v>
                </c:pt>
                <c:pt idx="1252">
                  <c:v>39129</c:v>
                </c:pt>
                <c:pt idx="1253">
                  <c:v>39134</c:v>
                </c:pt>
                <c:pt idx="1254">
                  <c:v>39135</c:v>
                </c:pt>
                <c:pt idx="1255">
                  <c:v>39136</c:v>
                </c:pt>
                <c:pt idx="1256">
                  <c:v>39139</c:v>
                </c:pt>
                <c:pt idx="1257">
                  <c:v>39140</c:v>
                </c:pt>
                <c:pt idx="1258">
                  <c:v>39141</c:v>
                </c:pt>
                <c:pt idx="1259">
                  <c:v>39142</c:v>
                </c:pt>
                <c:pt idx="1260">
                  <c:v>39143</c:v>
                </c:pt>
                <c:pt idx="1261">
                  <c:v>39146</c:v>
                </c:pt>
                <c:pt idx="1262">
                  <c:v>39147</c:v>
                </c:pt>
                <c:pt idx="1263">
                  <c:v>39148</c:v>
                </c:pt>
                <c:pt idx="1264">
                  <c:v>39149</c:v>
                </c:pt>
                <c:pt idx="1265">
                  <c:v>39150</c:v>
                </c:pt>
                <c:pt idx="1266">
                  <c:v>39153</c:v>
                </c:pt>
                <c:pt idx="1267">
                  <c:v>39154</c:v>
                </c:pt>
                <c:pt idx="1268">
                  <c:v>39155</c:v>
                </c:pt>
                <c:pt idx="1269">
                  <c:v>39156</c:v>
                </c:pt>
                <c:pt idx="1270">
                  <c:v>39157</c:v>
                </c:pt>
                <c:pt idx="1271">
                  <c:v>39160</c:v>
                </c:pt>
                <c:pt idx="1272">
                  <c:v>39161</c:v>
                </c:pt>
                <c:pt idx="1273">
                  <c:v>39162</c:v>
                </c:pt>
                <c:pt idx="1274">
                  <c:v>39163</c:v>
                </c:pt>
                <c:pt idx="1275">
                  <c:v>39164</c:v>
                </c:pt>
                <c:pt idx="1276">
                  <c:v>39167</c:v>
                </c:pt>
                <c:pt idx="1277">
                  <c:v>39168</c:v>
                </c:pt>
                <c:pt idx="1278">
                  <c:v>39169</c:v>
                </c:pt>
                <c:pt idx="1279">
                  <c:v>39170</c:v>
                </c:pt>
                <c:pt idx="1280">
                  <c:v>39171</c:v>
                </c:pt>
                <c:pt idx="1281">
                  <c:v>39174</c:v>
                </c:pt>
                <c:pt idx="1282">
                  <c:v>39175</c:v>
                </c:pt>
                <c:pt idx="1283">
                  <c:v>39176</c:v>
                </c:pt>
                <c:pt idx="1284">
                  <c:v>39177</c:v>
                </c:pt>
                <c:pt idx="1285">
                  <c:v>39181</c:v>
                </c:pt>
                <c:pt idx="1286">
                  <c:v>39182</c:v>
                </c:pt>
                <c:pt idx="1287">
                  <c:v>39183</c:v>
                </c:pt>
                <c:pt idx="1288">
                  <c:v>39184</c:v>
                </c:pt>
                <c:pt idx="1289">
                  <c:v>39185</c:v>
                </c:pt>
                <c:pt idx="1290">
                  <c:v>39188</c:v>
                </c:pt>
                <c:pt idx="1291">
                  <c:v>39189</c:v>
                </c:pt>
                <c:pt idx="1292">
                  <c:v>39190</c:v>
                </c:pt>
                <c:pt idx="1293">
                  <c:v>39191</c:v>
                </c:pt>
                <c:pt idx="1294">
                  <c:v>39192</c:v>
                </c:pt>
                <c:pt idx="1295">
                  <c:v>39195</c:v>
                </c:pt>
                <c:pt idx="1296">
                  <c:v>39196</c:v>
                </c:pt>
                <c:pt idx="1297">
                  <c:v>39197</c:v>
                </c:pt>
                <c:pt idx="1298">
                  <c:v>39198</c:v>
                </c:pt>
                <c:pt idx="1299">
                  <c:v>39199</c:v>
                </c:pt>
                <c:pt idx="1300">
                  <c:v>39202</c:v>
                </c:pt>
                <c:pt idx="1301">
                  <c:v>39204</c:v>
                </c:pt>
                <c:pt idx="1302">
                  <c:v>39205</c:v>
                </c:pt>
                <c:pt idx="1303">
                  <c:v>39206</c:v>
                </c:pt>
                <c:pt idx="1304">
                  <c:v>39209</c:v>
                </c:pt>
                <c:pt idx="1305">
                  <c:v>39210</c:v>
                </c:pt>
                <c:pt idx="1306">
                  <c:v>39211</c:v>
                </c:pt>
                <c:pt idx="1307">
                  <c:v>39212</c:v>
                </c:pt>
                <c:pt idx="1308">
                  <c:v>39213</c:v>
                </c:pt>
                <c:pt idx="1309">
                  <c:v>39216</c:v>
                </c:pt>
                <c:pt idx="1310">
                  <c:v>39217</c:v>
                </c:pt>
                <c:pt idx="1311">
                  <c:v>39218</c:v>
                </c:pt>
                <c:pt idx="1312">
                  <c:v>39219</c:v>
                </c:pt>
                <c:pt idx="1313">
                  <c:v>39220</c:v>
                </c:pt>
                <c:pt idx="1314">
                  <c:v>39223</c:v>
                </c:pt>
                <c:pt idx="1315">
                  <c:v>39224</c:v>
                </c:pt>
                <c:pt idx="1316">
                  <c:v>39225</c:v>
                </c:pt>
                <c:pt idx="1317">
                  <c:v>39226</c:v>
                </c:pt>
                <c:pt idx="1318">
                  <c:v>39227</c:v>
                </c:pt>
                <c:pt idx="1319">
                  <c:v>39230</c:v>
                </c:pt>
                <c:pt idx="1320">
                  <c:v>39231</c:v>
                </c:pt>
                <c:pt idx="1321">
                  <c:v>39232</c:v>
                </c:pt>
                <c:pt idx="1322">
                  <c:v>39233</c:v>
                </c:pt>
                <c:pt idx="1323">
                  <c:v>39234</c:v>
                </c:pt>
                <c:pt idx="1324">
                  <c:v>39237</c:v>
                </c:pt>
                <c:pt idx="1325">
                  <c:v>39238</c:v>
                </c:pt>
                <c:pt idx="1326">
                  <c:v>39239</c:v>
                </c:pt>
                <c:pt idx="1327">
                  <c:v>39241</c:v>
                </c:pt>
                <c:pt idx="1328">
                  <c:v>39244</c:v>
                </c:pt>
                <c:pt idx="1329">
                  <c:v>39245</c:v>
                </c:pt>
                <c:pt idx="1330">
                  <c:v>39246</c:v>
                </c:pt>
                <c:pt idx="1331">
                  <c:v>39247</c:v>
                </c:pt>
                <c:pt idx="1332">
                  <c:v>39248</c:v>
                </c:pt>
                <c:pt idx="1333">
                  <c:v>39251</c:v>
                </c:pt>
                <c:pt idx="1334">
                  <c:v>39252</c:v>
                </c:pt>
                <c:pt idx="1335">
                  <c:v>39253</c:v>
                </c:pt>
                <c:pt idx="1336">
                  <c:v>39254</c:v>
                </c:pt>
                <c:pt idx="1337">
                  <c:v>39255</c:v>
                </c:pt>
                <c:pt idx="1338">
                  <c:v>39258</c:v>
                </c:pt>
                <c:pt idx="1339">
                  <c:v>39259</c:v>
                </c:pt>
                <c:pt idx="1340">
                  <c:v>39260</c:v>
                </c:pt>
                <c:pt idx="1341">
                  <c:v>39261</c:v>
                </c:pt>
                <c:pt idx="1342">
                  <c:v>39262</c:v>
                </c:pt>
                <c:pt idx="1343">
                  <c:v>39265</c:v>
                </c:pt>
                <c:pt idx="1344">
                  <c:v>39266</c:v>
                </c:pt>
                <c:pt idx="1345">
                  <c:v>39267</c:v>
                </c:pt>
                <c:pt idx="1346">
                  <c:v>39268</c:v>
                </c:pt>
                <c:pt idx="1347">
                  <c:v>39269</c:v>
                </c:pt>
                <c:pt idx="1348">
                  <c:v>39273</c:v>
                </c:pt>
                <c:pt idx="1349">
                  <c:v>39274</c:v>
                </c:pt>
                <c:pt idx="1350">
                  <c:v>39275</c:v>
                </c:pt>
                <c:pt idx="1351">
                  <c:v>39276</c:v>
                </c:pt>
                <c:pt idx="1352">
                  <c:v>39279</c:v>
                </c:pt>
                <c:pt idx="1353">
                  <c:v>39280</c:v>
                </c:pt>
                <c:pt idx="1354">
                  <c:v>39281</c:v>
                </c:pt>
                <c:pt idx="1355">
                  <c:v>39282</c:v>
                </c:pt>
                <c:pt idx="1356">
                  <c:v>39283</c:v>
                </c:pt>
                <c:pt idx="1357">
                  <c:v>39286</c:v>
                </c:pt>
                <c:pt idx="1358">
                  <c:v>39287</c:v>
                </c:pt>
                <c:pt idx="1359">
                  <c:v>39288</c:v>
                </c:pt>
                <c:pt idx="1360">
                  <c:v>39289</c:v>
                </c:pt>
                <c:pt idx="1361">
                  <c:v>39290</c:v>
                </c:pt>
                <c:pt idx="1362">
                  <c:v>39293</c:v>
                </c:pt>
                <c:pt idx="1363">
                  <c:v>39294</c:v>
                </c:pt>
                <c:pt idx="1364">
                  <c:v>39295</c:v>
                </c:pt>
                <c:pt idx="1365">
                  <c:v>39296</c:v>
                </c:pt>
                <c:pt idx="1366">
                  <c:v>39297</c:v>
                </c:pt>
                <c:pt idx="1367">
                  <c:v>39300</c:v>
                </c:pt>
                <c:pt idx="1368">
                  <c:v>39301</c:v>
                </c:pt>
                <c:pt idx="1369">
                  <c:v>39302</c:v>
                </c:pt>
                <c:pt idx="1370">
                  <c:v>39303</c:v>
                </c:pt>
                <c:pt idx="1371">
                  <c:v>39304</c:v>
                </c:pt>
                <c:pt idx="1372">
                  <c:v>39307</c:v>
                </c:pt>
                <c:pt idx="1373">
                  <c:v>39308</c:v>
                </c:pt>
                <c:pt idx="1374">
                  <c:v>39309</c:v>
                </c:pt>
                <c:pt idx="1375">
                  <c:v>39310</c:v>
                </c:pt>
                <c:pt idx="1376">
                  <c:v>39311</c:v>
                </c:pt>
                <c:pt idx="1377">
                  <c:v>39314</c:v>
                </c:pt>
                <c:pt idx="1378">
                  <c:v>39315</c:v>
                </c:pt>
                <c:pt idx="1379">
                  <c:v>39316</c:v>
                </c:pt>
                <c:pt idx="1380">
                  <c:v>39317</c:v>
                </c:pt>
                <c:pt idx="1381">
                  <c:v>39318</c:v>
                </c:pt>
                <c:pt idx="1382">
                  <c:v>39321</c:v>
                </c:pt>
                <c:pt idx="1383">
                  <c:v>39322</c:v>
                </c:pt>
                <c:pt idx="1384">
                  <c:v>39323</c:v>
                </c:pt>
                <c:pt idx="1385">
                  <c:v>39324</c:v>
                </c:pt>
                <c:pt idx="1386">
                  <c:v>39325</c:v>
                </c:pt>
                <c:pt idx="1387">
                  <c:v>39328</c:v>
                </c:pt>
                <c:pt idx="1388">
                  <c:v>39329</c:v>
                </c:pt>
                <c:pt idx="1389">
                  <c:v>39330</c:v>
                </c:pt>
                <c:pt idx="1390">
                  <c:v>39331</c:v>
                </c:pt>
                <c:pt idx="1391">
                  <c:v>39335</c:v>
                </c:pt>
                <c:pt idx="1392">
                  <c:v>39336</c:v>
                </c:pt>
                <c:pt idx="1393">
                  <c:v>39337</c:v>
                </c:pt>
                <c:pt idx="1394">
                  <c:v>39338</c:v>
                </c:pt>
                <c:pt idx="1395">
                  <c:v>39339</c:v>
                </c:pt>
                <c:pt idx="1396">
                  <c:v>39342</c:v>
                </c:pt>
                <c:pt idx="1397">
                  <c:v>39343</c:v>
                </c:pt>
                <c:pt idx="1398">
                  <c:v>39344</c:v>
                </c:pt>
                <c:pt idx="1399">
                  <c:v>39345</c:v>
                </c:pt>
                <c:pt idx="1400">
                  <c:v>39346</c:v>
                </c:pt>
                <c:pt idx="1401">
                  <c:v>39349</c:v>
                </c:pt>
                <c:pt idx="1402">
                  <c:v>39350</c:v>
                </c:pt>
                <c:pt idx="1403">
                  <c:v>39351</c:v>
                </c:pt>
                <c:pt idx="1404">
                  <c:v>39352</c:v>
                </c:pt>
                <c:pt idx="1405">
                  <c:v>39353</c:v>
                </c:pt>
                <c:pt idx="1406">
                  <c:v>39356</c:v>
                </c:pt>
                <c:pt idx="1407">
                  <c:v>39357</c:v>
                </c:pt>
                <c:pt idx="1408">
                  <c:v>39358</c:v>
                </c:pt>
                <c:pt idx="1409">
                  <c:v>39359</c:v>
                </c:pt>
                <c:pt idx="1410">
                  <c:v>39360</c:v>
                </c:pt>
                <c:pt idx="1411">
                  <c:v>39363</c:v>
                </c:pt>
                <c:pt idx="1412">
                  <c:v>39364</c:v>
                </c:pt>
                <c:pt idx="1413">
                  <c:v>39365</c:v>
                </c:pt>
                <c:pt idx="1414">
                  <c:v>39366</c:v>
                </c:pt>
                <c:pt idx="1415">
                  <c:v>39370</c:v>
                </c:pt>
                <c:pt idx="1416">
                  <c:v>39371</c:v>
                </c:pt>
                <c:pt idx="1417">
                  <c:v>39372</c:v>
                </c:pt>
                <c:pt idx="1418">
                  <c:v>39373</c:v>
                </c:pt>
                <c:pt idx="1419">
                  <c:v>39374</c:v>
                </c:pt>
                <c:pt idx="1420">
                  <c:v>39377</c:v>
                </c:pt>
                <c:pt idx="1421">
                  <c:v>39378</c:v>
                </c:pt>
                <c:pt idx="1422">
                  <c:v>39379</c:v>
                </c:pt>
                <c:pt idx="1423">
                  <c:v>39380</c:v>
                </c:pt>
                <c:pt idx="1424">
                  <c:v>39381</c:v>
                </c:pt>
                <c:pt idx="1425">
                  <c:v>39384</c:v>
                </c:pt>
                <c:pt idx="1426">
                  <c:v>39385</c:v>
                </c:pt>
                <c:pt idx="1427">
                  <c:v>39386</c:v>
                </c:pt>
                <c:pt idx="1428">
                  <c:v>39387</c:v>
                </c:pt>
                <c:pt idx="1429">
                  <c:v>39391</c:v>
                </c:pt>
                <c:pt idx="1430">
                  <c:v>39392</c:v>
                </c:pt>
                <c:pt idx="1431">
                  <c:v>39393</c:v>
                </c:pt>
                <c:pt idx="1432">
                  <c:v>39394</c:v>
                </c:pt>
                <c:pt idx="1433">
                  <c:v>39395</c:v>
                </c:pt>
                <c:pt idx="1434">
                  <c:v>39398</c:v>
                </c:pt>
                <c:pt idx="1435">
                  <c:v>39399</c:v>
                </c:pt>
                <c:pt idx="1436">
                  <c:v>39400</c:v>
                </c:pt>
                <c:pt idx="1437">
                  <c:v>39402</c:v>
                </c:pt>
                <c:pt idx="1438">
                  <c:v>39405</c:v>
                </c:pt>
                <c:pt idx="1439">
                  <c:v>39407</c:v>
                </c:pt>
                <c:pt idx="1440">
                  <c:v>39408</c:v>
                </c:pt>
                <c:pt idx="1441">
                  <c:v>39409</c:v>
                </c:pt>
                <c:pt idx="1442">
                  <c:v>39412</c:v>
                </c:pt>
                <c:pt idx="1443">
                  <c:v>39413</c:v>
                </c:pt>
                <c:pt idx="1444">
                  <c:v>39414</c:v>
                </c:pt>
                <c:pt idx="1445">
                  <c:v>39415</c:v>
                </c:pt>
                <c:pt idx="1446">
                  <c:v>39416</c:v>
                </c:pt>
                <c:pt idx="1447">
                  <c:v>39419</c:v>
                </c:pt>
                <c:pt idx="1448">
                  <c:v>39420</c:v>
                </c:pt>
                <c:pt idx="1449">
                  <c:v>39421</c:v>
                </c:pt>
                <c:pt idx="1450">
                  <c:v>39422</c:v>
                </c:pt>
                <c:pt idx="1451">
                  <c:v>39423</c:v>
                </c:pt>
                <c:pt idx="1452">
                  <c:v>39426</c:v>
                </c:pt>
                <c:pt idx="1453">
                  <c:v>39427</c:v>
                </c:pt>
                <c:pt idx="1454">
                  <c:v>39428</c:v>
                </c:pt>
                <c:pt idx="1455">
                  <c:v>39429</c:v>
                </c:pt>
                <c:pt idx="1456">
                  <c:v>39430</c:v>
                </c:pt>
                <c:pt idx="1457">
                  <c:v>39433</c:v>
                </c:pt>
                <c:pt idx="1458">
                  <c:v>39434</c:v>
                </c:pt>
                <c:pt idx="1459">
                  <c:v>39435</c:v>
                </c:pt>
                <c:pt idx="1460">
                  <c:v>39436</c:v>
                </c:pt>
                <c:pt idx="1461">
                  <c:v>39437</c:v>
                </c:pt>
                <c:pt idx="1462">
                  <c:v>39442</c:v>
                </c:pt>
                <c:pt idx="1463">
                  <c:v>39443</c:v>
                </c:pt>
                <c:pt idx="1464">
                  <c:v>39444</c:v>
                </c:pt>
                <c:pt idx="1465">
                  <c:v>39449</c:v>
                </c:pt>
                <c:pt idx="1466">
                  <c:v>39450</c:v>
                </c:pt>
                <c:pt idx="1467">
                  <c:v>39451</c:v>
                </c:pt>
                <c:pt idx="1468">
                  <c:v>39454</c:v>
                </c:pt>
                <c:pt idx="1469">
                  <c:v>39455</c:v>
                </c:pt>
                <c:pt idx="1470">
                  <c:v>39456</c:v>
                </c:pt>
                <c:pt idx="1471">
                  <c:v>39457</c:v>
                </c:pt>
                <c:pt idx="1472">
                  <c:v>39458</c:v>
                </c:pt>
                <c:pt idx="1473">
                  <c:v>39461</c:v>
                </c:pt>
                <c:pt idx="1474">
                  <c:v>39462</c:v>
                </c:pt>
                <c:pt idx="1475">
                  <c:v>39463</c:v>
                </c:pt>
                <c:pt idx="1476">
                  <c:v>39464</c:v>
                </c:pt>
                <c:pt idx="1477">
                  <c:v>39465</c:v>
                </c:pt>
                <c:pt idx="1478">
                  <c:v>39468</c:v>
                </c:pt>
                <c:pt idx="1479">
                  <c:v>39469</c:v>
                </c:pt>
                <c:pt idx="1480">
                  <c:v>39470</c:v>
                </c:pt>
                <c:pt idx="1481">
                  <c:v>39471</c:v>
                </c:pt>
                <c:pt idx="1482">
                  <c:v>39475</c:v>
                </c:pt>
                <c:pt idx="1483">
                  <c:v>39476</c:v>
                </c:pt>
                <c:pt idx="1484">
                  <c:v>39477</c:v>
                </c:pt>
                <c:pt idx="1485">
                  <c:v>39478</c:v>
                </c:pt>
                <c:pt idx="1486">
                  <c:v>39479</c:v>
                </c:pt>
                <c:pt idx="1487">
                  <c:v>39484</c:v>
                </c:pt>
                <c:pt idx="1488">
                  <c:v>39485</c:v>
                </c:pt>
                <c:pt idx="1489">
                  <c:v>39486</c:v>
                </c:pt>
                <c:pt idx="1490">
                  <c:v>39489</c:v>
                </c:pt>
                <c:pt idx="1491">
                  <c:v>39490</c:v>
                </c:pt>
                <c:pt idx="1492">
                  <c:v>39491</c:v>
                </c:pt>
                <c:pt idx="1493">
                  <c:v>39492</c:v>
                </c:pt>
                <c:pt idx="1494">
                  <c:v>39493</c:v>
                </c:pt>
                <c:pt idx="1495">
                  <c:v>39496</c:v>
                </c:pt>
                <c:pt idx="1496">
                  <c:v>39497</c:v>
                </c:pt>
                <c:pt idx="1497">
                  <c:v>39498</c:v>
                </c:pt>
                <c:pt idx="1498">
                  <c:v>39499</c:v>
                </c:pt>
                <c:pt idx="1499">
                  <c:v>39500</c:v>
                </c:pt>
                <c:pt idx="1500">
                  <c:v>39503</c:v>
                </c:pt>
                <c:pt idx="1501">
                  <c:v>39504</c:v>
                </c:pt>
                <c:pt idx="1502">
                  <c:v>39505</c:v>
                </c:pt>
                <c:pt idx="1503">
                  <c:v>39506</c:v>
                </c:pt>
                <c:pt idx="1504">
                  <c:v>39507</c:v>
                </c:pt>
                <c:pt idx="1505">
                  <c:v>39510</c:v>
                </c:pt>
                <c:pt idx="1506">
                  <c:v>39511</c:v>
                </c:pt>
                <c:pt idx="1507">
                  <c:v>39512</c:v>
                </c:pt>
                <c:pt idx="1508">
                  <c:v>39513</c:v>
                </c:pt>
                <c:pt idx="1509">
                  <c:v>39514</c:v>
                </c:pt>
                <c:pt idx="1510">
                  <c:v>39517</c:v>
                </c:pt>
                <c:pt idx="1511">
                  <c:v>39518</c:v>
                </c:pt>
                <c:pt idx="1512">
                  <c:v>39519</c:v>
                </c:pt>
                <c:pt idx="1513">
                  <c:v>39520</c:v>
                </c:pt>
                <c:pt idx="1514">
                  <c:v>39521</c:v>
                </c:pt>
                <c:pt idx="1515">
                  <c:v>39524</c:v>
                </c:pt>
                <c:pt idx="1516">
                  <c:v>39525</c:v>
                </c:pt>
                <c:pt idx="1517">
                  <c:v>39526</c:v>
                </c:pt>
                <c:pt idx="1518">
                  <c:v>39527</c:v>
                </c:pt>
                <c:pt idx="1519">
                  <c:v>39531</c:v>
                </c:pt>
                <c:pt idx="1520">
                  <c:v>39532</c:v>
                </c:pt>
                <c:pt idx="1521">
                  <c:v>39533</c:v>
                </c:pt>
                <c:pt idx="1522">
                  <c:v>39534</c:v>
                </c:pt>
                <c:pt idx="1523">
                  <c:v>39535</c:v>
                </c:pt>
                <c:pt idx="1524">
                  <c:v>39538</c:v>
                </c:pt>
                <c:pt idx="1525">
                  <c:v>39539</c:v>
                </c:pt>
                <c:pt idx="1526">
                  <c:v>39540</c:v>
                </c:pt>
                <c:pt idx="1527">
                  <c:v>39541</c:v>
                </c:pt>
                <c:pt idx="1528">
                  <c:v>39542</c:v>
                </c:pt>
                <c:pt idx="1529">
                  <c:v>39545</c:v>
                </c:pt>
                <c:pt idx="1530">
                  <c:v>39546</c:v>
                </c:pt>
                <c:pt idx="1531">
                  <c:v>39547</c:v>
                </c:pt>
                <c:pt idx="1532">
                  <c:v>39548</c:v>
                </c:pt>
                <c:pt idx="1533">
                  <c:v>39549</c:v>
                </c:pt>
                <c:pt idx="1534">
                  <c:v>39552</c:v>
                </c:pt>
                <c:pt idx="1535">
                  <c:v>39553</c:v>
                </c:pt>
                <c:pt idx="1536">
                  <c:v>39554</c:v>
                </c:pt>
                <c:pt idx="1537">
                  <c:v>39555</c:v>
                </c:pt>
                <c:pt idx="1538">
                  <c:v>39556</c:v>
                </c:pt>
                <c:pt idx="1539">
                  <c:v>39560</c:v>
                </c:pt>
                <c:pt idx="1540">
                  <c:v>39561</c:v>
                </c:pt>
                <c:pt idx="1541">
                  <c:v>39562</c:v>
                </c:pt>
                <c:pt idx="1542">
                  <c:v>39563</c:v>
                </c:pt>
                <c:pt idx="1543">
                  <c:v>39566</c:v>
                </c:pt>
                <c:pt idx="1544">
                  <c:v>39567</c:v>
                </c:pt>
                <c:pt idx="1545">
                  <c:v>39568</c:v>
                </c:pt>
                <c:pt idx="1546">
                  <c:v>39570</c:v>
                </c:pt>
                <c:pt idx="1547">
                  <c:v>39573</c:v>
                </c:pt>
                <c:pt idx="1548">
                  <c:v>39574</c:v>
                </c:pt>
                <c:pt idx="1549">
                  <c:v>39575</c:v>
                </c:pt>
                <c:pt idx="1550">
                  <c:v>39576</c:v>
                </c:pt>
                <c:pt idx="1551">
                  <c:v>39577</c:v>
                </c:pt>
                <c:pt idx="1552">
                  <c:v>39580</c:v>
                </c:pt>
                <c:pt idx="1553">
                  <c:v>39581</c:v>
                </c:pt>
                <c:pt idx="1554">
                  <c:v>39582</c:v>
                </c:pt>
                <c:pt idx="1555">
                  <c:v>39583</c:v>
                </c:pt>
                <c:pt idx="1556">
                  <c:v>39584</c:v>
                </c:pt>
                <c:pt idx="1557">
                  <c:v>39587</c:v>
                </c:pt>
                <c:pt idx="1558">
                  <c:v>39588</c:v>
                </c:pt>
                <c:pt idx="1559">
                  <c:v>39589</c:v>
                </c:pt>
                <c:pt idx="1560">
                  <c:v>39591</c:v>
                </c:pt>
                <c:pt idx="1561">
                  <c:v>39594</c:v>
                </c:pt>
                <c:pt idx="1562">
                  <c:v>39595</c:v>
                </c:pt>
                <c:pt idx="1563">
                  <c:v>39596</c:v>
                </c:pt>
                <c:pt idx="1564">
                  <c:v>39597</c:v>
                </c:pt>
                <c:pt idx="1565">
                  <c:v>39598</c:v>
                </c:pt>
                <c:pt idx="1566">
                  <c:v>39601</c:v>
                </c:pt>
                <c:pt idx="1567">
                  <c:v>39602</c:v>
                </c:pt>
                <c:pt idx="1568">
                  <c:v>39603</c:v>
                </c:pt>
                <c:pt idx="1569">
                  <c:v>39604</c:v>
                </c:pt>
                <c:pt idx="1570">
                  <c:v>39605</c:v>
                </c:pt>
                <c:pt idx="1571">
                  <c:v>39608</c:v>
                </c:pt>
                <c:pt idx="1572">
                  <c:v>39609</c:v>
                </c:pt>
                <c:pt idx="1573">
                  <c:v>39610</c:v>
                </c:pt>
                <c:pt idx="1574">
                  <c:v>39611</c:v>
                </c:pt>
                <c:pt idx="1575">
                  <c:v>39612</c:v>
                </c:pt>
                <c:pt idx="1576">
                  <c:v>39615</c:v>
                </c:pt>
                <c:pt idx="1577">
                  <c:v>39616</c:v>
                </c:pt>
                <c:pt idx="1578">
                  <c:v>39617</c:v>
                </c:pt>
                <c:pt idx="1579">
                  <c:v>39618</c:v>
                </c:pt>
                <c:pt idx="1580">
                  <c:v>39619</c:v>
                </c:pt>
                <c:pt idx="1581">
                  <c:v>39622</c:v>
                </c:pt>
                <c:pt idx="1582">
                  <c:v>39623</c:v>
                </c:pt>
                <c:pt idx="1583">
                  <c:v>39624</c:v>
                </c:pt>
                <c:pt idx="1584">
                  <c:v>39625</c:v>
                </c:pt>
                <c:pt idx="1585">
                  <c:v>39626</c:v>
                </c:pt>
                <c:pt idx="1586">
                  <c:v>39629</c:v>
                </c:pt>
                <c:pt idx="1587">
                  <c:v>39630</c:v>
                </c:pt>
                <c:pt idx="1588">
                  <c:v>39631</c:v>
                </c:pt>
                <c:pt idx="1589">
                  <c:v>39632</c:v>
                </c:pt>
                <c:pt idx="1590">
                  <c:v>39633</c:v>
                </c:pt>
                <c:pt idx="1591">
                  <c:v>39636</c:v>
                </c:pt>
                <c:pt idx="1592">
                  <c:v>39637</c:v>
                </c:pt>
                <c:pt idx="1593">
                  <c:v>39639</c:v>
                </c:pt>
                <c:pt idx="1594">
                  <c:v>39640</c:v>
                </c:pt>
                <c:pt idx="1595">
                  <c:v>39643</c:v>
                </c:pt>
                <c:pt idx="1596">
                  <c:v>39644</c:v>
                </c:pt>
                <c:pt idx="1597">
                  <c:v>39645</c:v>
                </c:pt>
                <c:pt idx="1598">
                  <c:v>39646</c:v>
                </c:pt>
                <c:pt idx="1599">
                  <c:v>39647</c:v>
                </c:pt>
                <c:pt idx="1600">
                  <c:v>39650</c:v>
                </c:pt>
                <c:pt idx="1601">
                  <c:v>39651</c:v>
                </c:pt>
                <c:pt idx="1602">
                  <c:v>39652</c:v>
                </c:pt>
                <c:pt idx="1603">
                  <c:v>39653</c:v>
                </c:pt>
                <c:pt idx="1604">
                  <c:v>39654</c:v>
                </c:pt>
                <c:pt idx="1605">
                  <c:v>39657</c:v>
                </c:pt>
                <c:pt idx="1606">
                  <c:v>39658</c:v>
                </c:pt>
                <c:pt idx="1607">
                  <c:v>39659</c:v>
                </c:pt>
                <c:pt idx="1608">
                  <c:v>39660</c:v>
                </c:pt>
                <c:pt idx="1609">
                  <c:v>39661</c:v>
                </c:pt>
                <c:pt idx="1610">
                  <c:v>39664</c:v>
                </c:pt>
                <c:pt idx="1611">
                  <c:v>39665</c:v>
                </c:pt>
                <c:pt idx="1612">
                  <c:v>39666</c:v>
                </c:pt>
                <c:pt idx="1613">
                  <c:v>39667</c:v>
                </c:pt>
                <c:pt idx="1614">
                  <c:v>39668</c:v>
                </c:pt>
                <c:pt idx="1615">
                  <c:v>39671</c:v>
                </c:pt>
                <c:pt idx="1616">
                  <c:v>39672</c:v>
                </c:pt>
                <c:pt idx="1617">
                  <c:v>39673</c:v>
                </c:pt>
                <c:pt idx="1618">
                  <c:v>39674</c:v>
                </c:pt>
                <c:pt idx="1619">
                  <c:v>39675</c:v>
                </c:pt>
                <c:pt idx="1620">
                  <c:v>39678</c:v>
                </c:pt>
                <c:pt idx="1621">
                  <c:v>39679</c:v>
                </c:pt>
                <c:pt idx="1622">
                  <c:v>39680</c:v>
                </c:pt>
                <c:pt idx="1623">
                  <c:v>39681</c:v>
                </c:pt>
                <c:pt idx="1624">
                  <c:v>39682</c:v>
                </c:pt>
                <c:pt idx="1625">
                  <c:v>39685</c:v>
                </c:pt>
                <c:pt idx="1626">
                  <c:v>39686</c:v>
                </c:pt>
                <c:pt idx="1627">
                  <c:v>39687</c:v>
                </c:pt>
                <c:pt idx="1628">
                  <c:v>39688</c:v>
                </c:pt>
                <c:pt idx="1629">
                  <c:v>39689</c:v>
                </c:pt>
                <c:pt idx="1630">
                  <c:v>39692</c:v>
                </c:pt>
                <c:pt idx="1631">
                  <c:v>39693</c:v>
                </c:pt>
                <c:pt idx="1632">
                  <c:v>39694</c:v>
                </c:pt>
                <c:pt idx="1633">
                  <c:v>39695</c:v>
                </c:pt>
                <c:pt idx="1634">
                  <c:v>39696</c:v>
                </c:pt>
                <c:pt idx="1635">
                  <c:v>39699</c:v>
                </c:pt>
                <c:pt idx="1636">
                  <c:v>39700</c:v>
                </c:pt>
                <c:pt idx="1637">
                  <c:v>39701</c:v>
                </c:pt>
                <c:pt idx="1638">
                  <c:v>39702</c:v>
                </c:pt>
                <c:pt idx="1639">
                  <c:v>39703</c:v>
                </c:pt>
                <c:pt idx="1640">
                  <c:v>39706</c:v>
                </c:pt>
                <c:pt idx="1641">
                  <c:v>39707</c:v>
                </c:pt>
                <c:pt idx="1642">
                  <c:v>39708</c:v>
                </c:pt>
                <c:pt idx="1643">
                  <c:v>39709</c:v>
                </c:pt>
                <c:pt idx="1644">
                  <c:v>39710</c:v>
                </c:pt>
                <c:pt idx="1645">
                  <c:v>39713</c:v>
                </c:pt>
                <c:pt idx="1646">
                  <c:v>39714</c:v>
                </c:pt>
                <c:pt idx="1647">
                  <c:v>39715</c:v>
                </c:pt>
                <c:pt idx="1648">
                  <c:v>39716</c:v>
                </c:pt>
                <c:pt idx="1649">
                  <c:v>39717</c:v>
                </c:pt>
                <c:pt idx="1650">
                  <c:v>39720</c:v>
                </c:pt>
                <c:pt idx="1651">
                  <c:v>39721</c:v>
                </c:pt>
                <c:pt idx="1652">
                  <c:v>39722</c:v>
                </c:pt>
                <c:pt idx="1653">
                  <c:v>39723</c:v>
                </c:pt>
                <c:pt idx="1654">
                  <c:v>39724</c:v>
                </c:pt>
                <c:pt idx="1655">
                  <c:v>39727</c:v>
                </c:pt>
                <c:pt idx="1656">
                  <c:v>39728</c:v>
                </c:pt>
                <c:pt idx="1657">
                  <c:v>39729</c:v>
                </c:pt>
                <c:pt idx="1658">
                  <c:v>39730</c:v>
                </c:pt>
                <c:pt idx="1659">
                  <c:v>39731</c:v>
                </c:pt>
                <c:pt idx="1660">
                  <c:v>39734</c:v>
                </c:pt>
                <c:pt idx="1661">
                  <c:v>39735</c:v>
                </c:pt>
                <c:pt idx="1662">
                  <c:v>39736</c:v>
                </c:pt>
                <c:pt idx="1663">
                  <c:v>39737</c:v>
                </c:pt>
                <c:pt idx="1664">
                  <c:v>39738</c:v>
                </c:pt>
                <c:pt idx="1665">
                  <c:v>39741</c:v>
                </c:pt>
                <c:pt idx="1666">
                  <c:v>39742</c:v>
                </c:pt>
                <c:pt idx="1667">
                  <c:v>39743</c:v>
                </c:pt>
                <c:pt idx="1668">
                  <c:v>39744</c:v>
                </c:pt>
                <c:pt idx="1669">
                  <c:v>39745</c:v>
                </c:pt>
                <c:pt idx="1670">
                  <c:v>39748</c:v>
                </c:pt>
                <c:pt idx="1671">
                  <c:v>39749</c:v>
                </c:pt>
                <c:pt idx="1672">
                  <c:v>39750</c:v>
                </c:pt>
                <c:pt idx="1673">
                  <c:v>39751</c:v>
                </c:pt>
                <c:pt idx="1674">
                  <c:v>39752</c:v>
                </c:pt>
                <c:pt idx="1675">
                  <c:v>39755</c:v>
                </c:pt>
                <c:pt idx="1676">
                  <c:v>39756</c:v>
                </c:pt>
                <c:pt idx="1677">
                  <c:v>39757</c:v>
                </c:pt>
                <c:pt idx="1678">
                  <c:v>39758</c:v>
                </c:pt>
                <c:pt idx="1679">
                  <c:v>39759</c:v>
                </c:pt>
                <c:pt idx="1680">
                  <c:v>39762</c:v>
                </c:pt>
                <c:pt idx="1681">
                  <c:v>39763</c:v>
                </c:pt>
                <c:pt idx="1682">
                  <c:v>39764</c:v>
                </c:pt>
                <c:pt idx="1683">
                  <c:v>39765</c:v>
                </c:pt>
                <c:pt idx="1684">
                  <c:v>39766</c:v>
                </c:pt>
                <c:pt idx="1685">
                  <c:v>39769</c:v>
                </c:pt>
                <c:pt idx="1686">
                  <c:v>39770</c:v>
                </c:pt>
                <c:pt idx="1687">
                  <c:v>39771</c:v>
                </c:pt>
                <c:pt idx="1688">
                  <c:v>39773</c:v>
                </c:pt>
                <c:pt idx="1689">
                  <c:v>39776</c:v>
                </c:pt>
                <c:pt idx="1690">
                  <c:v>39777</c:v>
                </c:pt>
                <c:pt idx="1691">
                  <c:v>39778</c:v>
                </c:pt>
                <c:pt idx="1692">
                  <c:v>39779</c:v>
                </c:pt>
                <c:pt idx="1693">
                  <c:v>39780</c:v>
                </c:pt>
                <c:pt idx="1694">
                  <c:v>39783</c:v>
                </c:pt>
                <c:pt idx="1695">
                  <c:v>39784</c:v>
                </c:pt>
                <c:pt idx="1696">
                  <c:v>39785</c:v>
                </c:pt>
                <c:pt idx="1697">
                  <c:v>39786</c:v>
                </c:pt>
                <c:pt idx="1698">
                  <c:v>39787</c:v>
                </c:pt>
                <c:pt idx="1699">
                  <c:v>39790</c:v>
                </c:pt>
                <c:pt idx="1700">
                  <c:v>39791</c:v>
                </c:pt>
                <c:pt idx="1701">
                  <c:v>39792</c:v>
                </c:pt>
                <c:pt idx="1702">
                  <c:v>39793</c:v>
                </c:pt>
                <c:pt idx="1703">
                  <c:v>39794</c:v>
                </c:pt>
                <c:pt idx="1704">
                  <c:v>39797</c:v>
                </c:pt>
                <c:pt idx="1705">
                  <c:v>39798</c:v>
                </c:pt>
                <c:pt idx="1706">
                  <c:v>39799</c:v>
                </c:pt>
                <c:pt idx="1707">
                  <c:v>39800</c:v>
                </c:pt>
                <c:pt idx="1708">
                  <c:v>39801</c:v>
                </c:pt>
                <c:pt idx="1709">
                  <c:v>39804</c:v>
                </c:pt>
                <c:pt idx="1710">
                  <c:v>39805</c:v>
                </c:pt>
                <c:pt idx="1711">
                  <c:v>39808</c:v>
                </c:pt>
                <c:pt idx="1712">
                  <c:v>39811</c:v>
                </c:pt>
                <c:pt idx="1713">
                  <c:v>39812</c:v>
                </c:pt>
                <c:pt idx="1714">
                  <c:v>39815</c:v>
                </c:pt>
                <c:pt idx="1715">
                  <c:v>39818</c:v>
                </c:pt>
                <c:pt idx="1716">
                  <c:v>39819</c:v>
                </c:pt>
                <c:pt idx="1717">
                  <c:v>39820</c:v>
                </c:pt>
                <c:pt idx="1718">
                  <c:v>39821</c:v>
                </c:pt>
                <c:pt idx="1719">
                  <c:v>39822</c:v>
                </c:pt>
                <c:pt idx="1720">
                  <c:v>39825</c:v>
                </c:pt>
                <c:pt idx="1721">
                  <c:v>39826</c:v>
                </c:pt>
                <c:pt idx="1722">
                  <c:v>39827</c:v>
                </c:pt>
                <c:pt idx="1723">
                  <c:v>39828</c:v>
                </c:pt>
                <c:pt idx="1724">
                  <c:v>39829</c:v>
                </c:pt>
                <c:pt idx="1725">
                  <c:v>39832</c:v>
                </c:pt>
                <c:pt idx="1726">
                  <c:v>39833</c:v>
                </c:pt>
                <c:pt idx="1727">
                  <c:v>39834</c:v>
                </c:pt>
                <c:pt idx="1728">
                  <c:v>39835</c:v>
                </c:pt>
                <c:pt idx="1729">
                  <c:v>39836</c:v>
                </c:pt>
                <c:pt idx="1730">
                  <c:v>39839</c:v>
                </c:pt>
                <c:pt idx="1731">
                  <c:v>39840</c:v>
                </c:pt>
                <c:pt idx="1732">
                  <c:v>39841</c:v>
                </c:pt>
                <c:pt idx="1733">
                  <c:v>39842</c:v>
                </c:pt>
                <c:pt idx="1734">
                  <c:v>39843</c:v>
                </c:pt>
                <c:pt idx="1735">
                  <c:v>39846</c:v>
                </c:pt>
                <c:pt idx="1736">
                  <c:v>39847</c:v>
                </c:pt>
                <c:pt idx="1737">
                  <c:v>39848</c:v>
                </c:pt>
                <c:pt idx="1738">
                  <c:v>39849</c:v>
                </c:pt>
                <c:pt idx="1739">
                  <c:v>39850</c:v>
                </c:pt>
                <c:pt idx="1740">
                  <c:v>39853</c:v>
                </c:pt>
                <c:pt idx="1741">
                  <c:v>39854</c:v>
                </c:pt>
                <c:pt idx="1742">
                  <c:v>39855</c:v>
                </c:pt>
                <c:pt idx="1743">
                  <c:v>39856</c:v>
                </c:pt>
                <c:pt idx="1744">
                  <c:v>39857</c:v>
                </c:pt>
                <c:pt idx="1745">
                  <c:v>39860</c:v>
                </c:pt>
                <c:pt idx="1746">
                  <c:v>39861</c:v>
                </c:pt>
                <c:pt idx="1747">
                  <c:v>39862</c:v>
                </c:pt>
                <c:pt idx="1748">
                  <c:v>39863</c:v>
                </c:pt>
                <c:pt idx="1749">
                  <c:v>39864</c:v>
                </c:pt>
                <c:pt idx="1750">
                  <c:v>39869</c:v>
                </c:pt>
                <c:pt idx="1751">
                  <c:v>39870</c:v>
                </c:pt>
                <c:pt idx="1752">
                  <c:v>39871</c:v>
                </c:pt>
                <c:pt idx="1753">
                  <c:v>39874</c:v>
                </c:pt>
                <c:pt idx="1754">
                  <c:v>39875</c:v>
                </c:pt>
                <c:pt idx="1755">
                  <c:v>39876</c:v>
                </c:pt>
                <c:pt idx="1756">
                  <c:v>39877</c:v>
                </c:pt>
                <c:pt idx="1757">
                  <c:v>39878</c:v>
                </c:pt>
                <c:pt idx="1758">
                  <c:v>39881</c:v>
                </c:pt>
                <c:pt idx="1759">
                  <c:v>39882</c:v>
                </c:pt>
                <c:pt idx="1760">
                  <c:v>39883</c:v>
                </c:pt>
                <c:pt idx="1761">
                  <c:v>39884</c:v>
                </c:pt>
                <c:pt idx="1762">
                  <c:v>39885</c:v>
                </c:pt>
                <c:pt idx="1763">
                  <c:v>39888</c:v>
                </c:pt>
                <c:pt idx="1764">
                  <c:v>39889</c:v>
                </c:pt>
                <c:pt idx="1765">
                  <c:v>39890</c:v>
                </c:pt>
                <c:pt idx="1766">
                  <c:v>39891</c:v>
                </c:pt>
                <c:pt idx="1767">
                  <c:v>39892</c:v>
                </c:pt>
                <c:pt idx="1768">
                  <c:v>39895</c:v>
                </c:pt>
                <c:pt idx="1769">
                  <c:v>39896</c:v>
                </c:pt>
                <c:pt idx="1770">
                  <c:v>39897</c:v>
                </c:pt>
                <c:pt idx="1771">
                  <c:v>39898</c:v>
                </c:pt>
                <c:pt idx="1772">
                  <c:v>39899</c:v>
                </c:pt>
                <c:pt idx="1773">
                  <c:v>39902</c:v>
                </c:pt>
                <c:pt idx="1774">
                  <c:v>39903</c:v>
                </c:pt>
                <c:pt idx="1775">
                  <c:v>39904</c:v>
                </c:pt>
                <c:pt idx="1776">
                  <c:v>39905</c:v>
                </c:pt>
                <c:pt idx="1777">
                  <c:v>39906</c:v>
                </c:pt>
                <c:pt idx="1778">
                  <c:v>39909</c:v>
                </c:pt>
                <c:pt idx="1779">
                  <c:v>39910</c:v>
                </c:pt>
                <c:pt idx="1780">
                  <c:v>39911</c:v>
                </c:pt>
                <c:pt idx="1781">
                  <c:v>39912</c:v>
                </c:pt>
                <c:pt idx="1782">
                  <c:v>39916</c:v>
                </c:pt>
                <c:pt idx="1783">
                  <c:v>39917</c:v>
                </c:pt>
                <c:pt idx="1784">
                  <c:v>39918</c:v>
                </c:pt>
                <c:pt idx="1785">
                  <c:v>39919</c:v>
                </c:pt>
                <c:pt idx="1786">
                  <c:v>39920</c:v>
                </c:pt>
                <c:pt idx="1787">
                  <c:v>39923</c:v>
                </c:pt>
                <c:pt idx="1788">
                  <c:v>39925</c:v>
                </c:pt>
                <c:pt idx="1789">
                  <c:v>39926</c:v>
                </c:pt>
                <c:pt idx="1790">
                  <c:v>39927</c:v>
                </c:pt>
                <c:pt idx="1791">
                  <c:v>39930</c:v>
                </c:pt>
                <c:pt idx="1792">
                  <c:v>39931</c:v>
                </c:pt>
                <c:pt idx="1793">
                  <c:v>39932</c:v>
                </c:pt>
                <c:pt idx="1794">
                  <c:v>39933</c:v>
                </c:pt>
                <c:pt idx="1795">
                  <c:v>39937</c:v>
                </c:pt>
                <c:pt idx="1796">
                  <c:v>39938</c:v>
                </c:pt>
                <c:pt idx="1797">
                  <c:v>39939</c:v>
                </c:pt>
                <c:pt idx="1798">
                  <c:v>39940</c:v>
                </c:pt>
                <c:pt idx="1799">
                  <c:v>39941</c:v>
                </c:pt>
                <c:pt idx="1800">
                  <c:v>39944</c:v>
                </c:pt>
                <c:pt idx="1801">
                  <c:v>39945</c:v>
                </c:pt>
                <c:pt idx="1802">
                  <c:v>39946</c:v>
                </c:pt>
                <c:pt idx="1803">
                  <c:v>39947</c:v>
                </c:pt>
                <c:pt idx="1804">
                  <c:v>39948</c:v>
                </c:pt>
                <c:pt idx="1805">
                  <c:v>39951</c:v>
                </c:pt>
                <c:pt idx="1806">
                  <c:v>39952</c:v>
                </c:pt>
                <c:pt idx="1807">
                  <c:v>39953</c:v>
                </c:pt>
                <c:pt idx="1808">
                  <c:v>39954</c:v>
                </c:pt>
                <c:pt idx="1809">
                  <c:v>39955</c:v>
                </c:pt>
                <c:pt idx="1810">
                  <c:v>39958</c:v>
                </c:pt>
                <c:pt idx="1811">
                  <c:v>39959</c:v>
                </c:pt>
                <c:pt idx="1812">
                  <c:v>39960</c:v>
                </c:pt>
                <c:pt idx="1813">
                  <c:v>39961</c:v>
                </c:pt>
                <c:pt idx="1814">
                  <c:v>39962</c:v>
                </c:pt>
                <c:pt idx="1815">
                  <c:v>39965</c:v>
                </c:pt>
                <c:pt idx="1816">
                  <c:v>39966</c:v>
                </c:pt>
                <c:pt idx="1817">
                  <c:v>39967</c:v>
                </c:pt>
                <c:pt idx="1818">
                  <c:v>39968</c:v>
                </c:pt>
                <c:pt idx="1819">
                  <c:v>39969</c:v>
                </c:pt>
                <c:pt idx="1820">
                  <c:v>39972</c:v>
                </c:pt>
                <c:pt idx="1821">
                  <c:v>39973</c:v>
                </c:pt>
                <c:pt idx="1822">
                  <c:v>39974</c:v>
                </c:pt>
                <c:pt idx="1823">
                  <c:v>39976</c:v>
                </c:pt>
                <c:pt idx="1824">
                  <c:v>39979</c:v>
                </c:pt>
                <c:pt idx="1825">
                  <c:v>39980</c:v>
                </c:pt>
                <c:pt idx="1826">
                  <c:v>39981</c:v>
                </c:pt>
                <c:pt idx="1827">
                  <c:v>39982</c:v>
                </c:pt>
                <c:pt idx="1828">
                  <c:v>39983</c:v>
                </c:pt>
                <c:pt idx="1829">
                  <c:v>39986</c:v>
                </c:pt>
                <c:pt idx="1830">
                  <c:v>39987</c:v>
                </c:pt>
                <c:pt idx="1831">
                  <c:v>39988</c:v>
                </c:pt>
                <c:pt idx="1832">
                  <c:v>39989</c:v>
                </c:pt>
                <c:pt idx="1833">
                  <c:v>39990</c:v>
                </c:pt>
                <c:pt idx="1834">
                  <c:v>39993</c:v>
                </c:pt>
                <c:pt idx="1835">
                  <c:v>39994</c:v>
                </c:pt>
                <c:pt idx="1836">
                  <c:v>39995</c:v>
                </c:pt>
                <c:pt idx="1837">
                  <c:v>39996</c:v>
                </c:pt>
                <c:pt idx="1838">
                  <c:v>39997</c:v>
                </c:pt>
                <c:pt idx="1839">
                  <c:v>40000</c:v>
                </c:pt>
                <c:pt idx="1840">
                  <c:v>40001</c:v>
                </c:pt>
                <c:pt idx="1841">
                  <c:v>40002</c:v>
                </c:pt>
                <c:pt idx="1842">
                  <c:v>40004</c:v>
                </c:pt>
                <c:pt idx="1843">
                  <c:v>40007</c:v>
                </c:pt>
                <c:pt idx="1844">
                  <c:v>40008</c:v>
                </c:pt>
                <c:pt idx="1845">
                  <c:v>40009</c:v>
                </c:pt>
                <c:pt idx="1846">
                  <c:v>40010</c:v>
                </c:pt>
                <c:pt idx="1847">
                  <c:v>40011</c:v>
                </c:pt>
                <c:pt idx="1848">
                  <c:v>40014</c:v>
                </c:pt>
                <c:pt idx="1849">
                  <c:v>40015</c:v>
                </c:pt>
                <c:pt idx="1850">
                  <c:v>40016</c:v>
                </c:pt>
                <c:pt idx="1851">
                  <c:v>40017</c:v>
                </c:pt>
                <c:pt idx="1852">
                  <c:v>40018</c:v>
                </c:pt>
                <c:pt idx="1853">
                  <c:v>40021</c:v>
                </c:pt>
                <c:pt idx="1854">
                  <c:v>40022</c:v>
                </c:pt>
                <c:pt idx="1855">
                  <c:v>40023</c:v>
                </c:pt>
                <c:pt idx="1856">
                  <c:v>40024</c:v>
                </c:pt>
                <c:pt idx="1857">
                  <c:v>40025</c:v>
                </c:pt>
                <c:pt idx="1858">
                  <c:v>40028</c:v>
                </c:pt>
                <c:pt idx="1859">
                  <c:v>40029</c:v>
                </c:pt>
                <c:pt idx="1860">
                  <c:v>40030</c:v>
                </c:pt>
                <c:pt idx="1861">
                  <c:v>40031</c:v>
                </c:pt>
                <c:pt idx="1862">
                  <c:v>40032</c:v>
                </c:pt>
                <c:pt idx="1863">
                  <c:v>40035</c:v>
                </c:pt>
                <c:pt idx="1864">
                  <c:v>40036</c:v>
                </c:pt>
                <c:pt idx="1865">
                  <c:v>40037</c:v>
                </c:pt>
                <c:pt idx="1866">
                  <c:v>40038</c:v>
                </c:pt>
                <c:pt idx="1867">
                  <c:v>40039</c:v>
                </c:pt>
                <c:pt idx="1868">
                  <c:v>40042</c:v>
                </c:pt>
                <c:pt idx="1869">
                  <c:v>40043</c:v>
                </c:pt>
                <c:pt idx="1870">
                  <c:v>40044</c:v>
                </c:pt>
                <c:pt idx="1871">
                  <c:v>40045</c:v>
                </c:pt>
                <c:pt idx="1872">
                  <c:v>40046</c:v>
                </c:pt>
                <c:pt idx="1873">
                  <c:v>40049</c:v>
                </c:pt>
                <c:pt idx="1874">
                  <c:v>40050</c:v>
                </c:pt>
                <c:pt idx="1875">
                  <c:v>40051</c:v>
                </c:pt>
                <c:pt idx="1876">
                  <c:v>40052</c:v>
                </c:pt>
                <c:pt idx="1877">
                  <c:v>40053</c:v>
                </c:pt>
                <c:pt idx="1878">
                  <c:v>40056</c:v>
                </c:pt>
                <c:pt idx="1879">
                  <c:v>40057</c:v>
                </c:pt>
                <c:pt idx="1880">
                  <c:v>40058</c:v>
                </c:pt>
                <c:pt idx="1881">
                  <c:v>40059</c:v>
                </c:pt>
                <c:pt idx="1882">
                  <c:v>40060</c:v>
                </c:pt>
                <c:pt idx="1883">
                  <c:v>40064</c:v>
                </c:pt>
                <c:pt idx="1884">
                  <c:v>40065</c:v>
                </c:pt>
                <c:pt idx="1885">
                  <c:v>40066</c:v>
                </c:pt>
                <c:pt idx="1886">
                  <c:v>40067</c:v>
                </c:pt>
                <c:pt idx="1887">
                  <c:v>40070</c:v>
                </c:pt>
                <c:pt idx="1888">
                  <c:v>40071</c:v>
                </c:pt>
                <c:pt idx="1889">
                  <c:v>40072</c:v>
                </c:pt>
                <c:pt idx="1890">
                  <c:v>40073</c:v>
                </c:pt>
                <c:pt idx="1891">
                  <c:v>40074</c:v>
                </c:pt>
                <c:pt idx="1892">
                  <c:v>40077</c:v>
                </c:pt>
                <c:pt idx="1893">
                  <c:v>40078</c:v>
                </c:pt>
                <c:pt idx="1894">
                  <c:v>40079</c:v>
                </c:pt>
                <c:pt idx="1895">
                  <c:v>40080</c:v>
                </c:pt>
                <c:pt idx="1896">
                  <c:v>40081</c:v>
                </c:pt>
                <c:pt idx="1897">
                  <c:v>40084</c:v>
                </c:pt>
                <c:pt idx="1898">
                  <c:v>40085</c:v>
                </c:pt>
                <c:pt idx="1899">
                  <c:v>40086</c:v>
                </c:pt>
                <c:pt idx="1900">
                  <c:v>40087</c:v>
                </c:pt>
                <c:pt idx="1901">
                  <c:v>40088</c:v>
                </c:pt>
                <c:pt idx="1902">
                  <c:v>40091</c:v>
                </c:pt>
                <c:pt idx="1903">
                  <c:v>40092</c:v>
                </c:pt>
                <c:pt idx="1904">
                  <c:v>40093</c:v>
                </c:pt>
                <c:pt idx="1905">
                  <c:v>40094</c:v>
                </c:pt>
                <c:pt idx="1906">
                  <c:v>40095</c:v>
                </c:pt>
                <c:pt idx="1907">
                  <c:v>40099</c:v>
                </c:pt>
                <c:pt idx="1908">
                  <c:v>40100</c:v>
                </c:pt>
                <c:pt idx="1909">
                  <c:v>40101</c:v>
                </c:pt>
                <c:pt idx="1910">
                  <c:v>40102</c:v>
                </c:pt>
                <c:pt idx="1911">
                  <c:v>40105</c:v>
                </c:pt>
                <c:pt idx="1912">
                  <c:v>40106</c:v>
                </c:pt>
                <c:pt idx="1913">
                  <c:v>40107</c:v>
                </c:pt>
                <c:pt idx="1914">
                  <c:v>40108</c:v>
                </c:pt>
                <c:pt idx="1915">
                  <c:v>40109</c:v>
                </c:pt>
                <c:pt idx="1916">
                  <c:v>40112</c:v>
                </c:pt>
                <c:pt idx="1917">
                  <c:v>40113</c:v>
                </c:pt>
                <c:pt idx="1918">
                  <c:v>40114</c:v>
                </c:pt>
                <c:pt idx="1919">
                  <c:v>40115</c:v>
                </c:pt>
                <c:pt idx="1920">
                  <c:v>40116</c:v>
                </c:pt>
                <c:pt idx="1921">
                  <c:v>40120</c:v>
                </c:pt>
                <c:pt idx="1922">
                  <c:v>40121</c:v>
                </c:pt>
                <c:pt idx="1923">
                  <c:v>40122</c:v>
                </c:pt>
                <c:pt idx="1924">
                  <c:v>40123</c:v>
                </c:pt>
                <c:pt idx="1925">
                  <c:v>40126</c:v>
                </c:pt>
                <c:pt idx="1926">
                  <c:v>40127</c:v>
                </c:pt>
                <c:pt idx="1927">
                  <c:v>40128</c:v>
                </c:pt>
                <c:pt idx="1928">
                  <c:v>40129</c:v>
                </c:pt>
                <c:pt idx="1929">
                  <c:v>40130</c:v>
                </c:pt>
                <c:pt idx="1930">
                  <c:v>40133</c:v>
                </c:pt>
                <c:pt idx="1931">
                  <c:v>40134</c:v>
                </c:pt>
                <c:pt idx="1932">
                  <c:v>40135</c:v>
                </c:pt>
                <c:pt idx="1933">
                  <c:v>40136</c:v>
                </c:pt>
                <c:pt idx="1934">
                  <c:v>40140</c:v>
                </c:pt>
                <c:pt idx="1935">
                  <c:v>40141</c:v>
                </c:pt>
                <c:pt idx="1936">
                  <c:v>40142</c:v>
                </c:pt>
                <c:pt idx="1937">
                  <c:v>40143</c:v>
                </c:pt>
                <c:pt idx="1938">
                  <c:v>40144</c:v>
                </c:pt>
                <c:pt idx="1939">
                  <c:v>40147</c:v>
                </c:pt>
                <c:pt idx="1940">
                  <c:v>40148</c:v>
                </c:pt>
                <c:pt idx="1941">
                  <c:v>40149</c:v>
                </c:pt>
                <c:pt idx="1942">
                  <c:v>40150</c:v>
                </c:pt>
                <c:pt idx="1943">
                  <c:v>40151</c:v>
                </c:pt>
                <c:pt idx="1944">
                  <c:v>40154</c:v>
                </c:pt>
                <c:pt idx="1945">
                  <c:v>40155</c:v>
                </c:pt>
                <c:pt idx="1946">
                  <c:v>40156</c:v>
                </c:pt>
                <c:pt idx="1947">
                  <c:v>40157</c:v>
                </c:pt>
                <c:pt idx="1948">
                  <c:v>40158</c:v>
                </c:pt>
                <c:pt idx="1949">
                  <c:v>40161</c:v>
                </c:pt>
                <c:pt idx="1950">
                  <c:v>40162</c:v>
                </c:pt>
                <c:pt idx="1951">
                  <c:v>40163</c:v>
                </c:pt>
                <c:pt idx="1952">
                  <c:v>40164</c:v>
                </c:pt>
                <c:pt idx="1953">
                  <c:v>40165</c:v>
                </c:pt>
                <c:pt idx="1954">
                  <c:v>40168</c:v>
                </c:pt>
                <c:pt idx="1955">
                  <c:v>40169</c:v>
                </c:pt>
                <c:pt idx="1956">
                  <c:v>40170</c:v>
                </c:pt>
                <c:pt idx="1957">
                  <c:v>40175</c:v>
                </c:pt>
                <c:pt idx="1958">
                  <c:v>40176</c:v>
                </c:pt>
                <c:pt idx="1959">
                  <c:v>40177</c:v>
                </c:pt>
                <c:pt idx="1960">
                  <c:v>40182</c:v>
                </c:pt>
                <c:pt idx="1961">
                  <c:v>40183</c:v>
                </c:pt>
                <c:pt idx="1962">
                  <c:v>40184</c:v>
                </c:pt>
                <c:pt idx="1963">
                  <c:v>40185</c:v>
                </c:pt>
                <c:pt idx="1964">
                  <c:v>40186</c:v>
                </c:pt>
                <c:pt idx="1965">
                  <c:v>40189</c:v>
                </c:pt>
                <c:pt idx="1966">
                  <c:v>40190</c:v>
                </c:pt>
                <c:pt idx="1967">
                  <c:v>40191</c:v>
                </c:pt>
                <c:pt idx="1968">
                  <c:v>40192</c:v>
                </c:pt>
                <c:pt idx="1969">
                  <c:v>40193</c:v>
                </c:pt>
                <c:pt idx="1970">
                  <c:v>40196</c:v>
                </c:pt>
                <c:pt idx="1971">
                  <c:v>40197</c:v>
                </c:pt>
                <c:pt idx="1972">
                  <c:v>40198</c:v>
                </c:pt>
                <c:pt idx="1973">
                  <c:v>40199</c:v>
                </c:pt>
                <c:pt idx="1974">
                  <c:v>40200</c:v>
                </c:pt>
                <c:pt idx="1975">
                  <c:v>40204</c:v>
                </c:pt>
                <c:pt idx="1976">
                  <c:v>40205</c:v>
                </c:pt>
                <c:pt idx="1977">
                  <c:v>40206</c:v>
                </c:pt>
                <c:pt idx="1978">
                  <c:v>40207</c:v>
                </c:pt>
                <c:pt idx="1979">
                  <c:v>40210</c:v>
                </c:pt>
                <c:pt idx="1980">
                  <c:v>40211</c:v>
                </c:pt>
                <c:pt idx="1981">
                  <c:v>40212</c:v>
                </c:pt>
                <c:pt idx="1982">
                  <c:v>40213</c:v>
                </c:pt>
                <c:pt idx="1983">
                  <c:v>40214</c:v>
                </c:pt>
                <c:pt idx="1984">
                  <c:v>40217</c:v>
                </c:pt>
                <c:pt idx="1985">
                  <c:v>40218</c:v>
                </c:pt>
                <c:pt idx="1986">
                  <c:v>40219</c:v>
                </c:pt>
                <c:pt idx="1987">
                  <c:v>40220</c:v>
                </c:pt>
                <c:pt idx="1988">
                  <c:v>40221</c:v>
                </c:pt>
                <c:pt idx="1989">
                  <c:v>40226</c:v>
                </c:pt>
                <c:pt idx="1990">
                  <c:v>40227</c:v>
                </c:pt>
                <c:pt idx="1991">
                  <c:v>40228</c:v>
                </c:pt>
                <c:pt idx="1992">
                  <c:v>40231</c:v>
                </c:pt>
                <c:pt idx="1993">
                  <c:v>40232</c:v>
                </c:pt>
                <c:pt idx="1994">
                  <c:v>40233</c:v>
                </c:pt>
                <c:pt idx="1995">
                  <c:v>40234</c:v>
                </c:pt>
                <c:pt idx="1996">
                  <c:v>40235</c:v>
                </c:pt>
                <c:pt idx="1997">
                  <c:v>40238</c:v>
                </c:pt>
                <c:pt idx="1998">
                  <c:v>40239</c:v>
                </c:pt>
                <c:pt idx="1999">
                  <c:v>40240</c:v>
                </c:pt>
                <c:pt idx="2000">
                  <c:v>40241</c:v>
                </c:pt>
                <c:pt idx="2001">
                  <c:v>40242</c:v>
                </c:pt>
                <c:pt idx="2002">
                  <c:v>40245</c:v>
                </c:pt>
                <c:pt idx="2003">
                  <c:v>40246</c:v>
                </c:pt>
                <c:pt idx="2004">
                  <c:v>40247</c:v>
                </c:pt>
                <c:pt idx="2005">
                  <c:v>40248</c:v>
                </c:pt>
                <c:pt idx="2006">
                  <c:v>40249</c:v>
                </c:pt>
                <c:pt idx="2007">
                  <c:v>40252</c:v>
                </c:pt>
                <c:pt idx="2008">
                  <c:v>40253</c:v>
                </c:pt>
                <c:pt idx="2009">
                  <c:v>40254</c:v>
                </c:pt>
                <c:pt idx="2010">
                  <c:v>40255</c:v>
                </c:pt>
                <c:pt idx="2011">
                  <c:v>40256</c:v>
                </c:pt>
                <c:pt idx="2012">
                  <c:v>40259</c:v>
                </c:pt>
                <c:pt idx="2013">
                  <c:v>40260</c:v>
                </c:pt>
                <c:pt idx="2014">
                  <c:v>40261</c:v>
                </c:pt>
                <c:pt idx="2015">
                  <c:v>40262</c:v>
                </c:pt>
                <c:pt idx="2016">
                  <c:v>40263</c:v>
                </c:pt>
                <c:pt idx="2017">
                  <c:v>40266</c:v>
                </c:pt>
                <c:pt idx="2018">
                  <c:v>40267</c:v>
                </c:pt>
                <c:pt idx="2019">
                  <c:v>40268</c:v>
                </c:pt>
                <c:pt idx="2020">
                  <c:v>40269</c:v>
                </c:pt>
                <c:pt idx="2021">
                  <c:v>40273</c:v>
                </c:pt>
                <c:pt idx="2022">
                  <c:v>40274</c:v>
                </c:pt>
                <c:pt idx="2023">
                  <c:v>40275</c:v>
                </c:pt>
                <c:pt idx="2024">
                  <c:v>40276</c:v>
                </c:pt>
                <c:pt idx="2025">
                  <c:v>40277</c:v>
                </c:pt>
                <c:pt idx="2026">
                  <c:v>40280</c:v>
                </c:pt>
                <c:pt idx="2027">
                  <c:v>40281</c:v>
                </c:pt>
                <c:pt idx="2028">
                  <c:v>40282</c:v>
                </c:pt>
                <c:pt idx="2029">
                  <c:v>40283</c:v>
                </c:pt>
                <c:pt idx="2030">
                  <c:v>40284</c:v>
                </c:pt>
                <c:pt idx="2031">
                  <c:v>40287</c:v>
                </c:pt>
                <c:pt idx="2032">
                  <c:v>40288</c:v>
                </c:pt>
                <c:pt idx="2033">
                  <c:v>40290</c:v>
                </c:pt>
                <c:pt idx="2034">
                  <c:v>40291</c:v>
                </c:pt>
                <c:pt idx="2035">
                  <c:v>40294</c:v>
                </c:pt>
                <c:pt idx="2036">
                  <c:v>40295</c:v>
                </c:pt>
                <c:pt idx="2037">
                  <c:v>40296</c:v>
                </c:pt>
                <c:pt idx="2038">
                  <c:v>40297</c:v>
                </c:pt>
                <c:pt idx="2039">
                  <c:v>40298</c:v>
                </c:pt>
                <c:pt idx="2040">
                  <c:v>40301</c:v>
                </c:pt>
                <c:pt idx="2041">
                  <c:v>40302</c:v>
                </c:pt>
                <c:pt idx="2042">
                  <c:v>40303</c:v>
                </c:pt>
                <c:pt idx="2043">
                  <c:v>40304</c:v>
                </c:pt>
                <c:pt idx="2044">
                  <c:v>40305</c:v>
                </c:pt>
                <c:pt idx="2045">
                  <c:v>40308</c:v>
                </c:pt>
                <c:pt idx="2046">
                  <c:v>40309</c:v>
                </c:pt>
                <c:pt idx="2047">
                  <c:v>40310</c:v>
                </c:pt>
                <c:pt idx="2048">
                  <c:v>40311</c:v>
                </c:pt>
                <c:pt idx="2049">
                  <c:v>40312</c:v>
                </c:pt>
                <c:pt idx="2050">
                  <c:v>40315</c:v>
                </c:pt>
                <c:pt idx="2051">
                  <c:v>40316</c:v>
                </c:pt>
                <c:pt idx="2052">
                  <c:v>40317</c:v>
                </c:pt>
                <c:pt idx="2053">
                  <c:v>40318</c:v>
                </c:pt>
                <c:pt idx="2054">
                  <c:v>40319</c:v>
                </c:pt>
                <c:pt idx="2055">
                  <c:v>40322</c:v>
                </c:pt>
                <c:pt idx="2056">
                  <c:v>40323</c:v>
                </c:pt>
                <c:pt idx="2057">
                  <c:v>40324</c:v>
                </c:pt>
                <c:pt idx="2058">
                  <c:v>40325</c:v>
                </c:pt>
                <c:pt idx="2059">
                  <c:v>40326</c:v>
                </c:pt>
                <c:pt idx="2060">
                  <c:v>40329</c:v>
                </c:pt>
                <c:pt idx="2061">
                  <c:v>40330</c:v>
                </c:pt>
                <c:pt idx="2062">
                  <c:v>40331</c:v>
                </c:pt>
                <c:pt idx="2063">
                  <c:v>40333</c:v>
                </c:pt>
                <c:pt idx="2064">
                  <c:v>40336</c:v>
                </c:pt>
                <c:pt idx="2065">
                  <c:v>40337</c:v>
                </c:pt>
                <c:pt idx="2066">
                  <c:v>40338</c:v>
                </c:pt>
                <c:pt idx="2067">
                  <c:v>40339</c:v>
                </c:pt>
                <c:pt idx="2068">
                  <c:v>40340</c:v>
                </c:pt>
                <c:pt idx="2069">
                  <c:v>40343</c:v>
                </c:pt>
                <c:pt idx="2070">
                  <c:v>40344</c:v>
                </c:pt>
                <c:pt idx="2071">
                  <c:v>40345</c:v>
                </c:pt>
                <c:pt idx="2072">
                  <c:v>40346</c:v>
                </c:pt>
                <c:pt idx="2073">
                  <c:v>40347</c:v>
                </c:pt>
                <c:pt idx="2074">
                  <c:v>40350</c:v>
                </c:pt>
                <c:pt idx="2075">
                  <c:v>40351</c:v>
                </c:pt>
                <c:pt idx="2076">
                  <c:v>40352</c:v>
                </c:pt>
                <c:pt idx="2077">
                  <c:v>40353</c:v>
                </c:pt>
                <c:pt idx="2078">
                  <c:v>40354</c:v>
                </c:pt>
                <c:pt idx="2079">
                  <c:v>40357</c:v>
                </c:pt>
                <c:pt idx="2080">
                  <c:v>40358</c:v>
                </c:pt>
                <c:pt idx="2081">
                  <c:v>40359</c:v>
                </c:pt>
                <c:pt idx="2082">
                  <c:v>40360</c:v>
                </c:pt>
                <c:pt idx="2083">
                  <c:v>40361</c:v>
                </c:pt>
                <c:pt idx="2084">
                  <c:v>40364</c:v>
                </c:pt>
                <c:pt idx="2085">
                  <c:v>40365</c:v>
                </c:pt>
                <c:pt idx="2086">
                  <c:v>40366</c:v>
                </c:pt>
                <c:pt idx="2087">
                  <c:v>40367</c:v>
                </c:pt>
                <c:pt idx="2088">
                  <c:v>40371</c:v>
                </c:pt>
                <c:pt idx="2089">
                  <c:v>40372</c:v>
                </c:pt>
                <c:pt idx="2090">
                  <c:v>40373</c:v>
                </c:pt>
                <c:pt idx="2091">
                  <c:v>40374</c:v>
                </c:pt>
                <c:pt idx="2092">
                  <c:v>40375</c:v>
                </c:pt>
                <c:pt idx="2093">
                  <c:v>40378</c:v>
                </c:pt>
                <c:pt idx="2094">
                  <c:v>40379</c:v>
                </c:pt>
                <c:pt idx="2095">
                  <c:v>40380</c:v>
                </c:pt>
                <c:pt idx="2096">
                  <c:v>40381</c:v>
                </c:pt>
                <c:pt idx="2097">
                  <c:v>40382</c:v>
                </c:pt>
                <c:pt idx="2098">
                  <c:v>40385</c:v>
                </c:pt>
                <c:pt idx="2099">
                  <c:v>40386</c:v>
                </c:pt>
                <c:pt idx="2100">
                  <c:v>40387</c:v>
                </c:pt>
                <c:pt idx="2101">
                  <c:v>40388</c:v>
                </c:pt>
                <c:pt idx="2102">
                  <c:v>40389</c:v>
                </c:pt>
                <c:pt idx="2103">
                  <c:v>40392</c:v>
                </c:pt>
                <c:pt idx="2104">
                  <c:v>40393</c:v>
                </c:pt>
                <c:pt idx="2105">
                  <c:v>40394</c:v>
                </c:pt>
                <c:pt idx="2106">
                  <c:v>40395</c:v>
                </c:pt>
                <c:pt idx="2107">
                  <c:v>40396</c:v>
                </c:pt>
                <c:pt idx="2108">
                  <c:v>40399</c:v>
                </c:pt>
                <c:pt idx="2109">
                  <c:v>40400</c:v>
                </c:pt>
                <c:pt idx="2110">
                  <c:v>40401</c:v>
                </c:pt>
                <c:pt idx="2111">
                  <c:v>40402</c:v>
                </c:pt>
                <c:pt idx="2112">
                  <c:v>40403</c:v>
                </c:pt>
                <c:pt idx="2113">
                  <c:v>40406</c:v>
                </c:pt>
                <c:pt idx="2114">
                  <c:v>40407</c:v>
                </c:pt>
                <c:pt idx="2115">
                  <c:v>40408</c:v>
                </c:pt>
                <c:pt idx="2116">
                  <c:v>40409</c:v>
                </c:pt>
                <c:pt idx="2117">
                  <c:v>40410</c:v>
                </c:pt>
                <c:pt idx="2118">
                  <c:v>40413</c:v>
                </c:pt>
                <c:pt idx="2119">
                  <c:v>40414</c:v>
                </c:pt>
                <c:pt idx="2120">
                  <c:v>40415</c:v>
                </c:pt>
                <c:pt idx="2121">
                  <c:v>40416</c:v>
                </c:pt>
                <c:pt idx="2122">
                  <c:v>40417</c:v>
                </c:pt>
                <c:pt idx="2123">
                  <c:v>40420</c:v>
                </c:pt>
                <c:pt idx="2124">
                  <c:v>40421</c:v>
                </c:pt>
                <c:pt idx="2125">
                  <c:v>40422</c:v>
                </c:pt>
                <c:pt idx="2126">
                  <c:v>40423</c:v>
                </c:pt>
                <c:pt idx="2127">
                  <c:v>40424</c:v>
                </c:pt>
                <c:pt idx="2128">
                  <c:v>40427</c:v>
                </c:pt>
                <c:pt idx="2129">
                  <c:v>40429</c:v>
                </c:pt>
                <c:pt idx="2130">
                  <c:v>40430</c:v>
                </c:pt>
                <c:pt idx="2131">
                  <c:v>40431</c:v>
                </c:pt>
                <c:pt idx="2132">
                  <c:v>40434</c:v>
                </c:pt>
                <c:pt idx="2133">
                  <c:v>40435</c:v>
                </c:pt>
                <c:pt idx="2134">
                  <c:v>40436</c:v>
                </c:pt>
                <c:pt idx="2135">
                  <c:v>40437</c:v>
                </c:pt>
                <c:pt idx="2136">
                  <c:v>40438</c:v>
                </c:pt>
                <c:pt idx="2137">
                  <c:v>40441</c:v>
                </c:pt>
                <c:pt idx="2138">
                  <c:v>40442</c:v>
                </c:pt>
                <c:pt idx="2139">
                  <c:v>40443</c:v>
                </c:pt>
                <c:pt idx="2140">
                  <c:v>40444</c:v>
                </c:pt>
                <c:pt idx="2141">
                  <c:v>40445</c:v>
                </c:pt>
                <c:pt idx="2142">
                  <c:v>40448</c:v>
                </c:pt>
                <c:pt idx="2143">
                  <c:v>40449</c:v>
                </c:pt>
                <c:pt idx="2144">
                  <c:v>40450</c:v>
                </c:pt>
                <c:pt idx="2145">
                  <c:v>40451</c:v>
                </c:pt>
                <c:pt idx="2146">
                  <c:v>40452</c:v>
                </c:pt>
                <c:pt idx="2147">
                  <c:v>40455</c:v>
                </c:pt>
                <c:pt idx="2148">
                  <c:v>40456</c:v>
                </c:pt>
                <c:pt idx="2149">
                  <c:v>40457</c:v>
                </c:pt>
                <c:pt idx="2150">
                  <c:v>40458</c:v>
                </c:pt>
                <c:pt idx="2151">
                  <c:v>40459</c:v>
                </c:pt>
                <c:pt idx="2152">
                  <c:v>40462</c:v>
                </c:pt>
                <c:pt idx="2153">
                  <c:v>40464</c:v>
                </c:pt>
                <c:pt idx="2154">
                  <c:v>40465</c:v>
                </c:pt>
                <c:pt idx="2155">
                  <c:v>40466</c:v>
                </c:pt>
                <c:pt idx="2156">
                  <c:v>40469</c:v>
                </c:pt>
                <c:pt idx="2157">
                  <c:v>40470</c:v>
                </c:pt>
                <c:pt idx="2158">
                  <c:v>40471</c:v>
                </c:pt>
                <c:pt idx="2159">
                  <c:v>40472</c:v>
                </c:pt>
                <c:pt idx="2160">
                  <c:v>40473</c:v>
                </c:pt>
                <c:pt idx="2161">
                  <c:v>40476</c:v>
                </c:pt>
                <c:pt idx="2162">
                  <c:v>40477</c:v>
                </c:pt>
                <c:pt idx="2163">
                  <c:v>40478</c:v>
                </c:pt>
                <c:pt idx="2164">
                  <c:v>40479</c:v>
                </c:pt>
                <c:pt idx="2165">
                  <c:v>40480</c:v>
                </c:pt>
                <c:pt idx="2166">
                  <c:v>40483</c:v>
                </c:pt>
                <c:pt idx="2167">
                  <c:v>40485</c:v>
                </c:pt>
                <c:pt idx="2168">
                  <c:v>40486</c:v>
                </c:pt>
                <c:pt idx="2169">
                  <c:v>40487</c:v>
                </c:pt>
                <c:pt idx="2170">
                  <c:v>40490</c:v>
                </c:pt>
                <c:pt idx="2171">
                  <c:v>40491</c:v>
                </c:pt>
                <c:pt idx="2172">
                  <c:v>40492</c:v>
                </c:pt>
                <c:pt idx="2173">
                  <c:v>40493</c:v>
                </c:pt>
                <c:pt idx="2174">
                  <c:v>40494</c:v>
                </c:pt>
                <c:pt idx="2175">
                  <c:v>40498</c:v>
                </c:pt>
                <c:pt idx="2176">
                  <c:v>40499</c:v>
                </c:pt>
                <c:pt idx="2177">
                  <c:v>40500</c:v>
                </c:pt>
                <c:pt idx="2178">
                  <c:v>40501</c:v>
                </c:pt>
                <c:pt idx="2179">
                  <c:v>40504</c:v>
                </c:pt>
                <c:pt idx="2180">
                  <c:v>40505</c:v>
                </c:pt>
                <c:pt idx="2181">
                  <c:v>40506</c:v>
                </c:pt>
                <c:pt idx="2182">
                  <c:v>40507</c:v>
                </c:pt>
                <c:pt idx="2183">
                  <c:v>40508</c:v>
                </c:pt>
                <c:pt idx="2184">
                  <c:v>40511</c:v>
                </c:pt>
                <c:pt idx="2185">
                  <c:v>40512</c:v>
                </c:pt>
                <c:pt idx="2186">
                  <c:v>40513</c:v>
                </c:pt>
                <c:pt idx="2187">
                  <c:v>40514</c:v>
                </c:pt>
                <c:pt idx="2188">
                  <c:v>40515</c:v>
                </c:pt>
                <c:pt idx="2189">
                  <c:v>40518</c:v>
                </c:pt>
                <c:pt idx="2190">
                  <c:v>40519</c:v>
                </c:pt>
                <c:pt idx="2191">
                  <c:v>40520</c:v>
                </c:pt>
                <c:pt idx="2192">
                  <c:v>40521</c:v>
                </c:pt>
                <c:pt idx="2193">
                  <c:v>40522</c:v>
                </c:pt>
                <c:pt idx="2194">
                  <c:v>40525</c:v>
                </c:pt>
                <c:pt idx="2195">
                  <c:v>40526</c:v>
                </c:pt>
                <c:pt idx="2196">
                  <c:v>40527</c:v>
                </c:pt>
                <c:pt idx="2197">
                  <c:v>40528</c:v>
                </c:pt>
                <c:pt idx="2198">
                  <c:v>40529</c:v>
                </c:pt>
                <c:pt idx="2199">
                  <c:v>40532</c:v>
                </c:pt>
                <c:pt idx="2200">
                  <c:v>40533</c:v>
                </c:pt>
                <c:pt idx="2201">
                  <c:v>40534</c:v>
                </c:pt>
                <c:pt idx="2202">
                  <c:v>40535</c:v>
                </c:pt>
                <c:pt idx="2203">
                  <c:v>40539</c:v>
                </c:pt>
                <c:pt idx="2204">
                  <c:v>40540</c:v>
                </c:pt>
                <c:pt idx="2205">
                  <c:v>40541</c:v>
                </c:pt>
                <c:pt idx="2206">
                  <c:v>40542</c:v>
                </c:pt>
                <c:pt idx="2207">
                  <c:v>40546</c:v>
                </c:pt>
                <c:pt idx="2208">
                  <c:v>40547</c:v>
                </c:pt>
                <c:pt idx="2209">
                  <c:v>40548</c:v>
                </c:pt>
                <c:pt idx="2210">
                  <c:v>40549</c:v>
                </c:pt>
                <c:pt idx="2211">
                  <c:v>40550</c:v>
                </c:pt>
                <c:pt idx="2212">
                  <c:v>40553</c:v>
                </c:pt>
                <c:pt idx="2213">
                  <c:v>40554</c:v>
                </c:pt>
                <c:pt idx="2214">
                  <c:v>40555</c:v>
                </c:pt>
                <c:pt idx="2215">
                  <c:v>40556</c:v>
                </c:pt>
                <c:pt idx="2216">
                  <c:v>40557</c:v>
                </c:pt>
                <c:pt idx="2217">
                  <c:v>40560</c:v>
                </c:pt>
                <c:pt idx="2218">
                  <c:v>40561</c:v>
                </c:pt>
                <c:pt idx="2219">
                  <c:v>40562</c:v>
                </c:pt>
                <c:pt idx="2220">
                  <c:v>40563</c:v>
                </c:pt>
                <c:pt idx="2221">
                  <c:v>40564</c:v>
                </c:pt>
                <c:pt idx="2222">
                  <c:v>40567</c:v>
                </c:pt>
                <c:pt idx="2223">
                  <c:v>40569</c:v>
                </c:pt>
                <c:pt idx="2224">
                  <c:v>40570</c:v>
                </c:pt>
                <c:pt idx="2225">
                  <c:v>40571</c:v>
                </c:pt>
                <c:pt idx="2226">
                  <c:v>40574</c:v>
                </c:pt>
                <c:pt idx="2227">
                  <c:v>40575</c:v>
                </c:pt>
                <c:pt idx="2228">
                  <c:v>40576</c:v>
                </c:pt>
                <c:pt idx="2229">
                  <c:v>40577</c:v>
                </c:pt>
                <c:pt idx="2230">
                  <c:v>40578</c:v>
                </c:pt>
                <c:pt idx="2231">
                  <c:v>40581</c:v>
                </c:pt>
                <c:pt idx="2232">
                  <c:v>40582</c:v>
                </c:pt>
                <c:pt idx="2233">
                  <c:v>40583</c:v>
                </c:pt>
                <c:pt idx="2234">
                  <c:v>40584</c:v>
                </c:pt>
                <c:pt idx="2235">
                  <c:v>40585</c:v>
                </c:pt>
                <c:pt idx="2236">
                  <c:v>40588</c:v>
                </c:pt>
                <c:pt idx="2237">
                  <c:v>40589</c:v>
                </c:pt>
                <c:pt idx="2238">
                  <c:v>40590</c:v>
                </c:pt>
                <c:pt idx="2239">
                  <c:v>40591</c:v>
                </c:pt>
                <c:pt idx="2240">
                  <c:v>40592</c:v>
                </c:pt>
                <c:pt idx="2241">
                  <c:v>40595</c:v>
                </c:pt>
                <c:pt idx="2242">
                  <c:v>40596</c:v>
                </c:pt>
                <c:pt idx="2243">
                  <c:v>40597</c:v>
                </c:pt>
                <c:pt idx="2244">
                  <c:v>40598</c:v>
                </c:pt>
                <c:pt idx="2245">
                  <c:v>40599</c:v>
                </c:pt>
                <c:pt idx="2246">
                  <c:v>40602</c:v>
                </c:pt>
                <c:pt idx="2247">
                  <c:v>40603</c:v>
                </c:pt>
                <c:pt idx="2248">
                  <c:v>40604</c:v>
                </c:pt>
                <c:pt idx="2249">
                  <c:v>40605</c:v>
                </c:pt>
                <c:pt idx="2250">
                  <c:v>40606</c:v>
                </c:pt>
                <c:pt idx="2251">
                  <c:v>40611</c:v>
                </c:pt>
                <c:pt idx="2252">
                  <c:v>40612</c:v>
                </c:pt>
                <c:pt idx="2253">
                  <c:v>40613</c:v>
                </c:pt>
                <c:pt idx="2254">
                  <c:v>40616</c:v>
                </c:pt>
                <c:pt idx="2255">
                  <c:v>40617</c:v>
                </c:pt>
                <c:pt idx="2256">
                  <c:v>40618</c:v>
                </c:pt>
                <c:pt idx="2257">
                  <c:v>40619</c:v>
                </c:pt>
                <c:pt idx="2258">
                  <c:v>40620</c:v>
                </c:pt>
                <c:pt idx="2259">
                  <c:v>40623</c:v>
                </c:pt>
                <c:pt idx="2260">
                  <c:v>40624</c:v>
                </c:pt>
                <c:pt idx="2261">
                  <c:v>40625</c:v>
                </c:pt>
                <c:pt idx="2262">
                  <c:v>40626</c:v>
                </c:pt>
                <c:pt idx="2263">
                  <c:v>40627</c:v>
                </c:pt>
                <c:pt idx="2264">
                  <c:v>40630</c:v>
                </c:pt>
                <c:pt idx="2265">
                  <c:v>40631</c:v>
                </c:pt>
                <c:pt idx="2266">
                  <c:v>40632</c:v>
                </c:pt>
                <c:pt idx="2267">
                  <c:v>40633</c:v>
                </c:pt>
                <c:pt idx="2268">
                  <c:v>40634</c:v>
                </c:pt>
                <c:pt idx="2269">
                  <c:v>40637</c:v>
                </c:pt>
                <c:pt idx="2270">
                  <c:v>40638</c:v>
                </c:pt>
                <c:pt idx="2271">
                  <c:v>40639</c:v>
                </c:pt>
                <c:pt idx="2272">
                  <c:v>40640</c:v>
                </c:pt>
                <c:pt idx="2273">
                  <c:v>40641</c:v>
                </c:pt>
                <c:pt idx="2274">
                  <c:v>40644</c:v>
                </c:pt>
                <c:pt idx="2275">
                  <c:v>40645</c:v>
                </c:pt>
                <c:pt idx="2276">
                  <c:v>40646</c:v>
                </c:pt>
                <c:pt idx="2277">
                  <c:v>40647</c:v>
                </c:pt>
                <c:pt idx="2278">
                  <c:v>40648</c:v>
                </c:pt>
                <c:pt idx="2279">
                  <c:v>40651</c:v>
                </c:pt>
                <c:pt idx="2280">
                  <c:v>40652</c:v>
                </c:pt>
                <c:pt idx="2281">
                  <c:v>40653</c:v>
                </c:pt>
                <c:pt idx="2282">
                  <c:v>40658</c:v>
                </c:pt>
                <c:pt idx="2283">
                  <c:v>40659</c:v>
                </c:pt>
                <c:pt idx="2284">
                  <c:v>40660</c:v>
                </c:pt>
                <c:pt idx="2285">
                  <c:v>40661</c:v>
                </c:pt>
                <c:pt idx="2286">
                  <c:v>40662</c:v>
                </c:pt>
                <c:pt idx="2287">
                  <c:v>40665</c:v>
                </c:pt>
                <c:pt idx="2288">
                  <c:v>40666</c:v>
                </c:pt>
                <c:pt idx="2289">
                  <c:v>40667</c:v>
                </c:pt>
                <c:pt idx="2290">
                  <c:v>40668</c:v>
                </c:pt>
                <c:pt idx="2291">
                  <c:v>40669</c:v>
                </c:pt>
                <c:pt idx="2292">
                  <c:v>40672</c:v>
                </c:pt>
                <c:pt idx="2293">
                  <c:v>40673</c:v>
                </c:pt>
                <c:pt idx="2294">
                  <c:v>40674</c:v>
                </c:pt>
                <c:pt idx="2295">
                  <c:v>40675</c:v>
                </c:pt>
                <c:pt idx="2296">
                  <c:v>40676</c:v>
                </c:pt>
                <c:pt idx="2297">
                  <c:v>40679</c:v>
                </c:pt>
                <c:pt idx="2298">
                  <c:v>40680</c:v>
                </c:pt>
                <c:pt idx="2299">
                  <c:v>40681</c:v>
                </c:pt>
                <c:pt idx="2300">
                  <c:v>40682</c:v>
                </c:pt>
                <c:pt idx="2301">
                  <c:v>40683</c:v>
                </c:pt>
                <c:pt idx="2302">
                  <c:v>40686</c:v>
                </c:pt>
                <c:pt idx="2303">
                  <c:v>40687</c:v>
                </c:pt>
                <c:pt idx="2304">
                  <c:v>40688</c:v>
                </c:pt>
                <c:pt idx="2305">
                  <c:v>40689</c:v>
                </c:pt>
                <c:pt idx="2306">
                  <c:v>40690</c:v>
                </c:pt>
                <c:pt idx="2307">
                  <c:v>40693</c:v>
                </c:pt>
                <c:pt idx="2308">
                  <c:v>40694</c:v>
                </c:pt>
                <c:pt idx="2309">
                  <c:v>40695</c:v>
                </c:pt>
                <c:pt idx="2310">
                  <c:v>40696</c:v>
                </c:pt>
                <c:pt idx="2311">
                  <c:v>40697</c:v>
                </c:pt>
                <c:pt idx="2312">
                  <c:v>40700</c:v>
                </c:pt>
                <c:pt idx="2313">
                  <c:v>40701</c:v>
                </c:pt>
                <c:pt idx="2314">
                  <c:v>40702</c:v>
                </c:pt>
                <c:pt idx="2315">
                  <c:v>40703</c:v>
                </c:pt>
                <c:pt idx="2316">
                  <c:v>40704</c:v>
                </c:pt>
                <c:pt idx="2317">
                  <c:v>40707</c:v>
                </c:pt>
                <c:pt idx="2318">
                  <c:v>40708</c:v>
                </c:pt>
                <c:pt idx="2319">
                  <c:v>40709</c:v>
                </c:pt>
                <c:pt idx="2320">
                  <c:v>40710</c:v>
                </c:pt>
                <c:pt idx="2321">
                  <c:v>40711</c:v>
                </c:pt>
                <c:pt idx="2322">
                  <c:v>40714</c:v>
                </c:pt>
                <c:pt idx="2323">
                  <c:v>40715</c:v>
                </c:pt>
                <c:pt idx="2324">
                  <c:v>40716</c:v>
                </c:pt>
                <c:pt idx="2325">
                  <c:v>40718</c:v>
                </c:pt>
                <c:pt idx="2326">
                  <c:v>40721</c:v>
                </c:pt>
                <c:pt idx="2327">
                  <c:v>40722</c:v>
                </c:pt>
                <c:pt idx="2328">
                  <c:v>40723</c:v>
                </c:pt>
                <c:pt idx="2329">
                  <c:v>40724</c:v>
                </c:pt>
                <c:pt idx="2330">
                  <c:v>40725</c:v>
                </c:pt>
                <c:pt idx="2331">
                  <c:v>40728</c:v>
                </c:pt>
                <c:pt idx="2332">
                  <c:v>40729</c:v>
                </c:pt>
                <c:pt idx="2333">
                  <c:v>40730</c:v>
                </c:pt>
                <c:pt idx="2334">
                  <c:v>40731</c:v>
                </c:pt>
                <c:pt idx="2335">
                  <c:v>40732</c:v>
                </c:pt>
                <c:pt idx="2336">
                  <c:v>40735</c:v>
                </c:pt>
                <c:pt idx="2337">
                  <c:v>40736</c:v>
                </c:pt>
                <c:pt idx="2338">
                  <c:v>40737</c:v>
                </c:pt>
                <c:pt idx="2339">
                  <c:v>40738</c:v>
                </c:pt>
                <c:pt idx="2340">
                  <c:v>40739</c:v>
                </c:pt>
                <c:pt idx="2341">
                  <c:v>40742</c:v>
                </c:pt>
                <c:pt idx="2342">
                  <c:v>40743</c:v>
                </c:pt>
                <c:pt idx="2343">
                  <c:v>40744</c:v>
                </c:pt>
                <c:pt idx="2344">
                  <c:v>40745</c:v>
                </c:pt>
                <c:pt idx="2345">
                  <c:v>40746</c:v>
                </c:pt>
                <c:pt idx="2346">
                  <c:v>40749</c:v>
                </c:pt>
                <c:pt idx="2347">
                  <c:v>40750</c:v>
                </c:pt>
                <c:pt idx="2348">
                  <c:v>40751</c:v>
                </c:pt>
                <c:pt idx="2349">
                  <c:v>40752</c:v>
                </c:pt>
                <c:pt idx="2350">
                  <c:v>40753</c:v>
                </c:pt>
                <c:pt idx="2351">
                  <c:v>40756</c:v>
                </c:pt>
                <c:pt idx="2352">
                  <c:v>40757</c:v>
                </c:pt>
                <c:pt idx="2353">
                  <c:v>40758</c:v>
                </c:pt>
                <c:pt idx="2354">
                  <c:v>40759</c:v>
                </c:pt>
                <c:pt idx="2355">
                  <c:v>40760</c:v>
                </c:pt>
                <c:pt idx="2356">
                  <c:v>40763</c:v>
                </c:pt>
                <c:pt idx="2357">
                  <c:v>40764</c:v>
                </c:pt>
                <c:pt idx="2358">
                  <c:v>40765</c:v>
                </c:pt>
                <c:pt idx="2359">
                  <c:v>40766</c:v>
                </c:pt>
                <c:pt idx="2360">
                  <c:v>40767</c:v>
                </c:pt>
                <c:pt idx="2361">
                  <c:v>40770</c:v>
                </c:pt>
                <c:pt idx="2362">
                  <c:v>40771</c:v>
                </c:pt>
                <c:pt idx="2363">
                  <c:v>40772</c:v>
                </c:pt>
                <c:pt idx="2364">
                  <c:v>40773</c:v>
                </c:pt>
                <c:pt idx="2365">
                  <c:v>40774</c:v>
                </c:pt>
                <c:pt idx="2366">
                  <c:v>40777</c:v>
                </c:pt>
                <c:pt idx="2367">
                  <c:v>40778</c:v>
                </c:pt>
                <c:pt idx="2368">
                  <c:v>40779</c:v>
                </c:pt>
                <c:pt idx="2369">
                  <c:v>40780</c:v>
                </c:pt>
                <c:pt idx="2370">
                  <c:v>40781</c:v>
                </c:pt>
                <c:pt idx="2371">
                  <c:v>40784</c:v>
                </c:pt>
                <c:pt idx="2372">
                  <c:v>40785</c:v>
                </c:pt>
                <c:pt idx="2373">
                  <c:v>40786</c:v>
                </c:pt>
                <c:pt idx="2374">
                  <c:v>40787</c:v>
                </c:pt>
                <c:pt idx="2375">
                  <c:v>40788</c:v>
                </c:pt>
                <c:pt idx="2376">
                  <c:v>40791</c:v>
                </c:pt>
                <c:pt idx="2377">
                  <c:v>40792</c:v>
                </c:pt>
                <c:pt idx="2378">
                  <c:v>40794</c:v>
                </c:pt>
                <c:pt idx="2379">
                  <c:v>40795</c:v>
                </c:pt>
                <c:pt idx="2380">
                  <c:v>40798</c:v>
                </c:pt>
                <c:pt idx="2381">
                  <c:v>40799</c:v>
                </c:pt>
                <c:pt idx="2382">
                  <c:v>40800</c:v>
                </c:pt>
                <c:pt idx="2383">
                  <c:v>40801</c:v>
                </c:pt>
                <c:pt idx="2384">
                  <c:v>40802</c:v>
                </c:pt>
                <c:pt idx="2385">
                  <c:v>40805</c:v>
                </c:pt>
                <c:pt idx="2386">
                  <c:v>40806</c:v>
                </c:pt>
                <c:pt idx="2387">
                  <c:v>40807</c:v>
                </c:pt>
                <c:pt idx="2388">
                  <c:v>40808</c:v>
                </c:pt>
                <c:pt idx="2389">
                  <c:v>40809</c:v>
                </c:pt>
                <c:pt idx="2390">
                  <c:v>40812</c:v>
                </c:pt>
                <c:pt idx="2391">
                  <c:v>40813</c:v>
                </c:pt>
                <c:pt idx="2392">
                  <c:v>40814</c:v>
                </c:pt>
                <c:pt idx="2393">
                  <c:v>40815</c:v>
                </c:pt>
                <c:pt idx="2394">
                  <c:v>40816</c:v>
                </c:pt>
                <c:pt idx="2395">
                  <c:v>40819</c:v>
                </c:pt>
                <c:pt idx="2396">
                  <c:v>40820</c:v>
                </c:pt>
                <c:pt idx="2397">
                  <c:v>40821</c:v>
                </c:pt>
                <c:pt idx="2398">
                  <c:v>40822</c:v>
                </c:pt>
                <c:pt idx="2399">
                  <c:v>40823</c:v>
                </c:pt>
                <c:pt idx="2400">
                  <c:v>40826</c:v>
                </c:pt>
                <c:pt idx="2401">
                  <c:v>40827</c:v>
                </c:pt>
                <c:pt idx="2402">
                  <c:v>40829</c:v>
                </c:pt>
                <c:pt idx="2403">
                  <c:v>40830</c:v>
                </c:pt>
                <c:pt idx="2404">
                  <c:v>40833</c:v>
                </c:pt>
                <c:pt idx="2405">
                  <c:v>40834</c:v>
                </c:pt>
                <c:pt idx="2406">
                  <c:v>40835</c:v>
                </c:pt>
                <c:pt idx="2407">
                  <c:v>40836</c:v>
                </c:pt>
                <c:pt idx="2408">
                  <c:v>40837</c:v>
                </c:pt>
                <c:pt idx="2409">
                  <c:v>40840</c:v>
                </c:pt>
                <c:pt idx="2410">
                  <c:v>40841</c:v>
                </c:pt>
                <c:pt idx="2411">
                  <c:v>40842</c:v>
                </c:pt>
                <c:pt idx="2412">
                  <c:v>40843</c:v>
                </c:pt>
                <c:pt idx="2413">
                  <c:v>40844</c:v>
                </c:pt>
                <c:pt idx="2414">
                  <c:v>40847</c:v>
                </c:pt>
                <c:pt idx="2415">
                  <c:v>40848</c:v>
                </c:pt>
                <c:pt idx="2416">
                  <c:v>40850</c:v>
                </c:pt>
                <c:pt idx="2417">
                  <c:v>40851</c:v>
                </c:pt>
                <c:pt idx="2418">
                  <c:v>40854</c:v>
                </c:pt>
                <c:pt idx="2419">
                  <c:v>40855</c:v>
                </c:pt>
                <c:pt idx="2420">
                  <c:v>40856</c:v>
                </c:pt>
                <c:pt idx="2421">
                  <c:v>40857</c:v>
                </c:pt>
                <c:pt idx="2422">
                  <c:v>40858</c:v>
                </c:pt>
                <c:pt idx="2423">
                  <c:v>40861</c:v>
                </c:pt>
                <c:pt idx="2424">
                  <c:v>40863</c:v>
                </c:pt>
                <c:pt idx="2425">
                  <c:v>40864</c:v>
                </c:pt>
                <c:pt idx="2426">
                  <c:v>40865</c:v>
                </c:pt>
                <c:pt idx="2427">
                  <c:v>40868</c:v>
                </c:pt>
                <c:pt idx="2428">
                  <c:v>40869</c:v>
                </c:pt>
                <c:pt idx="2429">
                  <c:v>40870</c:v>
                </c:pt>
                <c:pt idx="2430">
                  <c:v>40871</c:v>
                </c:pt>
                <c:pt idx="2431">
                  <c:v>40872</c:v>
                </c:pt>
                <c:pt idx="2432">
                  <c:v>40875</c:v>
                </c:pt>
                <c:pt idx="2433">
                  <c:v>40876</c:v>
                </c:pt>
                <c:pt idx="2434">
                  <c:v>40877</c:v>
                </c:pt>
                <c:pt idx="2435">
                  <c:v>40878</c:v>
                </c:pt>
                <c:pt idx="2436">
                  <c:v>40879</c:v>
                </c:pt>
                <c:pt idx="2437">
                  <c:v>40882</c:v>
                </c:pt>
                <c:pt idx="2438">
                  <c:v>40883</c:v>
                </c:pt>
                <c:pt idx="2439">
                  <c:v>40884</c:v>
                </c:pt>
                <c:pt idx="2440">
                  <c:v>40885</c:v>
                </c:pt>
                <c:pt idx="2441">
                  <c:v>40886</c:v>
                </c:pt>
                <c:pt idx="2442">
                  <c:v>40889</c:v>
                </c:pt>
                <c:pt idx="2443">
                  <c:v>40890</c:v>
                </c:pt>
                <c:pt idx="2444">
                  <c:v>40891</c:v>
                </c:pt>
                <c:pt idx="2445">
                  <c:v>40892</c:v>
                </c:pt>
                <c:pt idx="2446">
                  <c:v>40893</c:v>
                </c:pt>
                <c:pt idx="2447">
                  <c:v>40896</c:v>
                </c:pt>
                <c:pt idx="2448">
                  <c:v>40897</c:v>
                </c:pt>
                <c:pt idx="2449">
                  <c:v>40898</c:v>
                </c:pt>
                <c:pt idx="2450">
                  <c:v>40899</c:v>
                </c:pt>
                <c:pt idx="2451">
                  <c:v>40900</c:v>
                </c:pt>
                <c:pt idx="2452">
                  <c:v>40903</c:v>
                </c:pt>
                <c:pt idx="2453">
                  <c:v>40904</c:v>
                </c:pt>
                <c:pt idx="2454">
                  <c:v>40905</c:v>
                </c:pt>
                <c:pt idx="2455">
                  <c:v>40906</c:v>
                </c:pt>
                <c:pt idx="2456">
                  <c:v>40910</c:v>
                </c:pt>
                <c:pt idx="2457">
                  <c:v>40911</c:v>
                </c:pt>
                <c:pt idx="2458">
                  <c:v>40912</c:v>
                </c:pt>
                <c:pt idx="2459">
                  <c:v>40913</c:v>
                </c:pt>
                <c:pt idx="2460">
                  <c:v>40914</c:v>
                </c:pt>
                <c:pt idx="2461">
                  <c:v>40917</c:v>
                </c:pt>
                <c:pt idx="2462">
                  <c:v>40918</c:v>
                </c:pt>
                <c:pt idx="2463">
                  <c:v>40919</c:v>
                </c:pt>
                <c:pt idx="2464">
                  <c:v>40920</c:v>
                </c:pt>
                <c:pt idx="2465">
                  <c:v>40921</c:v>
                </c:pt>
                <c:pt idx="2466">
                  <c:v>40924</c:v>
                </c:pt>
                <c:pt idx="2467">
                  <c:v>40925</c:v>
                </c:pt>
                <c:pt idx="2468">
                  <c:v>40926</c:v>
                </c:pt>
                <c:pt idx="2469">
                  <c:v>40927</c:v>
                </c:pt>
                <c:pt idx="2470">
                  <c:v>40928</c:v>
                </c:pt>
                <c:pt idx="2471">
                  <c:v>40931</c:v>
                </c:pt>
                <c:pt idx="2472">
                  <c:v>40932</c:v>
                </c:pt>
                <c:pt idx="2473">
                  <c:v>40934</c:v>
                </c:pt>
                <c:pt idx="2474">
                  <c:v>40935</c:v>
                </c:pt>
                <c:pt idx="2475">
                  <c:v>40938</c:v>
                </c:pt>
                <c:pt idx="2476">
                  <c:v>40939</c:v>
                </c:pt>
                <c:pt idx="2477">
                  <c:v>40940</c:v>
                </c:pt>
                <c:pt idx="2478">
                  <c:v>40941</c:v>
                </c:pt>
                <c:pt idx="2479">
                  <c:v>40942</c:v>
                </c:pt>
                <c:pt idx="2480">
                  <c:v>40945</c:v>
                </c:pt>
                <c:pt idx="2481">
                  <c:v>40946</c:v>
                </c:pt>
                <c:pt idx="2482">
                  <c:v>40947</c:v>
                </c:pt>
                <c:pt idx="2483">
                  <c:v>40948</c:v>
                </c:pt>
                <c:pt idx="2484">
                  <c:v>40949</c:v>
                </c:pt>
                <c:pt idx="2485">
                  <c:v>40952</c:v>
                </c:pt>
                <c:pt idx="2486">
                  <c:v>40953</c:v>
                </c:pt>
                <c:pt idx="2487">
                  <c:v>40954</c:v>
                </c:pt>
                <c:pt idx="2488">
                  <c:v>40955</c:v>
                </c:pt>
                <c:pt idx="2489">
                  <c:v>40956</c:v>
                </c:pt>
                <c:pt idx="2490">
                  <c:v>40961</c:v>
                </c:pt>
                <c:pt idx="2491">
                  <c:v>40962</c:v>
                </c:pt>
                <c:pt idx="2492">
                  <c:v>40963</c:v>
                </c:pt>
                <c:pt idx="2493">
                  <c:v>40966</c:v>
                </c:pt>
                <c:pt idx="2494">
                  <c:v>40967</c:v>
                </c:pt>
                <c:pt idx="2495">
                  <c:v>40968</c:v>
                </c:pt>
                <c:pt idx="2496">
                  <c:v>40969</c:v>
                </c:pt>
                <c:pt idx="2497">
                  <c:v>40970</c:v>
                </c:pt>
                <c:pt idx="2498">
                  <c:v>40973</c:v>
                </c:pt>
                <c:pt idx="2499">
                  <c:v>40974</c:v>
                </c:pt>
                <c:pt idx="2500">
                  <c:v>40975</c:v>
                </c:pt>
                <c:pt idx="2501">
                  <c:v>40976</c:v>
                </c:pt>
                <c:pt idx="2502">
                  <c:v>40977</c:v>
                </c:pt>
                <c:pt idx="2503">
                  <c:v>40980</c:v>
                </c:pt>
                <c:pt idx="2504">
                  <c:v>40981</c:v>
                </c:pt>
                <c:pt idx="2505">
                  <c:v>40982</c:v>
                </c:pt>
                <c:pt idx="2506">
                  <c:v>40983</c:v>
                </c:pt>
                <c:pt idx="2507">
                  <c:v>40984</c:v>
                </c:pt>
                <c:pt idx="2508">
                  <c:v>40987</c:v>
                </c:pt>
                <c:pt idx="2509">
                  <c:v>40988</c:v>
                </c:pt>
                <c:pt idx="2510">
                  <c:v>40989</c:v>
                </c:pt>
                <c:pt idx="2511">
                  <c:v>40990</c:v>
                </c:pt>
                <c:pt idx="2512">
                  <c:v>40991</c:v>
                </c:pt>
                <c:pt idx="2513">
                  <c:v>40994</c:v>
                </c:pt>
                <c:pt idx="2514">
                  <c:v>40995</c:v>
                </c:pt>
                <c:pt idx="2515">
                  <c:v>40996</c:v>
                </c:pt>
                <c:pt idx="2516">
                  <c:v>40997</c:v>
                </c:pt>
                <c:pt idx="2517">
                  <c:v>40998</c:v>
                </c:pt>
                <c:pt idx="2518">
                  <c:v>41001</c:v>
                </c:pt>
                <c:pt idx="2519">
                  <c:v>41002</c:v>
                </c:pt>
                <c:pt idx="2520">
                  <c:v>41003</c:v>
                </c:pt>
                <c:pt idx="2521">
                  <c:v>41004</c:v>
                </c:pt>
                <c:pt idx="2522">
                  <c:v>41008</c:v>
                </c:pt>
                <c:pt idx="2523">
                  <c:v>41009</c:v>
                </c:pt>
                <c:pt idx="2524">
                  <c:v>41010</c:v>
                </c:pt>
                <c:pt idx="2525">
                  <c:v>41011</c:v>
                </c:pt>
                <c:pt idx="2526">
                  <c:v>41012</c:v>
                </c:pt>
                <c:pt idx="2527">
                  <c:v>41015</c:v>
                </c:pt>
                <c:pt idx="2528">
                  <c:v>41016</c:v>
                </c:pt>
                <c:pt idx="2529">
                  <c:v>41017</c:v>
                </c:pt>
                <c:pt idx="2530">
                  <c:v>41018</c:v>
                </c:pt>
                <c:pt idx="2531">
                  <c:v>41019</c:v>
                </c:pt>
                <c:pt idx="2532">
                  <c:v>41022</c:v>
                </c:pt>
                <c:pt idx="2533">
                  <c:v>41023</c:v>
                </c:pt>
                <c:pt idx="2534">
                  <c:v>41024</c:v>
                </c:pt>
                <c:pt idx="2535">
                  <c:v>41025</c:v>
                </c:pt>
                <c:pt idx="2536">
                  <c:v>41026</c:v>
                </c:pt>
                <c:pt idx="2537">
                  <c:v>41029</c:v>
                </c:pt>
                <c:pt idx="2538">
                  <c:v>41031</c:v>
                </c:pt>
                <c:pt idx="2539">
                  <c:v>41032</c:v>
                </c:pt>
                <c:pt idx="2540">
                  <c:v>41033</c:v>
                </c:pt>
                <c:pt idx="2541">
                  <c:v>41036</c:v>
                </c:pt>
                <c:pt idx="2542">
                  <c:v>41037</c:v>
                </c:pt>
                <c:pt idx="2543">
                  <c:v>41038</c:v>
                </c:pt>
                <c:pt idx="2544">
                  <c:v>41039</c:v>
                </c:pt>
                <c:pt idx="2545">
                  <c:v>41040</c:v>
                </c:pt>
                <c:pt idx="2546">
                  <c:v>41043</c:v>
                </c:pt>
                <c:pt idx="2547">
                  <c:v>41044</c:v>
                </c:pt>
                <c:pt idx="2548">
                  <c:v>41045</c:v>
                </c:pt>
                <c:pt idx="2549">
                  <c:v>41046</c:v>
                </c:pt>
                <c:pt idx="2550">
                  <c:v>41047</c:v>
                </c:pt>
                <c:pt idx="2551">
                  <c:v>41050</c:v>
                </c:pt>
                <c:pt idx="2552">
                  <c:v>41051</c:v>
                </c:pt>
                <c:pt idx="2553">
                  <c:v>41052</c:v>
                </c:pt>
                <c:pt idx="2554">
                  <c:v>41053</c:v>
                </c:pt>
                <c:pt idx="2555">
                  <c:v>41054</c:v>
                </c:pt>
                <c:pt idx="2556">
                  <c:v>41057</c:v>
                </c:pt>
                <c:pt idx="2557">
                  <c:v>41058</c:v>
                </c:pt>
                <c:pt idx="2558">
                  <c:v>41059</c:v>
                </c:pt>
                <c:pt idx="2559">
                  <c:v>41060</c:v>
                </c:pt>
                <c:pt idx="2560">
                  <c:v>41061</c:v>
                </c:pt>
                <c:pt idx="2561">
                  <c:v>41064</c:v>
                </c:pt>
                <c:pt idx="2562">
                  <c:v>41065</c:v>
                </c:pt>
                <c:pt idx="2563">
                  <c:v>41066</c:v>
                </c:pt>
                <c:pt idx="2564">
                  <c:v>41068</c:v>
                </c:pt>
                <c:pt idx="2565">
                  <c:v>41071</c:v>
                </c:pt>
                <c:pt idx="2566">
                  <c:v>41072</c:v>
                </c:pt>
                <c:pt idx="2567">
                  <c:v>41073</c:v>
                </c:pt>
                <c:pt idx="2568">
                  <c:v>41074</c:v>
                </c:pt>
                <c:pt idx="2569">
                  <c:v>41075</c:v>
                </c:pt>
                <c:pt idx="2570">
                  <c:v>41078</c:v>
                </c:pt>
                <c:pt idx="2571">
                  <c:v>41079</c:v>
                </c:pt>
                <c:pt idx="2572">
                  <c:v>41080</c:v>
                </c:pt>
                <c:pt idx="2573">
                  <c:v>41081</c:v>
                </c:pt>
                <c:pt idx="2574">
                  <c:v>41082</c:v>
                </c:pt>
                <c:pt idx="2575">
                  <c:v>41085</c:v>
                </c:pt>
                <c:pt idx="2576">
                  <c:v>41086</c:v>
                </c:pt>
                <c:pt idx="2577">
                  <c:v>41087</c:v>
                </c:pt>
                <c:pt idx="2578">
                  <c:v>41088</c:v>
                </c:pt>
                <c:pt idx="2579">
                  <c:v>41089</c:v>
                </c:pt>
                <c:pt idx="2580">
                  <c:v>41092</c:v>
                </c:pt>
                <c:pt idx="2581">
                  <c:v>41093</c:v>
                </c:pt>
                <c:pt idx="2582">
                  <c:v>41094</c:v>
                </c:pt>
                <c:pt idx="2583">
                  <c:v>41095</c:v>
                </c:pt>
                <c:pt idx="2584">
                  <c:v>41096</c:v>
                </c:pt>
                <c:pt idx="2585">
                  <c:v>41100</c:v>
                </c:pt>
                <c:pt idx="2586">
                  <c:v>41101</c:v>
                </c:pt>
                <c:pt idx="2587">
                  <c:v>41102</c:v>
                </c:pt>
                <c:pt idx="2588">
                  <c:v>41103</c:v>
                </c:pt>
                <c:pt idx="2589">
                  <c:v>41106</c:v>
                </c:pt>
                <c:pt idx="2590">
                  <c:v>41107</c:v>
                </c:pt>
                <c:pt idx="2591">
                  <c:v>41108</c:v>
                </c:pt>
                <c:pt idx="2592">
                  <c:v>41109</c:v>
                </c:pt>
                <c:pt idx="2593">
                  <c:v>41110</c:v>
                </c:pt>
                <c:pt idx="2594">
                  <c:v>41113</c:v>
                </c:pt>
                <c:pt idx="2595">
                  <c:v>41114</c:v>
                </c:pt>
                <c:pt idx="2596">
                  <c:v>41115</c:v>
                </c:pt>
                <c:pt idx="2597">
                  <c:v>41116</c:v>
                </c:pt>
                <c:pt idx="2598">
                  <c:v>41117</c:v>
                </c:pt>
                <c:pt idx="2599">
                  <c:v>41120</c:v>
                </c:pt>
                <c:pt idx="2600">
                  <c:v>41121</c:v>
                </c:pt>
                <c:pt idx="2601">
                  <c:v>41122</c:v>
                </c:pt>
                <c:pt idx="2602">
                  <c:v>41123</c:v>
                </c:pt>
                <c:pt idx="2603">
                  <c:v>41124</c:v>
                </c:pt>
                <c:pt idx="2604">
                  <c:v>41127</c:v>
                </c:pt>
                <c:pt idx="2605">
                  <c:v>41128</c:v>
                </c:pt>
                <c:pt idx="2606">
                  <c:v>41129</c:v>
                </c:pt>
                <c:pt idx="2607">
                  <c:v>41130</c:v>
                </c:pt>
                <c:pt idx="2608">
                  <c:v>41131</c:v>
                </c:pt>
                <c:pt idx="2609">
                  <c:v>41134</c:v>
                </c:pt>
                <c:pt idx="2610">
                  <c:v>41135</c:v>
                </c:pt>
                <c:pt idx="2611">
                  <c:v>41136</c:v>
                </c:pt>
                <c:pt idx="2612">
                  <c:v>41137</c:v>
                </c:pt>
                <c:pt idx="2613">
                  <c:v>41138</c:v>
                </c:pt>
                <c:pt idx="2614">
                  <c:v>41141</c:v>
                </c:pt>
                <c:pt idx="2615">
                  <c:v>41142</c:v>
                </c:pt>
                <c:pt idx="2616">
                  <c:v>41143</c:v>
                </c:pt>
                <c:pt idx="2617">
                  <c:v>41144</c:v>
                </c:pt>
                <c:pt idx="2618">
                  <c:v>41145</c:v>
                </c:pt>
                <c:pt idx="2619">
                  <c:v>41148</c:v>
                </c:pt>
                <c:pt idx="2620">
                  <c:v>41149</c:v>
                </c:pt>
                <c:pt idx="2621">
                  <c:v>41150</c:v>
                </c:pt>
                <c:pt idx="2622">
                  <c:v>41151</c:v>
                </c:pt>
                <c:pt idx="2623">
                  <c:v>41152</c:v>
                </c:pt>
                <c:pt idx="2624">
                  <c:v>41155</c:v>
                </c:pt>
                <c:pt idx="2625">
                  <c:v>41156</c:v>
                </c:pt>
                <c:pt idx="2626">
                  <c:v>41157</c:v>
                </c:pt>
                <c:pt idx="2627">
                  <c:v>41158</c:v>
                </c:pt>
                <c:pt idx="2628">
                  <c:v>41162</c:v>
                </c:pt>
                <c:pt idx="2629">
                  <c:v>41163</c:v>
                </c:pt>
                <c:pt idx="2630">
                  <c:v>41164</c:v>
                </c:pt>
                <c:pt idx="2631">
                  <c:v>41165</c:v>
                </c:pt>
                <c:pt idx="2632">
                  <c:v>41166</c:v>
                </c:pt>
                <c:pt idx="2633">
                  <c:v>41169</c:v>
                </c:pt>
                <c:pt idx="2634">
                  <c:v>41170</c:v>
                </c:pt>
                <c:pt idx="2635">
                  <c:v>41171</c:v>
                </c:pt>
                <c:pt idx="2636">
                  <c:v>41172</c:v>
                </c:pt>
                <c:pt idx="2637">
                  <c:v>41173</c:v>
                </c:pt>
                <c:pt idx="2638">
                  <c:v>41176</c:v>
                </c:pt>
                <c:pt idx="2639">
                  <c:v>41177</c:v>
                </c:pt>
                <c:pt idx="2640">
                  <c:v>41178</c:v>
                </c:pt>
                <c:pt idx="2641">
                  <c:v>41179</c:v>
                </c:pt>
                <c:pt idx="2642">
                  <c:v>41180</c:v>
                </c:pt>
                <c:pt idx="2643">
                  <c:v>41183</c:v>
                </c:pt>
                <c:pt idx="2644">
                  <c:v>41184</c:v>
                </c:pt>
                <c:pt idx="2645">
                  <c:v>41185</c:v>
                </c:pt>
                <c:pt idx="2646">
                  <c:v>41186</c:v>
                </c:pt>
                <c:pt idx="2647">
                  <c:v>41187</c:v>
                </c:pt>
                <c:pt idx="2648">
                  <c:v>41190</c:v>
                </c:pt>
                <c:pt idx="2649">
                  <c:v>41191</c:v>
                </c:pt>
                <c:pt idx="2650">
                  <c:v>41192</c:v>
                </c:pt>
                <c:pt idx="2651">
                  <c:v>41193</c:v>
                </c:pt>
                <c:pt idx="2652">
                  <c:v>41197</c:v>
                </c:pt>
                <c:pt idx="2653">
                  <c:v>41198</c:v>
                </c:pt>
                <c:pt idx="2654">
                  <c:v>41199</c:v>
                </c:pt>
                <c:pt idx="2655">
                  <c:v>41200</c:v>
                </c:pt>
                <c:pt idx="2656">
                  <c:v>41201</c:v>
                </c:pt>
                <c:pt idx="2657">
                  <c:v>41204</c:v>
                </c:pt>
                <c:pt idx="2658">
                  <c:v>41205</c:v>
                </c:pt>
                <c:pt idx="2659">
                  <c:v>41206</c:v>
                </c:pt>
                <c:pt idx="2660">
                  <c:v>41207</c:v>
                </c:pt>
                <c:pt idx="2661">
                  <c:v>41208</c:v>
                </c:pt>
                <c:pt idx="2662">
                  <c:v>41211</c:v>
                </c:pt>
                <c:pt idx="2663">
                  <c:v>41212</c:v>
                </c:pt>
                <c:pt idx="2664">
                  <c:v>41213</c:v>
                </c:pt>
                <c:pt idx="2665">
                  <c:v>41214</c:v>
                </c:pt>
                <c:pt idx="2666">
                  <c:v>41218</c:v>
                </c:pt>
                <c:pt idx="2667">
                  <c:v>41219</c:v>
                </c:pt>
                <c:pt idx="2668">
                  <c:v>41220</c:v>
                </c:pt>
                <c:pt idx="2669">
                  <c:v>41221</c:v>
                </c:pt>
                <c:pt idx="2670">
                  <c:v>41222</c:v>
                </c:pt>
                <c:pt idx="2671">
                  <c:v>41225</c:v>
                </c:pt>
                <c:pt idx="2672">
                  <c:v>41226</c:v>
                </c:pt>
                <c:pt idx="2673">
                  <c:v>41227</c:v>
                </c:pt>
                <c:pt idx="2674">
                  <c:v>41229</c:v>
                </c:pt>
                <c:pt idx="2675">
                  <c:v>41232</c:v>
                </c:pt>
                <c:pt idx="2676">
                  <c:v>41234</c:v>
                </c:pt>
                <c:pt idx="2677">
                  <c:v>41235</c:v>
                </c:pt>
                <c:pt idx="2678">
                  <c:v>41236</c:v>
                </c:pt>
                <c:pt idx="2679">
                  <c:v>41239</c:v>
                </c:pt>
                <c:pt idx="2680">
                  <c:v>41240</c:v>
                </c:pt>
                <c:pt idx="2681">
                  <c:v>41241</c:v>
                </c:pt>
                <c:pt idx="2682">
                  <c:v>41242</c:v>
                </c:pt>
                <c:pt idx="2683">
                  <c:v>41243</c:v>
                </c:pt>
                <c:pt idx="2684">
                  <c:v>41246</c:v>
                </c:pt>
                <c:pt idx="2685">
                  <c:v>41247</c:v>
                </c:pt>
                <c:pt idx="2686">
                  <c:v>41248</c:v>
                </c:pt>
                <c:pt idx="2687">
                  <c:v>41249</c:v>
                </c:pt>
                <c:pt idx="2688">
                  <c:v>41250</c:v>
                </c:pt>
                <c:pt idx="2689">
                  <c:v>41253</c:v>
                </c:pt>
                <c:pt idx="2690">
                  <c:v>41254</c:v>
                </c:pt>
                <c:pt idx="2691">
                  <c:v>41255</c:v>
                </c:pt>
                <c:pt idx="2692">
                  <c:v>41256</c:v>
                </c:pt>
                <c:pt idx="2693">
                  <c:v>41257</c:v>
                </c:pt>
                <c:pt idx="2694">
                  <c:v>41260</c:v>
                </c:pt>
                <c:pt idx="2695">
                  <c:v>41261</c:v>
                </c:pt>
                <c:pt idx="2696">
                  <c:v>41262</c:v>
                </c:pt>
                <c:pt idx="2697">
                  <c:v>41263</c:v>
                </c:pt>
                <c:pt idx="2698">
                  <c:v>41264</c:v>
                </c:pt>
                <c:pt idx="2699">
                  <c:v>41269</c:v>
                </c:pt>
                <c:pt idx="2700">
                  <c:v>41270</c:v>
                </c:pt>
                <c:pt idx="2701">
                  <c:v>41271</c:v>
                </c:pt>
                <c:pt idx="2702">
                  <c:v>41276</c:v>
                </c:pt>
                <c:pt idx="2703">
                  <c:v>41277</c:v>
                </c:pt>
                <c:pt idx="2704">
                  <c:v>41278</c:v>
                </c:pt>
                <c:pt idx="2705">
                  <c:v>41281</c:v>
                </c:pt>
                <c:pt idx="2706">
                  <c:v>41282</c:v>
                </c:pt>
                <c:pt idx="2707">
                  <c:v>41283</c:v>
                </c:pt>
                <c:pt idx="2708">
                  <c:v>41284</c:v>
                </c:pt>
                <c:pt idx="2709">
                  <c:v>41285</c:v>
                </c:pt>
                <c:pt idx="2710">
                  <c:v>41288</c:v>
                </c:pt>
                <c:pt idx="2711">
                  <c:v>41289</c:v>
                </c:pt>
                <c:pt idx="2712">
                  <c:v>41290</c:v>
                </c:pt>
                <c:pt idx="2713">
                  <c:v>41291</c:v>
                </c:pt>
                <c:pt idx="2714">
                  <c:v>41292</c:v>
                </c:pt>
                <c:pt idx="2715">
                  <c:v>41295</c:v>
                </c:pt>
                <c:pt idx="2716">
                  <c:v>41296</c:v>
                </c:pt>
                <c:pt idx="2717">
                  <c:v>41297</c:v>
                </c:pt>
                <c:pt idx="2718">
                  <c:v>41298</c:v>
                </c:pt>
                <c:pt idx="2719">
                  <c:v>41302</c:v>
                </c:pt>
                <c:pt idx="2720">
                  <c:v>41303</c:v>
                </c:pt>
                <c:pt idx="2721">
                  <c:v>41304</c:v>
                </c:pt>
                <c:pt idx="2722">
                  <c:v>41305</c:v>
                </c:pt>
                <c:pt idx="2723">
                  <c:v>41306</c:v>
                </c:pt>
                <c:pt idx="2724">
                  <c:v>41309</c:v>
                </c:pt>
                <c:pt idx="2725">
                  <c:v>41310</c:v>
                </c:pt>
                <c:pt idx="2726">
                  <c:v>41311</c:v>
                </c:pt>
                <c:pt idx="2727">
                  <c:v>41312</c:v>
                </c:pt>
                <c:pt idx="2728">
                  <c:v>41313</c:v>
                </c:pt>
                <c:pt idx="2729">
                  <c:v>41318</c:v>
                </c:pt>
                <c:pt idx="2730">
                  <c:v>41319</c:v>
                </c:pt>
                <c:pt idx="2731">
                  <c:v>41320</c:v>
                </c:pt>
                <c:pt idx="2732">
                  <c:v>41323</c:v>
                </c:pt>
                <c:pt idx="2733">
                  <c:v>41324</c:v>
                </c:pt>
                <c:pt idx="2734">
                  <c:v>41325</c:v>
                </c:pt>
                <c:pt idx="2735">
                  <c:v>41326</c:v>
                </c:pt>
                <c:pt idx="2736">
                  <c:v>41327</c:v>
                </c:pt>
                <c:pt idx="2737">
                  <c:v>41330</c:v>
                </c:pt>
                <c:pt idx="2738">
                  <c:v>41331</c:v>
                </c:pt>
                <c:pt idx="2739">
                  <c:v>41332</c:v>
                </c:pt>
                <c:pt idx="2740">
                  <c:v>41333</c:v>
                </c:pt>
                <c:pt idx="2741">
                  <c:v>41334</c:v>
                </c:pt>
                <c:pt idx="2742">
                  <c:v>41337</c:v>
                </c:pt>
                <c:pt idx="2743">
                  <c:v>41338</c:v>
                </c:pt>
                <c:pt idx="2744">
                  <c:v>41339</c:v>
                </c:pt>
                <c:pt idx="2745">
                  <c:v>41340</c:v>
                </c:pt>
                <c:pt idx="2746">
                  <c:v>41341</c:v>
                </c:pt>
                <c:pt idx="2747">
                  <c:v>41344</c:v>
                </c:pt>
                <c:pt idx="2748">
                  <c:v>41345</c:v>
                </c:pt>
                <c:pt idx="2749">
                  <c:v>41346</c:v>
                </c:pt>
                <c:pt idx="2750">
                  <c:v>41347</c:v>
                </c:pt>
                <c:pt idx="2751">
                  <c:v>41348</c:v>
                </c:pt>
                <c:pt idx="2752">
                  <c:v>41351</c:v>
                </c:pt>
                <c:pt idx="2753">
                  <c:v>41352</c:v>
                </c:pt>
                <c:pt idx="2754">
                  <c:v>41353</c:v>
                </c:pt>
                <c:pt idx="2755">
                  <c:v>41354</c:v>
                </c:pt>
                <c:pt idx="2756">
                  <c:v>41355</c:v>
                </c:pt>
                <c:pt idx="2757">
                  <c:v>41358</c:v>
                </c:pt>
                <c:pt idx="2758">
                  <c:v>41359</c:v>
                </c:pt>
                <c:pt idx="2759">
                  <c:v>41360</c:v>
                </c:pt>
                <c:pt idx="2760">
                  <c:v>41361</c:v>
                </c:pt>
                <c:pt idx="2761">
                  <c:v>41365</c:v>
                </c:pt>
                <c:pt idx="2762">
                  <c:v>41366</c:v>
                </c:pt>
                <c:pt idx="2763">
                  <c:v>41367</c:v>
                </c:pt>
                <c:pt idx="2764">
                  <c:v>41368</c:v>
                </c:pt>
                <c:pt idx="2765">
                  <c:v>41369</c:v>
                </c:pt>
                <c:pt idx="2766">
                  <c:v>41372</c:v>
                </c:pt>
                <c:pt idx="2767">
                  <c:v>41373</c:v>
                </c:pt>
                <c:pt idx="2768">
                  <c:v>41374</c:v>
                </c:pt>
                <c:pt idx="2769">
                  <c:v>41375</c:v>
                </c:pt>
                <c:pt idx="2770">
                  <c:v>41376</c:v>
                </c:pt>
                <c:pt idx="2771">
                  <c:v>41379</c:v>
                </c:pt>
                <c:pt idx="2772">
                  <c:v>41380</c:v>
                </c:pt>
                <c:pt idx="2773">
                  <c:v>41381</c:v>
                </c:pt>
                <c:pt idx="2774">
                  <c:v>41382</c:v>
                </c:pt>
                <c:pt idx="2775">
                  <c:v>41383</c:v>
                </c:pt>
                <c:pt idx="2776">
                  <c:v>41386</c:v>
                </c:pt>
                <c:pt idx="2777">
                  <c:v>41387</c:v>
                </c:pt>
                <c:pt idx="2778">
                  <c:v>41388</c:v>
                </c:pt>
                <c:pt idx="2779">
                  <c:v>41389</c:v>
                </c:pt>
                <c:pt idx="2780">
                  <c:v>41390</c:v>
                </c:pt>
                <c:pt idx="2781">
                  <c:v>41393</c:v>
                </c:pt>
                <c:pt idx="2782">
                  <c:v>41394</c:v>
                </c:pt>
                <c:pt idx="2783">
                  <c:v>41396</c:v>
                </c:pt>
                <c:pt idx="2784">
                  <c:v>41397</c:v>
                </c:pt>
                <c:pt idx="2785">
                  <c:v>41400</c:v>
                </c:pt>
                <c:pt idx="2786">
                  <c:v>41401</c:v>
                </c:pt>
                <c:pt idx="2787">
                  <c:v>41402</c:v>
                </c:pt>
                <c:pt idx="2788">
                  <c:v>41403</c:v>
                </c:pt>
                <c:pt idx="2789">
                  <c:v>41404</c:v>
                </c:pt>
                <c:pt idx="2790">
                  <c:v>41407</c:v>
                </c:pt>
                <c:pt idx="2791">
                  <c:v>41408</c:v>
                </c:pt>
                <c:pt idx="2792">
                  <c:v>41409</c:v>
                </c:pt>
                <c:pt idx="2793">
                  <c:v>41410</c:v>
                </c:pt>
                <c:pt idx="2794">
                  <c:v>41411</c:v>
                </c:pt>
                <c:pt idx="2795">
                  <c:v>41414</c:v>
                </c:pt>
                <c:pt idx="2796">
                  <c:v>41415</c:v>
                </c:pt>
                <c:pt idx="2797">
                  <c:v>41416</c:v>
                </c:pt>
                <c:pt idx="2798">
                  <c:v>41417</c:v>
                </c:pt>
                <c:pt idx="2799">
                  <c:v>41418</c:v>
                </c:pt>
                <c:pt idx="2800">
                  <c:v>41421</c:v>
                </c:pt>
                <c:pt idx="2801">
                  <c:v>41422</c:v>
                </c:pt>
                <c:pt idx="2802">
                  <c:v>41423</c:v>
                </c:pt>
                <c:pt idx="2803">
                  <c:v>41425</c:v>
                </c:pt>
                <c:pt idx="2804">
                  <c:v>41428</c:v>
                </c:pt>
                <c:pt idx="2805">
                  <c:v>41429</c:v>
                </c:pt>
                <c:pt idx="2806">
                  <c:v>41430</c:v>
                </c:pt>
                <c:pt idx="2807">
                  <c:v>41431</c:v>
                </c:pt>
                <c:pt idx="2808">
                  <c:v>41432</c:v>
                </c:pt>
                <c:pt idx="2809">
                  <c:v>41435</c:v>
                </c:pt>
                <c:pt idx="2810">
                  <c:v>41436</c:v>
                </c:pt>
                <c:pt idx="2811">
                  <c:v>41437</c:v>
                </c:pt>
                <c:pt idx="2812">
                  <c:v>41438</c:v>
                </c:pt>
                <c:pt idx="2813">
                  <c:v>41439</c:v>
                </c:pt>
                <c:pt idx="2814">
                  <c:v>41442</c:v>
                </c:pt>
                <c:pt idx="2815">
                  <c:v>41443</c:v>
                </c:pt>
                <c:pt idx="2816">
                  <c:v>41444</c:v>
                </c:pt>
                <c:pt idx="2817">
                  <c:v>41445</c:v>
                </c:pt>
                <c:pt idx="2818">
                  <c:v>41446</c:v>
                </c:pt>
                <c:pt idx="2819">
                  <c:v>41449</c:v>
                </c:pt>
                <c:pt idx="2820">
                  <c:v>41450</c:v>
                </c:pt>
                <c:pt idx="2821">
                  <c:v>41451</c:v>
                </c:pt>
                <c:pt idx="2822">
                  <c:v>41452</c:v>
                </c:pt>
                <c:pt idx="2823">
                  <c:v>41453</c:v>
                </c:pt>
                <c:pt idx="2824">
                  <c:v>41456</c:v>
                </c:pt>
                <c:pt idx="2825">
                  <c:v>41457</c:v>
                </c:pt>
                <c:pt idx="2826">
                  <c:v>41458</c:v>
                </c:pt>
                <c:pt idx="2827">
                  <c:v>41459</c:v>
                </c:pt>
                <c:pt idx="2828">
                  <c:v>41460</c:v>
                </c:pt>
                <c:pt idx="2829">
                  <c:v>41463</c:v>
                </c:pt>
                <c:pt idx="2830">
                  <c:v>41465</c:v>
                </c:pt>
                <c:pt idx="2831">
                  <c:v>41466</c:v>
                </c:pt>
                <c:pt idx="2832">
                  <c:v>41467</c:v>
                </c:pt>
                <c:pt idx="2833">
                  <c:v>41470</c:v>
                </c:pt>
                <c:pt idx="2834">
                  <c:v>41471</c:v>
                </c:pt>
                <c:pt idx="2835">
                  <c:v>41472</c:v>
                </c:pt>
                <c:pt idx="2836">
                  <c:v>41473</c:v>
                </c:pt>
                <c:pt idx="2837">
                  <c:v>41474</c:v>
                </c:pt>
                <c:pt idx="2838">
                  <c:v>41477</c:v>
                </c:pt>
                <c:pt idx="2839">
                  <c:v>41478</c:v>
                </c:pt>
                <c:pt idx="2840">
                  <c:v>41479</c:v>
                </c:pt>
                <c:pt idx="2841">
                  <c:v>41480</c:v>
                </c:pt>
                <c:pt idx="2842">
                  <c:v>41481</c:v>
                </c:pt>
                <c:pt idx="2843">
                  <c:v>41484</c:v>
                </c:pt>
                <c:pt idx="2844">
                  <c:v>41485</c:v>
                </c:pt>
                <c:pt idx="2845">
                  <c:v>41486</c:v>
                </c:pt>
                <c:pt idx="2846">
                  <c:v>41487</c:v>
                </c:pt>
                <c:pt idx="2847">
                  <c:v>41488</c:v>
                </c:pt>
                <c:pt idx="2848">
                  <c:v>41491</c:v>
                </c:pt>
                <c:pt idx="2849">
                  <c:v>41492</c:v>
                </c:pt>
                <c:pt idx="2850">
                  <c:v>41493</c:v>
                </c:pt>
                <c:pt idx="2851">
                  <c:v>41494</c:v>
                </c:pt>
                <c:pt idx="2852">
                  <c:v>41495</c:v>
                </c:pt>
                <c:pt idx="2853">
                  <c:v>41498</c:v>
                </c:pt>
                <c:pt idx="2854">
                  <c:v>41499</c:v>
                </c:pt>
                <c:pt idx="2855">
                  <c:v>41500</c:v>
                </c:pt>
                <c:pt idx="2856">
                  <c:v>41501</c:v>
                </c:pt>
                <c:pt idx="2857">
                  <c:v>41502</c:v>
                </c:pt>
                <c:pt idx="2858">
                  <c:v>41505</c:v>
                </c:pt>
                <c:pt idx="2859">
                  <c:v>41506</c:v>
                </c:pt>
                <c:pt idx="2860">
                  <c:v>41507</c:v>
                </c:pt>
                <c:pt idx="2861">
                  <c:v>41508</c:v>
                </c:pt>
                <c:pt idx="2862">
                  <c:v>41509</c:v>
                </c:pt>
                <c:pt idx="2863">
                  <c:v>41512</c:v>
                </c:pt>
                <c:pt idx="2864">
                  <c:v>41513</c:v>
                </c:pt>
                <c:pt idx="2865">
                  <c:v>41514</c:v>
                </c:pt>
                <c:pt idx="2866">
                  <c:v>41515</c:v>
                </c:pt>
                <c:pt idx="2867">
                  <c:v>41516</c:v>
                </c:pt>
                <c:pt idx="2868">
                  <c:v>41519</c:v>
                </c:pt>
                <c:pt idx="2869">
                  <c:v>41520</c:v>
                </c:pt>
                <c:pt idx="2870">
                  <c:v>41521</c:v>
                </c:pt>
                <c:pt idx="2871">
                  <c:v>41522</c:v>
                </c:pt>
                <c:pt idx="2872">
                  <c:v>41523</c:v>
                </c:pt>
                <c:pt idx="2873">
                  <c:v>41526</c:v>
                </c:pt>
                <c:pt idx="2874">
                  <c:v>41527</c:v>
                </c:pt>
                <c:pt idx="2875">
                  <c:v>41528</c:v>
                </c:pt>
                <c:pt idx="2876">
                  <c:v>41529</c:v>
                </c:pt>
                <c:pt idx="2877">
                  <c:v>41530</c:v>
                </c:pt>
                <c:pt idx="2878">
                  <c:v>41533</c:v>
                </c:pt>
                <c:pt idx="2879">
                  <c:v>41534</c:v>
                </c:pt>
                <c:pt idx="2880">
                  <c:v>41535</c:v>
                </c:pt>
                <c:pt idx="2881">
                  <c:v>41536</c:v>
                </c:pt>
                <c:pt idx="2882">
                  <c:v>41537</c:v>
                </c:pt>
                <c:pt idx="2883">
                  <c:v>41540</c:v>
                </c:pt>
                <c:pt idx="2884">
                  <c:v>41541</c:v>
                </c:pt>
                <c:pt idx="2885">
                  <c:v>41542</c:v>
                </c:pt>
                <c:pt idx="2886">
                  <c:v>41543</c:v>
                </c:pt>
                <c:pt idx="2887">
                  <c:v>41544</c:v>
                </c:pt>
                <c:pt idx="2888">
                  <c:v>41547</c:v>
                </c:pt>
                <c:pt idx="2889">
                  <c:v>41548</c:v>
                </c:pt>
                <c:pt idx="2890">
                  <c:v>41549</c:v>
                </c:pt>
                <c:pt idx="2891">
                  <c:v>41550</c:v>
                </c:pt>
                <c:pt idx="2892">
                  <c:v>41551</c:v>
                </c:pt>
                <c:pt idx="2893">
                  <c:v>41554</c:v>
                </c:pt>
                <c:pt idx="2894">
                  <c:v>41555</c:v>
                </c:pt>
                <c:pt idx="2895">
                  <c:v>41556</c:v>
                </c:pt>
                <c:pt idx="2896">
                  <c:v>41557</c:v>
                </c:pt>
                <c:pt idx="2897">
                  <c:v>41558</c:v>
                </c:pt>
                <c:pt idx="2898">
                  <c:v>41561</c:v>
                </c:pt>
                <c:pt idx="2899">
                  <c:v>41562</c:v>
                </c:pt>
                <c:pt idx="2900">
                  <c:v>41563</c:v>
                </c:pt>
                <c:pt idx="2901">
                  <c:v>41564</c:v>
                </c:pt>
                <c:pt idx="2902">
                  <c:v>41565</c:v>
                </c:pt>
                <c:pt idx="2903">
                  <c:v>41568</c:v>
                </c:pt>
                <c:pt idx="2904">
                  <c:v>41569</c:v>
                </c:pt>
                <c:pt idx="2905">
                  <c:v>41570</c:v>
                </c:pt>
                <c:pt idx="2906">
                  <c:v>41571</c:v>
                </c:pt>
                <c:pt idx="2907">
                  <c:v>41572</c:v>
                </c:pt>
                <c:pt idx="2908">
                  <c:v>41575</c:v>
                </c:pt>
                <c:pt idx="2909">
                  <c:v>41576</c:v>
                </c:pt>
                <c:pt idx="2910">
                  <c:v>41577</c:v>
                </c:pt>
                <c:pt idx="2911">
                  <c:v>41578</c:v>
                </c:pt>
                <c:pt idx="2912">
                  <c:v>41579</c:v>
                </c:pt>
                <c:pt idx="2913">
                  <c:v>41582</c:v>
                </c:pt>
                <c:pt idx="2914">
                  <c:v>41583</c:v>
                </c:pt>
                <c:pt idx="2915">
                  <c:v>41584</c:v>
                </c:pt>
                <c:pt idx="2916">
                  <c:v>41585</c:v>
                </c:pt>
                <c:pt idx="2917">
                  <c:v>41586</c:v>
                </c:pt>
                <c:pt idx="2918">
                  <c:v>41589</c:v>
                </c:pt>
                <c:pt idx="2919">
                  <c:v>41590</c:v>
                </c:pt>
                <c:pt idx="2920">
                  <c:v>41591</c:v>
                </c:pt>
                <c:pt idx="2921">
                  <c:v>41592</c:v>
                </c:pt>
                <c:pt idx="2922">
                  <c:v>41596</c:v>
                </c:pt>
                <c:pt idx="2923">
                  <c:v>41597</c:v>
                </c:pt>
                <c:pt idx="2924">
                  <c:v>41599</c:v>
                </c:pt>
                <c:pt idx="2925">
                  <c:v>41600</c:v>
                </c:pt>
                <c:pt idx="2926">
                  <c:v>41603</c:v>
                </c:pt>
                <c:pt idx="2927">
                  <c:v>41604</c:v>
                </c:pt>
                <c:pt idx="2928">
                  <c:v>41605</c:v>
                </c:pt>
                <c:pt idx="2929">
                  <c:v>41606</c:v>
                </c:pt>
                <c:pt idx="2930">
                  <c:v>41607</c:v>
                </c:pt>
                <c:pt idx="2931">
                  <c:v>41610</c:v>
                </c:pt>
                <c:pt idx="2932">
                  <c:v>41611</c:v>
                </c:pt>
                <c:pt idx="2933">
                  <c:v>41612</c:v>
                </c:pt>
                <c:pt idx="2934">
                  <c:v>41613</c:v>
                </c:pt>
                <c:pt idx="2935">
                  <c:v>41614</c:v>
                </c:pt>
                <c:pt idx="2936">
                  <c:v>41617</c:v>
                </c:pt>
                <c:pt idx="2937">
                  <c:v>41618</c:v>
                </c:pt>
                <c:pt idx="2938">
                  <c:v>41619</c:v>
                </c:pt>
                <c:pt idx="2939">
                  <c:v>41620</c:v>
                </c:pt>
                <c:pt idx="2940">
                  <c:v>41621</c:v>
                </c:pt>
                <c:pt idx="2941">
                  <c:v>41624</c:v>
                </c:pt>
                <c:pt idx="2942">
                  <c:v>41625</c:v>
                </c:pt>
                <c:pt idx="2943">
                  <c:v>41626</c:v>
                </c:pt>
                <c:pt idx="2944">
                  <c:v>41627</c:v>
                </c:pt>
                <c:pt idx="2945">
                  <c:v>41628</c:v>
                </c:pt>
                <c:pt idx="2946">
                  <c:v>41631</c:v>
                </c:pt>
                <c:pt idx="2947">
                  <c:v>41634</c:v>
                </c:pt>
                <c:pt idx="2948">
                  <c:v>41635</c:v>
                </c:pt>
                <c:pt idx="2949">
                  <c:v>41638</c:v>
                </c:pt>
                <c:pt idx="2950">
                  <c:v>41641</c:v>
                </c:pt>
                <c:pt idx="2951">
                  <c:v>41642</c:v>
                </c:pt>
                <c:pt idx="2952">
                  <c:v>41645</c:v>
                </c:pt>
                <c:pt idx="2953">
                  <c:v>41646</c:v>
                </c:pt>
                <c:pt idx="2954">
                  <c:v>41647</c:v>
                </c:pt>
                <c:pt idx="2955">
                  <c:v>41648</c:v>
                </c:pt>
                <c:pt idx="2956">
                  <c:v>41649</c:v>
                </c:pt>
                <c:pt idx="2957">
                  <c:v>41652</c:v>
                </c:pt>
                <c:pt idx="2958">
                  <c:v>41653</c:v>
                </c:pt>
                <c:pt idx="2959">
                  <c:v>41654</c:v>
                </c:pt>
                <c:pt idx="2960">
                  <c:v>41655</c:v>
                </c:pt>
                <c:pt idx="2961">
                  <c:v>41656</c:v>
                </c:pt>
                <c:pt idx="2962">
                  <c:v>41659</c:v>
                </c:pt>
                <c:pt idx="2963">
                  <c:v>41660</c:v>
                </c:pt>
                <c:pt idx="2964">
                  <c:v>41661</c:v>
                </c:pt>
                <c:pt idx="2965">
                  <c:v>41662</c:v>
                </c:pt>
                <c:pt idx="2966">
                  <c:v>41663</c:v>
                </c:pt>
                <c:pt idx="2967">
                  <c:v>41666</c:v>
                </c:pt>
                <c:pt idx="2968">
                  <c:v>41667</c:v>
                </c:pt>
                <c:pt idx="2969">
                  <c:v>41668</c:v>
                </c:pt>
                <c:pt idx="2970">
                  <c:v>41669</c:v>
                </c:pt>
                <c:pt idx="2971">
                  <c:v>41670</c:v>
                </c:pt>
                <c:pt idx="2972">
                  <c:v>41673</c:v>
                </c:pt>
                <c:pt idx="2973">
                  <c:v>41674</c:v>
                </c:pt>
                <c:pt idx="2974">
                  <c:v>41675</c:v>
                </c:pt>
                <c:pt idx="2975">
                  <c:v>41676</c:v>
                </c:pt>
                <c:pt idx="2976">
                  <c:v>41677</c:v>
                </c:pt>
                <c:pt idx="2977">
                  <c:v>41680</c:v>
                </c:pt>
                <c:pt idx="2978">
                  <c:v>41681</c:v>
                </c:pt>
                <c:pt idx="2979">
                  <c:v>41682</c:v>
                </c:pt>
                <c:pt idx="2980">
                  <c:v>41683</c:v>
                </c:pt>
                <c:pt idx="2981">
                  <c:v>41684</c:v>
                </c:pt>
                <c:pt idx="2982">
                  <c:v>41687</c:v>
                </c:pt>
                <c:pt idx="2983">
                  <c:v>41688</c:v>
                </c:pt>
                <c:pt idx="2984">
                  <c:v>41689</c:v>
                </c:pt>
                <c:pt idx="2985">
                  <c:v>41690</c:v>
                </c:pt>
                <c:pt idx="2986">
                  <c:v>41691</c:v>
                </c:pt>
                <c:pt idx="2987">
                  <c:v>41694</c:v>
                </c:pt>
                <c:pt idx="2988">
                  <c:v>41695</c:v>
                </c:pt>
                <c:pt idx="2989">
                  <c:v>41696</c:v>
                </c:pt>
                <c:pt idx="2990">
                  <c:v>41697</c:v>
                </c:pt>
                <c:pt idx="2991">
                  <c:v>41698</c:v>
                </c:pt>
                <c:pt idx="2992">
                  <c:v>41703</c:v>
                </c:pt>
                <c:pt idx="2993">
                  <c:v>41704</c:v>
                </c:pt>
                <c:pt idx="2994">
                  <c:v>41705</c:v>
                </c:pt>
                <c:pt idx="2995">
                  <c:v>41708</c:v>
                </c:pt>
                <c:pt idx="2996">
                  <c:v>41709</c:v>
                </c:pt>
                <c:pt idx="2997">
                  <c:v>41710</c:v>
                </c:pt>
                <c:pt idx="2998">
                  <c:v>41711</c:v>
                </c:pt>
                <c:pt idx="2999">
                  <c:v>41712</c:v>
                </c:pt>
                <c:pt idx="3000">
                  <c:v>41715</c:v>
                </c:pt>
                <c:pt idx="3001">
                  <c:v>41716</c:v>
                </c:pt>
                <c:pt idx="3002">
                  <c:v>41717</c:v>
                </c:pt>
                <c:pt idx="3003">
                  <c:v>41718</c:v>
                </c:pt>
                <c:pt idx="3004">
                  <c:v>41719</c:v>
                </c:pt>
                <c:pt idx="3005">
                  <c:v>41722</c:v>
                </c:pt>
                <c:pt idx="3006">
                  <c:v>41723</c:v>
                </c:pt>
                <c:pt idx="3007">
                  <c:v>41724</c:v>
                </c:pt>
                <c:pt idx="3008">
                  <c:v>41725</c:v>
                </c:pt>
                <c:pt idx="3009">
                  <c:v>41726</c:v>
                </c:pt>
                <c:pt idx="3010">
                  <c:v>41729</c:v>
                </c:pt>
                <c:pt idx="3011">
                  <c:v>41730</c:v>
                </c:pt>
                <c:pt idx="3012">
                  <c:v>41731</c:v>
                </c:pt>
                <c:pt idx="3013">
                  <c:v>41732</c:v>
                </c:pt>
                <c:pt idx="3014">
                  <c:v>41733</c:v>
                </c:pt>
                <c:pt idx="3015">
                  <c:v>41736</c:v>
                </c:pt>
                <c:pt idx="3016">
                  <c:v>41737</c:v>
                </c:pt>
                <c:pt idx="3017">
                  <c:v>41738</c:v>
                </c:pt>
                <c:pt idx="3018">
                  <c:v>41739</c:v>
                </c:pt>
                <c:pt idx="3019">
                  <c:v>41740</c:v>
                </c:pt>
                <c:pt idx="3020">
                  <c:v>41743</c:v>
                </c:pt>
                <c:pt idx="3021">
                  <c:v>41744</c:v>
                </c:pt>
                <c:pt idx="3022">
                  <c:v>41745</c:v>
                </c:pt>
                <c:pt idx="3023">
                  <c:v>41746</c:v>
                </c:pt>
                <c:pt idx="3024">
                  <c:v>41751</c:v>
                </c:pt>
                <c:pt idx="3025">
                  <c:v>41752</c:v>
                </c:pt>
                <c:pt idx="3026">
                  <c:v>41753</c:v>
                </c:pt>
                <c:pt idx="3027">
                  <c:v>41754</c:v>
                </c:pt>
                <c:pt idx="3028">
                  <c:v>41757</c:v>
                </c:pt>
                <c:pt idx="3029">
                  <c:v>41758</c:v>
                </c:pt>
                <c:pt idx="3030">
                  <c:v>41759</c:v>
                </c:pt>
                <c:pt idx="3031">
                  <c:v>41761</c:v>
                </c:pt>
                <c:pt idx="3032">
                  <c:v>41764</c:v>
                </c:pt>
                <c:pt idx="3033">
                  <c:v>41765</c:v>
                </c:pt>
                <c:pt idx="3034">
                  <c:v>41766</c:v>
                </c:pt>
                <c:pt idx="3035">
                  <c:v>41767</c:v>
                </c:pt>
                <c:pt idx="3036">
                  <c:v>41768</c:v>
                </c:pt>
                <c:pt idx="3037">
                  <c:v>41771</c:v>
                </c:pt>
                <c:pt idx="3038">
                  <c:v>41772</c:v>
                </c:pt>
                <c:pt idx="3039">
                  <c:v>41773</c:v>
                </c:pt>
                <c:pt idx="3040">
                  <c:v>41774</c:v>
                </c:pt>
                <c:pt idx="3041">
                  <c:v>41775</c:v>
                </c:pt>
                <c:pt idx="3042">
                  <c:v>41778</c:v>
                </c:pt>
                <c:pt idx="3043">
                  <c:v>41779</c:v>
                </c:pt>
                <c:pt idx="3044">
                  <c:v>41780</c:v>
                </c:pt>
                <c:pt idx="3045">
                  <c:v>41781</c:v>
                </c:pt>
                <c:pt idx="3046">
                  <c:v>41782</c:v>
                </c:pt>
                <c:pt idx="3047">
                  <c:v>41785</c:v>
                </c:pt>
                <c:pt idx="3048">
                  <c:v>41786</c:v>
                </c:pt>
                <c:pt idx="3049">
                  <c:v>41787</c:v>
                </c:pt>
                <c:pt idx="3050">
                  <c:v>41788</c:v>
                </c:pt>
                <c:pt idx="3051">
                  <c:v>41789</c:v>
                </c:pt>
                <c:pt idx="3052">
                  <c:v>41792</c:v>
                </c:pt>
                <c:pt idx="3053">
                  <c:v>41793</c:v>
                </c:pt>
                <c:pt idx="3054">
                  <c:v>41794</c:v>
                </c:pt>
                <c:pt idx="3055">
                  <c:v>41795</c:v>
                </c:pt>
                <c:pt idx="3056">
                  <c:v>41796</c:v>
                </c:pt>
                <c:pt idx="3057">
                  <c:v>41799</c:v>
                </c:pt>
                <c:pt idx="3058">
                  <c:v>41800</c:v>
                </c:pt>
                <c:pt idx="3059">
                  <c:v>41801</c:v>
                </c:pt>
                <c:pt idx="3060">
                  <c:v>41803</c:v>
                </c:pt>
                <c:pt idx="3061">
                  <c:v>41806</c:v>
                </c:pt>
                <c:pt idx="3062">
                  <c:v>41807</c:v>
                </c:pt>
                <c:pt idx="3063">
                  <c:v>41808</c:v>
                </c:pt>
                <c:pt idx="3064">
                  <c:v>41810</c:v>
                </c:pt>
                <c:pt idx="3065">
                  <c:v>41813</c:v>
                </c:pt>
                <c:pt idx="3066">
                  <c:v>41814</c:v>
                </c:pt>
                <c:pt idx="3067">
                  <c:v>41815</c:v>
                </c:pt>
                <c:pt idx="3068">
                  <c:v>41816</c:v>
                </c:pt>
                <c:pt idx="3069">
                  <c:v>41817</c:v>
                </c:pt>
                <c:pt idx="3070">
                  <c:v>41820</c:v>
                </c:pt>
                <c:pt idx="3071">
                  <c:v>41821</c:v>
                </c:pt>
                <c:pt idx="3072">
                  <c:v>41822</c:v>
                </c:pt>
                <c:pt idx="3073">
                  <c:v>41823</c:v>
                </c:pt>
                <c:pt idx="3074">
                  <c:v>41824</c:v>
                </c:pt>
                <c:pt idx="3075">
                  <c:v>41827</c:v>
                </c:pt>
                <c:pt idx="3076">
                  <c:v>41828</c:v>
                </c:pt>
                <c:pt idx="3077">
                  <c:v>41830</c:v>
                </c:pt>
                <c:pt idx="3078">
                  <c:v>41831</c:v>
                </c:pt>
                <c:pt idx="3079">
                  <c:v>41834</c:v>
                </c:pt>
                <c:pt idx="3080">
                  <c:v>41835</c:v>
                </c:pt>
                <c:pt idx="3081">
                  <c:v>41836</c:v>
                </c:pt>
                <c:pt idx="3082">
                  <c:v>41837</c:v>
                </c:pt>
                <c:pt idx="3083">
                  <c:v>41838</c:v>
                </c:pt>
                <c:pt idx="3084">
                  <c:v>41841</c:v>
                </c:pt>
                <c:pt idx="3085">
                  <c:v>41842</c:v>
                </c:pt>
                <c:pt idx="3086">
                  <c:v>41843</c:v>
                </c:pt>
                <c:pt idx="3087">
                  <c:v>41844</c:v>
                </c:pt>
                <c:pt idx="3088">
                  <c:v>41845</c:v>
                </c:pt>
                <c:pt idx="3089">
                  <c:v>41848</c:v>
                </c:pt>
                <c:pt idx="3090">
                  <c:v>41849</c:v>
                </c:pt>
                <c:pt idx="3091">
                  <c:v>41850</c:v>
                </c:pt>
                <c:pt idx="3092">
                  <c:v>41851</c:v>
                </c:pt>
                <c:pt idx="3093">
                  <c:v>41852</c:v>
                </c:pt>
                <c:pt idx="3094">
                  <c:v>41855</c:v>
                </c:pt>
                <c:pt idx="3095">
                  <c:v>41856</c:v>
                </c:pt>
                <c:pt idx="3096">
                  <c:v>41857</c:v>
                </c:pt>
                <c:pt idx="3097">
                  <c:v>41858</c:v>
                </c:pt>
                <c:pt idx="3098">
                  <c:v>41859</c:v>
                </c:pt>
                <c:pt idx="3099">
                  <c:v>41862</c:v>
                </c:pt>
                <c:pt idx="3100">
                  <c:v>41863</c:v>
                </c:pt>
                <c:pt idx="3101">
                  <c:v>41864</c:v>
                </c:pt>
                <c:pt idx="3102">
                  <c:v>41865</c:v>
                </c:pt>
                <c:pt idx="3103">
                  <c:v>41866</c:v>
                </c:pt>
                <c:pt idx="3104">
                  <c:v>41869</c:v>
                </c:pt>
                <c:pt idx="3105">
                  <c:v>41870</c:v>
                </c:pt>
                <c:pt idx="3106">
                  <c:v>41871</c:v>
                </c:pt>
                <c:pt idx="3107">
                  <c:v>41872</c:v>
                </c:pt>
                <c:pt idx="3108">
                  <c:v>41873</c:v>
                </c:pt>
                <c:pt idx="3109">
                  <c:v>41876</c:v>
                </c:pt>
                <c:pt idx="3110">
                  <c:v>41877</c:v>
                </c:pt>
                <c:pt idx="3111">
                  <c:v>41878</c:v>
                </c:pt>
                <c:pt idx="3112">
                  <c:v>41879</c:v>
                </c:pt>
                <c:pt idx="3113">
                  <c:v>41880</c:v>
                </c:pt>
                <c:pt idx="3114">
                  <c:v>41883</c:v>
                </c:pt>
                <c:pt idx="3115">
                  <c:v>41884</c:v>
                </c:pt>
                <c:pt idx="3116">
                  <c:v>41885</c:v>
                </c:pt>
                <c:pt idx="3117">
                  <c:v>41886</c:v>
                </c:pt>
                <c:pt idx="3118">
                  <c:v>41887</c:v>
                </c:pt>
                <c:pt idx="3119">
                  <c:v>41890</c:v>
                </c:pt>
                <c:pt idx="3120">
                  <c:v>41891</c:v>
                </c:pt>
                <c:pt idx="3121">
                  <c:v>41892</c:v>
                </c:pt>
                <c:pt idx="3122">
                  <c:v>41893</c:v>
                </c:pt>
                <c:pt idx="3123">
                  <c:v>41894</c:v>
                </c:pt>
                <c:pt idx="3124">
                  <c:v>41897</c:v>
                </c:pt>
                <c:pt idx="3125">
                  <c:v>41898</c:v>
                </c:pt>
                <c:pt idx="3126">
                  <c:v>41899</c:v>
                </c:pt>
                <c:pt idx="3127">
                  <c:v>41900</c:v>
                </c:pt>
                <c:pt idx="3128">
                  <c:v>41901</c:v>
                </c:pt>
                <c:pt idx="3129">
                  <c:v>41904</c:v>
                </c:pt>
                <c:pt idx="3130">
                  <c:v>41905</c:v>
                </c:pt>
                <c:pt idx="3131">
                  <c:v>41906</c:v>
                </c:pt>
                <c:pt idx="3132">
                  <c:v>41907</c:v>
                </c:pt>
                <c:pt idx="3133">
                  <c:v>41908</c:v>
                </c:pt>
                <c:pt idx="3134">
                  <c:v>41911</c:v>
                </c:pt>
                <c:pt idx="3135">
                  <c:v>41912</c:v>
                </c:pt>
                <c:pt idx="3136">
                  <c:v>41913</c:v>
                </c:pt>
                <c:pt idx="3137">
                  <c:v>41914</c:v>
                </c:pt>
                <c:pt idx="3138">
                  <c:v>41915</c:v>
                </c:pt>
                <c:pt idx="3139">
                  <c:v>41918</c:v>
                </c:pt>
                <c:pt idx="3140">
                  <c:v>41919</c:v>
                </c:pt>
                <c:pt idx="3141">
                  <c:v>41920</c:v>
                </c:pt>
                <c:pt idx="3142">
                  <c:v>41921</c:v>
                </c:pt>
                <c:pt idx="3143">
                  <c:v>41922</c:v>
                </c:pt>
                <c:pt idx="3144">
                  <c:v>41925</c:v>
                </c:pt>
                <c:pt idx="3145">
                  <c:v>41926</c:v>
                </c:pt>
                <c:pt idx="3146">
                  <c:v>41927</c:v>
                </c:pt>
                <c:pt idx="3147">
                  <c:v>41928</c:v>
                </c:pt>
                <c:pt idx="3148">
                  <c:v>41929</c:v>
                </c:pt>
                <c:pt idx="3149">
                  <c:v>41932</c:v>
                </c:pt>
                <c:pt idx="3150">
                  <c:v>41933</c:v>
                </c:pt>
                <c:pt idx="3151">
                  <c:v>41934</c:v>
                </c:pt>
                <c:pt idx="3152">
                  <c:v>41935</c:v>
                </c:pt>
                <c:pt idx="3153">
                  <c:v>41936</c:v>
                </c:pt>
                <c:pt idx="3154">
                  <c:v>41939</c:v>
                </c:pt>
                <c:pt idx="3155">
                  <c:v>41940</c:v>
                </c:pt>
                <c:pt idx="3156">
                  <c:v>41941</c:v>
                </c:pt>
                <c:pt idx="3157">
                  <c:v>41942</c:v>
                </c:pt>
                <c:pt idx="3158">
                  <c:v>41943</c:v>
                </c:pt>
                <c:pt idx="3159">
                  <c:v>41946</c:v>
                </c:pt>
                <c:pt idx="3160">
                  <c:v>41947</c:v>
                </c:pt>
                <c:pt idx="3161">
                  <c:v>41948</c:v>
                </c:pt>
                <c:pt idx="3162">
                  <c:v>41949</c:v>
                </c:pt>
                <c:pt idx="3163">
                  <c:v>41950</c:v>
                </c:pt>
                <c:pt idx="3164">
                  <c:v>41953</c:v>
                </c:pt>
                <c:pt idx="3165">
                  <c:v>41954</c:v>
                </c:pt>
                <c:pt idx="3166">
                  <c:v>41955</c:v>
                </c:pt>
                <c:pt idx="3167">
                  <c:v>41956</c:v>
                </c:pt>
                <c:pt idx="3168">
                  <c:v>41957</c:v>
                </c:pt>
                <c:pt idx="3169">
                  <c:v>41960</c:v>
                </c:pt>
                <c:pt idx="3170">
                  <c:v>41961</c:v>
                </c:pt>
                <c:pt idx="3171">
                  <c:v>41962</c:v>
                </c:pt>
                <c:pt idx="3172">
                  <c:v>41964</c:v>
                </c:pt>
                <c:pt idx="3173">
                  <c:v>41967</c:v>
                </c:pt>
                <c:pt idx="3174">
                  <c:v>41968</c:v>
                </c:pt>
                <c:pt idx="3175">
                  <c:v>41969</c:v>
                </c:pt>
                <c:pt idx="3176">
                  <c:v>41970</c:v>
                </c:pt>
                <c:pt idx="3177">
                  <c:v>41971</c:v>
                </c:pt>
                <c:pt idx="3178">
                  <c:v>41974</c:v>
                </c:pt>
                <c:pt idx="3179">
                  <c:v>41975</c:v>
                </c:pt>
                <c:pt idx="3180">
                  <c:v>41976</c:v>
                </c:pt>
                <c:pt idx="3181">
                  <c:v>41977</c:v>
                </c:pt>
                <c:pt idx="3182">
                  <c:v>41978</c:v>
                </c:pt>
                <c:pt idx="3183">
                  <c:v>41981</c:v>
                </c:pt>
                <c:pt idx="3184">
                  <c:v>41982</c:v>
                </c:pt>
                <c:pt idx="3185">
                  <c:v>41983</c:v>
                </c:pt>
                <c:pt idx="3186">
                  <c:v>41984</c:v>
                </c:pt>
                <c:pt idx="3187">
                  <c:v>41985</c:v>
                </c:pt>
                <c:pt idx="3188">
                  <c:v>41988</c:v>
                </c:pt>
                <c:pt idx="3189">
                  <c:v>41989</c:v>
                </c:pt>
                <c:pt idx="3190">
                  <c:v>41990</c:v>
                </c:pt>
                <c:pt idx="3191">
                  <c:v>41991</c:v>
                </c:pt>
                <c:pt idx="3192">
                  <c:v>41992</c:v>
                </c:pt>
                <c:pt idx="3193">
                  <c:v>41995</c:v>
                </c:pt>
                <c:pt idx="3194">
                  <c:v>41996</c:v>
                </c:pt>
                <c:pt idx="3195">
                  <c:v>41999</c:v>
                </c:pt>
                <c:pt idx="3196">
                  <c:v>42002</c:v>
                </c:pt>
                <c:pt idx="3197">
                  <c:v>42003</c:v>
                </c:pt>
                <c:pt idx="3198">
                  <c:v>42006</c:v>
                </c:pt>
                <c:pt idx="3199">
                  <c:v>42009</c:v>
                </c:pt>
                <c:pt idx="3200">
                  <c:v>42010</c:v>
                </c:pt>
                <c:pt idx="3201">
                  <c:v>42011</c:v>
                </c:pt>
                <c:pt idx="3202">
                  <c:v>42012</c:v>
                </c:pt>
                <c:pt idx="3203">
                  <c:v>42013</c:v>
                </c:pt>
                <c:pt idx="3204">
                  <c:v>42016</c:v>
                </c:pt>
                <c:pt idx="3205">
                  <c:v>42017</c:v>
                </c:pt>
                <c:pt idx="3206">
                  <c:v>42018</c:v>
                </c:pt>
                <c:pt idx="3207">
                  <c:v>42019</c:v>
                </c:pt>
                <c:pt idx="3208">
                  <c:v>42020</c:v>
                </c:pt>
                <c:pt idx="3209">
                  <c:v>42023</c:v>
                </c:pt>
                <c:pt idx="3210">
                  <c:v>42024</c:v>
                </c:pt>
                <c:pt idx="3211">
                  <c:v>42025</c:v>
                </c:pt>
                <c:pt idx="3212">
                  <c:v>42026</c:v>
                </c:pt>
                <c:pt idx="3213">
                  <c:v>42027</c:v>
                </c:pt>
                <c:pt idx="3214">
                  <c:v>42030</c:v>
                </c:pt>
                <c:pt idx="3215">
                  <c:v>42031</c:v>
                </c:pt>
                <c:pt idx="3216">
                  <c:v>42032</c:v>
                </c:pt>
                <c:pt idx="3217">
                  <c:v>42033</c:v>
                </c:pt>
                <c:pt idx="3218">
                  <c:v>42034</c:v>
                </c:pt>
                <c:pt idx="3219">
                  <c:v>42037</c:v>
                </c:pt>
                <c:pt idx="3220">
                  <c:v>42038</c:v>
                </c:pt>
                <c:pt idx="3221">
                  <c:v>42039</c:v>
                </c:pt>
                <c:pt idx="3222">
                  <c:v>42040</c:v>
                </c:pt>
                <c:pt idx="3223">
                  <c:v>42041</c:v>
                </c:pt>
                <c:pt idx="3224">
                  <c:v>42044</c:v>
                </c:pt>
                <c:pt idx="3225">
                  <c:v>42045</c:v>
                </c:pt>
                <c:pt idx="3226">
                  <c:v>42046</c:v>
                </c:pt>
                <c:pt idx="3227">
                  <c:v>42047</c:v>
                </c:pt>
                <c:pt idx="3228">
                  <c:v>42048</c:v>
                </c:pt>
                <c:pt idx="3229">
                  <c:v>42053</c:v>
                </c:pt>
                <c:pt idx="3230">
                  <c:v>42054</c:v>
                </c:pt>
                <c:pt idx="3231">
                  <c:v>42055</c:v>
                </c:pt>
                <c:pt idx="3232">
                  <c:v>42058</c:v>
                </c:pt>
                <c:pt idx="3233">
                  <c:v>42059</c:v>
                </c:pt>
                <c:pt idx="3234">
                  <c:v>42060</c:v>
                </c:pt>
                <c:pt idx="3235">
                  <c:v>42061</c:v>
                </c:pt>
                <c:pt idx="3236">
                  <c:v>42062</c:v>
                </c:pt>
                <c:pt idx="3237">
                  <c:v>42065</c:v>
                </c:pt>
                <c:pt idx="3238">
                  <c:v>42066</c:v>
                </c:pt>
                <c:pt idx="3239">
                  <c:v>42067</c:v>
                </c:pt>
                <c:pt idx="3240">
                  <c:v>42068</c:v>
                </c:pt>
                <c:pt idx="3241">
                  <c:v>42069</c:v>
                </c:pt>
                <c:pt idx="3242">
                  <c:v>42072</c:v>
                </c:pt>
                <c:pt idx="3243">
                  <c:v>42073</c:v>
                </c:pt>
                <c:pt idx="3244">
                  <c:v>42074</c:v>
                </c:pt>
                <c:pt idx="3245">
                  <c:v>42075</c:v>
                </c:pt>
                <c:pt idx="3246">
                  <c:v>42076</c:v>
                </c:pt>
                <c:pt idx="3247">
                  <c:v>42079</c:v>
                </c:pt>
                <c:pt idx="3248">
                  <c:v>42080</c:v>
                </c:pt>
                <c:pt idx="3249">
                  <c:v>42081</c:v>
                </c:pt>
                <c:pt idx="3250">
                  <c:v>42082</c:v>
                </c:pt>
                <c:pt idx="3251">
                  <c:v>42083</c:v>
                </c:pt>
                <c:pt idx="3252">
                  <c:v>42086</c:v>
                </c:pt>
                <c:pt idx="3253">
                  <c:v>42087</c:v>
                </c:pt>
                <c:pt idx="3254">
                  <c:v>42088</c:v>
                </c:pt>
                <c:pt idx="3255">
                  <c:v>42089</c:v>
                </c:pt>
                <c:pt idx="3256">
                  <c:v>42090</c:v>
                </c:pt>
                <c:pt idx="3257">
                  <c:v>42093</c:v>
                </c:pt>
                <c:pt idx="3258">
                  <c:v>42094</c:v>
                </c:pt>
                <c:pt idx="3259">
                  <c:v>42095</c:v>
                </c:pt>
                <c:pt idx="3260">
                  <c:v>42096</c:v>
                </c:pt>
                <c:pt idx="3261">
                  <c:v>42100</c:v>
                </c:pt>
                <c:pt idx="3262">
                  <c:v>42101</c:v>
                </c:pt>
                <c:pt idx="3263">
                  <c:v>42102</c:v>
                </c:pt>
                <c:pt idx="3264">
                  <c:v>42103</c:v>
                </c:pt>
                <c:pt idx="3265">
                  <c:v>42104</c:v>
                </c:pt>
                <c:pt idx="3266">
                  <c:v>42107</c:v>
                </c:pt>
                <c:pt idx="3267">
                  <c:v>42108</c:v>
                </c:pt>
                <c:pt idx="3268">
                  <c:v>42109</c:v>
                </c:pt>
                <c:pt idx="3269">
                  <c:v>42110</c:v>
                </c:pt>
                <c:pt idx="3270">
                  <c:v>42111</c:v>
                </c:pt>
                <c:pt idx="3271">
                  <c:v>42114</c:v>
                </c:pt>
                <c:pt idx="3272">
                  <c:v>42116</c:v>
                </c:pt>
                <c:pt idx="3273">
                  <c:v>42117</c:v>
                </c:pt>
                <c:pt idx="3274">
                  <c:v>42118</c:v>
                </c:pt>
                <c:pt idx="3275">
                  <c:v>42121</c:v>
                </c:pt>
                <c:pt idx="3276">
                  <c:v>42122</c:v>
                </c:pt>
                <c:pt idx="3277">
                  <c:v>42123</c:v>
                </c:pt>
                <c:pt idx="3278">
                  <c:v>42124</c:v>
                </c:pt>
                <c:pt idx="3279">
                  <c:v>42128</c:v>
                </c:pt>
                <c:pt idx="3280">
                  <c:v>42129</c:v>
                </c:pt>
                <c:pt idx="3281">
                  <c:v>42130</c:v>
                </c:pt>
                <c:pt idx="3282">
                  <c:v>42131</c:v>
                </c:pt>
                <c:pt idx="3283">
                  <c:v>42132</c:v>
                </c:pt>
                <c:pt idx="3284">
                  <c:v>42135</c:v>
                </c:pt>
                <c:pt idx="3285">
                  <c:v>42136</c:v>
                </c:pt>
                <c:pt idx="3286">
                  <c:v>42137</c:v>
                </c:pt>
                <c:pt idx="3287">
                  <c:v>42138</c:v>
                </c:pt>
                <c:pt idx="3288">
                  <c:v>42139</c:v>
                </c:pt>
                <c:pt idx="3289">
                  <c:v>42142</c:v>
                </c:pt>
                <c:pt idx="3290">
                  <c:v>42143</c:v>
                </c:pt>
                <c:pt idx="3291">
                  <c:v>42144</c:v>
                </c:pt>
                <c:pt idx="3292">
                  <c:v>42145</c:v>
                </c:pt>
                <c:pt idx="3293">
                  <c:v>42146</c:v>
                </c:pt>
                <c:pt idx="3294">
                  <c:v>42149</c:v>
                </c:pt>
                <c:pt idx="3295">
                  <c:v>42150</c:v>
                </c:pt>
                <c:pt idx="3296">
                  <c:v>42151</c:v>
                </c:pt>
                <c:pt idx="3297">
                  <c:v>42152</c:v>
                </c:pt>
                <c:pt idx="3298">
                  <c:v>42153</c:v>
                </c:pt>
                <c:pt idx="3299">
                  <c:v>42156</c:v>
                </c:pt>
                <c:pt idx="3300">
                  <c:v>42157</c:v>
                </c:pt>
                <c:pt idx="3301">
                  <c:v>42158</c:v>
                </c:pt>
                <c:pt idx="3302">
                  <c:v>42160</c:v>
                </c:pt>
                <c:pt idx="3303">
                  <c:v>42163</c:v>
                </c:pt>
                <c:pt idx="3304">
                  <c:v>42164</c:v>
                </c:pt>
                <c:pt idx="3305">
                  <c:v>42165</c:v>
                </c:pt>
                <c:pt idx="3306">
                  <c:v>42166</c:v>
                </c:pt>
                <c:pt idx="3307">
                  <c:v>42167</c:v>
                </c:pt>
                <c:pt idx="3308">
                  <c:v>42170</c:v>
                </c:pt>
                <c:pt idx="3309">
                  <c:v>42171</c:v>
                </c:pt>
                <c:pt idx="3310">
                  <c:v>42172</c:v>
                </c:pt>
                <c:pt idx="3311">
                  <c:v>42173</c:v>
                </c:pt>
                <c:pt idx="3312">
                  <c:v>42174</c:v>
                </c:pt>
                <c:pt idx="3313">
                  <c:v>42177</c:v>
                </c:pt>
                <c:pt idx="3314">
                  <c:v>42178</c:v>
                </c:pt>
                <c:pt idx="3315">
                  <c:v>42179</c:v>
                </c:pt>
                <c:pt idx="3316">
                  <c:v>42180</c:v>
                </c:pt>
                <c:pt idx="3317">
                  <c:v>42181</c:v>
                </c:pt>
                <c:pt idx="3318">
                  <c:v>42184</c:v>
                </c:pt>
                <c:pt idx="3319">
                  <c:v>42185</c:v>
                </c:pt>
                <c:pt idx="3320">
                  <c:v>42186</c:v>
                </c:pt>
                <c:pt idx="3321">
                  <c:v>42187</c:v>
                </c:pt>
                <c:pt idx="3322">
                  <c:v>42188</c:v>
                </c:pt>
                <c:pt idx="3323">
                  <c:v>42191</c:v>
                </c:pt>
                <c:pt idx="3324">
                  <c:v>42192</c:v>
                </c:pt>
                <c:pt idx="3325">
                  <c:v>42193</c:v>
                </c:pt>
                <c:pt idx="3326">
                  <c:v>42195</c:v>
                </c:pt>
                <c:pt idx="3327">
                  <c:v>42198</c:v>
                </c:pt>
                <c:pt idx="3328">
                  <c:v>42199</c:v>
                </c:pt>
                <c:pt idx="3329">
                  <c:v>42200</c:v>
                </c:pt>
                <c:pt idx="3330">
                  <c:v>42201</c:v>
                </c:pt>
                <c:pt idx="3331">
                  <c:v>42202</c:v>
                </c:pt>
                <c:pt idx="3332">
                  <c:v>42205</c:v>
                </c:pt>
                <c:pt idx="3333">
                  <c:v>42206</c:v>
                </c:pt>
                <c:pt idx="3334">
                  <c:v>42207</c:v>
                </c:pt>
                <c:pt idx="3335">
                  <c:v>42208</c:v>
                </c:pt>
                <c:pt idx="3336">
                  <c:v>42209</c:v>
                </c:pt>
                <c:pt idx="3337">
                  <c:v>42212</c:v>
                </c:pt>
                <c:pt idx="3338">
                  <c:v>42213</c:v>
                </c:pt>
                <c:pt idx="3339">
                  <c:v>42214</c:v>
                </c:pt>
                <c:pt idx="3340">
                  <c:v>42215</c:v>
                </c:pt>
                <c:pt idx="3341">
                  <c:v>42216</c:v>
                </c:pt>
                <c:pt idx="3342">
                  <c:v>42219</c:v>
                </c:pt>
                <c:pt idx="3343">
                  <c:v>42220</c:v>
                </c:pt>
                <c:pt idx="3344">
                  <c:v>42221</c:v>
                </c:pt>
                <c:pt idx="3345">
                  <c:v>42222</c:v>
                </c:pt>
                <c:pt idx="3346">
                  <c:v>42223</c:v>
                </c:pt>
                <c:pt idx="3347">
                  <c:v>42226</c:v>
                </c:pt>
                <c:pt idx="3348">
                  <c:v>42227</c:v>
                </c:pt>
                <c:pt idx="3349">
                  <c:v>42228</c:v>
                </c:pt>
                <c:pt idx="3350">
                  <c:v>42229</c:v>
                </c:pt>
                <c:pt idx="3351">
                  <c:v>42230</c:v>
                </c:pt>
                <c:pt idx="3352">
                  <c:v>42233</c:v>
                </c:pt>
                <c:pt idx="3353">
                  <c:v>42234</c:v>
                </c:pt>
                <c:pt idx="3354">
                  <c:v>42235</c:v>
                </c:pt>
                <c:pt idx="3355">
                  <c:v>42236</c:v>
                </c:pt>
                <c:pt idx="3356">
                  <c:v>42237</c:v>
                </c:pt>
                <c:pt idx="3357">
                  <c:v>42240</c:v>
                </c:pt>
                <c:pt idx="3358">
                  <c:v>42241</c:v>
                </c:pt>
                <c:pt idx="3359">
                  <c:v>42242</c:v>
                </c:pt>
                <c:pt idx="3360">
                  <c:v>42243</c:v>
                </c:pt>
                <c:pt idx="3361">
                  <c:v>42244</c:v>
                </c:pt>
                <c:pt idx="3362">
                  <c:v>42247</c:v>
                </c:pt>
                <c:pt idx="3363">
                  <c:v>42248</c:v>
                </c:pt>
                <c:pt idx="3364">
                  <c:v>42249</c:v>
                </c:pt>
                <c:pt idx="3365">
                  <c:v>42250</c:v>
                </c:pt>
                <c:pt idx="3366">
                  <c:v>42251</c:v>
                </c:pt>
                <c:pt idx="3367">
                  <c:v>42255</c:v>
                </c:pt>
                <c:pt idx="3368">
                  <c:v>42256</c:v>
                </c:pt>
                <c:pt idx="3369">
                  <c:v>42257</c:v>
                </c:pt>
                <c:pt idx="3370">
                  <c:v>42258</c:v>
                </c:pt>
                <c:pt idx="3371">
                  <c:v>42261</c:v>
                </c:pt>
                <c:pt idx="3372">
                  <c:v>42262</c:v>
                </c:pt>
                <c:pt idx="3373">
                  <c:v>42263</c:v>
                </c:pt>
                <c:pt idx="3374">
                  <c:v>42264</c:v>
                </c:pt>
                <c:pt idx="3375">
                  <c:v>42265</c:v>
                </c:pt>
                <c:pt idx="3376">
                  <c:v>42268</c:v>
                </c:pt>
                <c:pt idx="3377">
                  <c:v>42269</c:v>
                </c:pt>
                <c:pt idx="3378">
                  <c:v>42270</c:v>
                </c:pt>
                <c:pt idx="3379">
                  <c:v>42271</c:v>
                </c:pt>
                <c:pt idx="3380">
                  <c:v>42272</c:v>
                </c:pt>
                <c:pt idx="3381">
                  <c:v>42275</c:v>
                </c:pt>
                <c:pt idx="3382">
                  <c:v>42276</c:v>
                </c:pt>
                <c:pt idx="3383">
                  <c:v>42277</c:v>
                </c:pt>
                <c:pt idx="3384">
                  <c:v>42278</c:v>
                </c:pt>
                <c:pt idx="3385">
                  <c:v>42279</c:v>
                </c:pt>
                <c:pt idx="3386">
                  <c:v>42282</c:v>
                </c:pt>
                <c:pt idx="3387">
                  <c:v>42283</c:v>
                </c:pt>
                <c:pt idx="3388">
                  <c:v>42284</c:v>
                </c:pt>
                <c:pt idx="3389">
                  <c:v>42285</c:v>
                </c:pt>
                <c:pt idx="3390">
                  <c:v>42286</c:v>
                </c:pt>
                <c:pt idx="3391">
                  <c:v>42290</c:v>
                </c:pt>
                <c:pt idx="3392">
                  <c:v>42291</c:v>
                </c:pt>
                <c:pt idx="3393">
                  <c:v>42292</c:v>
                </c:pt>
                <c:pt idx="3394">
                  <c:v>42293</c:v>
                </c:pt>
                <c:pt idx="3395">
                  <c:v>42296</c:v>
                </c:pt>
                <c:pt idx="3396">
                  <c:v>42297</c:v>
                </c:pt>
                <c:pt idx="3397">
                  <c:v>42298</c:v>
                </c:pt>
                <c:pt idx="3398">
                  <c:v>42299</c:v>
                </c:pt>
                <c:pt idx="3399">
                  <c:v>42300</c:v>
                </c:pt>
                <c:pt idx="3400">
                  <c:v>42303</c:v>
                </c:pt>
                <c:pt idx="3401">
                  <c:v>42304</c:v>
                </c:pt>
                <c:pt idx="3402">
                  <c:v>42305</c:v>
                </c:pt>
                <c:pt idx="3403">
                  <c:v>42306</c:v>
                </c:pt>
                <c:pt idx="3404">
                  <c:v>42307</c:v>
                </c:pt>
                <c:pt idx="3405">
                  <c:v>42311</c:v>
                </c:pt>
                <c:pt idx="3406">
                  <c:v>42312</c:v>
                </c:pt>
                <c:pt idx="3407">
                  <c:v>42313</c:v>
                </c:pt>
                <c:pt idx="3408">
                  <c:v>42314</c:v>
                </c:pt>
                <c:pt idx="3409">
                  <c:v>42317</c:v>
                </c:pt>
                <c:pt idx="3410">
                  <c:v>42318</c:v>
                </c:pt>
                <c:pt idx="3411">
                  <c:v>42319</c:v>
                </c:pt>
                <c:pt idx="3412">
                  <c:v>42320</c:v>
                </c:pt>
                <c:pt idx="3413">
                  <c:v>42321</c:v>
                </c:pt>
                <c:pt idx="3414">
                  <c:v>42324</c:v>
                </c:pt>
                <c:pt idx="3415">
                  <c:v>42325</c:v>
                </c:pt>
                <c:pt idx="3416">
                  <c:v>42326</c:v>
                </c:pt>
                <c:pt idx="3417">
                  <c:v>42327</c:v>
                </c:pt>
                <c:pt idx="3418">
                  <c:v>42331</c:v>
                </c:pt>
                <c:pt idx="3419">
                  <c:v>42332</c:v>
                </c:pt>
                <c:pt idx="3420">
                  <c:v>42333</c:v>
                </c:pt>
                <c:pt idx="3421">
                  <c:v>42334</c:v>
                </c:pt>
                <c:pt idx="3422">
                  <c:v>42335</c:v>
                </c:pt>
                <c:pt idx="3423">
                  <c:v>42338</c:v>
                </c:pt>
                <c:pt idx="3424">
                  <c:v>42339</c:v>
                </c:pt>
                <c:pt idx="3425">
                  <c:v>42340</c:v>
                </c:pt>
                <c:pt idx="3426">
                  <c:v>42341</c:v>
                </c:pt>
                <c:pt idx="3427">
                  <c:v>42342</c:v>
                </c:pt>
                <c:pt idx="3428">
                  <c:v>42345</c:v>
                </c:pt>
                <c:pt idx="3429">
                  <c:v>42346</c:v>
                </c:pt>
                <c:pt idx="3430">
                  <c:v>42347</c:v>
                </c:pt>
                <c:pt idx="3431">
                  <c:v>42348</c:v>
                </c:pt>
                <c:pt idx="3432">
                  <c:v>42349</c:v>
                </c:pt>
                <c:pt idx="3433">
                  <c:v>42352</c:v>
                </c:pt>
                <c:pt idx="3434">
                  <c:v>42353</c:v>
                </c:pt>
                <c:pt idx="3435">
                  <c:v>42354</c:v>
                </c:pt>
                <c:pt idx="3436">
                  <c:v>42355</c:v>
                </c:pt>
                <c:pt idx="3437">
                  <c:v>42356</c:v>
                </c:pt>
                <c:pt idx="3438">
                  <c:v>42359</c:v>
                </c:pt>
                <c:pt idx="3439">
                  <c:v>42360</c:v>
                </c:pt>
                <c:pt idx="3440">
                  <c:v>42361</c:v>
                </c:pt>
                <c:pt idx="3441">
                  <c:v>42366</c:v>
                </c:pt>
                <c:pt idx="3442">
                  <c:v>42367</c:v>
                </c:pt>
                <c:pt idx="3443">
                  <c:v>42368</c:v>
                </c:pt>
                <c:pt idx="3444">
                  <c:v>42373</c:v>
                </c:pt>
                <c:pt idx="3445">
                  <c:v>42374</c:v>
                </c:pt>
                <c:pt idx="3446">
                  <c:v>42375</c:v>
                </c:pt>
                <c:pt idx="3447">
                  <c:v>42376</c:v>
                </c:pt>
                <c:pt idx="3448">
                  <c:v>42377</c:v>
                </c:pt>
                <c:pt idx="3449">
                  <c:v>42380</c:v>
                </c:pt>
                <c:pt idx="3450">
                  <c:v>42381</c:v>
                </c:pt>
                <c:pt idx="3451">
                  <c:v>42382</c:v>
                </c:pt>
                <c:pt idx="3452">
                  <c:v>42383</c:v>
                </c:pt>
                <c:pt idx="3453">
                  <c:v>42384</c:v>
                </c:pt>
                <c:pt idx="3454">
                  <c:v>42387</c:v>
                </c:pt>
                <c:pt idx="3455">
                  <c:v>42388</c:v>
                </c:pt>
                <c:pt idx="3456">
                  <c:v>42389</c:v>
                </c:pt>
                <c:pt idx="3457">
                  <c:v>42390</c:v>
                </c:pt>
                <c:pt idx="3458">
                  <c:v>42391</c:v>
                </c:pt>
                <c:pt idx="3459">
                  <c:v>42395</c:v>
                </c:pt>
                <c:pt idx="3460">
                  <c:v>42396</c:v>
                </c:pt>
                <c:pt idx="3461">
                  <c:v>42397</c:v>
                </c:pt>
                <c:pt idx="3462">
                  <c:v>42398</c:v>
                </c:pt>
                <c:pt idx="3463">
                  <c:v>42401</c:v>
                </c:pt>
                <c:pt idx="3464">
                  <c:v>42402</c:v>
                </c:pt>
                <c:pt idx="3465">
                  <c:v>42403</c:v>
                </c:pt>
                <c:pt idx="3466">
                  <c:v>42404</c:v>
                </c:pt>
                <c:pt idx="3467">
                  <c:v>42405</c:v>
                </c:pt>
                <c:pt idx="3468">
                  <c:v>42410</c:v>
                </c:pt>
                <c:pt idx="3469">
                  <c:v>42411</c:v>
                </c:pt>
                <c:pt idx="3470">
                  <c:v>42412</c:v>
                </c:pt>
                <c:pt idx="3471">
                  <c:v>42415</c:v>
                </c:pt>
                <c:pt idx="3472">
                  <c:v>42416</c:v>
                </c:pt>
                <c:pt idx="3473">
                  <c:v>42417</c:v>
                </c:pt>
                <c:pt idx="3474">
                  <c:v>42418</c:v>
                </c:pt>
                <c:pt idx="3475">
                  <c:v>42419</c:v>
                </c:pt>
                <c:pt idx="3476">
                  <c:v>42422</c:v>
                </c:pt>
                <c:pt idx="3477">
                  <c:v>42423</c:v>
                </c:pt>
                <c:pt idx="3478">
                  <c:v>42424</c:v>
                </c:pt>
                <c:pt idx="3479">
                  <c:v>42425</c:v>
                </c:pt>
                <c:pt idx="3480">
                  <c:v>42426</c:v>
                </c:pt>
                <c:pt idx="3481">
                  <c:v>42429</c:v>
                </c:pt>
                <c:pt idx="3482">
                  <c:v>42430</c:v>
                </c:pt>
                <c:pt idx="3483">
                  <c:v>42431</c:v>
                </c:pt>
                <c:pt idx="3484">
                  <c:v>42432</c:v>
                </c:pt>
                <c:pt idx="3485">
                  <c:v>42433</c:v>
                </c:pt>
                <c:pt idx="3486">
                  <c:v>42436</c:v>
                </c:pt>
                <c:pt idx="3487">
                  <c:v>42437</c:v>
                </c:pt>
                <c:pt idx="3488">
                  <c:v>42438</c:v>
                </c:pt>
                <c:pt idx="3489">
                  <c:v>42439</c:v>
                </c:pt>
                <c:pt idx="3490">
                  <c:v>42440</c:v>
                </c:pt>
                <c:pt idx="3491">
                  <c:v>42443</c:v>
                </c:pt>
                <c:pt idx="3492">
                  <c:v>42444</c:v>
                </c:pt>
                <c:pt idx="3493">
                  <c:v>42445</c:v>
                </c:pt>
                <c:pt idx="3494">
                  <c:v>42446</c:v>
                </c:pt>
                <c:pt idx="3495">
                  <c:v>42447</c:v>
                </c:pt>
                <c:pt idx="3496">
                  <c:v>42450</c:v>
                </c:pt>
                <c:pt idx="3497">
                  <c:v>42451</c:v>
                </c:pt>
                <c:pt idx="3498">
                  <c:v>42452</c:v>
                </c:pt>
                <c:pt idx="3499">
                  <c:v>42453</c:v>
                </c:pt>
                <c:pt idx="3500">
                  <c:v>42457</c:v>
                </c:pt>
                <c:pt idx="3501">
                  <c:v>42458</c:v>
                </c:pt>
                <c:pt idx="3502">
                  <c:v>42459</c:v>
                </c:pt>
                <c:pt idx="3503">
                  <c:v>42460</c:v>
                </c:pt>
                <c:pt idx="3504">
                  <c:v>42461</c:v>
                </c:pt>
                <c:pt idx="3505">
                  <c:v>42464</c:v>
                </c:pt>
                <c:pt idx="3506">
                  <c:v>42465</c:v>
                </c:pt>
                <c:pt idx="3507">
                  <c:v>42466</c:v>
                </c:pt>
                <c:pt idx="3508">
                  <c:v>42467</c:v>
                </c:pt>
                <c:pt idx="3509">
                  <c:v>42468</c:v>
                </c:pt>
                <c:pt idx="3510">
                  <c:v>42471</c:v>
                </c:pt>
                <c:pt idx="3511">
                  <c:v>42472</c:v>
                </c:pt>
                <c:pt idx="3512">
                  <c:v>42473</c:v>
                </c:pt>
                <c:pt idx="3513">
                  <c:v>42474</c:v>
                </c:pt>
                <c:pt idx="3514">
                  <c:v>42475</c:v>
                </c:pt>
                <c:pt idx="3515">
                  <c:v>42478</c:v>
                </c:pt>
                <c:pt idx="3516">
                  <c:v>42479</c:v>
                </c:pt>
                <c:pt idx="3517">
                  <c:v>42480</c:v>
                </c:pt>
                <c:pt idx="3518">
                  <c:v>42482</c:v>
                </c:pt>
                <c:pt idx="3519">
                  <c:v>42485</c:v>
                </c:pt>
                <c:pt idx="3520">
                  <c:v>42486</c:v>
                </c:pt>
                <c:pt idx="3521">
                  <c:v>42487</c:v>
                </c:pt>
                <c:pt idx="3522">
                  <c:v>42488</c:v>
                </c:pt>
                <c:pt idx="3523">
                  <c:v>42489</c:v>
                </c:pt>
                <c:pt idx="3524">
                  <c:v>42492</c:v>
                </c:pt>
                <c:pt idx="3525">
                  <c:v>42493</c:v>
                </c:pt>
                <c:pt idx="3526">
                  <c:v>42494</c:v>
                </c:pt>
                <c:pt idx="3527">
                  <c:v>42495</c:v>
                </c:pt>
                <c:pt idx="3528">
                  <c:v>42496</c:v>
                </c:pt>
                <c:pt idx="3529">
                  <c:v>42499</c:v>
                </c:pt>
                <c:pt idx="3530">
                  <c:v>42500</c:v>
                </c:pt>
                <c:pt idx="3531">
                  <c:v>42501</c:v>
                </c:pt>
                <c:pt idx="3532">
                  <c:v>42502</c:v>
                </c:pt>
                <c:pt idx="3533">
                  <c:v>42503</c:v>
                </c:pt>
                <c:pt idx="3534">
                  <c:v>42506</c:v>
                </c:pt>
                <c:pt idx="3535">
                  <c:v>42507</c:v>
                </c:pt>
                <c:pt idx="3536">
                  <c:v>42508</c:v>
                </c:pt>
                <c:pt idx="3537">
                  <c:v>42509</c:v>
                </c:pt>
                <c:pt idx="3538">
                  <c:v>42510</c:v>
                </c:pt>
                <c:pt idx="3539">
                  <c:v>42513</c:v>
                </c:pt>
                <c:pt idx="3540">
                  <c:v>42514</c:v>
                </c:pt>
                <c:pt idx="3541">
                  <c:v>42515</c:v>
                </c:pt>
                <c:pt idx="3542">
                  <c:v>42517</c:v>
                </c:pt>
                <c:pt idx="3543">
                  <c:v>42520</c:v>
                </c:pt>
                <c:pt idx="3544">
                  <c:v>42521</c:v>
                </c:pt>
                <c:pt idx="3545">
                  <c:v>42522</c:v>
                </c:pt>
                <c:pt idx="3546">
                  <c:v>42523</c:v>
                </c:pt>
                <c:pt idx="3547">
                  <c:v>42524</c:v>
                </c:pt>
                <c:pt idx="3548">
                  <c:v>42527</c:v>
                </c:pt>
                <c:pt idx="3549">
                  <c:v>42528</c:v>
                </c:pt>
                <c:pt idx="3550">
                  <c:v>42529</c:v>
                </c:pt>
                <c:pt idx="3551">
                  <c:v>42530</c:v>
                </c:pt>
                <c:pt idx="3552">
                  <c:v>42531</c:v>
                </c:pt>
                <c:pt idx="3553">
                  <c:v>42534</c:v>
                </c:pt>
                <c:pt idx="3554">
                  <c:v>42535</c:v>
                </c:pt>
                <c:pt idx="3555">
                  <c:v>42536</c:v>
                </c:pt>
                <c:pt idx="3556">
                  <c:v>42537</c:v>
                </c:pt>
                <c:pt idx="3557">
                  <c:v>42538</c:v>
                </c:pt>
                <c:pt idx="3558">
                  <c:v>42541</c:v>
                </c:pt>
                <c:pt idx="3559">
                  <c:v>42542</c:v>
                </c:pt>
                <c:pt idx="3560">
                  <c:v>42543</c:v>
                </c:pt>
                <c:pt idx="3561">
                  <c:v>42544</c:v>
                </c:pt>
                <c:pt idx="3562">
                  <c:v>42545</c:v>
                </c:pt>
                <c:pt idx="3563">
                  <c:v>42548</c:v>
                </c:pt>
                <c:pt idx="3564">
                  <c:v>42549</c:v>
                </c:pt>
                <c:pt idx="3565">
                  <c:v>42550</c:v>
                </c:pt>
                <c:pt idx="3566">
                  <c:v>42551</c:v>
                </c:pt>
                <c:pt idx="3567">
                  <c:v>42552</c:v>
                </c:pt>
                <c:pt idx="3568">
                  <c:v>42555</c:v>
                </c:pt>
                <c:pt idx="3569">
                  <c:v>42556</c:v>
                </c:pt>
                <c:pt idx="3570">
                  <c:v>42557</c:v>
                </c:pt>
                <c:pt idx="3571">
                  <c:v>42558</c:v>
                </c:pt>
                <c:pt idx="3572">
                  <c:v>42559</c:v>
                </c:pt>
                <c:pt idx="3573">
                  <c:v>42562</c:v>
                </c:pt>
                <c:pt idx="3574">
                  <c:v>42563</c:v>
                </c:pt>
                <c:pt idx="3575">
                  <c:v>42564</c:v>
                </c:pt>
                <c:pt idx="3576">
                  <c:v>42565</c:v>
                </c:pt>
                <c:pt idx="3577">
                  <c:v>42566</c:v>
                </c:pt>
                <c:pt idx="3578">
                  <c:v>42569</c:v>
                </c:pt>
                <c:pt idx="3579">
                  <c:v>42570</c:v>
                </c:pt>
                <c:pt idx="3580">
                  <c:v>42571</c:v>
                </c:pt>
                <c:pt idx="3581">
                  <c:v>42572</c:v>
                </c:pt>
                <c:pt idx="3582">
                  <c:v>42573</c:v>
                </c:pt>
                <c:pt idx="3583">
                  <c:v>42576</c:v>
                </c:pt>
                <c:pt idx="3584">
                  <c:v>42577</c:v>
                </c:pt>
                <c:pt idx="3585">
                  <c:v>42578</c:v>
                </c:pt>
                <c:pt idx="3586">
                  <c:v>42579</c:v>
                </c:pt>
                <c:pt idx="3587">
                  <c:v>42580</c:v>
                </c:pt>
                <c:pt idx="3588">
                  <c:v>42583</c:v>
                </c:pt>
                <c:pt idx="3589">
                  <c:v>42584</c:v>
                </c:pt>
                <c:pt idx="3590">
                  <c:v>42585</c:v>
                </c:pt>
                <c:pt idx="3591">
                  <c:v>42586</c:v>
                </c:pt>
                <c:pt idx="3592">
                  <c:v>42587</c:v>
                </c:pt>
                <c:pt idx="3593">
                  <c:v>42590</c:v>
                </c:pt>
                <c:pt idx="3594">
                  <c:v>42591</c:v>
                </c:pt>
                <c:pt idx="3595">
                  <c:v>42592</c:v>
                </c:pt>
                <c:pt idx="3596">
                  <c:v>42593</c:v>
                </c:pt>
                <c:pt idx="3597">
                  <c:v>42594</c:v>
                </c:pt>
                <c:pt idx="3598">
                  <c:v>42597</c:v>
                </c:pt>
                <c:pt idx="3599">
                  <c:v>42598</c:v>
                </c:pt>
                <c:pt idx="3600">
                  <c:v>42599</c:v>
                </c:pt>
                <c:pt idx="3601">
                  <c:v>42600</c:v>
                </c:pt>
                <c:pt idx="3602">
                  <c:v>42601</c:v>
                </c:pt>
                <c:pt idx="3603">
                  <c:v>42604</c:v>
                </c:pt>
                <c:pt idx="3604">
                  <c:v>42605</c:v>
                </c:pt>
                <c:pt idx="3605">
                  <c:v>42606</c:v>
                </c:pt>
                <c:pt idx="3606">
                  <c:v>42607</c:v>
                </c:pt>
                <c:pt idx="3607">
                  <c:v>42608</c:v>
                </c:pt>
                <c:pt idx="3608">
                  <c:v>42611</c:v>
                </c:pt>
                <c:pt idx="3609">
                  <c:v>42612</c:v>
                </c:pt>
                <c:pt idx="3610">
                  <c:v>42613</c:v>
                </c:pt>
                <c:pt idx="3611">
                  <c:v>42614</c:v>
                </c:pt>
                <c:pt idx="3612">
                  <c:v>42615</c:v>
                </c:pt>
                <c:pt idx="3613">
                  <c:v>42618</c:v>
                </c:pt>
                <c:pt idx="3614">
                  <c:v>42619</c:v>
                </c:pt>
                <c:pt idx="3615">
                  <c:v>42621</c:v>
                </c:pt>
                <c:pt idx="3616">
                  <c:v>42622</c:v>
                </c:pt>
                <c:pt idx="3617">
                  <c:v>42625</c:v>
                </c:pt>
                <c:pt idx="3618">
                  <c:v>42626</c:v>
                </c:pt>
                <c:pt idx="3619">
                  <c:v>42627</c:v>
                </c:pt>
                <c:pt idx="3620">
                  <c:v>42628</c:v>
                </c:pt>
                <c:pt idx="3621">
                  <c:v>42629</c:v>
                </c:pt>
                <c:pt idx="3622">
                  <c:v>42632</c:v>
                </c:pt>
                <c:pt idx="3623">
                  <c:v>42633</c:v>
                </c:pt>
                <c:pt idx="3624">
                  <c:v>42634</c:v>
                </c:pt>
                <c:pt idx="3625">
                  <c:v>42635</c:v>
                </c:pt>
                <c:pt idx="3626">
                  <c:v>42636</c:v>
                </c:pt>
                <c:pt idx="3627">
                  <c:v>42639</c:v>
                </c:pt>
                <c:pt idx="3628">
                  <c:v>42640</c:v>
                </c:pt>
                <c:pt idx="3629">
                  <c:v>42641</c:v>
                </c:pt>
                <c:pt idx="3630">
                  <c:v>42642</c:v>
                </c:pt>
                <c:pt idx="3631">
                  <c:v>42643</c:v>
                </c:pt>
                <c:pt idx="3632">
                  <c:v>42646</c:v>
                </c:pt>
                <c:pt idx="3633">
                  <c:v>42647</c:v>
                </c:pt>
                <c:pt idx="3634">
                  <c:v>42648</c:v>
                </c:pt>
                <c:pt idx="3635">
                  <c:v>42649</c:v>
                </c:pt>
                <c:pt idx="3636">
                  <c:v>42650</c:v>
                </c:pt>
                <c:pt idx="3637">
                  <c:v>42653</c:v>
                </c:pt>
                <c:pt idx="3638">
                  <c:v>42654</c:v>
                </c:pt>
                <c:pt idx="3639">
                  <c:v>42656</c:v>
                </c:pt>
                <c:pt idx="3640">
                  <c:v>42657</c:v>
                </c:pt>
                <c:pt idx="3641">
                  <c:v>42660</c:v>
                </c:pt>
                <c:pt idx="3642">
                  <c:v>42661</c:v>
                </c:pt>
                <c:pt idx="3643">
                  <c:v>42662</c:v>
                </c:pt>
                <c:pt idx="3644">
                  <c:v>42663</c:v>
                </c:pt>
                <c:pt idx="3645">
                  <c:v>42664</c:v>
                </c:pt>
                <c:pt idx="3646">
                  <c:v>42667</c:v>
                </c:pt>
                <c:pt idx="3647">
                  <c:v>42668</c:v>
                </c:pt>
                <c:pt idx="3648">
                  <c:v>42669</c:v>
                </c:pt>
                <c:pt idx="3649">
                  <c:v>42670</c:v>
                </c:pt>
                <c:pt idx="3650">
                  <c:v>42671</c:v>
                </c:pt>
                <c:pt idx="3651">
                  <c:v>42674</c:v>
                </c:pt>
                <c:pt idx="3652">
                  <c:v>42675</c:v>
                </c:pt>
                <c:pt idx="3653">
                  <c:v>42677</c:v>
                </c:pt>
                <c:pt idx="3654">
                  <c:v>42678</c:v>
                </c:pt>
                <c:pt idx="3655">
                  <c:v>42681</c:v>
                </c:pt>
                <c:pt idx="3656">
                  <c:v>42682</c:v>
                </c:pt>
                <c:pt idx="3657">
                  <c:v>42683</c:v>
                </c:pt>
                <c:pt idx="3658">
                  <c:v>42684</c:v>
                </c:pt>
                <c:pt idx="3659">
                  <c:v>42685</c:v>
                </c:pt>
                <c:pt idx="3660">
                  <c:v>42688</c:v>
                </c:pt>
                <c:pt idx="3661">
                  <c:v>42690</c:v>
                </c:pt>
                <c:pt idx="3662">
                  <c:v>42691</c:v>
                </c:pt>
                <c:pt idx="3663">
                  <c:v>42692</c:v>
                </c:pt>
                <c:pt idx="3664">
                  <c:v>42695</c:v>
                </c:pt>
                <c:pt idx="3665">
                  <c:v>42696</c:v>
                </c:pt>
                <c:pt idx="3666">
                  <c:v>42697</c:v>
                </c:pt>
                <c:pt idx="3667">
                  <c:v>42698</c:v>
                </c:pt>
                <c:pt idx="3668">
                  <c:v>42699</c:v>
                </c:pt>
                <c:pt idx="3669">
                  <c:v>42702</c:v>
                </c:pt>
                <c:pt idx="3670">
                  <c:v>42703</c:v>
                </c:pt>
                <c:pt idx="3671">
                  <c:v>42704</c:v>
                </c:pt>
                <c:pt idx="3672">
                  <c:v>42705</c:v>
                </c:pt>
                <c:pt idx="3673">
                  <c:v>42706</c:v>
                </c:pt>
                <c:pt idx="3674">
                  <c:v>42709</c:v>
                </c:pt>
                <c:pt idx="3675">
                  <c:v>42710</c:v>
                </c:pt>
                <c:pt idx="3676">
                  <c:v>42711</c:v>
                </c:pt>
                <c:pt idx="3677">
                  <c:v>42712</c:v>
                </c:pt>
                <c:pt idx="3678">
                  <c:v>42713</c:v>
                </c:pt>
                <c:pt idx="3679">
                  <c:v>42716</c:v>
                </c:pt>
                <c:pt idx="3680">
                  <c:v>42717</c:v>
                </c:pt>
                <c:pt idx="3681">
                  <c:v>42718</c:v>
                </c:pt>
                <c:pt idx="3682">
                  <c:v>42719</c:v>
                </c:pt>
                <c:pt idx="3683">
                  <c:v>42720</c:v>
                </c:pt>
                <c:pt idx="3684">
                  <c:v>42723</c:v>
                </c:pt>
                <c:pt idx="3685">
                  <c:v>42724</c:v>
                </c:pt>
                <c:pt idx="3686">
                  <c:v>42725</c:v>
                </c:pt>
                <c:pt idx="3687">
                  <c:v>42726</c:v>
                </c:pt>
                <c:pt idx="3688">
                  <c:v>42727</c:v>
                </c:pt>
                <c:pt idx="3689">
                  <c:v>42730</c:v>
                </c:pt>
                <c:pt idx="3690">
                  <c:v>42731</c:v>
                </c:pt>
                <c:pt idx="3691">
                  <c:v>42732</c:v>
                </c:pt>
                <c:pt idx="3692">
                  <c:v>42733</c:v>
                </c:pt>
                <c:pt idx="3693">
                  <c:v>42737</c:v>
                </c:pt>
                <c:pt idx="3694">
                  <c:v>42738</c:v>
                </c:pt>
                <c:pt idx="3695">
                  <c:v>42739</c:v>
                </c:pt>
                <c:pt idx="3696">
                  <c:v>42740</c:v>
                </c:pt>
                <c:pt idx="3697">
                  <c:v>42741</c:v>
                </c:pt>
                <c:pt idx="3698">
                  <c:v>42744</c:v>
                </c:pt>
                <c:pt idx="3699">
                  <c:v>42745</c:v>
                </c:pt>
                <c:pt idx="3700">
                  <c:v>42746</c:v>
                </c:pt>
                <c:pt idx="3701">
                  <c:v>42747</c:v>
                </c:pt>
                <c:pt idx="3702">
                  <c:v>42748</c:v>
                </c:pt>
                <c:pt idx="3703">
                  <c:v>42751</c:v>
                </c:pt>
                <c:pt idx="3704">
                  <c:v>42752</c:v>
                </c:pt>
                <c:pt idx="3705">
                  <c:v>42753</c:v>
                </c:pt>
                <c:pt idx="3706">
                  <c:v>42754</c:v>
                </c:pt>
                <c:pt idx="3707">
                  <c:v>42755</c:v>
                </c:pt>
                <c:pt idx="3708">
                  <c:v>42758</c:v>
                </c:pt>
                <c:pt idx="3709">
                  <c:v>42759</c:v>
                </c:pt>
                <c:pt idx="3710">
                  <c:v>42761</c:v>
                </c:pt>
                <c:pt idx="3711">
                  <c:v>42762</c:v>
                </c:pt>
                <c:pt idx="3712">
                  <c:v>42765</c:v>
                </c:pt>
                <c:pt idx="3713">
                  <c:v>42766</c:v>
                </c:pt>
                <c:pt idx="3714">
                  <c:v>42767</c:v>
                </c:pt>
                <c:pt idx="3715">
                  <c:v>42768</c:v>
                </c:pt>
                <c:pt idx="3716">
                  <c:v>42769</c:v>
                </c:pt>
                <c:pt idx="3717">
                  <c:v>42772</c:v>
                </c:pt>
                <c:pt idx="3718">
                  <c:v>42773</c:v>
                </c:pt>
                <c:pt idx="3719">
                  <c:v>42774</c:v>
                </c:pt>
                <c:pt idx="3720">
                  <c:v>42775</c:v>
                </c:pt>
                <c:pt idx="3721">
                  <c:v>42776</c:v>
                </c:pt>
                <c:pt idx="3722">
                  <c:v>42779</c:v>
                </c:pt>
                <c:pt idx="3723">
                  <c:v>42780</c:v>
                </c:pt>
                <c:pt idx="3724">
                  <c:v>42781</c:v>
                </c:pt>
                <c:pt idx="3725">
                  <c:v>42782</c:v>
                </c:pt>
                <c:pt idx="3726">
                  <c:v>42783</c:v>
                </c:pt>
                <c:pt idx="3727">
                  <c:v>42786</c:v>
                </c:pt>
                <c:pt idx="3728">
                  <c:v>42787</c:v>
                </c:pt>
                <c:pt idx="3729">
                  <c:v>42788</c:v>
                </c:pt>
                <c:pt idx="3730">
                  <c:v>42789</c:v>
                </c:pt>
                <c:pt idx="3731">
                  <c:v>42790</c:v>
                </c:pt>
                <c:pt idx="3732">
                  <c:v>42795</c:v>
                </c:pt>
                <c:pt idx="3733">
                  <c:v>42796</c:v>
                </c:pt>
                <c:pt idx="3734">
                  <c:v>42797</c:v>
                </c:pt>
                <c:pt idx="3735">
                  <c:v>42800</c:v>
                </c:pt>
                <c:pt idx="3736">
                  <c:v>42801</c:v>
                </c:pt>
                <c:pt idx="3737">
                  <c:v>42802</c:v>
                </c:pt>
                <c:pt idx="3738">
                  <c:v>42803</c:v>
                </c:pt>
                <c:pt idx="3739">
                  <c:v>42804</c:v>
                </c:pt>
                <c:pt idx="3740">
                  <c:v>42807</c:v>
                </c:pt>
                <c:pt idx="3741">
                  <c:v>42808</c:v>
                </c:pt>
                <c:pt idx="3742">
                  <c:v>42809</c:v>
                </c:pt>
                <c:pt idx="3743">
                  <c:v>42810</c:v>
                </c:pt>
                <c:pt idx="3744">
                  <c:v>42811</c:v>
                </c:pt>
                <c:pt idx="3745">
                  <c:v>42814</c:v>
                </c:pt>
                <c:pt idx="3746">
                  <c:v>42815</c:v>
                </c:pt>
                <c:pt idx="3747">
                  <c:v>42816</c:v>
                </c:pt>
                <c:pt idx="3748">
                  <c:v>42817</c:v>
                </c:pt>
                <c:pt idx="3749">
                  <c:v>42818</c:v>
                </c:pt>
                <c:pt idx="3750">
                  <c:v>42821</c:v>
                </c:pt>
                <c:pt idx="3751">
                  <c:v>42822</c:v>
                </c:pt>
                <c:pt idx="3752">
                  <c:v>42823</c:v>
                </c:pt>
                <c:pt idx="3753">
                  <c:v>42824</c:v>
                </c:pt>
                <c:pt idx="3754">
                  <c:v>42825</c:v>
                </c:pt>
                <c:pt idx="3755">
                  <c:v>42828</c:v>
                </c:pt>
                <c:pt idx="3756">
                  <c:v>42829</c:v>
                </c:pt>
                <c:pt idx="3757">
                  <c:v>42830</c:v>
                </c:pt>
                <c:pt idx="3758">
                  <c:v>42831</c:v>
                </c:pt>
                <c:pt idx="3759">
                  <c:v>42832</c:v>
                </c:pt>
                <c:pt idx="3760">
                  <c:v>42835</c:v>
                </c:pt>
                <c:pt idx="3761">
                  <c:v>42836</c:v>
                </c:pt>
                <c:pt idx="3762">
                  <c:v>42837</c:v>
                </c:pt>
                <c:pt idx="3763">
                  <c:v>42838</c:v>
                </c:pt>
                <c:pt idx="3764">
                  <c:v>42842</c:v>
                </c:pt>
                <c:pt idx="3765">
                  <c:v>42843</c:v>
                </c:pt>
                <c:pt idx="3766">
                  <c:v>42844</c:v>
                </c:pt>
                <c:pt idx="3767">
                  <c:v>42845</c:v>
                </c:pt>
                <c:pt idx="3768">
                  <c:v>42849</c:v>
                </c:pt>
                <c:pt idx="3769">
                  <c:v>42850</c:v>
                </c:pt>
                <c:pt idx="3770">
                  <c:v>42851</c:v>
                </c:pt>
                <c:pt idx="3771">
                  <c:v>42852</c:v>
                </c:pt>
                <c:pt idx="3772">
                  <c:v>42853</c:v>
                </c:pt>
                <c:pt idx="3773">
                  <c:v>42857</c:v>
                </c:pt>
                <c:pt idx="3774">
                  <c:v>42858</c:v>
                </c:pt>
                <c:pt idx="3775">
                  <c:v>42859</c:v>
                </c:pt>
                <c:pt idx="3776">
                  <c:v>42860</c:v>
                </c:pt>
                <c:pt idx="3777">
                  <c:v>42863</c:v>
                </c:pt>
                <c:pt idx="3778">
                  <c:v>42864</c:v>
                </c:pt>
                <c:pt idx="3779">
                  <c:v>42865</c:v>
                </c:pt>
                <c:pt idx="3780">
                  <c:v>42866</c:v>
                </c:pt>
                <c:pt idx="3781">
                  <c:v>42867</c:v>
                </c:pt>
                <c:pt idx="3782">
                  <c:v>42870</c:v>
                </c:pt>
                <c:pt idx="3783">
                  <c:v>42871</c:v>
                </c:pt>
                <c:pt idx="3784">
                  <c:v>42872</c:v>
                </c:pt>
                <c:pt idx="3785">
                  <c:v>42873</c:v>
                </c:pt>
                <c:pt idx="3786">
                  <c:v>42874</c:v>
                </c:pt>
                <c:pt idx="3787">
                  <c:v>42877</c:v>
                </c:pt>
                <c:pt idx="3788">
                  <c:v>42878</c:v>
                </c:pt>
                <c:pt idx="3789">
                  <c:v>42879</c:v>
                </c:pt>
                <c:pt idx="3790">
                  <c:v>42880</c:v>
                </c:pt>
                <c:pt idx="3791">
                  <c:v>42881</c:v>
                </c:pt>
                <c:pt idx="3792">
                  <c:v>42884</c:v>
                </c:pt>
                <c:pt idx="3793">
                  <c:v>42885</c:v>
                </c:pt>
                <c:pt idx="3794">
                  <c:v>42886</c:v>
                </c:pt>
                <c:pt idx="3795">
                  <c:v>42887</c:v>
                </c:pt>
                <c:pt idx="3796">
                  <c:v>42888</c:v>
                </c:pt>
                <c:pt idx="3797">
                  <c:v>42891</c:v>
                </c:pt>
                <c:pt idx="3798">
                  <c:v>42892</c:v>
                </c:pt>
                <c:pt idx="3799">
                  <c:v>42893</c:v>
                </c:pt>
                <c:pt idx="3800">
                  <c:v>42894</c:v>
                </c:pt>
                <c:pt idx="3801">
                  <c:v>42895</c:v>
                </c:pt>
                <c:pt idx="3802">
                  <c:v>42898</c:v>
                </c:pt>
                <c:pt idx="3803">
                  <c:v>42899</c:v>
                </c:pt>
                <c:pt idx="3804">
                  <c:v>42900</c:v>
                </c:pt>
                <c:pt idx="3805">
                  <c:v>42902</c:v>
                </c:pt>
                <c:pt idx="3806">
                  <c:v>42905</c:v>
                </c:pt>
                <c:pt idx="3807">
                  <c:v>42906</c:v>
                </c:pt>
                <c:pt idx="3808">
                  <c:v>42907</c:v>
                </c:pt>
                <c:pt idx="3809">
                  <c:v>42908</c:v>
                </c:pt>
                <c:pt idx="3810">
                  <c:v>42909</c:v>
                </c:pt>
                <c:pt idx="3811">
                  <c:v>42912</c:v>
                </c:pt>
                <c:pt idx="3812">
                  <c:v>42913</c:v>
                </c:pt>
                <c:pt idx="3813">
                  <c:v>42914</c:v>
                </c:pt>
                <c:pt idx="3814">
                  <c:v>42915</c:v>
                </c:pt>
                <c:pt idx="3815">
                  <c:v>42916</c:v>
                </c:pt>
                <c:pt idx="3816">
                  <c:v>42919</c:v>
                </c:pt>
                <c:pt idx="3817">
                  <c:v>42920</c:v>
                </c:pt>
                <c:pt idx="3818">
                  <c:v>42921</c:v>
                </c:pt>
                <c:pt idx="3819">
                  <c:v>42922</c:v>
                </c:pt>
                <c:pt idx="3820">
                  <c:v>42923</c:v>
                </c:pt>
                <c:pt idx="3821">
                  <c:v>42926</c:v>
                </c:pt>
                <c:pt idx="3822">
                  <c:v>42927</c:v>
                </c:pt>
                <c:pt idx="3823">
                  <c:v>42928</c:v>
                </c:pt>
                <c:pt idx="3824">
                  <c:v>42929</c:v>
                </c:pt>
                <c:pt idx="3825">
                  <c:v>42930</c:v>
                </c:pt>
                <c:pt idx="3826">
                  <c:v>42933</c:v>
                </c:pt>
                <c:pt idx="3827">
                  <c:v>42934</c:v>
                </c:pt>
                <c:pt idx="3828">
                  <c:v>42935</c:v>
                </c:pt>
                <c:pt idx="3829">
                  <c:v>42936</c:v>
                </c:pt>
                <c:pt idx="3830">
                  <c:v>42937</c:v>
                </c:pt>
                <c:pt idx="3831">
                  <c:v>42940</c:v>
                </c:pt>
                <c:pt idx="3832">
                  <c:v>42941</c:v>
                </c:pt>
                <c:pt idx="3833">
                  <c:v>42942</c:v>
                </c:pt>
                <c:pt idx="3834">
                  <c:v>42943</c:v>
                </c:pt>
                <c:pt idx="3835">
                  <c:v>42944</c:v>
                </c:pt>
                <c:pt idx="3836">
                  <c:v>42947</c:v>
                </c:pt>
                <c:pt idx="3837">
                  <c:v>42948</c:v>
                </c:pt>
                <c:pt idx="3838">
                  <c:v>42949</c:v>
                </c:pt>
                <c:pt idx="3839">
                  <c:v>42950</c:v>
                </c:pt>
                <c:pt idx="3840">
                  <c:v>42951</c:v>
                </c:pt>
                <c:pt idx="3841">
                  <c:v>42954</c:v>
                </c:pt>
                <c:pt idx="3842">
                  <c:v>42955</c:v>
                </c:pt>
                <c:pt idx="3843">
                  <c:v>42956</c:v>
                </c:pt>
                <c:pt idx="3844">
                  <c:v>42957</c:v>
                </c:pt>
                <c:pt idx="3845">
                  <c:v>42958</c:v>
                </c:pt>
                <c:pt idx="3846">
                  <c:v>42961</c:v>
                </c:pt>
                <c:pt idx="3847">
                  <c:v>42962</c:v>
                </c:pt>
                <c:pt idx="3848">
                  <c:v>42963</c:v>
                </c:pt>
                <c:pt idx="3849">
                  <c:v>42964</c:v>
                </c:pt>
                <c:pt idx="3850">
                  <c:v>42965</c:v>
                </c:pt>
                <c:pt idx="3851">
                  <c:v>42968</c:v>
                </c:pt>
                <c:pt idx="3852">
                  <c:v>42969</c:v>
                </c:pt>
                <c:pt idx="3853">
                  <c:v>42970</c:v>
                </c:pt>
                <c:pt idx="3854">
                  <c:v>42971</c:v>
                </c:pt>
                <c:pt idx="3855">
                  <c:v>42972</c:v>
                </c:pt>
                <c:pt idx="3856">
                  <c:v>42975</c:v>
                </c:pt>
                <c:pt idx="3857">
                  <c:v>42976</c:v>
                </c:pt>
                <c:pt idx="3858">
                  <c:v>42977</c:v>
                </c:pt>
                <c:pt idx="3859">
                  <c:v>42978</c:v>
                </c:pt>
                <c:pt idx="3860">
                  <c:v>42979</c:v>
                </c:pt>
                <c:pt idx="3861">
                  <c:v>42982</c:v>
                </c:pt>
                <c:pt idx="3862">
                  <c:v>42983</c:v>
                </c:pt>
                <c:pt idx="3863">
                  <c:v>42984</c:v>
                </c:pt>
                <c:pt idx="3864">
                  <c:v>42986</c:v>
                </c:pt>
                <c:pt idx="3865">
                  <c:v>42989</c:v>
                </c:pt>
                <c:pt idx="3866">
                  <c:v>42990</c:v>
                </c:pt>
                <c:pt idx="3867">
                  <c:v>42991</c:v>
                </c:pt>
                <c:pt idx="3868">
                  <c:v>42992</c:v>
                </c:pt>
                <c:pt idx="3869">
                  <c:v>42993</c:v>
                </c:pt>
                <c:pt idx="3870">
                  <c:v>42996</c:v>
                </c:pt>
                <c:pt idx="3871">
                  <c:v>42997</c:v>
                </c:pt>
                <c:pt idx="3872">
                  <c:v>42998</c:v>
                </c:pt>
                <c:pt idx="3873">
                  <c:v>42999</c:v>
                </c:pt>
                <c:pt idx="3874">
                  <c:v>43000</c:v>
                </c:pt>
                <c:pt idx="3875">
                  <c:v>43003</c:v>
                </c:pt>
                <c:pt idx="3876">
                  <c:v>43004</c:v>
                </c:pt>
                <c:pt idx="3877">
                  <c:v>43005</c:v>
                </c:pt>
                <c:pt idx="3878">
                  <c:v>43006</c:v>
                </c:pt>
                <c:pt idx="3879">
                  <c:v>43007</c:v>
                </c:pt>
                <c:pt idx="3880">
                  <c:v>43010</c:v>
                </c:pt>
                <c:pt idx="3881">
                  <c:v>43011</c:v>
                </c:pt>
                <c:pt idx="3882">
                  <c:v>43012</c:v>
                </c:pt>
                <c:pt idx="3883">
                  <c:v>43013</c:v>
                </c:pt>
                <c:pt idx="3884">
                  <c:v>43014</c:v>
                </c:pt>
                <c:pt idx="3885">
                  <c:v>43017</c:v>
                </c:pt>
                <c:pt idx="3886">
                  <c:v>43018</c:v>
                </c:pt>
                <c:pt idx="3887">
                  <c:v>43019</c:v>
                </c:pt>
                <c:pt idx="3888">
                  <c:v>43021</c:v>
                </c:pt>
                <c:pt idx="3889">
                  <c:v>43024</c:v>
                </c:pt>
                <c:pt idx="3890">
                  <c:v>43025</c:v>
                </c:pt>
                <c:pt idx="3891">
                  <c:v>43026</c:v>
                </c:pt>
                <c:pt idx="3892">
                  <c:v>43027</c:v>
                </c:pt>
                <c:pt idx="3893">
                  <c:v>43028</c:v>
                </c:pt>
                <c:pt idx="3894">
                  <c:v>43031</c:v>
                </c:pt>
                <c:pt idx="3895">
                  <c:v>43032</c:v>
                </c:pt>
                <c:pt idx="3896">
                  <c:v>43033</c:v>
                </c:pt>
                <c:pt idx="3897">
                  <c:v>43034</c:v>
                </c:pt>
                <c:pt idx="3898">
                  <c:v>43035</c:v>
                </c:pt>
                <c:pt idx="3899">
                  <c:v>43038</c:v>
                </c:pt>
                <c:pt idx="3900">
                  <c:v>43039</c:v>
                </c:pt>
                <c:pt idx="3901">
                  <c:v>43040</c:v>
                </c:pt>
                <c:pt idx="3902">
                  <c:v>43042</c:v>
                </c:pt>
                <c:pt idx="3903">
                  <c:v>43045</c:v>
                </c:pt>
                <c:pt idx="3904">
                  <c:v>43046</c:v>
                </c:pt>
                <c:pt idx="3905">
                  <c:v>43047</c:v>
                </c:pt>
                <c:pt idx="3906">
                  <c:v>43048</c:v>
                </c:pt>
                <c:pt idx="3907">
                  <c:v>43049</c:v>
                </c:pt>
                <c:pt idx="3908">
                  <c:v>43052</c:v>
                </c:pt>
                <c:pt idx="3909">
                  <c:v>43053</c:v>
                </c:pt>
                <c:pt idx="3910">
                  <c:v>43055</c:v>
                </c:pt>
                <c:pt idx="3911">
                  <c:v>43056</c:v>
                </c:pt>
                <c:pt idx="3912">
                  <c:v>43060</c:v>
                </c:pt>
                <c:pt idx="3913">
                  <c:v>43061</c:v>
                </c:pt>
                <c:pt idx="3914">
                  <c:v>43062</c:v>
                </c:pt>
                <c:pt idx="3915">
                  <c:v>43063</c:v>
                </c:pt>
                <c:pt idx="3916">
                  <c:v>43066</c:v>
                </c:pt>
                <c:pt idx="3917">
                  <c:v>43067</c:v>
                </c:pt>
                <c:pt idx="3918">
                  <c:v>43068</c:v>
                </c:pt>
                <c:pt idx="3919">
                  <c:v>43069</c:v>
                </c:pt>
                <c:pt idx="3920">
                  <c:v>43070</c:v>
                </c:pt>
                <c:pt idx="3921">
                  <c:v>43073</c:v>
                </c:pt>
                <c:pt idx="3922">
                  <c:v>43074</c:v>
                </c:pt>
                <c:pt idx="3923">
                  <c:v>43075</c:v>
                </c:pt>
                <c:pt idx="3924">
                  <c:v>43076</c:v>
                </c:pt>
                <c:pt idx="3925">
                  <c:v>43077</c:v>
                </c:pt>
                <c:pt idx="3926">
                  <c:v>43080</c:v>
                </c:pt>
                <c:pt idx="3927">
                  <c:v>43081</c:v>
                </c:pt>
                <c:pt idx="3928">
                  <c:v>43082</c:v>
                </c:pt>
                <c:pt idx="3929">
                  <c:v>43083</c:v>
                </c:pt>
                <c:pt idx="3930">
                  <c:v>43084</c:v>
                </c:pt>
                <c:pt idx="3931">
                  <c:v>43087</c:v>
                </c:pt>
                <c:pt idx="3932">
                  <c:v>43088</c:v>
                </c:pt>
                <c:pt idx="3933">
                  <c:v>43089</c:v>
                </c:pt>
                <c:pt idx="3934">
                  <c:v>43090</c:v>
                </c:pt>
                <c:pt idx="3935">
                  <c:v>43091</c:v>
                </c:pt>
                <c:pt idx="3936">
                  <c:v>43095</c:v>
                </c:pt>
                <c:pt idx="3937">
                  <c:v>43096</c:v>
                </c:pt>
                <c:pt idx="3938">
                  <c:v>43097</c:v>
                </c:pt>
                <c:pt idx="3939">
                  <c:v>43102</c:v>
                </c:pt>
                <c:pt idx="3940">
                  <c:v>43103</c:v>
                </c:pt>
                <c:pt idx="3941">
                  <c:v>43104</c:v>
                </c:pt>
                <c:pt idx="3942">
                  <c:v>43105</c:v>
                </c:pt>
                <c:pt idx="3943">
                  <c:v>43108</c:v>
                </c:pt>
                <c:pt idx="3944">
                  <c:v>43109</c:v>
                </c:pt>
                <c:pt idx="3945">
                  <c:v>43110</c:v>
                </c:pt>
                <c:pt idx="3946">
                  <c:v>43111</c:v>
                </c:pt>
                <c:pt idx="3947">
                  <c:v>43112</c:v>
                </c:pt>
                <c:pt idx="3948">
                  <c:v>43115</c:v>
                </c:pt>
                <c:pt idx="3949">
                  <c:v>43116</c:v>
                </c:pt>
                <c:pt idx="3950">
                  <c:v>43117</c:v>
                </c:pt>
                <c:pt idx="3951">
                  <c:v>43118</c:v>
                </c:pt>
                <c:pt idx="3952">
                  <c:v>43119</c:v>
                </c:pt>
                <c:pt idx="3953">
                  <c:v>43122</c:v>
                </c:pt>
                <c:pt idx="3954">
                  <c:v>43123</c:v>
                </c:pt>
                <c:pt idx="3955">
                  <c:v>43124</c:v>
                </c:pt>
                <c:pt idx="3956">
                  <c:v>43126</c:v>
                </c:pt>
                <c:pt idx="3957">
                  <c:v>43129</c:v>
                </c:pt>
                <c:pt idx="3958">
                  <c:v>43130</c:v>
                </c:pt>
                <c:pt idx="3959">
                  <c:v>43131</c:v>
                </c:pt>
                <c:pt idx="3960">
                  <c:v>43132</c:v>
                </c:pt>
                <c:pt idx="3961">
                  <c:v>43133</c:v>
                </c:pt>
                <c:pt idx="3962">
                  <c:v>43136</c:v>
                </c:pt>
                <c:pt idx="3963">
                  <c:v>43137</c:v>
                </c:pt>
                <c:pt idx="3964">
                  <c:v>43138</c:v>
                </c:pt>
                <c:pt idx="3965">
                  <c:v>43139</c:v>
                </c:pt>
                <c:pt idx="3966">
                  <c:v>43140</c:v>
                </c:pt>
                <c:pt idx="3967">
                  <c:v>43145</c:v>
                </c:pt>
                <c:pt idx="3968">
                  <c:v>43146</c:v>
                </c:pt>
                <c:pt idx="3969">
                  <c:v>43147</c:v>
                </c:pt>
                <c:pt idx="3970">
                  <c:v>43150</c:v>
                </c:pt>
                <c:pt idx="3971">
                  <c:v>43151</c:v>
                </c:pt>
                <c:pt idx="3972">
                  <c:v>43152</c:v>
                </c:pt>
                <c:pt idx="3973">
                  <c:v>43153</c:v>
                </c:pt>
                <c:pt idx="3974">
                  <c:v>43154</c:v>
                </c:pt>
                <c:pt idx="3975">
                  <c:v>43157</c:v>
                </c:pt>
                <c:pt idx="3976">
                  <c:v>43158</c:v>
                </c:pt>
                <c:pt idx="3977">
                  <c:v>43159</c:v>
                </c:pt>
                <c:pt idx="3978">
                  <c:v>43160</c:v>
                </c:pt>
                <c:pt idx="3979">
                  <c:v>43161</c:v>
                </c:pt>
                <c:pt idx="3980">
                  <c:v>43164</c:v>
                </c:pt>
                <c:pt idx="3981">
                  <c:v>43165</c:v>
                </c:pt>
                <c:pt idx="3982">
                  <c:v>43166</c:v>
                </c:pt>
                <c:pt idx="3983">
                  <c:v>43167</c:v>
                </c:pt>
                <c:pt idx="3984">
                  <c:v>43168</c:v>
                </c:pt>
                <c:pt idx="3985">
                  <c:v>43171</c:v>
                </c:pt>
                <c:pt idx="3986">
                  <c:v>43172</c:v>
                </c:pt>
                <c:pt idx="3987">
                  <c:v>43173</c:v>
                </c:pt>
                <c:pt idx="3988">
                  <c:v>43174</c:v>
                </c:pt>
                <c:pt idx="3989">
                  <c:v>43175</c:v>
                </c:pt>
                <c:pt idx="3990">
                  <c:v>43178</c:v>
                </c:pt>
                <c:pt idx="3991">
                  <c:v>43179</c:v>
                </c:pt>
                <c:pt idx="3992">
                  <c:v>43180</c:v>
                </c:pt>
                <c:pt idx="3993">
                  <c:v>43181</c:v>
                </c:pt>
                <c:pt idx="3994">
                  <c:v>43182</c:v>
                </c:pt>
                <c:pt idx="3995">
                  <c:v>43185</c:v>
                </c:pt>
                <c:pt idx="3996">
                  <c:v>43186</c:v>
                </c:pt>
                <c:pt idx="3997">
                  <c:v>43187</c:v>
                </c:pt>
                <c:pt idx="3998">
                  <c:v>43188</c:v>
                </c:pt>
                <c:pt idx="3999">
                  <c:v>43192</c:v>
                </c:pt>
                <c:pt idx="4000">
                  <c:v>43193</c:v>
                </c:pt>
                <c:pt idx="4001">
                  <c:v>43194</c:v>
                </c:pt>
                <c:pt idx="4002">
                  <c:v>43195</c:v>
                </c:pt>
                <c:pt idx="4003">
                  <c:v>43196</c:v>
                </c:pt>
                <c:pt idx="4004">
                  <c:v>43199</c:v>
                </c:pt>
                <c:pt idx="4005">
                  <c:v>43200</c:v>
                </c:pt>
                <c:pt idx="4006">
                  <c:v>43201</c:v>
                </c:pt>
                <c:pt idx="4007">
                  <c:v>43202</c:v>
                </c:pt>
                <c:pt idx="4008">
                  <c:v>43203</c:v>
                </c:pt>
                <c:pt idx="4009">
                  <c:v>43206</c:v>
                </c:pt>
                <c:pt idx="4010">
                  <c:v>43207</c:v>
                </c:pt>
                <c:pt idx="4011">
                  <c:v>43208</c:v>
                </c:pt>
                <c:pt idx="4012">
                  <c:v>43209</c:v>
                </c:pt>
                <c:pt idx="4013">
                  <c:v>43210</c:v>
                </c:pt>
                <c:pt idx="4014">
                  <c:v>43213</c:v>
                </c:pt>
                <c:pt idx="4015">
                  <c:v>43214</c:v>
                </c:pt>
                <c:pt idx="4016">
                  <c:v>43215</c:v>
                </c:pt>
                <c:pt idx="4017">
                  <c:v>43216</c:v>
                </c:pt>
                <c:pt idx="4018">
                  <c:v>43217</c:v>
                </c:pt>
                <c:pt idx="4019">
                  <c:v>43220</c:v>
                </c:pt>
                <c:pt idx="4020">
                  <c:v>43222</c:v>
                </c:pt>
                <c:pt idx="4021">
                  <c:v>43223</c:v>
                </c:pt>
                <c:pt idx="4022">
                  <c:v>43224</c:v>
                </c:pt>
                <c:pt idx="4023">
                  <c:v>43227</c:v>
                </c:pt>
                <c:pt idx="4024">
                  <c:v>43228</c:v>
                </c:pt>
                <c:pt idx="4025">
                  <c:v>43229</c:v>
                </c:pt>
                <c:pt idx="4026">
                  <c:v>43230</c:v>
                </c:pt>
                <c:pt idx="4027">
                  <c:v>43231</c:v>
                </c:pt>
                <c:pt idx="4028">
                  <c:v>43234</c:v>
                </c:pt>
                <c:pt idx="4029">
                  <c:v>43235</c:v>
                </c:pt>
                <c:pt idx="4030">
                  <c:v>43236</c:v>
                </c:pt>
                <c:pt idx="4031">
                  <c:v>43237</c:v>
                </c:pt>
                <c:pt idx="4032">
                  <c:v>43238</c:v>
                </c:pt>
                <c:pt idx="4033">
                  <c:v>43241</c:v>
                </c:pt>
                <c:pt idx="4034">
                  <c:v>43242</c:v>
                </c:pt>
                <c:pt idx="4035">
                  <c:v>43243</c:v>
                </c:pt>
                <c:pt idx="4036">
                  <c:v>43244</c:v>
                </c:pt>
                <c:pt idx="4037">
                  <c:v>43245</c:v>
                </c:pt>
                <c:pt idx="4038">
                  <c:v>43248</c:v>
                </c:pt>
                <c:pt idx="4039">
                  <c:v>43249</c:v>
                </c:pt>
                <c:pt idx="4040">
                  <c:v>43250</c:v>
                </c:pt>
                <c:pt idx="4041">
                  <c:v>43252</c:v>
                </c:pt>
                <c:pt idx="4042">
                  <c:v>43255</c:v>
                </c:pt>
                <c:pt idx="4043">
                  <c:v>43256</c:v>
                </c:pt>
                <c:pt idx="4044">
                  <c:v>43257</c:v>
                </c:pt>
                <c:pt idx="4045">
                  <c:v>43258</c:v>
                </c:pt>
                <c:pt idx="4046">
                  <c:v>43259</c:v>
                </c:pt>
                <c:pt idx="4047">
                  <c:v>43262</c:v>
                </c:pt>
                <c:pt idx="4048">
                  <c:v>43263</c:v>
                </c:pt>
                <c:pt idx="4049">
                  <c:v>43264</c:v>
                </c:pt>
                <c:pt idx="4050">
                  <c:v>43265</c:v>
                </c:pt>
                <c:pt idx="4051">
                  <c:v>43266</c:v>
                </c:pt>
                <c:pt idx="4052">
                  <c:v>43269</c:v>
                </c:pt>
                <c:pt idx="4053">
                  <c:v>43270</c:v>
                </c:pt>
                <c:pt idx="4054">
                  <c:v>43271</c:v>
                </c:pt>
                <c:pt idx="4055">
                  <c:v>43272</c:v>
                </c:pt>
                <c:pt idx="4056">
                  <c:v>43273</c:v>
                </c:pt>
                <c:pt idx="4057">
                  <c:v>43276</c:v>
                </c:pt>
                <c:pt idx="4058">
                  <c:v>43277</c:v>
                </c:pt>
                <c:pt idx="4059">
                  <c:v>43278</c:v>
                </c:pt>
                <c:pt idx="4060">
                  <c:v>43279</c:v>
                </c:pt>
                <c:pt idx="4061">
                  <c:v>43280</c:v>
                </c:pt>
                <c:pt idx="4062">
                  <c:v>43283</c:v>
                </c:pt>
                <c:pt idx="4063">
                  <c:v>43284</c:v>
                </c:pt>
                <c:pt idx="4064">
                  <c:v>43285</c:v>
                </c:pt>
                <c:pt idx="4065">
                  <c:v>43286</c:v>
                </c:pt>
                <c:pt idx="4066">
                  <c:v>43287</c:v>
                </c:pt>
                <c:pt idx="4067">
                  <c:v>43291</c:v>
                </c:pt>
                <c:pt idx="4068">
                  <c:v>43292</c:v>
                </c:pt>
                <c:pt idx="4069">
                  <c:v>43293</c:v>
                </c:pt>
                <c:pt idx="4070">
                  <c:v>43294</c:v>
                </c:pt>
                <c:pt idx="4071">
                  <c:v>43297</c:v>
                </c:pt>
                <c:pt idx="4072">
                  <c:v>43298</c:v>
                </c:pt>
                <c:pt idx="4073">
                  <c:v>43299</c:v>
                </c:pt>
                <c:pt idx="4074">
                  <c:v>43300</c:v>
                </c:pt>
                <c:pt idx="4075">
                  <c:v>43301</c:v>
                </c:pt>
                <c:pt idx="4076">
                  <c:v>43304</c:v>
                </c:pt>
                <c:pt idx="4077">
                  <c:v>43305</c:v>
                </c:pt>
                <c:pt idx="4078">
                  <c:v>43306</c:v>
                </c:pt>
                <c:pt idx="4079">
                  <c:v>43307</c:v>
                </c:pt>
                <c:pt idx="4080">
                  <c:v>43308</c:v>
                </c:pt>
                <c:pt idx="4081">
                  <c:v>43311</c:v>
                </c:pt>
                <c:pt idx="4082">
                  <c:v>43312</c:v>
                </c:pt>
                <c:pt idx="4083">
                  <c:v>43313</c:v>
                </c:pt>
                <c:pt idx="4084">
                  <c:v>43314</c:v>
                </c:pt>
                <c:pt idx="4085">
                  <c:v>43315</c:v>
                </c:pt>
                <c:pt idx="4086">
                  <c:v>43318</c:v>
                </c:pt>
                <c:pt idx="4087">
                  <c:v>43319</c:v>
                </c:pt>
                <c:pt idx="4088">
                  <c:v>43320</c:v>
                </c:pt>
                <c:pt idx="4089">
                  <c:v>43321</c:v>
                </c:pt>
                <c:pt idx="4090">
                  <c:v>43322</c:v>
                </c:pt>
                <c:pt idx="4091">
                  <c:v>43325</c:v>
                </c:pt>
                <c:pt idx="4092">
                  <c:v>43326</c:v>
                </c:pt>
                <c:pt idx="4093">
                  <c:v>43327</c:v>
                </c:pt>
                <c:pt idx="4094">
                  <c:v>43328</c:v>
                </c:pt>
                <c:pt idx="4095">
                  <c:v>43329</c:v>
                </c:pt>
                <c:pt idx="4096">
                  <c:v>43332</c:v>
                </c:pt>
                <c:pt idx="4097">
                  <c:v>43333</c:v>
                </c:pt>
                <c:pt idx="4098">
                  <c:v>43334</c:v>
                </c:pt>
                <c:pt idx="4099">
                  <c:v>43335</c:v>
                </c:pt>
                <c:pt idx="4100">
                  <c:v>43336</c:v>
                </c:pt>
                <c:pt idx="4101">
                  <c:v>43339</c:v>
                </c:pt>
                <c:pt idx="4102">
                  <c:v>43340</c:v>
                </c:pt>
                <c:pt idx="4103">
                  <c:v>43341</c:v>
                </c:pt>
                <c:pt idx="4104">
                  <c:v>43342</c:v>
                </c:pt>
                <c:pt idx="4105">
                  <c:v>43343</c:v>
                </c:pt>
                <c:pt idx="4106">
                  <c:v>43346</c:v>
                </c:pt>
                <c:pt idx="4107">
                  <c:v>43347</c:v>
                </c:pt>
                <c:pt idx="4108">
                  <c:v>43348</c:v>
                </c:pt>
                <c:pt idx="4109">
                  <c:v>43349</c:v>
                </c:pt>
                <c:pt idx="4110">
                  <c:v>43353</c:v>
                </c:pt>
                <c:pt idx="4111">
                  <c:v>43354</c:v>
                </c:pt>
                <c:pt idx="4112">
                  <c:v>43355</c:v>
                </c:pt>
                <c:pt idx="4113">
                  <c:v>43356</c:v>
                </c:pt>
                <c:pt idx="4114">
                  <c:v>43357</c:v>
                </c:pt>
                <c:pt idx="4115">
                  <c:v>43360</c:v>
                </c:pt>
                <c:pt idx="4116">
                  <c:v>43361</c:v>
                </c:pt>
                <c:pt idx="4117">
                  <c:v>43362</c:v>
                </c:pt>
                <c:pt idx="4118">
                  <c:v>43363</c:v>
                </c:pt>
                <c:pt idx="4119">
                  <c:v>43364</c:v>
                </c:pt>
                <c:pt idx="4120">
                  <c:v>43367</c:v>
                </c:pt>
                <c:pt idx="4121">
                  <c:v>43368</c:v>
                </c:pt>
                <c:pt idx="4122">
                  <c:v>43369</c:v>
                </c:pt>
                <c:pt idx="4123">
                  <c:v>43370</c:v>
                </c:pt>
                <c:pt idx="4124">
                  <c:v>43371</c:v>
                </c:pt>
                <c:pt idx="4125">
                  <c:v>43374</c:v>
                </c:pt>
                <c:pt idx="4126">
                  <c:v>43375</c:v>
                </c:pt>
                <c:pt idx="4127">
                  <c:v>43376</c:v>
                </c:pt>
                <c:pt idx="4128">
                  <c:v>43377</c:v>
                </c:pt>
                <c:pt idx="4129">
                  <c:v>43378</c:v>
                </c:pt>
                <c:pt idx="4130">
                  <c:v>43381</c:v>
                </c:pt>
                <c:pt idx="4131">
                  <c:v>43382</c:v>
                </c:pt>
                <c:pt idx="4132">
                  <c:v>43383</c:v>
                </c:pt>
                <c:pt idx="4133">
                  <c:v>43384</c:v>
                </c:pt>
                <c:pt idx="4134">
                  <c:v>43388</c:v>
                </c:pt>
                <c:pt idx="4135">
                  <c:v>43389</c:v>
                </c:pt>
                <c:pt idx="4136">
                  <c:v>43390</c:v>
                </c:pt>
                <c:pt idx="4137">
                  <c:v>43391</c:v>
                </c:pt>
                <c:pt idx="4138">
                  <c:v>43392</c:v>
                </c:pt>
                <c:pt idx="4139">
                  <c:v>43395</c:v>
                </c:pt>
                <c:pt idx="4140">
                  <c:v>43396</c:v>
                </c:pt>
                <c:pt idx="4141">
                  <c:v>43397</c:v>
                </c:pt>
                <c:pt idx="4142">
                  <c:v>43398</c:v>
                </c:pt>
                <c:pt idx="4143">
                  <c:v>43399</c:v>
                </c:pt>
                <c:pt idx="4144">
                  <c:v>43402</c:v>
                </c:pt>
                <c:pt idx="4145">
                  <c:v>43403</c:v>
                </c:pt>
                <c:pt idx="4146">
                  <c:v>43404</c:v>
                </c:pt>
                <c:pt idx="4147">
                  <c:v>43405</c:v>
                </c:pt>
                <c:pt idx="4148">
                  <c:v>43409</c:v>
                </c:pt>
                <c:pt idx="4149">
                  <c:v>43410</c:v>
                </c:pt>
                <c:pt idx="4150">
                  <c:v>43411</c:v>
                </c:pt>
                <c:pt idx="4151">
                  <c:v>43412</c:v>
                </c:pt>
                <c:pt idx="4152">
                  <c:v>43413</c:v>
                </c:pt>
                <c:pt idx="4153">
                  <c:v>43416</c:v>
                </c:pt>
                <c:pt idx="4154">
                  <c:v>43417</c:v>
                </c:pt>
                <c:pt idx="4155">
                  <c:v>43418</c:v>
                </c:pt>
                <c:pt idx="4156">
                  <c:v>43420</c:v>
                </c:pt>
                <c:pt idx="4157">
                  <c:v>43423</c:v>
                </c:pt>
                <c:pt idx="4158">
                  <c:v>43425</c:v>
                </c:pt>
                <c:pt idx="4159">
                  <c:v>43426</c:v>
                </c:pt>
                <c:pt idx="4160">
                  <c:v>43427</c:v>
                </c:pt>
                <c:pt idx="4161">
                  <c:v>43430</c:v>
                </c:pt>
                <c:pt idx="4162">
                  <c:v>43431</c:v>
                </c:pt>
                <c:pt idx="4163">
                  <c:v>43432</c:v>
                </c:pt>
                <c:pt idx="4164">
                  <c:v>43433</c:v>
                </c:pt>
                <c:pt idx="4165">
                  <c:v>43434</c:v>
                </c:pt>
                <c:pt idx="4166">
                  <c:v>43437</c:v>
                </c:pt>
                <c:pt idx="4167">
                  <c:v>43438</c:v>
                </c:pt>
                <c:pt idx="4168">
                  <c:v>43439</c:v>
                </c:pt>
                <c:pt idx="4169">
                  <c:v>43440</c:v>
                </c:pt>
                <c:pt idx="4170">
                  <c:v>43441</c:v>
                </c:pt>
                <c:pt idx="4171">
                  <c:v>43444</c:v>
                </c:pt>
                <c:pt idx="4172">
                  <c:v>43445</c:v>
                </c:pt>
                <c:pt idx="4173">
                  <c:v>43446</c:v>
                </c:pt>
                <c:pt idx="4174">
                  <c:v>43447</c:v>
                </c:pt>
                <c:pt idx="4175">
                  <c:v>43448</c:v>
                </c:pt>
                <c:pt idx="4176">
                  <c:v>43451</c:v>
                </c:pt>
                <c:pt idx="4177">
                  <c:v>43452</c:v>
                </c:pt>
                <c:pt idx="4178">
                  <c:v>43453</c:v>
                </c:pt>
                <c:pt idx="4179">
                  <c:v>43454</c:v>
                </c:pt>
                <c:pt idx="4180">
                  <c:v>43455</c:v>
                </c:pt>
                <c:pt idx="4181">
                  <c:v>43460</c:v>
                </c:pt>
                <c:pt idx="4182">
                  <c:v>43461</c:v>
                </c:pt>
                <c:pt idx="4183">
                  <c:v>43462</c:v>
                </c:pt>
                <c:pt idx="4184">
                  <c:v>43467</c:v>
                </c:pt>
                <c:pt idx="4185">
                  <c:v>43468</c:v>
                </c:pt>
                <c:pt idx="4186">
                  <c:v>43469</c:v>
                </c:pt>
                <c:pt idx="4187">
                  <c:v>43472</c:v>
                </c:pt>
                <c:pt idx="4188">
                  <c:v>43473</c:v>
                </c:pt>
                <c:pt idx="4189">
                  <c:v>43474</c:v>
                </c:pt>
                <c:pt idx="4190">
                  <c:v>43475</c:v>
                </c:pt>
                <c:pt idx="4191">
                  <c:v>43476</c:v>
                </c:pt>
                <c:pt idx="4192">
                  <c:v>43479</c:v>
                </c:pt>
                <c:pt idx="4193">
                  <c:v>43480</c:v>
                </c:pt>
                <c:pt idx="4194">
                  <c:v>43481</c:v>
                </c:pt>
                <c:pt idx="4195">
                  <c:v>43482</c:v>
                </c:pt>
                <c:pt idx="4196">
                  <c:v>43483</c:v>
                </c:pt>
                <c:pt idx="4197">
                  <c:v>43486</c:v>
                </c:pt>
                <c:pt idx="4198">
                  <c:v>43487</c:v>
                </c:pt>
                <c:pt idx="4199">
                  <c:v>43488</c:v>
                </c:pt>
                <c:pt idx="4200">
                  <c:v>43489</c:v>
                </c:pt>
                <c:pt idx="4201">
                  <c:v>43493</c:v>
                </c:pt>
                <c:pt idx="4202">
                  <c:v>43494</c:v>
                </c:pt>
                <c:pt idx="4203">
                  <c:v>43495</c:v>
                </c:pt>
                <c:pt idx="4204">
                  <c:v>43496</c:v>
                </c:pt>
                <c:pt idx="4205">
                  <c:v>43497</c:v>
                </c:pt>
                <c:pt idx="4206">
                  <c:v>43500</c:v>
                </c:pt>
                <c:pt idx="4207">
                  <c:v>43501</c:v>
                </c:pt>
                <c:pt idx="4208">
                  <c:v>43502</c:v>
                </c:pt>
                <c:pt idx="4209">
                  <c:v>43503</c:v>
                </c:pt>
                <c:pt idx="4210">
                  <c:v>43504</c:v>
                </c:pt>
                <c:pt idx="4211">
                  <c:v>43507</c:v>
                </c:pt>
                <c:pt idx="4212">
                  <c:v>43508</c:v>
                </c:pt>
                <c:pt idx="4213">
                  <c:v>43509</c:v>
                </c:pt>
                <c:pt idx="4214">
                  <c:v>43510</c:v>
                </c:pt>
                <c:pt idx="4215">
                  <c:v>43511</c:v>
                </c:pt>
                <c:pt idx="4216">
                  <c:v>43514</c:v>
                </c:pt>
                <c:pt idx="4217">
                  <c:v>43515</c:v>
                </c:pt>
                <c:pt idx="4218">
                  <c:v>43516</c:v>
                </c:pt>
                <c:pt idx="4219">
                  <c:v>43517</c:v>
                </c:pt>
                <c:pt idx="4220">
                  <c:v>43518</c:v>
                </c:pt>
                <c:pt idx="4221">
                  <c:v>43521</c:v>
                </c:pt>
                <c:pt idx="4222">
                  <c:v>43522</c:v>
                </c:pt>
                <c:pt idx="4223">
                  <c:v>43523</c:v>
                </c:pt>
                <c:pt idx="4224">
                  <c:v>43524</c:v>
                </c:pt>
                <c:pt idx="4225">
                  <c:v>43525</c:v>
                </c:pt>
                <c:pt idx="4226">
                  <c:v>43530</c:v>
                </c:pt>
                <c:pt idx="4227">
                  <c:v>43531</c:v>
                </c:pt>
                <c:pt idx="4228">
                  <c:v>43532</c:v>
                </c:pt>
                <c:pt idx="4229">
                  <c:v>43535</c:v>
                </c:pt>
                <c:pt idx="4230">
                  <c:v>43536</c:v>
                </c:pt>
                <c:pt idx="4231">
                  <c:v>43537</c:v>
                </c:pt>
                <c:pt idx="4232">
                  <c:v>43538</c:v>
                </c:pt>
                <c:pt idx="4233">
                  <c:v>43539</c:v>
                </c:pt>
                <c:pt idx="4234">
                  <c:v>43542</c:v>
                </c:pt>
                <c:pt idx="4235">
                  <c:v>43543</c:v>
                </c:pt>
                <c:pt idx="4236">
                  <c:v>43544</c:v>
                </c:pt>
                <c:pt idx="4237">
                  <c:v>43545</c:v>
                </c:pt>
                <c:pt idx="4238">
                  <c:v>43546</c:v>
                </c:pt>
                <c:pt idx="4239">
                  <c:v>43549</c:v>
                </c:pt>
                <c:pt idx="4240">
                  <c:v>43550</c:v>
                </c:pt>
                <c:pt idx="4241">
                  <c:v>43551</c:v>
                </c:pt>
                <c:pt idx="4242">
                  <c:v>43552</c:v>
                </c:pt>
                <c:pt idx="4243">
                  <c:v>43553</c:v>
                </c:pt>
                <c:pt idx="4244">
                  <c:v>43556</c:v>
                </c:pt>
                <c:pt idx="4245">
                  <c:v>43557</c:v>
                </c:pt>
                <c:pt idx="4246">
                  <c:v>43558</c:v>
                </c:pt>
                <c:pt idx="4247">
                  <c:v>43559</c:v>
                </c:pt>
                <c:pt idx="4248">
                  <c:v>43560</c:v>
                </c:pt>
                <c:pt idx="4249">
                  <c:v>43563</c:v>
                </c:pt>
                <c:pt idx="4250">
                  <c:v>43564</c:v>
                </c:pt>
                <c:pt idx="4251">
                  <c:v>43565</c:v>
                </c:pt>
                <c:pt idx="4252">
                  <c:v>43566</c:v>
                </c:pt>
                <c:pt idx="4253">
                  <c:v>43567</c:v>
                </c:pt>
                <c:pt idx="4254">
                  <c:v>43570</c:v>
                </c:pt>
                <c:pt idx="4255">
                  <c:v>43571</c:v>
                </c:pt>
                <c:pt idx="4256">
                  <c:v>43572</c:v>
                </c:pt>
                <c:pt idx="4257">
                  <c:v>43573</c:v>
                </c:pt>
                <c:pt idx="4258">
                  <c:v>43577</c:v>
                </c:pt>
                <c:pt idx="4259">
                  <c:v>43578</c:v>
                </c:pt>
                <c:pt idx="4260">
                  <c:v>43579</c:v>
                </c:pt>
                <c:pt idx="4261">
                  <c:v>43580</c:v>
                </c:pt>
                <c:pt idx="4262">
                  <c:v>43581</c:v>
                </c:pt>
                <c:pt idx="4263">
                  <c:v>43584</c:v>
                </c:pt>
                <c:pt idx="4264">
                  <c:v>43585</c:v>
                </c:pt>
                <c:pt idx="4265">
                  <c:v>43587</c:v>
                </c:pt>
                <c:pt idx="4266">
                  <c:v>43588</c:v>
                </c:pt>
                <c:pt idx="4267">
                  <c:v>43591</c:v>
                </c:pt>
                <c:pt idx="4268">
                  <c:v>43592</c:v>
                </c:pt>
                <c:pt idx="4269">
                  <c:v>43593</c:v>
                </c:pt>
                <c:pt idx="4270">
                  <c:v>43594</c:v>
                </c:pt>
                <c:pt idx="4271">
                  <c:v>43595</c:v>
                </c:pt>
                <c:pt idx="4272">
                  <c:v>43598</c:v>
                </c:pt>
                <c:pt idx="4273">
                  <c:v>43599</c:v>
                </c:pt>
                <c:pt idx="4274">
                  <c:v>43600</c:v>
                </c:pt>
                <c:pt idx="4275">
                  <c:v>43601</c:v>
                </c:pt>
                <c:pt idx="4276">
                  <c:v>43602</c:v>
                </c:pt>
                <c:pt idx="4277">
                  <c:v>43605</c:v>
                </c:pt>
                <c:pt idx="4278">
                  <c:v>43606</c:v>
                </c:pt>
                <c:pt idx="4279">
                  <c:v>43607</c:v>
                </c:pt>
                <c:pt idx="4280">
                  <c:v>43608</c:v>
                </c:pt>
                <c:pt idx="4281">
                  <c:v>43609</c:v>
                </c:pt>
                <c:pt idx="4282">
                  <c:v>43612</c:v>
                </c:pt>
                <c:pt idx="4283">
                  <c:v>43613</c:v>
                </c:pt>
                <c:pt idx="4284">
                  <c:v>43614</c:v>
                </c:pt>
                <c:pt idx="4285">
                  <c:v>43615</c:v>
                </c:pt>
                <c:pt idx="4286">
                  <c:v>43616</c:v>
                </c:pt>
                <c:pt idx="4287">
                  <c:v>43619</c:v>
                </c:pt>
                <c:pt idx="4288">
                  <c:v>43620</c:v>
                </c:pt>
                <c:pt idx="4289">
                  <c:v>43621</c:v>
                </c:pt>
                <c:pt idx="4290">
                  <c:v>43622</c:v>
                </c:pt>
                <c:pt idx="4291">
                  <c:v>43623</c:v>
                </c:pt>
                <c:pt idx="4292">
                  <c:v>43626</c:v>
                </c:pt>
                <c:pt idx="4293">
                  <c:v>43627</c:v>
                </c:pt>
                <c:pt idx="4294">
                  <c:v>43628</c:v>
                </c:pt>
                <c:pt idx="4295">
                  <c:v>43629</c:v>
                </c:pt>
                <c:pt idx="4296">
                  <c:v>43630</c:v>
                </c:pt>
                <c:pt idx="4297">
                  <c:v>43633</c:v>
                </c:pt>
                <c:pt idx="4298">
                  <c:v>43634</c:v>
                </c:pt>
                <c:pt idx="4299">
                  <c:v>43635</c:v>
                </c:pt>
                <c:pt idx="4300">
                  <c:v>43637</c:v>
                </c:pt>
                <c:pt idx="4301">
                  <c:v>43640</c:v>
                </c:pt>
                <c:pt idx="4302">
                  <c:v>43641</c:v>
                </c:pt>
                <c:pt idx="4303">
                  <c:v>43642</c:v>
                </c:pt>
                <c:pt idx="4304">
                  <c:v>43643</c:v>
                </c:pt>
                <c:pt idx="4305">
                  <c:v>43644</c:v>
                </c:pt>
                <c:pt idx="4306">
                  <c:v>43647</c:v>
                </c:pt>
                <c:pt idx="4307">
                  <c:v>43648</c:v>
                </c:pt>
                <c:pt idx="4308">
                  <c:v>43649</c:v>
                </c:pt>
                <c:pt idx="4309">
                  <c:v>43650</c:v>
                </c:pt>
                <c:pt idx="4310">
                  <c:v>43651</c:v>
                </c:pt>
                <c:pt idx="4311">
                  <c:v>43654</c:v>
                </c:pt>
                <c:pt idx="4312">
                  <c:v>43656</c:v>
                </c:pt>
                <c:pt idx="4313">
                  <c:v>43657</c:v>
                </c:pt>
                <c:pt idx="4314">
                  <c:v>43658</c:v>
                </c:pt>
                <c:pt idx="4315">
                  <c:v>43661</c:v>
                </c:pt>
                <c:pt idx="4316">
                  <c:v>43662</c:v>
                </c:pt>
                <c:pt idx="4317">
                  <c:v>43663</c:v>
                </c:pt>
                <c:pt idx="4318">
                  <c:v>43664</c:v>
                </c:pt>
                <c:pt idx="4319">
                  <c:v>43665</c:v>
                </c:pt>
                <c:pt idx="4320">
                  <c:v>43668</c:v>
                </c:pt>
                <c:pt idx="4321">
                  <c:v>43669</c:v>
                </c:pt>
                <c:pt idx="4322">
                  <c:v>43670</c:v>
                </c:pt>
                <c:pt idx="4323">
                  <c:v>43671</c:v>
                </c:pt>
                <c:pt idx="4324">
                  <c:v>43672</c:v>
                </c:pt>
                <c:pt idx="4325">
                  <c:v>43675</c:v>
                </c:pt>
                <c:pt idx="4326">
                  <c:v>43676</c:v>
                </c:pt>
                <c:pt idx="4327">
                  <c:v>43677</c:v>
                </c:pt>
                <c:pt idx="4328">
                  <c:v>43678</c:v>
                </c:pt>
                <c:pt idx="4329">
                  <c:v>43679</c:v>
                </c:pt>
                <c:pt idx="4330">
                  <c:v>43682</c:v>
                </c:pt>
                <c:pt idx="4331">
                  <c:v>43683</c:v>
                </c:pt>
                <c:pt idx="4332">
                  <c:v>43684</c:v>
                </c:pt>
                <c:pt idx="4333">
                  <c:v>43685</c:v>
                </c:pt>
                <c:pt idx="4334">
                  <c:v>43686</c:v>
                </c:pt>
                <c:pt idx="4335">
                  <c:v>43689</c:v>
                </c:pt>
                <c:pt idx="4336">
                  <c:v>43690</c:v>
                </c:pt>
                <c:pt idx="4337">
                  <c:v>43691</c:v>
                </c:pt>
                <c:pt idx="4338">
                  <c:v>43692</c:v>
                </c:pt>
                <c:pt idx="4339">
                  <c:v>43693</c:v>
                </c:pt>
                <c:pt idx="4340">
                  <c:v>43696</c:v>
                </c:pt>
                <c:pt idx="4341">
                  <c:v>43697</c:v>
                </c:pt>
                <c:pt idx="4342">
                  <c:v>43698</c:v>
                </c:pt>
                <c:pt idx="4343">
                  <c:v>43699</c:v>
                </c:pt>
                <c:pt idx="4344">
                  <c:v>43700</c:v>
                </c:pt>
                <c:pt idx="4345">
                  <c:v>43703</c:v>
                </c:pt>
                <c:pt idx="4346">
                  <c:v>43704</c:v>
                </c:pt>
                <c:pt idx="4347">
                  <c:v>43705</c:v>
                </c:pt>
                <c:pt idx="4348">
                  <c:v>43706</c:v>
                </c:pt>
                <c:pt idx="4349">
                  <c:v>43707</c:v>
                </c:pt>
                <c:pt idx="4350">
                  <c:v>43710</c:v>
                </c:pt>
                <c:pt idx="4351">
                  <c:v>43711</c:v>
                </c:pt>
                <c:pt idx="4352">
                  <c:v>43712</c:v>
                </c:pt>
                <c:pt idx="4353">
                  <c:v>43713</c:v>
                </c:pt>
                <c:pt idx="4354">
                  <c:v>43714</c:v>
                </c:pt>
                <c:pt idx="4355">
                  <c:v>43717</c:v>
                </c:pt>
                <c:pt idx="4356">
                  <c:v>43718</c:v>
                </c:pt>
                <c:pt idx="4357">
                  <c:v>43719</c:v>
                </c:pt>
                <c:pt idx="4358">
                  <c:v>43720</c:v>
                </c:pt>
                <c:pt idx="4359">
                  <c:v>43721</c:v>
                </c:pt>
                <c:pt idx="4360">
                  <c:v>43724</c:v>
                </c:pt>
                <c:pt idx="4361">
                  <c:v>43725</c:v>
                </c:pt>
                <c:pt idx="4362">
                  <c:v>43726</c:v>
                </c:pt>
                <c:pt idx="4363">
                  <c:v>43727</c:v>
                </c:pt>
                <c:pt idx="4364">
                  <c:v>43728</c:v>
                </c:pt>
                <c:pt idx="4365">
                  <c:v>43731</c:v>
                </c:pt>
                <c:pt idx="4366">
                  <c:v>43732</c:v>
                </c:pt>
                <c:pt idx="4367">
                  <c:v>43733</c:v>
                </c:pt>
                <c:pt idx="4368">
                  <c:v>43734</c:v>
                </c:pt>
                <c:pt idx="4369">
                  <c:v>43735</c:v>
                </c:pt>
                <c:pt idx="4370">
                  <c:v>43738</c:v>
                </c:pt>
                <c:pt idx="4371">
                  <c:v>43739</c:v>
                </c:pt>
                <c:pt idx="4372">
                  <c:v>43740</c:v>
                </c:pt>
                <c:pt idx="4373">
                  <c:v>43741</c:v>
                </c:pt>
                <c:pt idx="4374">
                  <c:v>43742</c:v>
                </c:pt>
                <c:pt idx="4375">
                  <c:v>43745</c:v>
                </c:pt>
                <c:pt idx="4376">
                  <c:v>43746</c:v>
                </c:pt>
                <c:pt idx="4377">
                  <c:v>43747</c:v>
                </c:pt>
                <c:pt idx="4378">
                  <c:v>43748</c:v>
                </c:pt>
                <c:pt idx="4379">
                  <c:v>43749</c:v>
                </c:pt>
                <c:pt idx="4380">
                  <c:v>43752</c:v>
                </c:pt>
                <c:pt idx="4381">
                  <c:v>43753</c:v>
                </c:pt>
                <c:pt idx="4382">
                  <c:v>43754</c:v>
                </c:pt>
                <c:pt idx="4383">
                  <c:v>43755</c:v>
                </c:pt>
                <c:pt idx="4384">
                  <c:v>43756</c:v>
                </c:pt>
                <c:pt idx="4385">
                  <c:v>43759</c:v>
                </c:pt>
                <c:pt idx="4386">
                  <c:v>43760</c:v>
                </c:pt>
                <c:pt idx="4387">
                  <c:v>43761</c:v>
                </c:pt>
                <c:pt idx="4388">
                  <c:v>43762</c:v>
                </c:pt>
                <c:pt idx="4389">
                  <c:v>43763</c:v>
                </c:pt>
                <c:pt idx="4390">
                  <c:v>43766</c:v>
                </c:pt>
                <c:pt idx="4391">
                  <c:v>43767</c:v>
                </c:pt>
                <c:pt idx="4392">
                  <c:v>43768</c:v>
                </c:pt>
                <c:pt idx="4393">
                  <c:v>43769</c:v>
                </c:pt>
                <c:pt idx="4394">
                  <c:v>43770</c:v>
                </c:pt>
                <c:pt idx="4395">
                  <c:v>43773</c:v>
                </c:pt>
                <c:pt idx="4396">
                  <c:v>43774</c:v>
                </c:pt>
                <c:pt idx="4397">
                  <c:v>43775</c:v>
                </c:pt>
                <c:pt idx="4398">
                  <c:v>43776</c:v>
                </c:pt>
                <c:pt idx="4399">
                  <c:v>43777</c:v>
                </c:pt>
                <c:pt idx="4400">
                  <c:v>43780</c:v>
                </c:pt>
                <c:pt idx="4401">
                  <c:v>43781</c:v>
                </c:pt>
                <c:pt idx="4402">
                  <c:v>43782</c:v>
                </c:pt>
                <c:pt idx="4403">
                  <c:v>43783</c:v>
                </c:pt>
                <c:pt idx="4404">
                  <c:v>43787</c:v>
                </c:pt>
                <c:pt idx="4405">
                  <c:v>43788</c:v>
                </c:pt>
                <c:pt idx="4406">
                  <c:v>43790</c:v>
                </c:pt>
                <c:pt idx="4407">
                  <c:v>43791</c:v>
                </c:pt>
                <c:pt idx="4408">
                  <c:v>43794</c:v>
                </c:pt>
                <c:pt idx="4409">
                  <c:v>43795</c:v>
                </c:pt>
                <c:pt idx="4410">
                  <c:v>43796</c:v>
                </c:pt>
                <c:pt idx="4411">
                  <c:v>43797</c:v>
                </c:pt>
                <c:pt idx="4412">
                  <c:v>43798</c:v>
                </c:pt>
                <c:pt idx="4413">
                  <c:v>43801</c:v>
                </c:pt>
                <c:pt idx="4414">
                  <c:v>43802</c:v>
                </c:pt>
                <c:pt idx="4415">
                  <c:v>43803</c:v>
                </c:pt>
                <c:pt idx="4416">
                  <c:v>43804</c:v>
                </c:pt>
                <c:pt idx="4417">
                  <c:v>43805</c:v>
                </c:pt>
                <c:pt idx="4418">
                  <c:v>43808</c:v>
                </c:pt>
                <c:pt idx="4419">
                  <c:v>43809</c:v>
                </c:pt>
                <c:pt idx="4420">
                  <c:v>43810</c:v>
                </c:pt>
                <c:pt idx="4421">
                  <c:v>43811</c:v>
                </c:pt>
                <c:pt idx="4422">
                  <c:v>43812</c:v>
                </c:pt>
                <c:pt idx="4423">
                  <c:v>43815</c:v>
                </c:pt>
                <c:pt idx="4424">
                  <c:v>43816</c:v>
                </c:pt>
                <c:pt idx="4425">
                  <c:v>43817</c:v>
                </c:pt>
                <c:pt idx="4426">
                  <c:v>43818</c:v>
                </c:pt>
                <c:pt idx="4427">
                  <c:v>43819</c:v>
                </c:pt>
                <c:pt idx="4428">
                  <c:v>43822</c:v>
                </c:pt>
                <c:pt idx="4429">
                  <c:v>43825</c:v>
                </c:pt>
                <c:pt idx="4430">
                  <c:v>43826</c:v>
                </c:pt>
                <c:pt idx="4431">
                  <c:v>43829</c:v>
                </c:pt>
                <c:pt idx="4432">
                  <c:v>43832</c:v>
                </c:pt>
                <c:pt idx="4433">
                  <c:v>43833</c:v>
                </c:pt>
                <c:pt idx="4434">
                  <c:v>43836</c:v>
                </c:pt>
                <c:pt idx="4435">
                  <c:v>43837</c:v>
                </c:pt>
                <c:pt idx="4436">
                  <c:v>43838</c:v>
                </c:pt>
                <c:pt idx="4437">
                  <c:v>43839</c:v>
                </c:pt>
                <c:pt idx="4438">
                  <c:v>43840</c:v>
                </c:pt>
                <c:pt idx="4439">
                  <c:v>43843</c:v>
                </c:pt>
                <c:pt idx="4440">
                  <c:v>43844</c:v>
                </c:pt>
                <c:pt idx="4441">
                  <c:v>43845</c:v>
                </c:pt>
                <c:pt idx="4442">
                  <c:v>43846</c:v>
                </c:pt>
                <c:pt idx="4443">
                  <c:v>43847</c:v>
                </c:pt>
                <c:pt idx="4444">
                  <c:v>43850</c:v>
                </c:pt>
                <c:pt idx="4445">
                  <c:v>43851</c:v>
                </c:pt>
                <c:pt idx="4446">
                  <c:v>43852</c:v>
                </c:pt>
                <c:pt idx="4447">
                  <c:v>43853</c:v>
                </c:pt>
                <c:pt idx="4448">
                  <c:v>43854</c:v>
                </c:pt>
                <c:pt idx="4449">
                  <c:v>43857</c:v>
                </c:pt>
                <c:pt idx="4450">
                  <c:v>43858</c:v>
                </c:pt>
                <c:pt idx="4451">
                  <c:v>43859</c:v>
                </c:pt>
                <c:pt idx="4452">
                  <c:v>43860</c:v>
                </c:pt>
                <c:pt idx="4453">
                  <c:v>43861</c:v>
                </c:pt>
                <c:pt idx="4454">
                  <c:v>43864</c:v>
                </c:pt>
                <c:pt idx="4455">
                  <c:v>43865</c:v>
                </c:pt>
                <c:pt idx="4456">
                  <c:v>43866</c:v>
                </c:pt>
                <c:pt idx="4457">
                  <c:v>43867</c:v>
                </c:pt>
                <c:pt idx="4458">
                  <c:v>43868</c:v>
                </c:pt>
                <c:pt idx="4459">
                  <c:v>43871</c:v>
                </c:pt>
                <c:pt idx="4460">
                  <c:v>43872</c:v>
                </c:pt>
                <c:pt idx="4461">
                  <c:v>43873</c:v>
                </c:pt>
                <c:pt idx="4462">
                  <c:v>43874</c:v>
                </c:pt>
                <c:pt idx="4463">
                  <c:v>43875</c:v>
                </c:pt>
                <c:pt idx="4464">
                  <c:v>43878</c:v>
                </c:pt>
                <c:pt idx="4465">
                  <c:v>43879</c:v>
                </c:pt>
                <c:pt idx="4466">
                  <c:v>43880</c:v>
                </c:pt>
                <c:pt idx="4467">
                  <c:v>43881</c:v>
                </c:pt>
                <c:pt idx="4468">
                  <c:v>43882</c:v>
                </c:pt>
                <c:pt idx="4469">
                  <c:v>43887</c:v>
                </c:pt>
                <c:pt idx="4470">
                  <c:v>43888</c:v>
                </c:pt>
                <c:pt idx="4471">
                  <c:v>43889</c:v>
                </c:pt>
                <c:pt idx="4472">
                  <c:v>43892</c:v>
                </c:pt>
                <c:pt idx="4473">
                  <c:v>43893</c:v>
                </c:pt>
                <c:pt idx="4474">
                  <c:v>43894</c:v>
                </c:pt>
                <c:pt idx="4475">
                  <c:v>43895</c:v>
                </c:pt>
                <c:pt idx="4476">
                  <c:v>43896</c:v>
                </c:pt>
                <c:pt idx="4477">
                  <c:v>43899</c:v>
                </c:pt>
                <c:pt idx="4478">
                  <c:v>43900</c:v>
                </c:pt>
                <c:pt idx="4479">
                  <c:v>43901</c:v>
                </c:pt>
                <c:pt idx="4480">
                  <c:v>43902</c:v>
                </c:pt>
                <c:pt idx="4481">
                  <c:v>43903</c:v>
                </c:pt>
                <c:pt idx="4482">
                  <c:v>43906</c:v>
                </c:pt>
                <c:pt idx="4483">
                  <c:v>43907</c:v>
                </c:pt>
                <c:pt idx="4484">
                  <c:v>43908</c:v>
                </c:pt>
                <c:pt idx="4485">
                  <c:v>43909</c:v>
                </c:pt>
                <c:pt idx="4486">
                  <c:v>43910</c:v>
                </c:pt>
                <c:pt idx="4487">
                  <c:v>43913</c:v>
                </c:pt>
                <c:pt idx="4488">
                  <c:v>43914</c:v>
                </c:pt>
                <c:pt idx="4489">
                  <c:v>43915</c:v>
                </c:pt>
                <c:pt idx="4490">
                  <c:v>43916</c:v>
                </c:pt>
                <c:pt idx="4491">
                  <c:v>43917</c:v>
                </c:pt>
                <c:pt idx="4492">
                  <c:v>43920</c:v>
                </c:pt>
                <c:pt idx="4493">
                  <c:v>43921</c:v>
                </c:pt>
                <c:pt idx="4494">
                  <c:v>43922</c:v>
                </c:pt>
                <c:pt idx="4495">
                  <c:v>43923</c:v>
                </c:pt>
                <c:pt idx="4496">
                  <c:v>43924</c:v>
                </c:pt>
                <c:pt idx="4497">
                  <c:v>43927</c:v>
                </c:pt>
                <c:pt idx="4498">
                  <c:v>43928</c:v>
                </c:pt>
                <c:pt idx="4499">
                  <c:v>43929</c:v>
                </c:pt>
                <c:pt idx="4500">
                  <c:v>43930</c:v>
                </c:pt>
                <c:pt idx="4501">
                  <c:v>43934</c:v>
                </c:pt>
                <c:pt idx="4502">
                  <c:v>43935</c:v>
                </c:pt>
                <c:pt idx="4503">
                  <c:v>43936</c:v>
                </c:pt>
                <c:pt idx="4504">
                  <c:v>43937</c:v>
                </c:pt>
                <c:pt idx="4505">
                  <c:v>43938</c:v>
                </c:pt>
                <c:pt idx="4506">
                  <c:v>43941</c:v>
                </c:pt>
                <c:pt idx="4507">
                  <c:v>43943</c:v>
                </c:pt>
                <c:pt idx="4508">
                  <c:v>43944</c:v>
                </c:pt>
                <c:pt idx="4509">
                  <c:v>43945</c:v>
                </c:pt>
                <c:pt idx="4510">
                  <c:v>43948</c:v>
                </c:pt>
                <c:pt idx="4511">
                  <c:v>43949</c:v>
                </c:pt>
                <c:pt idx="4512">
                  <c:v>43950</c:v>
                </c:pt>
                <c:pt idx="4513">
                  <c:v>43951</c:v>
                </c:pt>
                <c:pt idx="4514">
                  <c:v>43955</c:v>
                </c:pt>
                <c:pt idx="4515">
                  <c:v>43956</c:v>
                </c:pt>
                <c:pt idx="4516">
                  <c:v>43957</c:v>
                </c:pt>
                <c:pt idx="4517">
                  <c:v>43958</c:v>
                </c:pt>
                <c:pt idx="4518">
                  <c:v>43959</c:v>
                </c:pt>
                <c:pt idx="4519">
                  <c:v>43962</c:v>
                </c:pt>
                <c:pt idx="4520">
                  <c:v>43963</c:v>
                </c:pt>
                <c:pt idx="4521">
                  <c:v>43964</c:v>
                </c:pt>
                <c:pt idx="4522">
                  <c:v>43965</c:v>
                </c:pt>
                <c:pt idx="4523">
                  <c:v>43966</c:v>
                </c:pt>
                <c:pt idx="4524">
                  <c:v>43969</c:v>
                </c:pt>
                <c:pt idx="4525">
                  <c:v>43970</c:v>
                </c:pt>
                <c:pt idx="4526">
                  <c:v>43971</c:v>
                </c:pt>
                <c:pt idx="4527">
                  <c:v>43972</c:v>
                </c:pt>
                <c:pt idx="4528">
                  <c:v>43973</c:v>
                </c:pt>
                <c:pt idx="4529">
                  <c:v>43976</c:v>
                </c:pt>
                <c:pt idx="4530">
                  <c:v>43977</c:v>
                </c:pt>
                <c:pt idx="4531">
                  <c:v>43978</c:v>
                </c:pt>
                <c:pt idx="4532">
                  <c:v>43979</c:v>
                </c:pt>
                <c:pt idx="4533">
                  <c:v>43980</c:v>
                </c:pt>
                <c:pt idx="4534">
                  <c:v>43983</c:v>
                </c:pt>
                <c:pt idx="4535">
                  <c:v>43984</c:v>
                </c:pt>
                <c:pt idx="4536">
                  <c:v>43985</c:v>
                </c:pt>
                <c:pt idx="4537">
                  <c:v>43986</c:v>
                </c:pt>
                <c:pt idx="4538">
                  <c:v>43987</c:v>
                </c:pt>
                <c:pt idx="4539">
                  <c:v>43990</c:v>
                </c:pt>
                <c:pt idx="4540">
                  <c:v>43991</c:v>
                </c:pt>
                <c:pt idx="4541">
                  <c:v>43992</c:v>
                </c:pt>
                <c:pt idx="4542">
                  <c:v>43994</c:v>
                </c:pt>
                <c:pt idx="4543">
                  <c:v>43997</c:v>
                </c:pt>
                <c:pt idx="4544">
                  <c:v>43998</c:v>
                </c:pt>
                <c:pt idx="4545">
                  <c:v>43999</c:v>
                </c:pt>
                <c:pt idx="4546">
                  <c:v>44000</c:v>
                </c:pt>
                <c:pt idx="4547">
                  <c:v>44001</c:v>
                </c:pt>
                <c:pt idx="4548">
                  <c:v>44004</c:v>
                </c:pt>
                <c:pt idx="4549">
                  <c:v>44005</c:v>
                </c:pt>
                <c:pt idx="4550">
                  <c:v>44006</c:v>
                </c:pt>
                <c:pt idx="4551">
                  <c:v>44007</c:v>
                </c:pt>
                <c:pt idx="4552">
                  <c:v>44008</c:v>
                </c:pt>
                <c:pt idx="4553">
                  <c:v>44011</c:v>
                </c:pt>
                <c:pt idx="4554">
                  <c:v>44012</c:v>
                </c:pt>
                <c:pt idx="4555">
                  <c:v>44013</c:v>
                </c:pt>
                <c:pt idx="4556">
                  <c:v>44014</c:v>
                </c:pt>
                <c:pt idx="4557">
                  <c:v>44015</c:v>
                </c:pt>
                <c:pt idx="4558">
                  <c:v>44018</c:v>
                </c:pt>
                <c:pt idx="4559">
                  <c:v>44019</c:v>
                </c:pt>
                <c:pt idx="4560">
                  <c:v>44020</c:v>
                </c:pt>
                <c:pt idx="4561">
                  <c:v>44021</c:v>
                </c:pt>
                <c:pt idx="4562">
                  <c:v>44022</c:v>
                </c:pt>
                <c:pt idx="4563">
                  <c:v>44025</c:v>
                </c:pt>
                <c:pt idx="4564">
                  <c:v>44026</c:v>
                </c:pt>
                <c:pt idx="4565">
                  <c:v>44027</c:v>
                </c:pt>
                <c:pt idx="4566">
                  <c:v>44028</c:v>
                </c:pt>
                <c:pt idx="4567">
                  <c:v>44029</c:v>
                </c:pt>
                <c:pt idx="4568">
                  <c:v>44032</c:v>
                </c:pt>
                <c:pt idx="4569">
                  <c:v>44033</c:v>
                </c:pt>
                <c:pt idx="4570">
                  <c:v>44034</c:v>
                </c:pt>
                <c:pt idx="4571">
                  <c:v>44035</c:v>
                </c:pt>
                <c:pt idx="4572">
                  <c:v>44036</c:v>
                </c:pt>
                <c:pt idx="4573">
                  <c:v>44039</c:v>
                </c:pt>
                <c:pt idx="4574">
                  <c:v>44040</c:v>
                </c:pt>
                <c:pt idx="4575">
                  <c:v>44041</c:v>
                </c:pt>
                <c:pt idx="4576">
                  <c:v>44042</c:v>
                </c:pt>
                <c:pt idx="4577">
                  <c:v>44043</c:v>
                </c:pt>
                <c:pt idx="4578">
                  <c:v>44046</c:v>
                </c:pt>
                <c:pt idx="4579">
                  <c:v>44047</c:v>
                </c:pt>
                <c:pt idx="4580">
                  <c:v>44048</c:v>
                </c:pt>
                <c:pt idx="4581">
                  <c:v>44049</c:v>
                </c:pt>
                <c:pt idx="4582">
                  <c:v>44050</c:v>
                </c:pt>
                <c:pt idx="4583">
                  <c:v>44053</c:v>
                </c:pt>
                <c:pt idx="4584">
                  <c:v>44054</c:v>
                </c:pt>
                <c:pt idx="4585">
                  <c:v>44055</c:v>
                </c:pt>
                <c:pt idx="4586">
                  <c:v>44056</c:v>
                </c:pt>
                <c:pt idx="4587">
                  <c:v>44057</c:v>
                </c:pt>
                <c:pt idx="4588">
                  <c:v>44060</c:v>
                </c:pt>
                <c:pt idx="4589">
                  <c:v>44061</c:v>
                </c:pt>
                <c:pt idx="4590">
                  <c:v>44062</c:v>
                </c:pt>
                <c:pt idx="4591">
                  <c:v>44063</c:v>
                </c:pt>
                <c:pt idx="4592">
                  <c:v>44064</c:v>
                </c:pt>
                <c:pt idx="4593">
                  <c:v>44067</c:v>
                </c:pt>
                <c:pt idx="4594">
                  <c:v>44068</c:v>
                </c:pt>
                <c:pt idx="4595">
                  <c:v>44069</c:v>
                </c:pt>
                <c:pt idx="4596">
                  <c:v>44070</c:v>
                </c:pt>
                <c:pt idx="4597">
                  <c:v>44071</c:v>
                </c:pt>
                <c:pt idx="4598">
                  <c:v>44074</c:v>
                </c:pt>
                <c:pt idx="4599">
                  <c:v>44075</c:v>
                </c:pt>
                <c:pt idx="4600">
                  <c:v>44076</c:v>
                </c:pt>
                <c:pt idx="4601">
                  <c:v>44077</c:v>
                </c:pt>
                <c:pt idx="4602">
                  <c:v>44078</c:v>
                </c:pt>
                <c:pt idx="4603">
                  <c:v>44082</c:v>
                </c:pt>
                <c:pt idx="4604">
                  <c:v>44083</c:v>
                </c:pt>
                <c:pt idx="4605">
                  <c:v>44084</c:v>
                </c:pt>
                <c:pt idx="4606">
                  <c:v>44085</c:v>
                </c:pt>
                <c:pt idx="4607">
                  <c:v>44088</c:v>
                </c:pt>
                <c:pt idx="4608">
                  <c:v>44089</c:v>
                </c:pt>
                <c:pt idx="4609">
                  <c:v>44090</c:v>
                </c:pt>
                <c:pt idx="4610">
                  <c:v>44091</c:v>
                </c:pt>
                <c:pt idx="4611">
                  <c:v>44092</c:v>
                </c:pt>
                <c:pt idx="4612">
                  <c:v>44095</c:v>
                </c:pt>
                <c:pt idx="4613">
                  <c:v>44096</c:v>
                </c:pt>
                <c:pt idx="4614">
                  <c:v>44097</c:v>
                </c:pt>
                <c:pt idx="4615">
                  <c:v>44098</c:v>
                </c:pt>
                <c:pt idx="4616">
                  <c:v>44099</c:v>
                </c:pt>
                <c:pt idx="4617">
                  <c:v>44102</c:v>
                </c:pt>
                <c:pt idx="4618">
                  <c:v>44103</c:v>
                </c:pt>
                <c:pt idx="4619">
                  <c:v>44104</c:v>
                </c:pt>
                <c:pt idx="4620">
                  <c:v>44105</c:v>
                </c:pt>
                <c:pt idx="4621">
                  <c:v>44106</c:v>
                </c:pt>
                <c:pt idx="4622">
                  <c:v>44109</c:v>
                </c:pt>
                <c:pt idx="4623">
                  <c:v>44110</c:v>
                </c:pt>
                <c:pt idx="4624">
                  <c:v>44111</c:v>
                </c:pt>
                <c:pt idx="4625">
                  <c:v>44112</c:v>
                </c:pt>
                <c:pt idx="4626">
                  <c:v>44113</c:v>
                </c:pt>
                <c:pt idx="4627">
                  <c:v>44117</c:v>
                </c:pt>
                <c:pt idx="4628">
                  <c:v>44118</c:v>
                </c:pt>
                <c:pt idx="4629">
                  <c:v>44119</c:v>
                </c:pt>
                <c:pt idx="4630">
                  <c:v>44120</c:v>
                </c:pt>
                <c:pt idx="4631">
                  <c:v>44123</c:v>
                </c:pt>
                <c:pt idx="4632">
                  <c:v>44124</c:v>
                </c:pt>
                <c:pt idx="4633">
                  <c:v>44125</c:v>
                </c:pt>
                <c:pt idx="4634">
                  <c:v>44126</c:v>
                </c:pt>
                <c:pt idx="4635">
                  <c:v>44127</c:v>
                </c:pt>
                <c:pt idx="4636">
                  <c:v>44130</c:v>
                </c:pt>
                <c:pt idx="4637">
                  <c:v>44131</c:v>
                </c:pt>
                <c:pt idx="4638">
                  <c:v>44132</c:v>
                </c:pt>
                <c:pt idx="4639">
                  <c:v>44133</c:v>
                </c:pt>
                <c:pt idx="4640">
                  <c:v>44134</c:v>
                </c:pt>
                <c:pt idx="4641">
                  <c:v>44138</c:v>
                </c:pt>
                <c:pt idx="4642">
                  <c:v>44139</c:v>
                </c:pt>
                <c:pt idx="4643">
                  <c:v>44140</c:v>
                </c:pt>
                <c:pt idx="4644">
                  <c:v>44141</c:v>
                </c:pt>
                <c:pt idx="4645">
                  <c:v>44144</c:v>
                </c:pt>
                <c:pt idx="4646">
                  <c:v>44145</c:v>
                </c:pt>
                <c:pt idx="4647">
                  <c:v>44146</c:v>
                </c:pt>
                <c:pt idx="4648">
                  <c:v>44147</c:v>
                </c:pt>
                <c:pt idx="4649">
                  <c:v>44148</c:v>
                </c:pt>
                <c:pt idx="4650">
                  <c:v>44151</c:v>
                </c:pt>
                <c:pt idx="4651">
                  <c:v>44152</c:v>
                </c:pt>
                <c:pt idx="4652">
                  <c:v>44153</c:v>
                </c:pt>
                <c:pt idx="4653">
                  <c:v>44154</c:v>
                </c:pt>
                <c:pt idx="4654">
                  <c:v>44155</c:v>
                </c:pt>
                <c:pt idx="4655">
                  <c:v>44158</c:v>
                </c:pt>
                <c:pt idx="4656">
                  <c:v>44159</c:v>
                </c:pt>
                <c:pt idx="4657">
                  <c:v>44160</c:v>
                </c:pt>
                <c:pt idx="4658">
                  <c:v>44161</c:v>
                </c:pt>
                <c:pt idx="4659">
                  <c:v>44162</c:v>
                </c:pt>
                <c:pt idx="4660">
                  <c:v>44165</c:v>
                </c:pt>
                <c:pt idx="4661">
                  <c:v>44166</c:v>
                </c:pt>
                <c:pt idx="4662">
                  <c:v>44167</c:v>
                </c:pt>
                <c:pt idx="4663">
                  <c:v>44168</c:v>
                </c:pt>
                <c:pt idx="4664">
                  <c:v>44169</c:v>
                </c:pt>
                <c:pt idx="4665">
                  <c:v>44172</c:v>
                </c:pt>
                <c:pt idx="4666">
                  <c:v>44173</c:v>
                </c:pt>
                <c:pt idx="4667">
                  <c:v>44174</c:v>
                </c:pt>
                <c:pt idx="4668">
                  <c:v>44175</c:v>
                </c:pt>
                <c:pt idx="4669">
                  <c:v>44176</c:v>
                </c:pt>
                <c:pt idx="4670">
                  <c:v>44179</c:v>
                </c:pt>
                <c:pt idx="4671">
                  <c:v>44180</c:v>
                </c:pt>
                <c:pt idx="4672">
                  <c:v>44181</c:v>
                </c:pt>
                <c:pt idx="4673">
                  <c:v>44182</c:v>
                </c:pt>
                <c:pt idx="4674">
                  <c:v>44183</c:v>
                </c:pt>
                <c:pt idx="4675">
                  <c:v>44186</c:v>
                </c:pt>
                <c:pt idx="4676">
                  <c:v>44187</c:v>
                </c:pt>
                <c:pt idx="4677">
                  <c:v>44188</c:v>
                </c:pt>
                <c:pt idx="4678">
                  <c:v>44193</c:v>
                </c:pt>
                <c:pt idx="4679">
                  <c:v>44194</c:v>
                </c:pt>
                <c:pt idx="4680">
                  <c:v>44195</c:v>
                </c:pt>
                <c:pt idx="4681">
                  <c:v>44200</c:v>
                </c:pt>
                <c:pt idx="4682">
                  <c:v>44201</c:v>
                </c:pt>
                <c:pt idx="4683">
                  <c:v>44202</c:v>
                </c:pt>
                <c:pt idx="4684">
                  <c:v>44203</c:v>
                </c:pt>
                <c:pt idx="4685">
                  <c:v>44204</c:v>
                </c:pt>
                <c:pt idx="4686">
                  <c:v>44207</c:v>
                </c:pt>
                <c:pt idx="4687">
                  <c:v>44208</c:v>
                </c:pt>
                <c:pt idx="4688">
                  <c:v>44209</c:v>
                </c:pt>
                <c:pt idx="4689">
                  <c:v>44210</c:v>
                </c:pt>
                <c:pt idx="4690">
                  <c:v>44211</c:v>
                </c:pt>
                <c:pt idx="4691">
                  <c:v>44214</c:v>
                </c:pt>
                <c:pt idx="4692">
                  <c:v>44215</c:v>
                </c:pt>
                <c:pt idx="4693">
                  <c:v>44216</c:v>
                </c:pt>
                <c:pt idx="4694">
                  <c:v>44217</c:v>
                </c:pt>
                <c:pt idx="4695">
                  <c:v>44218</c:v>
                </c:pt>
                <c:pt idx="4696">
                  <c:v>44222</c:v>
                </c:pt>
                <c:pt idx="4697">
                  <c:v>44223</c:v>
                </c:pt>
                <c:pt idx="4698">
                  <c:v>44224</c:v>
                </c:pt>
                <c:pt idx="4699">
                  <c:v>44225</c:v>
                </c:pt>
                <c:pt idx="4700">
                  <c:v>44228</c:v>
                </c:pt>
                <c:pt idx="4701">
                  <c:v>44229</c:v>
                </c:pt>
                <c:pt idx="4702">
                  <c:v>44230</c:v>
                </c:pt>
                <c:pt idx="4703">
                  <c:v>44231</c:v>
                </c:pt>
                <c:pt idx="4704">
                  <c:v>44232</c:v>
                </c:pt>
                <c:pt idx="4705">
                  <c:v>44235</c:v>
                </c:pt>
                <c:pt idx="4706">
                  <c:v>44236</c:v>
                </c:pt>
                <c:pt idx="4707">
                  <c:v>44237</c:v>
                </c:pt>
                <c:pt idx="4708">
                  <c:v>44238</c:v>
                </c:pt>
                <c:pt idx="4709">
                  <c:v>44239</c:v>
                </c:pt>
                <c:pt idx="4710">
                  <c:v>44244</c:v>
                </c:pt>
                <c:pt idx="4711">
                  <c:v>44245</c:v>
                </c:pt>
                <c:pt idx="4712">
                  <c:v>44246</c:v>
                </c:pt>
                <c:pt idx="4713">
                  <c:v>44249</c:v>
                </c:pt>
                <c:pt idx="4714">
                  <c:v>44250</c:v>
                </c:pt>
                <c:pt idx="4715">
                  <c:v>44251</c:v>
                </c:pt>
                <c:pt idx="4716">
                  <c:v>44252</c:v>
                </c:pt>
                <c:pt idx="4717">
                  <c:v>44253</c:v>
                </c:pt>
                <c:pt idx="4718">
                  <c:v>44256</c:v>
                </c:pt>
                <c:pt idx="4719">
                  <c:v>44257</c:v>
                </c:pt>
                <c:pt idx="4720">
                  <c:v>44258</c:v>
                </c:pt>
                <c:pt idx="4721">
                  <c:v>44259</c:v>
                </c:pt>
                <c:pt idx="4722">
                  <c:v>44260</c:v>
                </c:pt>
                <c:pt idx="4723">
                  <c:v>44263</c:v>
                </c:pt>
                <c:pt idx="4724">
                  <c:v>44264</c:v>
                </c:pt>
                <c:pt idx="4725">
                  <c:v>44265</c:v>
                </c:pt>
                <c:pt idx="4726">
                  <c:v>44266</c:v>
                </c:pt>
                <c:pt idx="4727">
                  <c:v>44267</c:v>
                </c:pt>
                <c:pt idx="4728">
                  <c:v>44270</c:v>
                </c:pt>
                <c:pt idx="4729">
                  <c:v>44271</c:v>
                </c:pt>
                <c:pt idx="4730">
                  <c:v>44272</c:v>
                </c:pt>
                <c:pt idx="4731">
                  <c:v>44273</c:v>
                </c:pt>
                <c:pt idx="4732">
                  <c:v>44274</c:v>
                </c:pt>
                <c:pt idx="4733">
                  <c:v>44277</c:v>
                </c:pt>
                <c:pt idx="4734">
                  <c:v>44278</c:v>
                </c:pt>
                <c:pt idx="4735">
                  <c:v>44279</c:v>
                </c:pt>
                <c:pt idx="4736">
                  <c:v>44280</c:v>
                </c:pt>
                <c:pt idx="4737">
                  <c:v>44281</c:v>
                </c:pt>
                <c:pt idx="4738">
                  <c:v>44284</c:v>
                </c:pt>
                <c:pt idx="4739">
                  <c:v>44285</c:v>
                </c:pt>
                <c:pt idx="4740">
                  <c:v>44286</c:v>
                </c:pt>
                <c:pt idx="4741">
                  <c:v>44287</c:v>
                </c:pt>
                <c:pt idx="4742">
                  <c:v>44291</c:v>
                </c:pt>
                <c:pt idx="4743">
                  <c:v>44292</c:v>
                </c:pt>
                <c:pt idx="4744">
                  <c:v>44293</c:v>
                </c:pt>
                <c:pt idx="4745">
                  <c:v>44294</c:v>
                </c:pt>
                <c:pt idx="4746">
                  <c:v>44295</c:v>
                </c:pt>
                <c:pt idx="4747">
                  <c:v>44298</c:v>
                </c:pt>
                <c:pt idx="4748">
                  <c:v>44299</c:v>
                </c:pt>
                <c:pt idx="4749">
                  <c:v>44300</c:v>
                </c:pt>
                <c:pt idx="4750">
                  <c:v>44301</c:v>
                </c:pt>
                <c:pt idx="4751">
                  <c:v>44302</c:v>
                </c:pt>
                <c:pt idx="4752">
                  <c:v>44305</c:v>
                </c:pt>
                <c:pt idx="4753">
                  <c:v>44306</c:v>
                </c:pt>
                <c:pt idx="4754">
                  <c:v>44308</c:v>
                </c:pt>
                <c:pt idx="4755">
                  <c:v>44309</c:v>
                </c:pt>
                <c:pt idx="4756">
                  <c:v>44312</c:v>
                </c:pt>
                <c:pt idx="4757">
                  <c:v>44313</c:v>
                </c:pt>
                <c:pt idx="4758">
                  <c:v>44314</c:v>
                </c:pt>
                <c:pt idx="4759">
                  <c:v>44315</c:v>
                </c:pt>
                <c:pt idx="4760">
                  <c:v>44316</c:v>
                </c:pt>
                <c:pt idx="4761">
                  <c:v>44319</c:v>
                </c:pt>
                <c:pt idx="4762">
                  <c:v>44320</c:v>
                </c:pt>
                <c:pt idx="4763">
                  <c:v>44321</c:v>
                </c:pt>
                <c:pt idx="4764">
                  <c:v>44322</c:v>
                </c:pt>
                <c:pt idx="4765">
                  <c:v>44323</c:v>
                </c:pt>
                <c:pt idx="4766">
                  <c:v>44326</c:v>
                </c:pt>
                <c:pt idx="4767">
                  <c:v>44327</c:v>
                </c:pt>
                <c:pt idx="4768">
                  <c:v>44328</c:v>
                </c:pt>
                <c:pt idx="4769">
                  <c:v>44329</c:v>
                </c:pt>
                <c:pt idx="4770">
                  <c:v>44330</c:v>
                </c:pt>
                <c:pt idx="4771">
                  <c:v>44333</c:v>
                </c:pt>
                <c:pt idx="4772">
                  <c:v>44334</c:v>
                </c:pt>
                <c:pt idx="4773">
                  <c:v>44335</c:v>
                </c:pt>
                <c:pt idx="4774">
                  <c:v>44336</c:v>
                </c:pt>
                <c:pt idx="4775">
                  <c:v>44337</c:v>
                </c:pt>
                <c:pt idx="4776">
                  <c:v>44340</c:v>
                </c:pt>
                <c:pt idx="4777">
                  <c:v>44341</c:v>
                </c:pt>
                <c:pt idx="4778">
                  <c:v>44342</c:v>
                </c:pt>
                <c:pt idx="4779">
                  <c:v>44343</c:v>
                </c:pt>
                <c:pt idx="4780">
                  <c:v>44344</c:v>
                </c:pt>
                <c:pt idx="4781">
                  <c:v>44347</c:v>
                </c:pt>
                <c:pt idx="4782">
                  <c:v>44348</c:v>
                </c:pt>
                <c:pt idx="4783">
                  <c:v>44349</c:v>
                </c:pt>
                <c:pt idx="4784">
                  <c:v>44351</c:v>
                </c:pt>
                <c:pt idx="4785">
                  <c:v>44354</c:v>
                </c:pt>
                <c:pt idx="4786">
                  <c:v>44355</c:v>
                </c:pt>
                <c:pt idx="4787">
                  <c:v>44356</c:v>
                </c:pt>
                <c:pt idx="4788">
                  <c:v>44357</c:v>
                </c:pt>
                <c:pt idx="4789">
                  <c:v>44358</c:v>
                </c:pt>
                <c:pt idx="4790">
                  <c:v>44361</c:v>
                </c:pt>
                <c:pt idx="4791">
                  <c:v>44362</c:v>
                </c:pt>
                <c:pt idx="4792">
                  <c:v>44363</c:v>
                </c:pt>
                <c:pt idx="4793">
                  <c:v>44364</c:v>
                </c:pt>
                <c:pt idx="4794">
                  <c:v>44365</c:v>
                </c:pt>
                <c:pt idx="4795">
                  <c:v>44368</c:v>
                </c:pt>
                <c:pt idx="4796">
                  <c:v>44369</c:v>
                </c:pt>
                <c:pt idx="4797">
                  <c:v>44370</c:v>
                </c:pt>
                <c:pt idx="4798">
                  <c:v>44371</c:v>
                </c:pt>
                <c:pt idx="4799">
                  <c:v>44372</c:v>
                </c:pt>
                <c:pt idx="4800">
                  <c:v>44375</c:v>
                </c:pt>
                <c:pt idx="4801">
                  <c:v>44376</c:v>
                </c:pt>
                <c:pt idx="4802">
                  <c:v>44377</c:v>
                </c:pt>
                <c:pt idx="4803">
                  <c:v>44378</c:v>
                </c:pt>
                <c:pt idx="4804">
                  <c:v>44379</c:v>
                </c:pt>
                <c:pt idx="4805">
                  <c:v>44382</c:v>
                </c:pt>
                <c:pt idx="4806">
                  <c:v>44383</c:v>
                </c:pt>
                <c:pt idx="4807">
                  <c:v>44384</c:v>
                </c:pt>
                <c:pt idx="4808">
                  <c:v>44385</c:v>
                </c:pt>
                <c:pt idx="4809">
                  <c:v>44389</c:v>
                </c:pt>
                <c:pt idx="4810">
                  <c:v>44390</c:v>
                </c:pt>
                <c:pt idx="4811">
                  <c:v>44391</c:v>
                </c:pt>
                <c:pt idx="4812">
                  <c:v>44392</c:v>
                </c:pt>
                <c:pt idx="4813">
                  <c:v>44393</c:v>
                </c:pt>
                <c:pt idx="4814">
                  <c:v>44396</c:v>
                </c:pt>
                <c:pt idx="4815">
                  <c:v>44397</c:v>
                </c:pt>
                <c:pt idx="4816">
                  <c:v>44398</c:v>
                </c:pt>
                <c:pt idx="4817">
                  <c:v>44399</c:v>
                </c:pt>
                <c:pt idx="4818">
                  <c:v>44400</c:v>
                </c:pt>
                <c:pt idx="4819">
                  <c:v>44403</c:v>
                </c:pt>
                <c:pt idx="4820">
                  <c:v>44404</c:v>
                </c:pt>
                <c:pt idx="4821">
                  <c:v>44405</c:v>
                </c:pt>
                <c:pt idx="4822">
                  <c:v>44406</c:v>
                </c:pt>
                <c:pt idx="4823">
                  <c:v>44407</c:v>
                </c:pt>
                <c:pt idx="4824">
                  <c:v>44410</c:v>
                </c:pt>
                <c:pt idx="4825">
                  <c:v>44411</c:v>
                </c:pt>
                <c:pt idx="4826">
                  <c:v>44412</c:v>
                </c:pt>
                <c:pt idx="4827">
                  <c:v>44413</c:v>
                </c:pt>
                <c:pt idx="4828">
                  <c:v>44414</c:v>
                </c:pt>
                <c:pt idx="4829">
                  <c:v>44417</c:v>
                </c:pt>
                <c:pt idx="4830">
                  <c:v>44418</c:v>
                </c:pt>
                <c:pt idx="4831">
                  <c:v>44419</c:v>
                </c:pt>
                <c:pt idx="4832">
                  <c:v>44420</c:v>
                </c:pt>
                <c:pt idx="4833">
                  <c:v>44421</c:v>
                </c:pt>
                <c:pt idx="4834">
                  <c:v>44424</c:v>
                </c:pt>
                <c:pt idx="4835">
                  <c:v>44425</c:v>
                </c:pt>
                <c:pt idx="4836">
                  <c:v>44426</c:v>
                </c:pt>
                <c:pt idx="4837">
                  <c:v>44427</c:v>
                </c:pt>
                <c:pt idx="4838">
                  <c:v>44428</c:v>
                </c:pt>
                <c:pt idx="4839">
                  <c:v>44431</c:v>
                </c:pt>
                <c:pt idx="4840">
                  <c:v>44432</c:v>
                </c:pt>
                <c:pt idx="4841">
                  <c:v>44433</c:v>
                </c:pt>
                <c:pt idx="4842">
                  <c:v>44434</c:v>
                </c:pt>
                <c:pt idx="4843">
                  <c:v>44435</c:v>
                </c:pt>
                <c:pt idx="4844">
                  <c:v>44438</c:v>
                </c:pt>
                <c:pt idx="4845">
                  <c:v>44439</c:v>
                </c:pt>
                <c:pt idx="4846">
                  <c:v>44440</c:v>
                </c:pt>
                <c:pt idx="4847">
                  <c:v>44441</c:v>
                </c:pt>
                <c:pt idx="4848">
                  <c:v>44442</c:v>
                </c:pt>
                <c:pt idx="4849">
                  <c:v>44445</c:v>
                </c:pt>
                <c:pt idx="4850">
                  <c:v>44447</c:v>
                </c:pt>
                <c:pt idx="4851">
                  <c:v>44448</c:v>
                </c:pt>
                <c:pt idx="4852">
                  <c:v>44449</c:v>
                </c:pt>
                <c:pt idx="4853">
                  <c:v>44452</c:v>
                </c:pt>
                <c:pt idx="4854">
                  <c:v>44453</c:v>
                </c:pt>
                <c:pt idx="4855">
                  <c:v>44454</c:v>
                </c:pt>
                <c:pt idx="4856">
                  <c:v>44455</c:v>
                </c:pt>
                <c:pt idx="4857">
                  <c:v>44456</c:v>
                </c:pt>
                <c:pt idx="4858">
                  <c:v>44459</c:v>
                </c:pt>
                <c:pt idx="4859">
                  <c:v>44460</c:v>
                </c:pt>
                <c:pt idx="4860">
                  <c:v>44461</c:v>
                </c:pt>
                <c:pt idx="4861">
                  <c:v>44462</c:v>
                </c:pt>
                <c:pt idx="4862">
                  <c:v>44463</c:v>
                </c:pt>
                <c:pt idx="4863">
                  <c:v>44466</c:v>
                </c:pt>
                <c:pt idx="4864">
                  <c:v>44467</c:v>
                </c:pt>
                <c:pt idx="4865">
                  <c:v>44468</c:v>
                </c:pt>
                <c:pt idx="4866">
                  <c:v>44469</c:v>
                </c:pt>
                <c:pt idx="4867">
                  <c:v>44470</c:v>
                </c:pt>
                <c:pt idx="4868">
                  <c:v>44473</c:v>
                </c:pt>
                <c:pt idx="4869">
                  <c:v>44474</c:v>
                </c:pt>
                <c:pt idx="4870">
                  <c:v>44475</c:v>
                </c:pt>
                <c:pt idx="4871">
                  <c:v>44476</c:v>
                </c:pt>
                <c:pt idx="4872">
                  <c:v>44477</c:v>
                </c:pt>
                <c:pt idx="4873">
                  <c:v>44480</c:v>
                </c:pt>
                <c:pt idx="4874">
                  <c:v>44482</c:v>
                </c:pt>
                <c:pt idx="4875">
                  <c:v>44483</c:v>
                </c:pt>
                <c:pt idx="4876">
                  <c:v>44484</c:v>
                </c:pt>
                <c:pt idx="4877">
                  <c:v>44487</c:v>
                </c:pt>
                <c:pt idx="4878">
                  <c:v>44488</c:v>
                </c:pt>
                <c:pt idx="4879">
                  <c:v>44489</c:v>
                </c:pt>
                <c:pt idx="4880">
                  <c:v>44490</c:v>
                </c:pt>
                <c:pt idx="4881">
                  <c:v>44491</c:v>
                </c:pt>
                <c:pt idx="4882">
                  <c:v>44494</c:v>
                </c:pt>
                <c:pt idx="4883">
                  <c:v>44495</c:v>
                </c:pt>
                <c:pt idx="4884">
                  <c:v>44496</c:v>
                </c:pt>
                <c:pt idx="4885">
                  <c:v>44497</c:v>
                </c:pt>
                <c:pt idx="4886">
                  <c:v>44498</c:v>
                </c:pt>
                <c:pt idx="4887">
                  <c:v>44501</c:v>
                </c:pt>
                <c:pt idx="4888">
                  <c:v>44503</c:v>
                </c:pt>
                <c:pt idx="4889">
                  <c:v>44504</c:v>
                </c:pt>
                <c:pt idx="4890">
                  <c:v>44505</c:v>
                </c:pt>
                <c:pt idx="4891">
                  <c:v>44508</c:v>
                </c:pt>
                <c:pt idx="4892">
                  <c:v>44509</c:v>
                </c:pt>
                <c:pt idx="4893">
                  <c:v>44510</c:v>
                </c:pt>
                <c:pt idx="4894">
                  <c:v>44511</c:v>
                </c:pt>
                <c:pt idx="4895">
                  <c:v>44512</c:v>
                </c:pt>
                <c:pt idx="4896">
                  <c:v>44516</c:v>
                </c:pt>
                <c:pt idx="4897">
                  <c:v>44517</c:v>
                </c:pt>
                <c:pt idx="4898">
                  <c:v>44518</c:v>
                </c:pt>
                <c:pt idx="4899">
                  <c:v>44519</c:v>
                </c:pt>
                <c:pt idx="4900">
                  <c:v>44522</c:v>
                </c:pt>
                <c:pt idx="4901">
                  <c:v>44523</c:v>
                </c:pt>
                <c:pt idx="4902">
                  <c:v>44524</c:v>
                </c:pt>
                <c:pt idx="4903">
                  <c:v>44525</c:v>
                </c:pt>
                <c:pt idx="4904">
                  <c:v>44526</c:v>
                </c:pt>
                <c:pt idx="4905">
                  <c:v>44529</c:v>
                </c:pt>
                <c:pt idx="4906">
                  <c:v>44530</c:v>
                </c:pt>
                <c:pt idx="4907">
                  <c:v>44531</c:v>
                </c:pt>
                <c:pt idx="4908">
                  <c:v>44532</c:v>
                </c:pt>
                <c:pt idx="4909">
                  <c:v>44533</c:v>
                </c:pt>
                <c:pt idx="4910">
                  <c:v>44536</c:v>
                </c:pt>
                <c:pt idx="4911">
                  <c:v>44537</c:v>
                </c:pt>
                <c:pt idx="4912">
                  <c:v>44538</c:v>
                </c:pt>
                <c:pt idx="4913">
                  <c:v>44539</c:v>
                </c:pt>
                <c:pt idx="4914">
                  <c:v>44540</c:v>
                </c:pt>
                <c:pt idx="4915">
                  <c:v>44543</c:v>
                </c:pt>
                <c:pt idx="4916">
                  <c:v>44544</c:v>
                </c:pt>
                <c:pt idx="4917">
                  <c:v>44545</c:v>
                </c:pt>
                <c:pt idx="4918">
                  <c:v>44546</c:v>
                </c:pt>
                <c:pt idx="4919">
                  <c:v>44547</c:v>
                </c:pt>
                <c:pt idx="4920">
                  <c:v>44550</c:v>
                </c:pt>
                <c:pt idx="4921">
                  <c:v>44551</c:v>
                </c:pt>
                <c:pt idx="4922">
                  <c:v>44552</c:v>
                </c:pt>
                <c:pt idx="4923">
                  <c:v>44553</c:v>
                </c:pt>
                <c:pt idx="4924">
                  <c:v>44557</c:v>
                </c:pt>
                <c:pt idx="4925">
                  <c:v>44558</c:v>
                </c:pt>
                <c:pt idx="4926">
                  <c:v>44559</c:v>
                </c:pt>
                <c:pt idx="4927">
                  <c:v>44560</c:v>
                </c:pt>
                <c:pt idx="4928">
                  <c:v>44564</c:v>
                </c:pt>
                <c:pt idx="4929">
                  <c:v>44565</c:v>
                </c:pt>
                <c:pt idx="4930">
                  <c:v>44566</c:v>
                </c:pt>
                <c:pt idx="4931">
                  <c:v>44567</c:v>
                </c:pt>
                <c:pt idx="4932">
                  <c:v>44568</c:v>
                </c:pt>
                <c:pt idx="4933">
                  <c:v>44571</c:v>
                </c:pt>
                <c:pt idx="4934">
                  <c:v>44572</c:v>
                </c:pt>
                <c:pt idx="4935">
                  <c:v>44573</c:v>
                </c:pt>
                <c:pt idx="4936">
                  <c:v>44574</c:v>
                </c:pt>
                <c:pt idx="4937">
                  <c:v>44575</c:v>
                </c:pt>
                <c:pt idx="4938">
                  <c:v>44578</c:v>
                </c:pt>
                <c:pt idx="4939">
                  <c:v>44579</c:v>
                </c:pt>
                <c:pt idx="4940">
                  <c:v>44580</c:v>
                </c:pt>
                <c:pt idx="4941">
                  <c:v>44581</c:v>
                </c:pt>
                <c:pt idx="4942">
                  <c:v>44582</c:v>
                </c:pt>
                <c:pt idx="4943">
                  <c:v>44585</c:v>
                </c:pt>
                <c:pt idx="4944">
                  <c:v>44586</c:v>
                </c:pt>
                <c:pt idx="4945">
                  <c:v>44587</c:v>
                </c:pt>
                <c:pt idx="4946">
                  <c:v>44588</c:v>
                </c:pt>
                <c:pt idx="4947">
                  <c:v>44589</c:v>
                </c:pt>
                <c:pt idx="4948">
                  <c:v>44592</c:v>
                </c:pt>
                <c:pt idx="4949">
                  <c:v>44593</c:v>
                </c:pt>
                <c:pt idx="4950">
                  <c:v>44594</c:v>
                </c:pt>
                <c:pt idx="4951">
                  <c:v>44595</c:v>
                </c:pt>
                <c:pt idx="4952">
                  <c:v>44596</c:v>
                </c:pt>
                <c:pt idx="4953">
                  <c:v>44599</c:v>
                </c:pt>
                <c:pt idx="4954">
                  <c:v>44600</c:v>
                </c:pt>
                <c:pt idx="4955">
                  <c:v>44601</c:v>
                </c:pt>
                <c:pt idx="4956">
                  <c:v>44602</c:v>
                </c:pt>
                <c:pt idx="4957">
                  <c:v>44603</c:v>
                </c:pt>
                <c:pt idx="4958">
                  <c:v>44606</c:v>
                </c:pt>
                <c:pt idx="4959">
                  <c:v>44607</c:v>
                </c:pt>
                <c:pt idx="4960">
                  <c:v>44608</c:v>
                </c:pt>
                <c:pt idx="4961">
                  <c:v>44609</c:v>
                </c:pt>
                <c:pt idx="4962">
                  <c:v>44610</c:v>
                </c:pt>
                <c:pt idx="4963">
                  <c:v>44613</c:v>
                </c:pt>
                <c:pt idx="4964">
                  <c:v>44614</c:v>
                </c:pt>
                <c:pt idx="4965">
                  <c:v>44615</c:v>
                </c:pt>
                <c:pt idx="4966">
                  <c:v>44616</c:v>
                </c:pt>
                <c:pt idx="4967">
                  <c:v>44617</c:v>
                </c:pt>
                <c:pt idx="4968">
                  <c:v>44622</c:v>
                </c:pt>
                <c:pt idx="4969">
                  <c:v>44623</c:v>
                </c:pt>
                <c:pt idx="4970">
                  <c:v>44624</c:v>
                </c:pt>
                <c:pt idx="4971">
                  <c:v>44627</c:v>
                </c:pt>
                <c:pt idx="4972">
                  <c:v>44628</c:v>
                </c:pt>
                <c:pt idx="4973">
                  <c:v>44629</c:v>
                </c:pt>
                <c:pt idx="4974">
                  <c:v>44630</c:v>
                </c:pt>
                <c:pt idx="4975">
                  <c:v>44631</c:v>
                </c:pt>
                <c:pt idx="4976">
                  <c:v>44634</c:v>
                </c:pt>
                <c:pt idx="4977">
                  <c:v>44635</c:v>
                </c:pt>
                <c:pt idx="4978">
                  <c:v>44636</c:v>
                </c:pt>
                <c:pt idx="4979">
                  <c:v>44637</c:v>
                </c:pt>
                <c:pt idx="4980">
                  <c:v>44638</c:v>
                </c:pt>
                <c:pt idx="4981">
                  <c:v>44641</c:v>
                </c:pt>
                <c:pt idx="4982">
                  <c:v>44642</c:v>
                </c:pt>
                <c:pt idx="4983">
                  <c:v>44643</c:v>
                </c:pt>
                <c:pt idx="4984">
                  <c:v>44644</c:v>
                </c:pt>
                <c:pt idx="4985">
                  <c:v>44645</c:v>
                </c:pt>
                <c:pt idx="4986">
                  <c:v>44648</c:v>
                </c:pt>
                <c:pt idx="4987">
                  <c:v>44649</c:v>
                </c:pt>
                <c:pt idx="4988">
                  <c:v>44650</c:v>
                </c:pt>
                <c:pt idx="4989">
                  <c:v>44651</c:v>
                </c:pt>
                <c:pt idx="4990">
                  <c:v>44652</c:v>
                </c:pt>
                <c:pt idx="4991">
                  <c:v>44655</c:v>
                </c:pt>
                <c:pt idx="4992">
                  <c:v>44656</c:v>
                </c:pt>
                <c:pt idx="4993">
                  <c:v>44657</c:v>
                </c:pt>
                <c:pt idx="4994">
                  <c:v>44658</c:v>
                </c:pt>
                <c:pt idx="4995">
                  <c:v>44659</c:v>
                </c:pt>
                <c:pt idx="4996">
                  <c:v>44662</c:v>
                </c:pt>
                <c:pt idx="4997">
                  <c:v>44663</c:v>
                </c:pt>
                <c:pt idx="4998">
                  <c:v>44664</c:v>
                </c:pt>
                <c:pt idx="4999">
                  <c:v>44665</c:v>
                </c:pt>
                <c:pt idx="5000">
                  <c:v>44669</c:v>
                </c:pt>
                <c:pt idx="5001">
                  <c:v>44670</c:v>
                </c:pt>
                <c:pt idx="5002">
                  <c:v>44671</c:v>
                </c:pt>
                <c:pt idx="5003">
                  <c:v>44673</c:v>
                </c:pt>
                <c:pt idx="5004">
                  <c:v>44676</c:v>
                </c:pt>
                <c:pt idx="5005">
                  <c:v>44677</c:v>
                </c:pt>
                <c:pt idx="5006">
                  <c:v>44678</c:v>
                </c:pt>
                <c:pt idx="5007">
                  <c:v>44679</c:v>
                </c:pt>
                <c:pt idx="5008">
                  <c:v>44680</c:v>
                </c:pt>
                <c:pt idx="5009">
                  <c:v>44683</c:v>
                </c:pt>
                <c:pt idx="5010">
                  <c:v>44684</c:v>
                </c:pt>
                <c:pt idx="5011">
                  <c:v>44685</c:v>
                </c:pt>
                <c:pt idx="5012">
                  <c:v>44686</c:v>
                </c:pt>
                <c:pt idx="5013">
                  <c:v>44687</c:v>
                </c:pt>
                <c:pt idx="5014">
                  <c:v>44690</c:v>
                </c:pt>
                <c:pt idx="5015">
                  <c:v>44691</c:v>
                </c:pt>
                <c:pt idx="5016">
                  <c:v>44692</c:v>
                </c:pt>
                <c:pt idx="5017">
                  <c:v>44693</c:v>
                </c:pt>
                <c:pt idx="5018">
                  <c:v>44694</c:v>
                </c:pt>
                <c:pt idx="5019">
                  <c:v>44697</c:v>
                </c:pt>
                <c:pt idx="5020">
                  <c:v>44698</c:v>
                </c:pt>
                <c:pt idx="5021">
                  <c:v>44699</c:v>
                </c:pt>
                <c:pt idx="5022">
                  <c:v>44700</c:v>
                </c:pt>
                <c:pt idx="5023">
                  <c:v>44701</c:v>
                </c:pt>
                <c:pt idx="5024">
                  <c:v>44704</c:v>
                </c:pt>
                <c:pt idx="5025">
                  <c:v>44705</c:v>
                </c:pt>
                <c:pt idx="5026">
                  <c:v>44706</c:v>
                </c:pt>
                <c:pt idx="5027">
                  <c:v>44707</c:v>
                </c:pt>
                <c:pt idx="5028">
                  <c:v>44708</c:v>
                </c:pt>
                <c:pt idx="5029">
                  <c:v>44711</c:v>
                </c:pt>
                <c:pt idx="5030">
                  <c:v>44712</c:v>
                </c:pt>
                <c:pt idx="5031">
                  <c:v>44713</c:v>
                </c:pt>
                <c:pt idx="5032">
                  <c:v>44714</c:v>
                </c:pt>
                <c:pt idx="5033">
                  <c:v>44715</c:v>
                </c:pt>
                <c:pt idx="5034">
                  <c:v>44718</c:v>
                </c:pt>
                <c:pt idx="5035">
                  <c:v>44719</c:v>
                </c:pt>
                <c:pt idx="5036">
                  <c:v>44720</c:v>
                </c:pt>
                <c:pt idx="5037">
                  <c:v>44721</c:v>
                </c:pt>
                <c:pt idx="5038">
                  <c:v>44722</c:v>
                </c:pt>
                <c:pt idx="5039">
                  <c:v>44725</c:v>
                </c:pt>
                <c:pt idx="5040">
                  <c:v>44726</c:v>
                </c:pt>
                <c:pt idx="5041">
                  <c:v>44727</c:v>
                </c:pt>
                <c:pt idx="5042">
                  <c:v>44729</c:v>
                </c:pt>
                <c:pt idx="5043">
                  <c:v>44732</c:v>
                </c:pt>
                <c:pt idx="5044">
                  <c:v>44733</c:v>
                </c:pt>
                <c:pt idx="5045">
                  <c:v>44734</c:v>
                </c:pt>
                <c:pt idx="5046">
                  <c:v>44735</c:v>
                </c:pt>
                <c:pt idx="5047">
                  <c:v>44736</c:v>
                </c:pt>
                <c:pt idx="5048">
                  <c:v>44739</c:v>
                </c:pt>
                <c:pt idx="5049">
                  <c:v>44740</c:v>
                </c:pt>
                <c:pt idx="5050">
                  <c:v>44741</c:v>
                </c:pt>
                <c:pt idx="5051">
                  <c:v>44742</c:v>
                </c:pt>
                <c:pt idx="5052">
                  <c:v>44743</c:v>
                </c:pt>
                <c:pt idx="5053">
                  <c:v>44746</c:v>
                </c:pt>
                <c:pt idx="5054">
                  <c:v>44747</c:v>
                </c:pt>
                <c:pt idx="5055">
                  <c:v>44748</c:v>
                </c:pt>
                <c:pt idx="5056">
                  <c:v>44749</c:v>
                </c:pt>
                <c:pt idx="5057">
                  <c:v>44750</c:v>
                </c:pt>
                <c:pt idx="5058">
                  <c:v>44753</c:v>
                </c:pt>
                <c:pt idx="5059">
                  <c:v>44754</c:v>
                </c:pt>
                <c:pt idx="5060">
                  <c:v>44755</c:v>
                </c:pt>
                <c:pt idx="5061">
                  <c:v>44756</c:v>
                </c:pt>
                <c:pt idx="5062">
                  <c:v>44757</c:v>
                </c:pt>
                <c:pt idx="5063">
                  <c:v>44760</c:v>
                </c:pt>
                <c:pt idx="5064">
                  <c:v>44761</c:v>
                </c:pt>
                <c:pt idx="5065">
                  <c:v>44762</c:v>
                </c:pt>
                <c:pt idx="5066">
                  <c:v>44763</c:v>
                </c:pt>
                <c:pt idx="5067">
                  <c:v>44764</c:v>
                </c:pt>
                <c:pt idx="5068">
                  <c:v>44767</c:v>
                </c:pt>
                <c:pt idx="5069">
                  <c:v>44768</c:v>
                </c:pt>
                <c:pt idx="5070">
                  <c:v>44769</c:v>
                </c:pt>
                <c:pt idx="5071">
                  <c:v>44770</c:v>
                </c:pt>
                <c:pt idx="5072">
                  <c:v>44771</c:v>
                </c:pt>
                <c:pt idx="5073">
                  <c:v>44774</c:v>
                </c:pt>
                <c:pt idx="5074">
                  <c:v>44775</c:v>
                </c:pt>
                <c:pt idx="5075">
                  <c:v>44776</c:v>
                </c:pt>
                <c:pt idx="5076">
                  <c:v>44777</c:v>
                </c:pt>
                <c:pt idx="5077">
                  <c:v>44778</c:v>
                </c:pt>
                <c:pt idx="5078">
                  <c:v>44781</c:v>
                </c:pt>
                <c:pt idx="5079">
                  <c:v>44782</c:v>
                </c:pt>
                <c:pt idx="5080">
                  <c:v>44783</c:v>
                </c:pt>
                <c:pt idx="5081">
                  <c:v>44784</c:v>
                </c:pt>
                <c:pt idx="5082">
                  <c:v>44785</c:v>
                </c:pt>
                <c:pt idx="5083">
                  <c:v>44788</c:v>
                </c:pt>
                <c:pt idx="5084">
                  <c:v>44789</c:v>
                </c:pt>
                <c:pt idx="5085">
                  <c:v>44790</c:v>
                </c:pt>
                <c:pt idx="5086">
                  <c:v>44791</c:v>
                </c:pt>
                <c:pt idx="5087">
                  <c:v>44792</c:v>
                </c:pt>
                <c:pt idx="5088">
                  <c:v>44795</c:v>
                </c:pt>
                <c:pt idx="5089">
                  <c:v>44796</c:v>
                </c:pt>
                <c:pt idx="5090">
                  <c:v>44797</c:v>
                </c:pt>
                <c:pt idx="5091">
                  <c:v>44798</c:v>
                </c:pt>
                <c:pt idx="5092">
                  <c:v>44799</c:v>
                </c:pt>
                <c:pt idx="5093">
                  <c:v>44802</c:v>
                </c:pt>
                <c:pt idx="5094">
                  <c:v>44803</c:v>
                </c:pt>
                <c:pt idx="5095">
                  <c:v>44804</c:v>
                </c:pt>
                <c:pt idx="5096">
                  <c:v>44805</c:v>
                </c:pt>
                <c:pt idx="5097">
                  <c:v>44806</c:v>
                </c:pt>
                <c:pt idx="5098">
                  <c:v>44809</c:v>
                </c:pt>
                <c:pt idx="5099">
                  <c:v>44810</c:v>
                </c:pt>
                <c:pt idx="5100">
                  <c:v>44812</c:v>
                </c:pt>
                <c:pt idx="5101">
                  <c:v>44813</c:v>
                </c:pt>
                <c:pt idx="5102">
                  <c:v>44816</c:v>
                </c:pt>
                <c:pt idx="5103">
                  <c:v>44817</c:v>
                </c:pt>
                <c:pt idx="5104">
                  <c:v>44818</c:v>
                </c:pt>
                <c:pt idx="5105">
                  <c:v>44819</c:v>
                </c:pt>
                <c:pt idx="5106">
                  <c:v>44820</c:v>
                </c:pt>
                <c:pt idx="5107">
                  <c:v>44823</c:v>
                </c:pt>
                <c:pt idx="5108">
                  <c:v>44824</c:v>
                </c:pt>
                <c:pt idx="5109">
                  <c:v>44825</c:v>
                </c:pt>
                <c:pt idx="5110">
                  <c:v>44826</c:v>
                </c:pt>
                <c:pt idx="5111">
                  <c:v>44827</c:v>
                </c:pt>
                <c:pt idx="5112">
                  <c:v>44830</c:v>
                </c:pt>
                <c:pt idx="5113">
                  <c:v>44831</c:v>
                </c:pt>
                <c:pt idx="5114">
                  <c:v>44832</c:v>
                </c:pt>
                <c:pt idx="5115">
                  <c:v>44833</c:v>
                </c:pt>
                <c:pt idx="5116">
                  <c:v>44834</c:v>
                </c:pt>
                <c:pt idx="5117">
                  <c:v>44837</c:v>
                </c:pt>
                <c:pt idx="5118">
                  <c:v>44838</c:v>
                </c:pt>
                <c:pt idx="5119">
                  <c:v>44839</c:v>
                </c:pt>
                <c:pt idx="5120">
                  <c:v>44840</c:v>
                </c:pt>
                <c:pt idx="5121">
                  <c:v>44841</c:v>
                </c:pt>
                <c:pt idx="5122">
                  <c:v>44844</c:v>
                </c:pt>
                <c:pt idx="5123">
                  <c:v>44845</c:v>
                </c:pt>
                <c:pt idx="5124">
                  <c:v>44847</c:v>
                </c:pt>
                <c:pt idx="5125">
                  <c:v>44848</c:v>
                </c:pt>
                <c:pt idx="5126">
                  <c:v>44851</c:v>
                </c:pt>
                <c:pt idx="5127">
                  <c:v>44852</c:v>
                </c:pt>
                <c:pt idx="5128">
                  <c:v>44853</c:v>
                </c:pt>
                <c:pt idx="5129">
                  <c:v>44854</c:v>
                </c:pt>
                <c:pt idx="5130">
                  <c:v>44855</c:v>
                </c:pt>
                <c:pt idx="5131">
                  <c:v>44858</c:v>
                </c:pt>
                <c:pt idx="5132">
                  <c:v>44859</c:v>
                </c:pt>
                <c:pt idx="5133">
                  <c:v>44860</c:v>
                </c:pt>
                <c:pt idx="5134">
                  <c:v>44861</c:v>
                </c:pt>
                <c:pt idx="5135">
                  <c:v>44862</c:v>
                </c:pt>
                <c:pt idx="5136">
                  <c:v>44865</c:v>
                </c:pt>
                <c:pt idx="5137">
                  <c:v>44866</c:v>
                </c:pt>
                <c:pt idx="5138">
                  <c:v>44868</c:v>
                </c:pt>
                <c:pt idx="5139">
                  <c:v>44869</c:v>
                </c:pt>
                <c:pt idx="5140">
                  <c:v>44872</c:v>
                </c:pt>
                <c:pt idx="5141">
                  <c:v>44873</c:v>
                </c:pt>
                <c:pt idx="5142">
                  <c:v>44874</c:v>
                </c:pt>
                <c:pt idx="5143">
                  <c:v>44875</c:v>
                </c:pt>
                <c:pt idx="5144">
                  <c:v>44876</c:v>
                </c:pt>
                <c:pt idx="5145">
                  <c:v>44879</c:v>
                </c:pt>
                <c:pt idx="5146">
                  <c:v>44881</c:v>
                </c:pt>
                <c:pt idx="5147">
                  <c:v>44882</c:v>
                </c:pt>
                <c:pt idx="5148">
                  <c:v>44883</c:v>
                </c:pt>
                <c:pt idx="5149">
                  <c:v>44886</c:v>
                </c:pt>
                <c:pt idx="5150">
                  <c:v>44887</c:v>
                </c:pt>
                <c:pt idx="5151">
                  <c:v>44888</c:v>
                </c:pt>
                <c:pt idx="5152">
                  <c:v>44889</c:v>
                </c:pt>
                <c:pt idx="5153">
                  <c:v>44890</c:v>
                </c:pt>
                <c:pt idx="5154">
                  <c:v>44893</c:v>
                </c:pt>
                <c:pt idx="5155">
                  <c:v>44894</c:v>
                </c:pt>
                <c:pt idx="5156">
                  <c:v>44895</c:v>
                </c:pt>
                <c:pt idx="5157">
                  <c:v>44896</c:v>
                </c:pt>
                <c:pt idx="5158">
                  <c:v>44897</c:v>
                </c:pt>
                <c:pt idx="5159">
                  <c:v>44900</c:v>
                </c:pt>
                <c:pt idx="5160">
                  <c:v>44901</c:v>
                </c:pt>
                <c:pt idx="5161">
                  <c:v>44902</c:v>
                </c:pt>
                <c:pt idx="5162">
                  <c:v>44903</c:v>
                </c:pt>
                <c:pt idx="5163">
                  <c:v>44904</c:v>
                </c:pt>
                <c:pt idx="5164">
                  <c:v>44907</c:v>
                </c:pt>
                <c:pt idx="5165">
                  <c:v>44908</c:v>
                </c:pt>
                <c:pt idx="5166">
                  <c:v>44909</c:v>
                </c:pt>
                <c:pt idx="5167">
                  <c:v>44910</c:v>
                </c:pt>
                <c:pt idx="5168">
                  <c:v>44911</c:v>
                </c:pt>
                <c:pt idx="5169">
                  <c:v>44914</c:v>
                </c:pt>
                <c:pt idx="5170">
                  <c:v>44915</c:v>
                </c:pt>
                <c:pt idx="5171">
                  <c:v>44916</c:v>
                </c:pt>
                <c:pt idx="5172">
                  <c:v>44917</c:v>
                </c:pt>
                <c:pt idx="5173">
                  <c:v>44918</c:v>
                </c:pt>
                <c:pt idx="5174">
                  <c:v>44921</c:v>
                </c:pt>
                <c:pt idx="5175">
                  <c:v>44922</c:v>
                </c:pt>
                <c:pt idx="5176">
                  <c:v>44923</c:v>
                </c:pt>
                <c:pt idx="5177">
                  <c:v>44924</c:v>
                </c:pt>
                <c:pt idx="5178">
                  <c:v>44928</c:v>
                </c:pt>
                <c:pt idx="5179">
                  <c:v>44929</c:v>
                </c:pt>
                <c:pt idx="5180">
                  <c:v>44930</c:v>
                </c:pt>
                <c:pt idx="5181">
                  <c:v>44931</c:v>
                </c:pt>
                <c:pt idx="5182">
                  <c:v>44932</c:v>
                </c:pt>
                <c:pt idx="5183">
                  <c:v>44935</c:v>
                </c:pt>
                <c:pt idx="5184">
                  <c:v>44936</c:v>
                </c:pt>
                <c:pt idx="5185">
                  <c:v>44937</c:v>
                </c:pt>
                <c:pt idx="5186">
                  <c:v>44938</c:v>
                </c:pt>
                <c:pt idx="5187">
                  <c:v>44939</c:v>
                </c:pt>
                <c:pt idx="5188">
                  <c:v>44942</c:v>
                </c:pt>
                <c:pt idx="5189">
                  <c:v>44943</c:v>
                </c:pt>
                <c:pt idx="5190">
                  <c:v>44944</c:v>
                </c:pt>
                <c:pt idx="5191">
                  <c:v>44945</c:v>
                </c:pt>
                <c:pt idx="5192">
                  <c:v>44946</c:v>
                </c:pt>
                <c:pt idx="5193">
                  <c:v>44949</c:v>
                </c:pt>
                <c:pt idx="5194">
                  <c:v>44950</c:v>
                </c:pt>
                <c:pt idx="5195">
                  <c:v>44951</c:v>
                </c:pt>
                <c:pt idx="5196">
                  <c:v>44952</c:v>
                </c:pt>
                <c:pt idx="5197">
                  <c:v>44953</c:v>
                </c:pt>
                <c:pt idx="5198">
                  <c:v>44956</c:v>
                </c:pt>
                <c:pt idx="5199">
                  <c:v>44957</c:v>
                </c:pt>
                <c:pt idx="5200">
                  <c:v>44958</c:v>
                </c:pt>
                <c:pt idx="5201">
                  <c:v>44959</c:v>
                </c:pt>
                <c:pt idx="5202">
                  <c:v>44960</c:v>
                </c:pt>
                <c:pt idx="5203">
                  <c:v>44963</c:v>
                </c:pt>
                <c:pt idx="5204">
                  <c:v>44964</c:v>
                </c:pt>
                <c:pt idx="5205">
                  <c:v>44965</c:v>
                </c:pt>
                <c:pt idx="5206">
                  <c:v>44966</c:v>
                </c:pt>
                <c:pt idx="5207">
                  <c:v>44967</c:v>
                </c:pt>
                <c:pt idx="5208">
                  <c:v>44970</c:v>
                </c:pt>
                <c:pt idx="5209">
                  <c:v>44971</c:v>
                </c:pt>
                <c:pt idx="5210">
                  <c:v>44972</c:v>
                </c:pt>
                <c:pt idx="5211">
                  <c:v>44973</c:v>
                </c:pt>
                <c:pt idx="5212">
                  <c:v>44974</c:v>
                </c:pt>
                <c:pt idx="5213">
                  <c:v>44979</c:v>
                </c:pt>
                <c:pt idx="5214">
                  <c:v>44980</c:v>
                </c:pt>
                <c:pt idx="5215">
                  <c:v>44981</c:v>
                </c:pt>
                <c:pt idx="5216">
                  <c:v>44984</c:v>
                </c:pt>
                <c:pt idx="5217">
                  <c:v>44985</c:v>
                </c:pt>
                <c:pt idx="5218">
                  <c:v>44986</c:v>
                </c:pt>
                <c:pt idx="5219">
                  <c:v>44987</c:v>
                </c:pt>
                <c:pt idx="5220">
                  <c:v>44988</c:v>
                </c:pt>
                <c:pt idx="5221">
                  <c:v>44991</c:v>
                </c:pt>
                <c:pt idx="5222">
                  <c:v>44992</c:v>
                </c:pt>
                <c:pt idx="5223">
                  <c:v>44993</c:v>
                </c:pt>
                <c:pt idx="5224">
                  <c:v>44994</c:v>
                </c:pt>
                <c:pt idx="5225">
                  <c:v>44995</c:v>
                </c:pt>
                <c:pt idx="5226">
                  <c:v>44998</c:v>
                </c:pt>
                <c:pt idx="5227">
                  <c:v>44999</c:v>
                </c:pt>
                <c:pt idx="5228">
                  <c:v>45000</c:v>
                </c:pt>
                <c:pt idx="5229">
                  <c:v>45001</c:v>
                </c:pt>
                <c:pt idx="5230">
                  <c:v>45002</c:v>
                </c:pt>
                <c:pt idx="5231">
                  <c:v>45005</c:v>
                </c:pt>
                <c:pt idx="5232">
                  <c:v>45006</c:v>
                </c:pt>
                <c:pt idx="5233">
                  <c:v>45007</c:v>
                </c:pt>
                <c:pt idx="5234">
                  <c:v>45008</c:v>
                </c:pt>
                <c:pt idx="5235">
                  <c:v>45009</c:v>
                </c:pt>
                <c:pt idx="5236">
                  <c:v>45012</c:v>
                </c:pt>
                <c:pt idx="5237">
                  <c:v>45013</c:v>
                </c:pt>
                <c:pt idx="5238">
                  <c:v>45014</c:v>
                </c:pt>
                <c:pt idx="5239">
                  <c:v>45015</c:v>
                </c:pt>
                <c:pt idx="5240">
                  <c:v>45016</c:v>
                </c:pt>
                <c:pt idx="5241">
                  <c:v>45019</c:v>
                </c:pt>
                <c:pt idx="5242">
                  <c:v>45020</c:v>
                </c:pt>
                <c:pt idx="5243">
                  <c:v>45021</c:v>
                </c:pt>
                <c:pt idx="5244">
                  <c:v>45022</c:v>
                </c:pt>
                <c:pt idx="5245">
                  <c:v>45026</c:v>
                </c:pt>
                <c:pt idx="5246">
                  <c:v>45027</c:v>
                </c:pt>
                <c:pt idx="5247">
                  <c:v>45028</c:v>
                </c:pt>
                <c:pt idx="5248">
                  <c:v>45029</c:v>
                </c:pt>
                <c:pt idx="5249">
                  <c:v>45030</c:v>
                </c:pt>
                <c:pt idx="5250">
                  <c:v>45033</c:v>
                </c:pt>
                <c:pt idx="5251">
                  <c:v>45034</c:v>
                </c:pt>
                <c:pt idx="5252">
                  <c:v>45035</c:v>
                </c:pt>
                <c:pt idx="5253">
                  <c:v>45036</c:v>
                </c:pt>
                <c:pt idx="5254">
                  <c:v>45040</c:v>
                </c:pt>
                <c:pt idx="5255">
                  <c:v>45041</c:v>
                </c:pt>
                <c:pt idx="5256">
                  <c:v>45042</c:v>
                </c:pt>
                <c:pt idx="5257">
                  <c:v>45043</c:v>
                </c:pt>
                <c:pt idx="5258">
                  <c:v>45044</c:v>
                </c:pt>
                <c:pt idx="5259">
                  <c:v>45048</c:v>
                </c:pt>
                <c:pt idx="5260">
                  <c:v>45049</c:v>
                </c:pt>
                <c:pt idx="5261">
                  <c:v>45050</c:v>
                </c:pt>
                <c:pt idx="5262">
                  <c:v>45051</c:v>
                </c:pt>
                <c:pt idx="5263">
                  <c:v>45054</c:v>
                </c:pt>
                <c:pt idx="5264">
                  <c:v>45055</c:v>
                </c:pt>
                <c:pt idx="5265">
                  <c:v>45056</c:v>
                </c:pt>
                <c:pt idx="5266">
                  <c:v>45057</c:v>
                </c:pt>
                <c:pt idx="5267">
                  <c:v>45058</c:v>
                </c:pt>
                <c:pt idx="5268">
                  <c:v>45061</c:v>
                </c:pt>
                <c:pt idx="5269">
                  <c:v>45062</c:v>
                </c:pt>
                <c:pt idx="5270">
                  <c:v>45063</c:v>
                </c:pt>
                <c:pt idx="5271">
                  <c:v>45064</c:v>
                </c:pt>
                <c:pt idx="5272">
                  <c:v>45065</c:v>
                </c:pt>
                <c:pt idx="5273">
                  <c:v>45068</c:v>
                </c:pt>
                <c:pt idx="5274">
                  <c:v>45069</c:v>
                </c:pt>
                <c:pt idx="5275">
                  <c:v>45070</c:v>
                </c:pt>
                <c:pt idx="5276">
                  <c:v>45071</c:v>
                </c:pt>
                <c:pt idx="5277">
                  <c:v>45072</c:v>
                </c:pt>
                <c:pt idx="5278">
                  <c:v>45075</c:v>
                </c:pt>
                <c:pt idx="5279">
                  <c:v>45076</c:v>
                </c:pt>
                <c:pt idx="5280">
                  <c:v>45077</c:v>
                </c:pt>
                <c:pt idx="5281">
                  <c:v>45078</c:v>
                </c:pt>
                <c:pt idx="5282">
                  <c:v>45079</c:v>
                </c:pt>
                <c:pt idx="5283">
                  <c:v>45082</c:v>
                </c:pt>
                <c:pt idx="5284">
                  <c:v>45083</c:v>
                </c:pt>
                <c:pt idx="5285">
                  <c:v>45084</c:v>
                </c:pt>
                <c:pt idx="5286">
                  <c:v>45086</c:v>
                </c:pt>
                <c:pt idx="5287">
                  <c:v>45089</c:v>
                </c:pt>
                <c:pt idx="5288">
                  <c:v>45090</c:v>
                </c:pt>
                <c:pt idx="5289">
                  <c:v>45091</c:v>
                </c:pt>
                <c:pt idx="5290">
                  <c:v>45092</c:v>
                </c:pt>
                <c:pt idx="5291">
                  <c:v>45093</c:v>
                </c:pt>
                <c:pt idx="5292">
                  <c:v>45096</c:v>
                </c:pt>
                <c:pt idx="5293">
                  <c:v>45097</c:v>
                </c:pt>
                <c:pt idx="5294">
                  <c:v>45098</c:v>
                </c:pt>
                <c:pt idx="5295">
                  <c:v>45099</c:v>
                </c:pt>
                <c:pt idx="5296">
                  <c:v>45100</c:v>
                </c:pt>
                <c:pt idx="5297">
                  <c:v>45103</c:v>
                </c:pt>
                <c:pt idx="5298">
                  <c:v>45104</c:v>
                </c:pt>
                <c:pt idx="5299">
                  <c:v>45105</c:v>
                </c:pt>
                <c:pt idx="5300">
                  <c:v>45106</c:v>
                </c:pt>
                <c:pt idx="5301">
                  <c:v>45107</c:v>
                </c:pt>
                <c:pt idx="5302">
                  <c:v>45110</c:v>
                </c:pt>
                <c:pt idx="5303">
                  <c:v>45111</c:v>
                </c:pt>
                <c:pt idx="5304">
                  <c:v>45112</c:v>
                </c:pt>
                <c:pt idx="5305">
                  <c:v>45113</c:v>
                </c:pt>
                <c:pt idx="5306">
                  <c:v>45114</c:v>
                </c:pt>
                <c:pt idx="5307">
                  <c:v>45117</c:v>
                </c:pt>
                <c:pt idx="5308">
                  <c:v>45118</c:v>
                </c:pt>
                <c:pt idx="5309">
                  <c:v>45119</c:v>
                </c:pt>
                <c:pt idx="5310">
                  <c:v>45120</c:v>
                </c:pt>
                <c:pt idx="5311">
                  <c:v>45121</c:v>
                </c:pt>
                <c:pt idx="5312">
                  <c:v>45124</c:v>
                </c:pt>
                <c:pt idx="5313">
                  <c:v>45125</c:v>
                </c:pt>
                <c:pt idx="5314">
                  <c:v>45126</c:v>
                </c:pt>
                <c:pt idx="5315">
                  <c:v>45127</c:v>
                </c:pt>
                <c:pt idx="5316">
                  <c:v>45128</c:v>
                </c:pt>
                <c:pt idx="5317">
                  <c:v>45131</c:v>
                </c:pt>
                <c:pt idx="5318">
                  <c:v>45132</c:v>
                </c:pt>
                <c:pt idx="5319">
                  <c:v>45133</c:v>
                </c:pt>
                <c:pt idx="5320">
                  <c:v>45134</c:v>
                </c:pt>
                <c:pt idx="5321">
                  <c:v>45135</c:v>
                </c:pt>
                <c:pt idx="5322">
                  <c:v>45138</c:v>
                </c:pt>
                <c:pt idx="5323">
                  <c:v>45139</c:v>
                </c:pt>
                <c:pt idx="5324">
                  <c:v>45140</c:v>
                </c:pt>
                <c:pt idx="5325">
                  <c:v>45141</c:v>
                </c:pt>
                <c:pt idx="5326">
                  <c:v>45142</c:v>
                </c:pt>
                <c:pt idx="5327">
                  <c:v>45145</c:v>
                </c:pt>
                <c:pt idx="5328">
                  <c:v>45146</c:v>
                </c:pt>
                <c:pt idx="5329">
                  <c:v>45147</c:v>
                </c:pt>
                <c:pt idx="5330">
                  <c:v>45148</c:v>
                </c:pt>
                <c:pt idx="5331">
                  <c:v>45149</c:v>
                </c:pt>
                <c:pt idx="5332">
                  <c:v>45152</c:v>
                </c:pt>
                <c:pt idx="5333">
                  <c:v>45153</c:v>
                </c:pt>
                <c:pt idx="5334">
                  <c:v>45154</c:v>
                </c:pt>
                <c:pt idx="5335">
                  <c:v>45155</c:v>
                </c:pt>
                <c:pt idx="5336">
                  <c:v>45156</c:v>
                </c:pt>
                <c:pt idx="5337">
                  <c:v>45159</c:v>
                </c:pt>
                <c:pt idx="5338">
                  <c:v>45160</c:v>
                </c:pt>
                <c:pt idx="5339">
                  <c:v>45161</c:v>
                </c:pt>
                <c:pt idx="5340">
                  <c:v>45162</c:v>
                </c:pt>
                <c:pt idx="5341">
                  <c:v>45163</c:v>
                </c:pt>
                <c:pt idx="5342">
                  <c:v>45166</c:v>
                </c:pt>
                <c:pt idx="5343">
                  <c:v>45167</c:v>
                </c:pt>
                <c:pt idx="5344">
                  <c:v>45168</c:v>
                </c:pt>
                <c:pt idx="5345">
                  <c:v>45169</c:v>
                </c:pt>
                <c:pt idx="5346">
                  <c:v>45170</c:v>
                </c:pt>
                <c:pt idx="5347">
                  <c:v>45173</c:v>
                </c:pt>
                <c:pt idx="5348">
                  <c:v>45174</c:v>
                </c:pt>
                <c:pt idx="5349">
                  <c:v>45175</c:v>
                </c:pt>
                <c:pt idx="5350">
                  <c:v>45177</c:v>
                </c:pt>
                <c:pt idx="5351">
                  <c:v>45180</c:v>
                </c:pt>
                <c:pt idx="5352">
                  <c:v>45181</c:v>
                </c:pt>
                <c:pt idx="5353">
                  <c:v>45182</c:v>
                </c:pt>
                <c:pt idx="5354">
                  <c:v>45183</c:v>
                </c:pt>
                <c:pt idx="5355">
                  <c:v>45184</c:v>
                </c:pt>
                <c:pt idx="5356">
                  <c:v>45187</c:v>
                </c:pt>
                <c:pt idx="5357">
                  <c:v>45188</c:v>
                </c:pt>
                <c:pt idx="5358">
                  <c:v>45189</c:v>
                </c:pt>
                <c:pt idx="5359">
                  <c:v>45190</c:v>
                </c:pt>
                <c:pt idx="5360">
                  <c:v>45191</c:v>
                </c:pt>
                <c:pt idx="5361">
                  <c:v>45194</c:v>
                </c:pt>
                <c:pt idx="5362">
                  <c:v>45195</c:v>
                </c:pt>
                <c:pt idx="5363">
                  <c:v>45196</c:v>
                </c:pt>
                <c:pt idx="5364">
                  <c:v>45197</c:v>
                </c:pt>
                <c:pt idx="5365">
                  <c:v>45198</c:v>
                </c:pt>
                <c:pt idx="5366">
                  <c:v>45201</c:v>
                </c:pt>
                <c:pt idx="5367">
                  <c:v>45202</c:v>
                </c:pt>
                <c:pt idx="5368">
                  <c:v>45203</c:v>
                </c:pt>
                <c:pt idx="5369">
                  <c:v>45204</c:v>
                </c:pt>
                <c:pt idx="5370">
                  <c:v>45205</c:v>
                </c:pt>
                <c:pt idx="5371">
                  <c:v>45208</c:v>
                </c:pt>
                <c:pt idx="5372">
                  <c:v>45209</c:v>
                </c:pt>
                <c:pt idx="5373">
                  <c:v>45210</c:v>
                </c:pt>
                <c:pt idx="5374">
                  <c:v>45212</c:v>
                </c:pt>
                <c:pt idx="5375">
                  <c:v>45215</c:v>
                </c:pt>
                <c:pt idx="5376">
                  <c:v>45216</c:v>
                </c:pt>
                <c:pt idx="5377">
                  <c:v>45217</c:v>
                </c:pt>
                <c:pt idx="5378">
                  <c:v>45218</c:v>
                </c:pt>
                <c:pt idx="5379">
                  <c:v>45219</c:v>
                </c:pt>
                <c:pt idx="5380">
                  <c:v>45222</c:v>
                </c:pt>
                <c:pt idx="5381">
                  <c:v>45223</c:v>
                </c:pt>
                <c:pt idx="5382">
                  <c:v>45224</c:v>
                </c:pt>
                <c:pt idx="5383">
                  <c:v>45225</c:v>
                </c:pt>
                <c:pt idx="5384">
                  <c:v>45226</c:v>
                </c:pt>
                <c:pt idx="5385">
                  <c:v>45229</c:v>
                </c:pt>
                <c:pt idx="5386">
                  <c:v>45230</c:v>
                </c:pt>
                <c:pt idx="5387">
                  <c:v>45231</c:v>
                </c:pt>
                <c:pt idx="5388">
                  <c:v>45233</c:v>
                </c:pt>
                <c:pt idx="5389">
                  <c:v>45236</c:v>
                </c:pt>
                <c:pt idx="5390">
                  <c:v>45237</c:v>
                </c:pt>
                <c:pt idx="5391">
                  <c:v>45238</c:v>
                </c:pt>
                <c:pt idx="5392">
                  <c:v>45239</c:v>
                </c:pt>
                <c:pt idx="5393">
                  <c:v>45240</c:v>
                </c:pt>
                <c:pt idx="5394">
                  <c:v>45243</c:v>
                </c:pt>
                <c:pt idx="5395">
                  <c:v>45244</c:v>
                </c:pt>
                <c:pt idx="5396">
                  <c:v>45246</c:v>
                </c:pt>
                <c:pt idx="5397">
                  <c:v>45247</c:v>
                </c:pt>
                <c:pt idx="5398">
                  <c:v>45250</c:v>
                </c:pt>
                <c:pt idx="5399">
                  <c:v>45251</c:v>
                </c:pt>
                <c:pt idx="5400">
                  <c:v>45252</c:v>
                </c:pt>
                <c:pt idx="5401">
                  <c:v>45253</c:v>
                </c:pt>
                <c:pt idx="5402">
                  <c:v>45254</c:v>
                </c:pt>
                <c:pt idx="5403">
                  <c:v>45257</c:v>
                </c:pt>
                <c:pt idx="5404">
                  <c:v>45258</c:v>
                </c:pt>
                <c:pt idx="5405">
                  <c:v>45259</c:v>
                </c:pt>
                <c:pt idx="5406">
                  <c:v>45260</c:v>
                </c:pt>
                <c:pt idx="5407">
                  <c:v>45261</c:v>
                </c:pt>
                <c:pt idx="5408">
                  <c:v>45264</c:v>
                </c:pt>
                <c:pt idx="5409">
                  <c:v>45265</c:v>
                </c:pt>
                <c:pt idx="5410">
                  <c:v>45266</c:v>
                </c:pt>
                <c:pt idx="5411">
                  <c:v>45267</c:v>
                </c:pt>
                <c:pt idx="5412">
                  <c:v>45268</c:v>
                </c:pt>
                <c:pt idx="5413">
                  <c:v>45271</c:v>
                </c:pt>
                <c:pt idx="5414">
                  <c:v>45272</c:v>
                </c:pt>
                <c:pt idx="5415">
                  <c:v>45273</c:v>
                </c:pt>
                <c:pt idx="5416">
                  <c:v>45274</c:v>
                </c:pt>
                <c:pt idx="5417">
                  <c:v>45275</c:v>
                </c:pt>
                <c:pt idx="5418">
                  <c:v>45278</c:v>
                </c:pt>
                <c:pt idx="5419">
                  <c:v>45279</c:v>
                </c:pt>
                <c:pt idx="5420">
                  <c:v>45280</c:v>
                </c:pt>
                <c:pt idx="5421">
                  <c:v>45281</c:v>
                </c:pt>
                <c:pt idx="5422">
                  <c:v>45282</c:v>
                </c:pt>
                <c:pt idx="5423">
                  <c:v>45286</c:v>
                </c:pt>
                <c:pt idx="5424">
                  <c:v>45287</c:v>
                </c:pt>
                <c:pt idx="5425">
                  <c:v>45288</c:v>
                </c:pt>
                <c:pt idx="5426">
                  <c:v>45293</c:v>
                </c:pt>
                <c:pt idx="5427">
                  <c:v>45294</c:v>
                </c:pt>
                <c:pt idx="5428">
                  <c:v>45295</c:v>
                </c:pt>
                <c:pt idx="5429">
                  <c:v>45296</c:v>
                </c:pt>
                <c:pt idx="5430">
                  <c:v>45299</c:v>
                </c:pt>
                <c:pt idx="5431">
                  <c:v>45300</c:v>
                </c:pt>
                <c:pt idx="5432">
                  <c:v>45301</c:v>
                </c:pt>
                <c:pt idx="5433">
                  <c:v>45302</c:v>
                </c:pt>
                <c:pt idx="5434">
                  <c:v>45303</c:v>
                </c:pt>
                <c:pt idx="5435">
                  <c:v>45306</c:v>
                </c:pt>
                <c:pt idx="5436">
                  <c:v>45307</c:v>
                </c:pt>
                <c:pt idx="5437">
                  <c:v>45308</c:v>
                </c:pt>
                <c:pt idx="5438">
                  <c:v>45309</c:v>
                </c:pt>
                <c:pt idx="5439">
                  <c:v>45310</c:v>
                </c:pt>
                <c:pt idx="5440">
                  <c:v>45313</c:v>
                </c:pt>
                <c:pt idx="5441">
                  <c:v>45314</c:v>
                </c:pt>
                <c:pt idx="5442">
                  <c:v>45315</c:v>
                </c:pt>
                <c:pt idx="5443">
                  <c:v>45316</c:v>
                </c:pt>
                <c:pt idx="5444">
                  <c:v>45317</c:v>
                </c:pt>
                <c:pt idx="5445">
                  <c:v>45320</c:v>
                </c:pt>
                <c:pt idx="5446">
                  <c:v>45321</c:v>
                </c:pt>
                <c:pt idx="5447">
                  <c:v>45322</c:v>
                </c:pt>
                <c:pt idx="5448">
                  <c:v>45323</c:v>
                </c:pt>
                <c:pt idx="5449">
                  <c:v>45324</c:v>
                </c:pt>
                <c:pt idx="5450">
                  <c:v>45327</c:v>
                </c:pt>
                <c:pt idx="5451">
                  <c:v>45328</c:v>
                </c:pt>
                <c:pt idx="5452">
                  <c:v>45329</c:v>
                </c:pt>
                <c:pt idx="5453">
                  <c:v>45330</c:v>
                </c:pt>
                <c:pt idx="5454">
                  <c:v>45331</c:v>
                </c:pt>
                <c:pt idx="5455">
                  <c:v>45336</c:v>
                </c:pt>
                <c:pt idx="5456">
                  <c:v>45337</c:v>
                </c:pt>
                <c:pt idx="5457">
                  <c:v>45338</c:v>
                </c:pt>
                <c:pt idx="5458">
                  <c:v>45341</c:v>
                </c:pt>
                <c:pt idx="5459">
                  <c:v>45342</c:v>
                </c:pt>
                <c:pt idx="5460">
                  <c:v>45343</c:v>
                </c:pt>
                <c:pt idx="5461">
                  <c:v>45344</c:v>
                </c:pt>
                <c:pt idx="5462">
                  <c:v>45345</c:v>
                </c:pt>
                <c:pt idx="5463">
                  <c:v>45348</c:v>
                </c:pt>
                <c:pt idx="5464">
                  <c:v>45349</c:v>
                </c:pt>
                <c:pt idx="5465">
                  <c:v>45350</c:v>
                </c:pt>
                <c:pt idx="5466">
                  <c:v>45351</c:v>
                </c:pt>
                <c:pt idx="5467">
                  <c:v>45352</c:v>
                </c:pt>
                <c:pt idx="5468">
                  <c:v>45355</c:v>
                </c:pt>
                <c:pt idx="5469">
                  <c:v>45356</c:v>
                </c:pt>
                <c:pt idx="5470">
                  <c:v>45357</c:v>
                </c:pt>
                <c:pt idx="5471">
                  <c:v>45358</c:v>
                </c:pt>
                <c:pt idx="5472">
                  <c:v>45359</c:v>
                </c:pt>
                <c:pt idx="5473">
                  <c:v>45362</c:v>
                </c:pt>
                <c:pt idx="5474">
                  <c:v>45363</c:v>
                </c:pt>
                <c:pt idx="5475">
                  <c:v>45364</c:v>
                </c:pt>
                <c:pt idx="5476">
                  <c:v>45365</c:v>
                </c:pt>
                <c:pt idx="5477">
                  <c:v>45366</c:v>
                </c:pt>
                <c:pt idx="5478">
                  <c:v>45369</c:v>
                </c:pt>
                <c:pt idx="5479">
                  <c:v>45370</c:v>
                </c:pt>
                <c:pt idx="5480">
                  <c:v>45371</c:v>
                </c:pt>
                <c:pt idx="5481">
                  <c:v>45372</c:v>
                </c:pt>
                <c:pt idx="5482">
                  <c:v>45373</c:v>
                </c:pt>
                <c:pt idx="5483">
                  <c:v>45376</c:v>
                </c:pt>
                <c:pt idx="5484">
                  <c:v>45377</c:v>
                </c:pt>
                <c:pt idx="5485">
                  <c:v>45378</c:v>
                </c:pt>
                <c:pt idx="5486">
                  <c:v>45379</c:v>
                </c:pt>
                <c:pt idx="5487">
                  <c:v>45383</c:v>
                </c:pt>
                <c:pt idx="5488">
                  <c:v>45384</c:v>
                </c:pt>
                <c:pt idx="5489">
                  <c:v>45385</c:v>
                </c:pt>
                <c:pt idx="5490">
                  <c:v>45386</c:v>
                </c:pt>
                <c:pt idx="5491">
                  <c:v>45387</c:v>
                </c:pt>
                <c:pt idx="5492">
                  <c:v>45390</c:v>
                </c:pt>
                <c:pt idx="5493">
                  <c:v>45391</c:v>
                </c:pt>
                <c:pt idx="5494">
                  <c:v>45392</c:v>
                </c:pt>
                <c:pt idx="5495">
                  <c:v>45393</c:v>
                </c:pt>
                <c:pt idx="5496">
                  <c:v>45394</c:v>
                </c:pt>
                <c:pt idx="5497">
                  <c:v>45397</c:v>
                </c:pt>
                <c:pt idx="5498">
                  <c:v>45398</c:v>
                </c:pt>
                <c:pt idx="5499">
                  <c:v>45399</c:v>
                </c:pt>
                <c:pt idx="5500">
                  <c:v>45400</c:v>
                </c:pt>
                <c:pt idx="5501">
                  <c:v>45401</c:v>
                </c:pt>
                <c:pt idx="5502">
                  <c:v>45404</c:v>
                </c:pt>
                <c:pt idx="5503">
                  <c:v>45405</c:v>
                </c:pt>
                <c:pt idx="5504">
                  <c:v>45406</c:v>
                </c:pt>
                <c:pt idx="5505">
                  <c:v>45407</c:v>
                </c:pt>
                <c:pt idx="5506">
                  <c:v>45408</c:v>
                </c:pt>
                <c:pt idx="5507">
                  <c:v>45411</c:v>
                </c:pt>
                <c:pt idx="5508">
                  <c:v>45412</c:v>
                </c:pt>
                <c:pt idx="5509">
                  <c:v>45414</c:v>
                </c:pt>
                <c:pt idx="5510">
                  <c:v>45415</c:v>
                </c:pt>
                <c:pt idx="5511">
                  <c:v>45418</c:v>
                </c:pt>
                <c:pt idx="5512">
                  <c:v>45419</c:v>
                </c:pt>
                <c:pt idx="5513">
                  <c:v>45420</c:v>
                </c:pt>
                <c:pt idx="5514">
                  <c:v>45421</c:v>
                </c:pt>
                <c:pt idx="5515">
                  <c:v>45422</c:v>
                </c:pt>
                <c:pt idx="5516">
                  <c:v>45425</c:v>
                </c:pt>
                <c:pt idx="5517">
                  <c:v>45426</c:v>
                </c:pt>
                <c:pt idx="5518">
                  <c:v>45427</c:v>
                </c:pt>
                <c:pt idx="5519">
                  <c:v>45428</c:v>
                </c:pt>
                <c:pt idx="5520">
                  <c:v>45429</c:v>
                </c:pt>
                <c:pt idx="5521">
                  <c:v>45432</c:v>
                </c:pt>
                <c:pt idx="5522">
                  <c:v>45433</c:v>
                </c:pt>
                <c:pt idx="5523">
                  <c:v>45434</c:v>
                </c:pt>
                <c:pt idx="5524">
                  <c:v>45435</c:v>
                </c:pt>
                <c:pt idx="5525">
                  <c:v>45436</c:v>
                </c:pt>
                <c:pt idx="5526">
                  <c:v>45439</c:v>
                </c:pt>
                <c:pt idx="5527">
                  <c:v>45440</c:v>
                </c:pt>
                <c:pt idx="5528">
                  <c:v>45441</c:v>
                </c:pt>
                <c:pt idx="5529">
                  <c:v>45443</c:v>
                </c:pt>
                <c:pt idx="5530">
                  <c:v>45446</c:v>
                </c:pt>
                <c:pt idx="5531">
                  <c:v>45447</c:v>
                </c:pt>
                <c:pt idx="5532">
                  <c:v>45448</c:v>
                </c:pt>
                <c:pt idx="5533">
                  <c:v>45449</c:v>
                </c:pt>
                <c:pt idx="5534">
                  <c:v>45450</c:v>
                </c:pt>
                <c:pt idx="5535">
                  <c:v>45453</c:v>
                </c:pt>
                <c:pt idx="5536">
                  <c:v>45454</c:v>
                </c:pt>
                <c:pt idx="5537">
                  <c:v>45455</c:v>
                </c:pt>
                <c:pt idx="5538">
                  <c:v>45456</c:v>
                </c:pt>
                <c:pt idx="5539">
                  <c:v>45457</c:v>
                </c:pt>
                <c:pt idx="5540">
                  <c:v>45460</c:v>
                </c:pt>
                <c:pt idx="5541">
                  <c:v>45461</c:v>
                </c:pt>
                <c:pt idx="5542">
                  <c:v>45462</c:v>
                </c:pt>
                <c:pt idx="5543">
                  <c:v>45463</c:v>
                </c:pt>
                <c:pt idx="5544">
                  <c:v>45464</c:v>
                </c:pt>
                <c:pt idx="5545">
                  <c:v>45467</c:v>
                </c:pt>
                <c:pt idx="5546">
                  <c:v>45468</c:v>
                </c:pt>
                <c:pt idx="5547">
                  <c:v>45469</c:v>
                </c:pt>
                <c:pt idx="5548">
                  <c:v>45470</c:v>
                </c:pt>
                <c:pt idx="5549">
                  <c:v>45471</c:v>
                </c:pt>
                <c:pt idx="5550">
                  <c:v>45474</c:v>
                </c:pt>
                <c:pt idx="5551">
                  <c:v>45475</c:v>
                </c:pt>
                <c:pt idx="5552">
                  <c:v>45476</c:v>
                </c:pt>
                <c:pt idx="5553">
                  <c:v>45477</c:v>
                </c:pt>
                <c:pt idx="5554">
                  <c:v>45478</c:v>
                </c:pt>
                <c:pt idx="5555">
                  <c:v>45481</c:v>
                </c:pt>
                <c:pt idx="5556">
                  <c:v>45482</c:v>
                </c:pt>
                <c:pt idx="5557">
                  <c:v>45483</c:v>
                </c:pt>
                <c:pt idx="5558">
                  <c:v>45484</c:v>
                </c:pt>
                <c:pt idx="5559">
                  <c:v>45485</c:v>
                </c:pt>
                <c:pt idx="5560">
                  <c:v>45488</c:v>
                </c:pt>
                <c:pt idx="5561">
                  <c:v>45489</c:v>
                </c:pt>
                <c:pt idx="5562">
                  <c:v>45490</c:v>
                </c:pt>
                <c:pt idx="5563">
                  <c:v>45491</c:v>
                </c:pt>
                <c:pt idx="5564">
                  <c:v>45492</c:v>
                </c:pt>
                <c:pt idx="5565">
                  <c:v>45495</c:v>
                </c:pt>
                <c:pt idx="5566">
                  <c:v>45496</c:v>
                </c:pt>
                <c:pt idx="5567">
                  <c:v>45497</c:v>
                </c:pt>
                <c:pt idx="5568">
                  <c:v>45498</c:v>
                </c:pt>
                <c:pt idx="5569">
                  <c:v>45499</c:v>
                </c:pt>
                <c:pt idx="5570">
                  <c:v>45502</c:v>
                </c:pt>
                <c:pt idx="5571">
                  <c:v>45503</c:v>
                </c:pt>
                <c:pt idx="5572">
                  <c:v>45504</c:v>
                </c:pt>
                <c:pt idx="5573">
                  <c:v>45505</c:v>
                </c:pt>
                <c:pt idx="5574">
                  <c:v>45506</c:v>
                </c:pt>
                <c:pt idx="5575">
                  <c:v>45509</c:v>
                </c:pt>
                <c:pt idx="5576">
                  <c:v>45510</c:v>
                </c:pt>
                <c:pt idx="5577">
                  <c:v>45511</c:v>
                </c:pt>
                <c:pt idx="5578">
                  <c:v>45512</c:v>
                </c:pt>
                <c:pt idx="5579">
                  <c:v>45513</c:v>
                </c:pt>
                <c:pt idx="5580">
                  <c:v>45516</c:v>
                </c:pt>
                <c:pt idx="5581">
                  <c:v>45517</c:v>
                </c:pt>
                <c:pt idx="5582">
                  <c:v>45518</c:v>
                </c:pt>
                <c:pt idx="5583">
                  <c:v>45519</c:v>
                </c:pt>
                <c:pt idx="5584">
                  <c:v>45520</c:v>
                </c:pt>
                <c:pt idx="5585">
                  <c:v>45523</c:v>
                </c:pt>
                <c:pt idx="5586">
                  <c:v>45524</c:v>
                </c:pt>
                <c:pt idx="5587">
                  <c:v>45525</c:v>
                </c:pt>
                <c:pt idx="5588">
                  <c:v>45526</c:v>
                </c:pt>
                <c:pt idx="5589">
                  <c:v>45527</c:v>
                </c:pt>
                <c:pt idx="5590">
                  <c:v>45530</c:v>
                </c:pt>
                <c:pt idx="5591">
                  <c:v>45531</c:v>
                </c:pt>
                <c:pt idx="5592">
                  <c:v>45532</c:v>
                </c:pt>
                <c:pt idx="5593">
                  <c:v>45533</c:v>
                </c:pt>
                <c:pt idx="5594">
                  <c:v>45534</c:v>
                </c:pt>
                <c:pt idx="5595">
                  <c:v>45537</c:v>
                </c:pt>
                <c:pt idx="5596">
                  <c:v>45538</c:v>
                </c:pt>
                <c:pt idx="5597">
                  <c:v>45539</c:v>
                </c:pt>
                <c:pt idx="5598">
                  <c:v>45540</c:v>
                </c:pt>
                <c:pt idx="5599">
                  <c:v>45541</c:v>
                </c:pt>
                <c:pt idx="5600">
                  <c:v>45544</c:v>
                </c:pt>
                <c:pt idx="5601">
                  <c:v>45545</c:v>
                </c:pt>
                <c:pt idx="5602">
                  <c:v>45546</c:v>
                </c:pt>
                <c:pt idx="5603">
                  <c:v>45547</c:v>
                </c:pt>
                <c:pt idx="5604">
                  <c:v>45548</c:v>
                </c:pt>
                <c:pt idx="5605">
                  <c:v>45551</c:v>
                </c:pt>
                <c:pt idx="5606">
                  <c:v>45552</c:v>
                </c:pt>
                <c:pt idx="5607">
                  <c:v>45553</c:v>
                </c:pt>
                <c:pt idx="5608">
                  <c:v>45554</c:v>
                </c:pt>
                <c:pt idx="5609">
                  <c:v>45555</c:v>
                </c:pt>
                <c:pt idx="5610">
                  <c:v>45558</c:v>
                </c:pt>
                <c:pt idx="5611">
                  <c:v>45559</c:v>
                </c:pt>
                <c:pt idx="5612">
                  <c:v>45560</c:v>
                </c:pt>
                <c:pt idx="5613">
                  <c:v>45561</c:v>
                </c:pt>
                <c:pt idx="5614">
                  <c:v>45562</c:v>
                </c:pt>
                <c:pt idx="5615">
                  <c:v>45565</c:v>
                </c:pt>
                <c:pt idx="5616">
                  <c:v>45566</c:v>
                </c:pt>
                <c:pt idx="5617">
                  <c:v>45567</c:v>
                </c:pt>
                <c:pt idx="5618">
                  <c:v>45568</c:v>
                </c:pt>
                <c:pt idx="5619">
                  <c:v>45569</c:v>
                </c:pt>
                <c:pt idx="5620">
                  <c:v>45572</c:v>
                </c:pt>
                <c:pt idx="5621">
                  <c:v>45573</c:v>
                </c:pt>
                <c:pt idx="5622">
                  <c:v>45574</c:v>
                </c:pt>
                <c:pt idx="5623">
                  <c:v>45575</c:v>
                </c:pt>
                <c:pt idx="5624">
                  <c:v>45576</c:v>
                </c:pt>
                <c:pt idx="5625">
                  <c:v>45579</c:v>
                </c:pt>
                <c:pt idx="5626">
                  <c:v>45580</c:v>
                </c:pt>
                <c:pt idx="5627">
                  <c:v>45581</c:v>
                </c:pt>
                <c:pt idx="5628">
                  <c:v>45582</c:v>
                </c:pt>
                <c:pt idx="5629">
                  <c:v>45583</c:v>
                </c:pt>
                <c:pt idx="5630">
                  <c:v>45586</c:v>
                </c:pt>
                <c:pt idx="5631">
                  <c:v>45587</c:v>
                </c:pt>
                <c:pt idx="5632">
                  <c:v>45588</c:v>
                </c:pt>
                <c:pt idx="5633">
                  <c:v>45589</c:v>
                </c:pt>
                <c:pt idx="5634">
                  <c:v>45590</c:v>
                </c:pt>
                <c:pt idx="5635">
                  <c:v>45593</c:v>
                </c:pt>
                <c:pt idx="5636">
                  <c:v>45594</c:v>
                </c:pt>
                <c:pt idx="5637">
                  <c:v>45595</c:v>
                </c:pt>
                <c:pt idx="5638">
                  <c:v>45596</c:v>
                </c:pt>
                <c:pt idx="5639">
                  <c:v>45597</c:v>
                </c:pt>
                <c:pt idx="5640">
                  <c:v>45600</c:v>
                </c:pt>
                <c:pt idx="5641">
                  <c:v>45601</c:v>
                </c:pt>
                <c:pt idx="5642">
                  <c:v>45602</c:v>
                </c:pt>
                <c:pt idx="5643">
                  <c:v>45603</c:v>
                </c:pt>
                <c:pt idx="5644">
                  <c:v>45604</c:v>
                </c:pt>
                <c:pt idx="5645">
                  <c:v>45607</c:v>
                </c:pt>
                <c:pt idx="5646">
                  <c:v>45608</c:v>
                </c:pt>
                <c:pt idx="5647">
                  <c:v>45609</c:v>
                </c:pt>
                <c:pt idx="5648">
                  <c:v>45610</c:v>
                </c:pt>
                <c:pt idx="5649">
                  <c:v>45614</c:v>
                </c:pt>
                <c:pt idx="5650">
                  <c:v>45615</c:v>
                </c:pt>
                <c:pt idx="5651">
                  <c:v>45617</c:v>
                </c:pt>
                <c:pt idx="5652">
                  <c:v>45618</c:v>
                </c:pt>
                <c:pt idx="5653">
                  <c:v>45621</c:v>
                </c:pt>
                <c:pt idx="5654">
                  <c:v>45622</c:v>
                </c:pt>
                <c:pt idx="5655">
                  <c:v>45623</c:v>
                </c:pt>
                <c:pt idx="5656">
                  <c:v>45624</c:v>
                </c:pt>
                <c:pt idx="5657">
                  <c:v>45625</c:v>
                </c:pt>
                <c:pt idx="5658">
                  <c:v>45628</c:v>
                </c:pt>
                <c:pt idx="5659">
                  <c:v>45629</c:v>
                </c:pt>
                <c:pt idx="5660">
                  <c:v>45630</c:v>
                </c:pt>
                <c:pt idx="5661">
                  <c:v>45631</c:v>
                </c:pt>
                <c:pt idx="5662">
                  <c:v>45632</c:v>
                </c:pt>
                <c:pt idx="5663">
                  <c:v>45635</c:v>
                </c:pt>
                <c:pt idx="5664">
                  <c:v>45636</c:v>
                </c:pt>
                <c:pt idx="5665">
                  <c:v>45637</c:v>
                </c:pt>
                <c:pt idx="5666">
                  <c:v>45638</c:v>
                </c:pt>
                <c:pt idx="5667">
                  <c:v>45639</c:v>
                </c:pt>
                <c:pt idx="5668">
                  <c:v>45642</c:v>
                </c:pt>
                <c:pt idx="5669">
                  <c:v>45643</c:v>
                </c:pt>
                <c:pt idx="5670">
                  <c:v>45644</c:v>
                </c:pt>
                <c:pt idx="5671">
                  <c:v>45645</c:v>
                </c:pt>
                <c:pt idx="5672">
                  <c:v>45646</c:v>
                </c:pt>
                <c:pt idx="5673">
                  <c:v>45649</c:v>
                </c:pt>
                <c:pt idx="5674">
                  <c:v>45652</c:v>
                </c:pt>
                <c:pt idx="5675">
                  <c:v>45653</c:v>
                </c:pt>
                <c:pt idx="5676">
                  <c:v>45656</c:v>
                </c:pt>
                <c:pt idx="5677">
                  <c:v>45659</c:v>
                </c:pt>
                <c:pt idx="5678">
                  <c:v>45660</c:v>
                </c:pt>
                <c:pt idx="5679">
                  <c:v>45663</c:v>
                </c:pt>
                <c:pt idx="5680">
                  <c:v>45664</c:v>
                </c:pt>
                <c:pt idx="5681">
                  <c:v>45665</c:v>
                </c:pt>
                <c:pt idx="5682">
                  <c:v>45666</c:v>
                </c:pt>
                <c:pt idx="5683">
                  <c:v>45667</c:v>
                </c:pt>
                <c:pt idx="5684">
                  <c:v>45670</c:v>
                </c:pt>
                <c:pt idx="5685">
                  <c:v>45671</c:v>
                </c:pt>
                <c:pt idx="5686">
                  <c:v>45672</c:v>
                </c:pt>
                <c:pt idx="5687">
                  <c:v>45673</c:v>
                </c:pt>
                <c:pt idx="5688">
                  <c:v>45674</c:v>
                </c:pt>
                <c:pt idx="5689">
                  <c:v>45677</c:v>
                </c:pt>
                <c:pt idx="5690">
                  <c:v>45678</c:v>
                </c:pt>
                <c:pt idx="5691">
                  <c:v>45679</c:v>
                </c:pt>
                <c:pt idx="5692">
                  <c:v>45680</c:v>
                </c:pt>
                <c:pt idx="5693">
                  <c:v>45681</c:v>
                </c:pt>
                <c:pt idx="5694">
                  <c:v>45684</c:v>
                </c:pt>
                <c:pt idx="5695">
                  <c:v>45685</c:v>
                </c:pt>
                <c:pt idx="5696">
                  <c:v>45686</c:v>
                </c:pt>
                <c:pt idx="5697">
                  <c:v>45687</c:v>
                </c:pt>
                <c:pt idx="5698">
                  <c:v>45688</c:v>
                </c:pt>
                <c:pt idx="5699">
                  <c:v>45691</c:v>
                </c:pt>
                <c:pt idx="5700">
                  <c:v>45692</c:v>
                </c:pt>
                <c:pt idx="5701">
                  <c:v>45693</c:v>
                </c:pt>
                <c:pt idx="5702">
                  <c:v>45694</c:v>
                </c:pt>
                <c:pt idx="5703">
                  <c:v>45695</c:v>
                </c:pt>
                <c:pt idx="5704">
                  <c:v>45698</c:v>
                </c:pt>
                <c:pt idx="5705">
                  <c:v>45699</c:v>
                </c:pt>
                <c:pt idx="5706">
                  <c:v>45700</c:v>
                </c:pt>
                <c:pt idx="5707">
                  <c:v>45701</c:v>
                </c:pt>
                <c:pt idx="5708">
                  <c:v>45702</c:v>
                </c:pt>
                <c:pt idx="5709">
                  <c:v>45705</c:v>
                </c:pt>
                <c:pt idx="5710">
                  <c:v>45706</c:v>
                </c:pt>
                <c:pt idx="5711">
                  <c:v>45707</c:v>
                </c:pt>
                <c:pt idx="5712">
                  <c:v>45708</c:v>
                </c:pt>
                <c:pt idx="5713">
                  <c:v>45709</c:v>
                </c:pt>
                <c:pt idx="5714">
                  <c:v>45712</c:v>
                </c:pt>
                <c:pt idx="5715">
                  <c:v>45713</c:v>
                </c:pt>
                <c:pt idx="5716">
                  <c:v>45714</c:v>
                </c:pt>
                <c:pt idx="5717">
                  <c:v>45715</c:v>
                </c:pt>
                <c:pt idx="5718">
                  <c:v>45716</c:v>
                </c:pt>
                <c:pt idx="5719">
                  <c:v>45721</c:v>
                </c:pt>
                <c:pt idx="5720">
                  <c:v>45722</c:v>
                </c:pt>
                <c:pt idx="5721">
                  <c:v>45723</c:v>
                </c:pt>
                <c:pt idx="5722">
                  <c:v>45726</c:v>
                </c:pt>
                <c:pt idx="5723">
                  <c:v>45727</c:v>
                </c:pt>
                <c:pt idx="5724">
                  <c:v>45728</c:v>
                </c:pt>
                <c:pt idx="5725">
                  <c:v>45729</c:v>
                </c:pt>
                <c:pt idx="5726">
                  <c:v>45730</c:v>
                </c:pt>
                <c:pt idx="5727">
                  <c:v>45733</c:v>
                </c:pt>
                <c:pt idx="5728">
                  <c:v>45734</c:v>
                </c:pt>
                <c:pt idx="5729">
                  <c:v>45735</c:v>
                </c:pt>
                <c:pt idx="5730">
                  <c:v>45736</c:v>
                </c:pt>
                <c:pt idx="5731">
                  <c:v>45737</c:v>
                </c:pt>
                <c:pt idx="5732">
                  <c:v>45740</c:v>
                </c:pt>
                <c:pt idx="5733">
                  <c:v>45741</c:v>
                </c:pt>
                <c:pt idx="5734">
                  <c:v>45742</c:v>
                </c:pt>
                <c:pt idx="5735">
                  <c:v>45743</c:v>
                </c:pt>
                <c:pt idx="5736">
                  <c:v>45744</c:v>
                </c:pt>
                <c:pt idx="5737">
                  <c:v>45747</c:v>
                </c:pt>
                <c:pt idx="5738">
                  <c:v>45748</c:v>
                </c:pt>
                <c:pt idx="5739">
                  <c:v>45749</c:v>
                </c:pt>
                <c:pt idx="5740">
                  <c:v>45750</c:v>
                </c:pt>
                <c:pt idx="5741">
                  <c:v>45751</c:v>
                </c:pt>
                <c:pt idx="5742">
                  <c:v>45754</c:v>
                </c:pt>
                <c:pt idx="5743">
                  <c:v>45755</c:v>
                </c:pt>
                <c:pt idx="5744">
                  <c:v>45756</c:v>
                </c:pt>
                <c:pt idx="5745">
                  <c:v>45757</c:v>
                </c:pt>
                <c:pt idx="5746">
                  <c:v>45758</c:v>
                </c:pt>
                <c:pt idx="5747">
                  <c:v>45761</c:v>
                </c:pt>
                <c:pt idx="5748">
                  <c:v>45762</c:v>
                </c:pt>
                <c:pt idx="5749">
                  <c:v>45763</c:v>
                </c:pt>
                <c:pt idx="5750">
                  <c:v>45764</c:v>
                </c:pt>
                <c:pt idx="5751">
                  <c:v>45769</c:v>
                </c:pt>
                <c:pt idx="5752">
                  <c:v>45770</c:v>
                </c:pt>
                <c:pt idx="5753">
                  <c:v>45771</c:v>
                </c:pt>
                <c:pt idx="5754">
                  <c:v>45772</c:v>
                </c:pt>
                <c:pt idx="5755">
                  <c:v>45775</c:v>
                </c:pt>
                <c:pt idx="5756">
                  <c:v>45776</c:v>
                </c:pt>
                <c:pt idx="5757">
                  <c:v>45777</c:v>
                </c:pt>
                <c:pt idx="5758">
                  <c:v>45779</c:v>
                </c:pt>
                <c:pt idx="5759">
                  <c:v>45782</c:v>
                </c:pt>
                <c:pt idx="5760">
                  <c:v>45783</c:v>
                </c:pt>
                <c:pt idx="5761">
                  <c:v>45784</c:v>
                </c:pt>
                <c:pt idx="5762">
                  <c:v>45785</c:v>
                </c:pt>
                <c:pt idx="5763">
                  <c:v>45786</c:v>
                </c:pt>
                <c:pt idx="5764">
                  <c:v>45789</c:v>
                </c:pt>
                <c:pt idx="5765">
                  <c:v>45790</c:v>
                </c:pt>
                <c:pt idx="5766">
                  <c:v>45791</c:v>
                </c:pt>
                <c:pt idx="5767">
                  <c:v>45792</c:v>
                </c:pt>
                <c:pt idx="5768">
                  <c:v>45793</c:v>
                </c:pt>
                <c:pt idx="5769">
                  <c:v>45796</c:v>
                </c:pt>
                <c:pt idx="5770">
                  <c:v>45797</c:v>
                </c:pt>
                <c:pt idx="5771">
                  <c:v>45798</c:v>
                </c:pt>
                <c:pt idx="5772">
                  <c:v>45799</c:v>
                </c:pt>
                <c:pt idx="5773">
                  <c:v>45800</c:v>
                </c:pt>
                <c:pt idx="5774">
                  <c:v>45803</c:v>
                </c:pt>
                <c:pt idx="5775">
                  <c:v>45804</c:v>
                </c:pt>
                <c:pt idx="5776">
                  <c:v>45805</c:v>
                </c:pt>
                <c:pt idx="5777">
                  <c:v>45806</c:v>
                </c:pt>
                <c:pt idx="5778">
                  <c:v>45807</c:v>
                </c:pt>
                <c:pt idx="5779">
                  <c:v>45810</c:v>
                </c:pt>
                <c:pt idx="5780">
                  <c:v>45811</c:v>
                </c:pt>
                <c:pt idx="5781">
                  <c:v>45812</c:v>
                </c:pt>
                <c:pt idx="5782">
                  <c:v>45813</c:v>
                </c:pt>
                <c:pt idx="5783">
                  <c:v>45814</c:v>
                </c:pt>
                <c:pt idx="5784">
                  <c:v>45817</c:v>
                </c:pt>
                <c:pt idx="5785">
                  <c:v>45818</c:v>
                </c:pt>
                <c:pt idx="5786">
                  <c:v>45819</c:v>
                </c:pt>
                <c:pt idx="5787">
                  <c:v>45820</c:v>
                </c:pt>
                <c:pt idx="5788">
                  <c:v>45821</c:v>
                </c:pt>
                <c:pt idx="5789">
                  <c:v>45824</c:v>
                </c:pt>
                <c:pt idx="5790">
                  <c:v>45825</c:v>
                </c:pt>
                <c:pt idx="5791">
                  <c:v>45826</c:v>
                </c:pt>
                <c:pt idx="5792">
                  <c:v>45828</c:v>
                </c:pt>
                <c:pt idx="5793">
                  <c:v>45831</c:v>
                </c:pt>
                <c:pt idx="5794">
                  <c:v>45832</c:v>
                </c:pt>
                <c:pt idx="5795">
                  <c:v>45833</c:v>
                </c:pt>
                <c:pt idx="5796">
                  <c:v>45834</c:v>
                </c:pt>
                <c:pt idx="5797">
                  <c:v>45835</c:v>
                </c:pt>
                <c:pt idx="5798">
                  <c:v>45838</c:v>
                </c:pt>
                <c:pt idx="5799">
                  <c:v>45839</c:v>
                </c:pt>
                <c:pt idx="5800">
                  <c:v>45840</c:v>
                </c:pt>
                <c:pt idx="5801">
                  <c:v>45841</c:v>
                </c:pt>
                <c:pt idx="5802">
                  <c:v>45842</c:v>
                </c:pt>
                <c:pt idx="5803">
                  <c:v>45845</c:v>
                </c:pt>
                <c:pt idx="5804">
                  <c:v>45846</c:v>
                </c:pt>
                <c:pt idx="5805">
                  <c:v>45847</c:v>
                </c:pt>
                <c:pt idx="5806">
                  <c:v>45848</c:v>
                </c:pt>
                <c:pt idx="5807">
                  <c:v>45849</c:v>
                </c:pt>
                <c:pt idx="5808">
                  <c:v>45852</c:v>
                </c:pt>
                <c:pt idx="5809">
                  <c:v>45853</c:v>
                </c:pt>
                <c:pt idx="5810">
                  <c:v>45854</c:v>
                </c:pt>
                <c:pt idx="5811">
                  <c:v>45855</c:v>
                </c:pt>
                <c:pt idx="5812">
                  <c:v>45856</c:v>
                </c:pt>
                <c:pt idx="5813">
                  <c:v>45859</c:v>
                </c:pt>
                <c:pt idx="5814">
                  <c:v>45860</c:v>
                </c:pt>
                <c:pt idx="5815">
                  <c:v>45861</c:v>
                </c:pt>
                <c:pt idx="5816">
                  <c:v>45862</c:v>
                </c:pt>
                <c:pt idx="5817">
                  <c:v>45863</c:v>
                </c:pt>
                <c:pt idx="5818">
                  <c:v>45866</c:v>
                </c:pt>
                <c:pt idx="5819">
                  <c:v>45867</c:v>
                </c:pt>
                <c:pt idx="5820">
                  <c:v>45868</c:v>
                </c:pt>
                <c:pt idx="5821">
                  <c:v>45869</c:v>
                </c:pt>
                <c:pt idx="5822">
                  <c:v>45870</c:v>
                </c:pt>
                <c:pt idx="5823">
                  <c:v>45873</c:v>
                </c:pt>
                <c:pt idx="5824">
                  <c:v>45874</c:v>
                </c:pt>
                <c:pt idx="5825">
                  <c:v>45875</c:v>
                </c:pt>
                <c:pt idx="5826">
                  <c:v>45876</c:v>
                </c:pt>
                <c:pt idx="5827">
                  <c:v>45877</c:v>
                </c:pt>
                <c:pt idx="5828">
                  <c:v>45880</c:v>
                </c:pt>
                <c:pt idx="5829">
                  <c:v>45881</c:v>
                </c:pt>
                <c:pt idx="5830">
                  <c:v>45882</c:v>
                </c:pt>
                <c:pt idx="5831">
                  <c:v>45883</c:v>
                </c:pt>
                <c:pt idx="5832">
                  <c:v>45884</c:v>
                </c:pt>
                <c:pt idx="5833">
                  <c:v>45887</c:v>
                </c:pt>
                <c:pt idx="5834">
                  <c:v>45888</c:v>
                </c:pt>
                <c:pt idx="5835">
                  <c:v>45889</c:v>
                </c:pt>
                <c:pt idx="5836">
                  <c:v>45890</c:v>
                </c:pt>
                <c:pt idx="5837">
                  <c:v>45891</c:v>
                </c:pt>
                <c:pt idx="5838">
                  <c:v>45894</c:v>
                </c:pt>
                <c:pt idx="5839">
                  <c:v>45895</c:v>
                </c:pt>
                <c:pt idx="5840">
                  <c:v>45896</c:v>
                </c:pt>
                <c:pt idx="5841">
                  <c:v>45897</c:v>
                </c:pt>
                <c:pt idx="5842">
                  <c:v>45898</c:v>
                </c:pt>
                <c:pt idx="5843">
                  <c:v>45901</c:v>
                </c:pt>
                <c:pt idx="5844">
                  <c:v>45902</c:v>
                </c:pt>
                <c:pt idx="5845">
                  <c:v>45903</c:v>
                </c:pt>
                <c:pt idx="5846">
                  <c:v>45904</c:v>
                </c:pt>
                <c:pt idx="5847">
                  <c:v>45905</c:v>
                </c:pt>
                <c:pt idx="5848">
                  <c:v>45908</c:v>
                </c:pt>
                <c:pt idx="5849">
                  <c:v>45909</c:v>
                </c:pt>
                <c:pt idx="5850">
                  <c:v>45910</c:v>
                </c:pt>
                <c:pt idx="5851">
                  <c:v>45911</c:v>
                </c:pt>
                <c:pt idx="5852">
                  <c:v>45912</c:v>
                </c:pt>
                <c:pt idx="5853">
                  <c:v>45915</c:v>
                </c:pt>
                <c:pt idx="5854">
                  <c:v>45916</c:v>
                </c:pt>
                <c:pt idx="5855">
                  <c:v>45917</c:v>
                </c:pt>
                <c:pt idx="5856">
                  <c:v>45918</c:v>
                </c:pt>
                <c:pt idx="5857">
                  <c:v>45919</c:v>
                </c:pt>
                <c:pt idx="5858">
                  <c:v>45922</c:v>
                </c:pt>
                <c:pt idx="5859">
                  <c:v>45923</c:v>
                </c:pt>
                <c:pt idx="5860">
                  <c:v>45924</c:v>
                </c:pt>
                <c:pt idx="5861">
                  <c:v>45925</c:v>
                </c:pt>
                <c:pt idx="5862">
                  <c:v>45926</c:v>
                </c:pt>
                <c:pt idx="5863">
                  <c:v>45929</c:v>
                </c:pt>
                <c:pt idx="5864">
                  <c:v>45930</c:v>
                </c:pt>
                <c:pt idx="5865">
                  <c:v>45931</c:v>
                </c:pt>
                <c:pt idx="5866">
                  <c:v>45932</c:v>
                </c:pt>
                <c:pt idx="5867">
                  <c:v>45933</c:v>
                </c:pt>
                <c:pt idx="5868">
                  <c:v>45936</c:v>
                </c:pt>
                <c:pt idx="5869">
                  <c:v>45937</c:v>
                </c:pt>
                <c:pt idx="5870">
                  <c:v>45938</c:v>
                </c:pt>
                <c:pt idx="5871">
                  <c:v>45939</c:v>
                </c:pt>
                <c:pt idx="5872">
                  <c:v>45940</c:v>
                </c:pt>
                <c:pt idx="5873">
                  <c:v>45943</c:v>
                </c:pt>
                <c:pt idx="5874">
                  <c:v>45944</c:v>
                </c:pt>
                <c:pt idx="5875">
                  <c:v>45945</c:v>
                </c:pt>
                <c:pt idx="5876">
                  <c:v>45946</c:v>
                </c:pt>
                <c:pt idx="5877">
                  <c:v>45947</c:v>
                </c:pt>
                <c:pt idx="5878">
                  <c:v>45950</c:v>
                </c:pt>
                <c:pt idx="5879">
                  <c:v>45951</c:v>
                </c:pt>
                <c:pt idx="5880">
                  <c:v>45952</c:v>
                </c:pt>
                <c:pt idx="5881">
                  <c:v>45953</c:v>
                </c:pt>
                <c:pt idx="5882">
                  <c:v>45954</c:v>
                </c:pt>
                <c:pt idx="5883">
                  <c:v>45957</c:v>
                </c:pt>
                <c:pt idx="5884">
                  <c:v>45958</c:v>
                </c:pt>
                <c:pt idx="5885">
                  <c:v>45959</c:v>
                </c:pt>
                <c:pt idx="5886">
                  <c:v>45960</c:v>
                </c:pt>
                <c:pt idx="5887">
                  <c:v>45961</c:v>
                </c:pt>
                <c:pt idx="5888">
                  <c:v>45964</c:v>
                </c:pt>
                <c:pt idx="5889">
                  <c:v>45965</c:v>
                </c:pt>
                <c:pt idx="5890">
                  <c:v>45966</c:v>
                </c:pt>
                <c:pt idx="5891">
                  <c:v>45967</c:v>
                </c:pt>
                <c:pt idx="5892">
                  <c:v>45968</c:v>
                </c:pt>
                <c:pt idx="5893">
                  <c:v>45971</c:v>
                </c:pt>
                <c:pt idx="5894">
                  <c:v>45972</c:v>
                </c:pt>
                <c:pt idx="5895">
                  <c:v>45973</c:v>
                </c:pt>
                <c:pt idx="5896">
                  <c:v>45974</c:v>
                </c:pt>
                <c:pt idx="5897">
                  <c:v>45975</c:v>
                </c:pt>
                <c:pt idx="5898">
                  <c:v>45978</c:v>
                </c:pt>
                <c:pt idx="5899">
                  <c:v>45979</c:v>
                </c:pt>
                <c:pt idx="5900">
                  <c:v>45980</c:v>
                </c:pt>
                <c:pt idx="5901">
                  <c:v>45982</c:v>
                </c:pt>
                <c:pt idx="5902">
                  <c:v>45985</c:v>
                </c:pt>
                <c:pt idx="5903">
                  <c:v>45986</c:v>
                </c:pt>
                <c:pt idx="5904">
                  <c:v>45987</c:v>
                </c:pt>
                <c:pt idx="5905">
                  <c:v>45988</c:v>
                </c:pt>
                <c:pt idx="5906">
                  <c:v>45989</c:v>
                </c:pt>
                <c:pt idx="5907">
                  <c:v>45992</c:v>
                </c:pt>
                <c:pt idx="5908">
                  <c:v>45993</c:v>
                </c:pt>
                <c:pt idx="5909">
                  <c:v>45994</c:v>
                </c:pt>
                <c:pt idx="5910">
                  <c:v>45995</c:v>
                </c:pt>
                <c:pt idx="5911">
                  <c:v>45996</c:v>
                </c:pt>
                <c:pt idx="5912">
                  <c:v>45999</c:v>
                </c:pt>
                <c:pt idx="5913">
                  <c:v>46000</c:v>
                </c:pt>
                <c:pt idx="5914">
                  <c:v>46001</c:v>
                </c:pt>
                <c:pt idx="5915">
                  <c:v>46002</c:v>
                </c:pt>
                <c:pt idx="5916">
                  <c:v>46003</c:v>
                </c:pt>
                <c:pt idx="5917">
                  <c:v>46006</c:v>
                </c:pt>
                <c:pt idx="5918">
                  <c:v>46007</c:v>
                </c:pt>
                <c:pt idx="5919">
                  <c:v>46008</c:v>
                </c:pt>
                <c:pt idx="5920">
                  <c:v>46009</c:v>
                </c:pt>
                <c:pt idx="5921">
                  <c:v>46010</c:v>
                </c:pt>
                <c:pt idx="5922">
                  <c:v>46013</c:v>
                </c:pt>
                <c:pt idx="5923">
                  <c:v>46014</c:v>
                </c:pt>
                <c:pt idx="5924">
                  <c:v>46017</c:v>
                </c:pt>
                <c:pt idx="5925">
                  <c:v>46020</c:v>
                </c:pt>
                <c:pt idx="5926">
                  <c:v>46021</c:v>
                </c:pt>
                <c:pt idx="5927">
                  <c:v>46024</c:v>
                </c:pt>
                <c:pt idx="5928">
                  <c:v>46027</c:v>
                </c:pt>
                <c:pt idx="5929">
                  <c:v>46028</c:v>
                </c:pt>
                <c:pt idx="5930">
                  <c:v>46029</c:v>
                </c:pt>
                <c:pt idx="5931">
                  <c:v>46030</c:v>
                </c:pt>
                <c:pt idx="5932">
                  <c:v>46031</c:v>
                </c:pt>
                <c:pt idx="5933">
                  <c:v>46034</c:v>
                </c:pt>
                <c:pt idx="5934">
                  <c:v>46035</c:v>
                </c:pt>
                <c:pt idx="5935">
                  <c:v>46036</c:v>
                </c:pt>
                <c:pt idx="5936">
                  <c:v>46037</c:v>
                </c:pt>
                <c:pt idx="5937">
                  <c:v>46038</c:v>
                </c:pt>
                <c:pt idx="5938">
                  <c:v>46041</c:v>
                </c:pt>
                <c:pt idx="5939">
                  <c:v>46042</c:v>
                </c:pt>
                <c:pt idx="5940">
                  <c:v>46043</c:v>
                </c:pt>
                <c:pt idx="5941">
                  <c:v>46044</c:v>
                </c:pt>
                <c:pt idx="5942">
                  <c:v>46045</c:v>
                </c:pt>
                <c:pt idx="5943">
                  <c:v>46048</c:v>
                </c:pt>
                <c:pt idx="5944">
                  <c:v>46049</c:v>
                </c:pt>
                <c:pt idx="5945">
                  <c:v>46050</c:v>
                </c:pt>
                <c:pt idx="5946">
                  <c:v>46051</c:v>
                </c:pt>
                <c:pt idx="5947">
                  <c:v>46052</c:v>
                </c:pt>
                <c:pt idx="5948">
                  <c:v>46055</c:v>
                </c:pt>
                <c:pt idx="5949">
                  <c:v>46056</c:v>
                </c:pt>
                <c:pt idx="5950">
                  <c:v>46057</c:v>
                </c:pt>
                <c:pt idx="5951">
                  <c:v>46058</c:v>
                </c:pt>
                <c:pt idx="5952">
                  <c:v>46059</c:v>
                </c:pt>
                <c:pt idx="5953">
                  <c:v>46062</c:v>
                </c:pt>
                <c:pt idx="5954">
                  <c:v>46063</c:v>
                </c:pt>
                <c:pt idx="5955">
                  <c:v>46064</c:v>
                </c:pt>
                <c:pt idx="5956">
                  <c:v>46065</c:v>
                </c:pt>
                <c:pt idx="5957">
                  <c:v>46066</c:v>
                </c:pt>
                <c:pt idx="5958">
                  <c:v>46071</c:v>
                </c:pt>
                <c:pt idx="5959">
                  <c:v>46072</c:v>
                </c:pt>
                <c:pt idx="5960">
                  <c:v>46073</c:v>
                </c:pt>
                <c:pt idx="5961">
                  <c:v>46076</c:v>
                </c:pt>
                <c:pt idx="5962">
                  <c:v>46077</c:v>
                </c:pt>
                <c:pt idx="5963">
                  <c:v>46078</c:v>
                </c:pt>
                <c:pt idx="5964">
                  <c:v>46079</c:v>
                </c:pt>
                <c:pt idx="5965">
                  <c:v>46080</c:v>
                </c:pt>
                <c:pt idx="5966">
                  <c:v>46083</c:v>
                </c:pt>
                <c:pt idx="5967">
                  <c:v>46084</c:v>
                </c:pt>
                <c:pt idx="5968">
                  <c:v>46085</c:v>
                </c:pt>
                <c:pt idx="5969">
                  <c:v>46086</c:v>
                </c:pt>
                <c:pt idx="5970">
                  <c:v>46087</c:v>
                </c:pt>
                <c:pt idx="5971">
                  <c:v>46090</c:v>
                </c:pt>
                <c:pt idx="5972">
                  <c:v>46091</c:v>
                </c:pt>
                <c:pt idx="5973">
                  <c:v>46092</c:v>
                </c:pt>
                <c:pt idx="5974">
                  <c:v>46093</c:v>
                </c:pt>
                <c:pt idx="5975">
                  <c:v>46094</c:v>
                </c:pt>
                <c:pt idx="5976">
                  <c:v>46097</c:v>
                </c:pt>
                <c:pt idx="5977">
                  <c:v>46098</c:v>
                </c:pt>
                <c:pt idx="5978">
                  <c:v>46099</c:v>
                </c:pt>
                <c:pt idx="5979">
                  <c:v>46100</c:v>
                </c:pt>
                <c:pt idx="5980">
                  <c:v>46101</c:v>
                </c:pt>
                <c:pt idx="5981">
                  <c:v>46104</c:v>
                </c:pt>
                <c:pt idx="5982">
                  <c:v>46105</c:v>
                </c:pt>
                <c:pt idx="5983">
                  <c:v>46106</c:v>
                </c:pt>
                <c:pt idx="5984">
                  <c:v>46107</c:v>
                </c:pt>
                <c:pt idx="5985">
                  <c:v>46108</c:v>
                </c:pt>
                <c:pt idx="5986">
                  <c:v>46111</c:v>
                </c:pt>
                <c:pt idx="5987">
                  <c:v>46112</c:v>
                </c:pt>
                <c:pt idx="5988">
                  <c:v>46113</c:v>
                </c:pt>
                <c:pt idx="5989">
                  <c:v>46114</c:v>
                </c:pt>
                <c:pt idx="5990">
                  <c:v>46118</c:v>
                </c:pt>
                <c:pt idx="5991">
                  <c:v>46119</c:v>
                </c:pt>
                <c:pt idx="5992">
                  <c:v>46120</c:v>
                </c:pt>
                <c:pt idx="5993">
                  <c:v>46121</c:v>
                </c:pt>
                <c:pt idx="5994">
                  <c:v>46122</c:v>
                </c:pt>
                <c:pt idx="5995">
                  <c:v>46125</c:v>
                </c:pt>
                <c:pt idx="5996">
                  <c:v>46126</c:v>
                </c:pt>
                <c:pt idx="5997">
                  <c:v>46127</c:v>
                </c:pt>
                <c:pt idx="5998">
                  <c:v>46128</c:v>
                </c:pt>
                <c:pt idx="5999">
                  <c:v>46129</c:v>
                </c:pt>
                <c:pt idx="6000">
                  <c:v>46132</c:v>
                </c:pt>
                <c:pt idx="6001">
                  <c:v>46134</c:v>
                </c:pt>
                <c:pt idx="6002">
                  <c:v>46135</c:v>
                </c:pt>
                <c:pt idx="6003">
                  <c:v>46136</c:v>
                </c:pt>
                <c:pt idx="6004">
                  <c:v>46139</c:v>
                </c:pt>
                <c:pt idx="6005">
                  <c:v>46140</c:v>
                </c:pt>
                <c:pt idx="6006">
                  <c:v>46141</c:v>
                </c:pt>
                <c:pt idx="6007">
                  <c:v>46142</c:v>
                </c:pt>
                <c:pt idx="6008">
                  <c:v>46146</c:v>
                </c:pt>
                <c:pt idx="6009">
                  <c:v>46147</c:v>
                </c:pt>
                <c:pt idx="6010">
                  <c:v>46148</c:v>
                </c:pt>
                <c:pt idx="6011">
                  <c:v>46149</c:v>
                </c:pt>
                <c:pt idx="6012">
                  <c:v>46150</c:v>
                </c:pt>
                <c:pt idx="6013">
                  <c:v>46153</c:v>
                </c:pt>
                <c:pt idx="6014">
                  <c:v>46154</c:v>
                </c:pt>
                <c:pt idx="6015">
                  <c:v>46155</c:v>
                </c:pt>
                <c:pt idx="6016">
                  <c:v>46156</c:v>
                </c:pt>
                <c:pt idx="6017">
                  <c:v>46157</c:v>
                </c:pt>
                <c:pt idx="6018">
                  <c:v>46160</c:v>
                </c:pt>
                <c:pt idx="6019">
                  <c:v>46161</c:v>
                </c:pt>
                <c:pt idx="6020">
                  <c:v>46162</c:v>
                </c:pt>
                <c:pt idx="6021">
                  <c:v>46163</c:v>
                </c:pt>
                <c:pt idx="6022">
                  <c:v>46164</c:v>
                </c:pt>
                <c:pt idx="6023">
                  <c:v>46167</c:v>
                </c:pt>
                <c:pt idx="6024">
                  <c:v>46168</c:v>
                </c:pt>
                <c:pt idx="6025">
                  <c:v>46169</c:v>
                </c:pt>
                <c:pt idx="6026">
                  <c:v>46170</c:v>
                </c:pt>
                <c:pt idx="6027">
                  <c:v>46171</c:v>
                </c:pt>
                <c:pt idx="6028">
                  <c:v>46174</c:v>
                </c:pt>
                <c:pt idx="6029">
                  <c:v>46175</c:v>
                </c:pt>
                <c:pt idx="6030">
                  <c:v>46176</c:v>
                </c:pt>
                <c:pt idx="6031">
                  <c:v>46178</c:v>
                </c:pt>
                <c:pt idx="6032">
                  <c:v>46181</c:v>
                </c:pt>
                <c:pt idx="6033">
                  <c:v>46182</c:v>
                </c:pt>
                <c:pt idx="6034">
                  <c:v>46183</c:v>
                </c:pt>
                <c:pt idx="6035">
                  <c:v>46184</c:v>
                </c:pt>
                <c:pt idx="6036">
                  <c:v>46185</c:v>
                </c:pt>
                <c:pt idx="6037">
                  <c:v>46188</c:v>
                </c:pt>
                <c:pt idx="6038">
                  <c:v>46189</c:v>
                </c:pt>
                <c:pt idx="6039">
                  <c:v>46190</c:v>
                </c:pt>
                <c:pt idx="6040">
                  <c:v>46191</c:v>
                </c:pt>
                <c:pt idx="6041">
                  <c:v>46192</c:v>
                </c:pt>
                <c:pt idx="6042">
                  <c:v>46195</c:v>
                </c:pt>
                <c:pt idx="6043">
                  <c:v>46196</c:v>
                </c:pt>
                <c:pt idx="6044">
                  <c:v>46197</c:v>
                </c:pt>
                <c:pt idx="6045">
                  <c:v>46198</c:v>
                </c:pt>
                <c:pt idx="6046">
                  <c:v>46199</c:v>
                </c:pt>
                <c:pt idx="6047">
                  <c:v>46202</c:v>
                </c:pt>
                <c:pt idx="6048">
                  <c:v>46203</c:v>
                </c:pt>
                <c:pt idx="6049">
                  <c:v>46204</c:v>
                </c:pt>
                <c:pt idx="6050">
                  <c:v>46205</c:v>
                </c:pt>
                <c:pt idx="6051">
                  <c:v>46206</c:v>
                </c:pt>
                <c:pt idx="6052">
                  <c:v>46209</c:v>
                </c:pt>
                <c:pt idx="6053">
                  <c:v>46210</c:v>
                </c:pt>
                <c:pt idx="6054">
                  <c:v>46211</c:v>
                </c:pt>
                <c:pt idx="6055">
                  <c:v>46212</c:v>
                </c:pt>
                <c:pt idx="6056">
                  <c:v>46213</c:v>
                </c:pt>
                <c:pt idx="6057">
                  <c:v>46216</c:v>
                </c:pt>
                <c:pt idx="6058">
                  <c:v>46217</c:v>
                </c:pt>
                <c:pt idx="6059">
                  <c:v>46218</c:v>
                </c:pt>
                <c:pt idx="6060">
                  <c:v>46219</c:v>
                </c:pt>
                <c:pt idx="6061">
                  <c:v>46220</c:v>
                </c:pt>
                <c:pt idx="6062">
                  <c:v>46223</c:v>
                </c:pt>
                <c:pt idx="6063">
                  <c:v>46224</c:v>
                </c:pt>
                <c:pt idx="6064">
                  <c:v>46225</c:v>
                </c:pt>
                <c:pt idx="6065">
                  <c:v>46226</c:v>
                </c:pt>
                <c:pt idx="6066">
                  <c:v>46227</c:v>
                </c:pt>
                <c:pt idx="6067">
                  <c:v>46230</c:v>
                </c:pt>
                <c:pt idx="6068">
                  <c:v>46231</c:v>
                </c:pt>
                <c:pt idx="6069">
                  <c:v>46232</c:v>
                </c:pt>
                <c:pt idx="6070">
                  <c:v>46233</c:v>
                </c:pt>
                <c:pt idx="6071">
                  <c:v>46234</c:v>
                </c:pt>
                <c:pt idx="6072">
                  <c:v>46237</c:v>
                </c:pt>
                <c:pt idx="6073">
                  <c:v>46238</c:v>
                </c:pt>
                <c:pt idx="6074">
                  <c:v>46239</c:v>
                </c:pt>
                <c:pt idx="6075">
                  <c:v>46240</c:v>
                </c:pt>
                <c:pt idx="6076">
                  <c:v>46241</c:v>
                </c:pt>
                <c:pt idx="6077">
                  <c:v>46244</c:v>
                </c:pt>
                <c:pt idx="6078">
                  <c:v>46245</c:v>
                </c:pt>
                <c:pt idx="6079">
                  <c:v>46246</c:v>
                </c:pt>
                <c:pt idx="6080">
                  <c:v>46247</c:v>
                </c:pt>
                <c:pt idx="6081">
                  <c:v>46248</c:v>
                </c:pt>
                <c:pt idx="6082">
                  <c:v>46251</c:v>
                </c:pt>
                <c:pt idx="6083">
                  <c:v>46252</c:v>
                </c:pt>
                <c:pt idx="6084">
                  <c:v>46253</c:v>
                </c:pt>
                <c:pt idx="6085">
                  <c:v>46254</c:v>
                </c:pt>
                <c:pt idx="6086">
                  <c:v>46255</c:v>
                </c:pt>
                <c:pt idx="6087">
                  <c:v>46258</c:v>
                </c:pt>
                <c:pt idx="6088">
                  <c:v>46259</c:v>
                </c:pt>
                <c:pt idx="6089">
                  <c:v>46260</c:v>
                </c:pt>
                <c:pt idx="6090">
                  <c:v>46261</c:v>
                </c:pt>
                <c:pt idx="6091">
                  <c:v>46262</c:v>
                </c:pt>
                <c:pt idx="6092">
                  <c:v>46265</c:v>
                </c:pt>
                <c:pt idx="6093">
                  <c:v>46266</c:v>
                </c:pt>
                <c:pt idx="6094">
                  <c:v>46267</c:v>
                </c:pt>
                <c:pt idx="6095">
                  <c:v>46268</c:v>
                </c:pt>
                <c:pt idx="6096">
                  <c:v>46269</c:v>
                </c:pt>
                <c:pt idx="6097">
                  <c:v>46273</c:v>
                </c:pt>
                <c:pt idx="6098">
                  <c:v>46274</c:v>
                </c:pt>
                <c:pt idx="6099">
                  <c:v>46275</c:v>
                </c:pt>
                <c:pt idx="6100">
                  <c:v>46276</c:v>
                </c:pt>
                <c:pt idx="6101">
                  <c:v>46279</c:v>
                </c:pt>
                <c:pt idx="6102">
                  <c:v>46280</c:v>
                </c:pt>
                <c:pt idx="6103">
                  <c:v>46281</c:v>
                </c:pt>
                <c:pt idx="6104">
                  <c:v>46282</c:v>
                </c:pt>
                <c:pt idx="6105">
                  <c:v>46283</c:v>
                </c:pt>
                <c:pt idx="6106">
                  <c:v>46286</c:v>
                </c:pt>
                <c:pt idx="6107">
                  <c:v>46287</c:v>
                </c:pt>
                <c:pt idx="6108">
                  <c:v>46288</c:v>
                </c:pt>
                <c:pt idx="6109">
                  <c:v>46289</c:v>
                </c:pt>
                <c:pt idx="6110">
                  <c:v>46290</c:v>
                </c:pt>
                <c:pt idx="6111">
                  <c:v>46293</c:v>
                </c:pt>
                <c:pt idx="6112">
                  <c:v>46294</c:v>
                </c:pt>
                <c:pt idx="6113">
                  <c:v>46295</c:v>
                </c:pt>
                <c:pt idx="6114">
                  <c:v>46296</c:v>
                </c:pt>
                <c:pt idx="6115">
                  <c:v>46297</c:v>
                </c:pt>
                <c:pt idx="6116">
                  <c:v>46300</c:v>
                </c:pt>
                <c:pt idx="6117">
                  <c:v>46301</c:v>
                </c:pt>
                <c:pt idx="6118">
                  <c:v>46302</c:v>
                </c:pt>
                <c:pt idx="6119">
                  <c:v>46303</c:v>
                </c:pt>
                <c:pt idx="6120">
                  <c:v>46304</c:v>
                </c:pt>
                <c:pt idx="6121">
                  <c:v>46308</c:v>
                </c:pt>
                <c:pt idx="6122">
                  <c:v>46309</c:v>
                </c:pt>
                <c:pt idx="6123">
                  <c:v>46310</c:v>
                </c:pt>
                <c:pt idx="6124">
                  <c:v>46311</c:v>
                </c:pt>
                <c:pt idx="6125">
                  <c:v>46314</c:v>
                </c:pt>
                <c:pt idx="6126">
                  <c:v>46315</c:v>
                </c:pt>
                <c:pt idx="6127">
                  <c:v>46316</c:v>
                </c:pt>
                <c:pt idx="6128">
                  <c:v>46317</c:v>
                </c:pt>
                <c:pt idx="6129">
                  <c:v>46318</c:v>
                </c:pt>
                <c:pt idx="6130">
                  <c:v>46321</c:v>
                </c:pt>
              </c:numCache>
            </c:numRef>
          </c:cat>
          <c:val>
            <c:numRef>
              <c:f>'L1'!$D$2:$D$6132</c:f>
              <c:numCache>
                <c:formatCode>General</c:formatCode>
                <c:ptCount val="61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9</c:v>
                </c:pt>
                <c:pt idx="544">
                  <c:v>9</c:v>
                </c:pt>
                <c:pt idx="545">
                  <c:v>9</c:v>
                </c:pt>
                <c:pt idx="546">
                  <c:v>9</c:v>
                </c:pt>
                <c:pt idx="547">
                  <c:v>9</c:v>
                </c:pt>
                <c:pt idx="548">
                  <c:v>9</c:v>
                </c:pt>
                <c:pt idx="549">
                  <c:v>9</c:v>
                </c:pt>
                <c:pt idx="550">
                  <c:v>9</c:v>
                </c:pt>
                <c:pt idx="551">
                  <c:v>9</c:v>
                </c:pt>
                <c:pt idx="552">
                  <c:v>9</c:v>
                </c:pt>
                <c:pt idx="553">
                  <c:v>9</c:v>
                </c:pt>
                <c:pt idx="554">
                  <c:v>9</c:v>
                </c:pt>
                <c:pt idx="555">
                  <c:v>9</c:v>
                </c:pt>
                <c:pt idx="556">
                  <c:v>9</c:v>
                </c:pt>
                <c:pt idx="557">
                  <c:v>9</c:v>
                </c:pt>
                <c:pt idx="558">
                  <c:v>9</c:v>
                </c:pt>
                <c:pt idx="559">
                  <c:v>9</c:v>
                </c:pt>
                <c:pt idx="560">
                  <c:v>9</c:v>
                </c:pt>
                <c:pt idx="561">
                  <c:v>9</c:v>
                </c:pt>
                <c:pt idx="562">
                  <c:v>9</c:v>
                </c:pt>
                <c:pt idx="563">
                  <c:v>9</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9</c:v>
                </c:pt>
                <c:pt idx="1055">
                  <c:v>9</c:v>
                </c:pt>
                <c:pt idx="1056">
                  <c:v>9</c:v>
                </c:pt>
                <c:pt idx="1057">
                  <c:v>9</c:v>
                </c:pt>
                <c:pt idx="1058">
                  <c:v>9</c:v>
                </c:pt>
                <c:pt idx="1059">
                  <c:v>9</c:v>
                </c:pt>
                <c:pt idx="1060">
                  <c:v>9</c:v>
                </c:pt>
                <c:pt idx="1061">
                  <c:v>9</c:v>
                </c:pt>
                <c:pt idx="1062">
                  <c:v>9</c:v>
                </c:pt>
                <c:pt idx="1063">
                  <c:v>9</c:v>
                </c:pt>
                <c:pt idx="1064">
                  <c:v>9</c:v>
                </c:pt>
                <c:pt idx="1065">
                  <c:v>9</c:v>
                </c:pt>
                <c:pt idx="1066">
                  <c:v>9</c:v>
                </c:pt>
                <c:pt idx="1067">
                  <c:v>9</c:v>
                </c:pt>
                <c:pt idx="1068">
                  <c:v>9</c:v>
                </c:pt>
                <c:pt idx="1069">
                  <c:v>9</c:v>
                </c:pt>
                <c:pt idx="1070">
                  <c:v>9</c:v>
                </c:pt>
                <c:pt idx="1071">
                  <c:v>9</c:v>
                </c:pt>
                <c:pt idx="1072">
                  <c:v>9</c:v>
                </c:pt>
                <c:pt idx="1073">
                  <c:v>9</c:v>
                </c:pt>
                <c:pt idx="1074">
                  <c:v>9</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9</c:v>
                </c:pt>
                <c:pt idx="1356">
                  <c:v>9</c:v>
                </c:pt>
                <c:pt idx="1357">
                  <c:v>9</c:v>
                </c:pt>
                <c:pt idx="1358">
                  <c:v>9</c:v>
                </c:pt>
                <c:pt idx="1359">
                  <c:v>9</c:v>
                </c:pt>
                <c:pt idx="1360">
                  <c:v>9</c:v>
                </c:pt>
                <c:pt idx="1361">
                  <c:v>9</c:v>
                </c:pt>
                <c:pt idx="1362">
                  <c:v>9</c:v>
                </c:pt>
                <c:pt idx="1363">
                  <c:v>9</c:v>
                </c:pt>
                <c:pt idx="1364">
                  <c:v>9</c:v>
                </c:pt>
                <c:pt idx="1365">
                  <c:v>9</c:v>
                </c:pt>
                <c:pt idx="1366">
                  <c:v>9</c:v>
                </c:pt>
                <c:pt idx="1367">
                  <c:v>9</c:v>
                </c:pt>
                <c:pt idx="1368">
                  <c:v>9</c:v>
                </c:pt>
                <c:pt idx="1369">
                  <c:v>9</c:v>
                </c:pt>
                <c:pt idx="1370">
                  <c:v>9</c:v>
                </c:pt>
                <c:pt idx="1371">
                  <c:v>9</c:v>
                </c:pt>
                <c:pt idx="1372">
                  <c:v>9</c:v>
                </c:pt>
                <c:pt idx="1373">
                  <c:v>9</c:v>
                </c:pt>
                <c:pt idx="1374">
                  <c:v>9</c:v>
                </c:pt>
                <c:pt idx="1375">
                  <c:v>9</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9</c:v>
                </c:pt>
                <c:pt idx="1503">
                  <c:v>9</c:v>
                </c:pt>
                <c:pt idx="1504">
                  <c:v>9</c:v>
                </c:pt>
                <c:pt idx="1505">
                  <c:v>9</c:v>
                </c:pt>
                <c:pt idx="1506">
                  <c:v>9</c:v>
                </c:pt>
                <c:pt idx="1507">
                  <c:v>9</c:v>
                </c:pt>
                <c:pt idx="1508">
                  <c:v>9</c:v>
                </c:pt>
                <c:pt idx="1509">
                  <c:v>9</c:v>
                </c:pt>
                <c:pt idx="1510">
                  <c:v>9</c:v>
                </c:pt>
                <c:pt idx="1511">
                  <c:v>9</c:v>
                </c:pt>
                <c:pt idx="1512">
                  <c:v>9</c:v>
                </c:pt>
                <c:pt idx="1513">
                  <c:v>9</c:v>
                </c:pt>
                <c:pt idx="1514">
                  <c:v>9</c:v>
                </c:pt>
                <c:pt idx="1515">
                  <c:v>9</c:v>
                </c:pt>
                <c:pt idx="1516">
                  <c:v>9</c:v>
                </c:pt>
                <c:pt idx="1517">
                  <c:v>9</c:v>
                </c:pt>
                <c:pt idx="1518">
                  <c:v>9</c:v>
                </c:pt>
                <c:pt idx="1519">
                  <c:v>9</c:v>
                </c:pt>
                <c:pt idx="1520">
                  <c:v>9</c:v>
                </c:pt>
                <c:pt idx="1521">
                  <c:v>9</c:v>
                </c:pt>
                <c:pt idx="1522">
                  <c:v>9</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9</c:v>
                </c:pt>
                <c:pt idx="1650">
                  <c:v>9</c:v>
                </c:pt>
                <c:pt idx="1651">
                  <c:v>9</c:v>
                </c:pt>
                <c:pt idx="1652">
                  <c:v>9</c:v>
                </c:pt>
                <c:pt idx="1653">
                  <c:v>9</c:v>
                </c:pt>
                <c:pt idx="1654">
                  <c:v>9</c:v>
                </c:pt>
                <c:pt idx="1655">
                  <c:v>9</c:v>
                </c:pt>
                <c:pt idx="1656">
                  <c:v>9</c:v>
                </c:pt>
                <c:pt idx="1657">
                  <c:v>9</c:v>
                </c:pt>
                <c:pt idx="1658">
                  <c:v>9</c:v>
                </c:pt>
                <c:pt idx="1659">
                  <c:v>9</c:v>
                </c:pt>
                <c:pt idx="1660">
                  <c:v>9</c:v>
                </c:pt>
                <c:pt idx="1661">
                  <c:v>9</c:v>
                </c:pt>
                <c:pt idx="1662">
                  <c:v>9</c:v>
                </c:pt>
                <c:pt idx="1663">
                  <c:v>9</c:v>
                </c:pt>
                <c:pt idx="1664">
                  <c:v>9</c:v>
                </c:pt>
                <c:pt idx="1665">
                  <c:v>9</c:v>
                </c:pt>
                <c:pt idx="1666">
                  <c:v>9</c:v>
                </c:pt>
                <c:pt idx="1667">
                  <c:v>9</c:v>
                </c:pt>
                <c:pt idx="1668">
                  <c:v>9</c:v>
                </c:pt>
                <c:pt idx="1669">
                  <c:v>9</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0</c:v>
                </c:pt>
                <c:pt idx="1818">
                  <c:v>0</c:v>
                </c:pt>
                <c:pt idx="1819">
                  <c:v>0</c:v>
                </c:pt>
                <c:pt idx="1820">
                  <c:v>0</c:v>
                </c:pt>
                <c:pt idx="1821">
                  <c:v>0</c:v>
                </c:pt>
                <c:pt idx="1822">
                  <c:v>0</c:v>
                </c:pt>
                <c:pt idx="1823">
                  <c:v>0</c:v>
                </c:pt>
                <c:pt idx="1824">
                  <c:v>0</c:v>
                </c:pt>
                <c:pt idx="1825">
                  <c:v>0</c:v>
                </c:pt>
                <c:pt idx="1826">
                  <c:v>0</c:v>
                </c:pt>
                <c:pt idx="1827">
                  <c:v>0</c:v>
                </c:pt>
                <c:pt idx="1828">
                  <c:v>0</c:v>
                </c:pt>
                <c:pt idx="1829">
                  <c:v>0</c:v>
                </c:pt>
                <c:pt idx="1830">
                  <c:v>0</c:v>
                </c:pt>
                <c:pt idx="1831">
                  <c:v>0</c:v>
                </c:pt>
                <c:pt idx="1832">
                  <c:v>0</c:v>
                </c:pt>
                <c:pt idx="1833">
                  <c:v>0</c:v>
                </c:pt>
                <c:pt idx="1834">
                  <c:v>0</c:v>
                </c:pt>
                <c:pt idx="1835">
                  <c:v>0</c:v>
                </c:pt>
                <c:pt idx="1836">
                  <c:v>0</c:v>
                </c:pt>
                <c:pt idx="1837">
                  <c:v>0</c:v>
                </c:pt>
                <c:pt idx="1838">
                  <c:v>0</c:v>
                </c:pt>
                <c:pt idx="1839">
                  <c:v>0</c:v>
                </c:pt>
                <c:pt idx="1840">
                  <c:v>0</c:v>
                </c:pt>
                <c:pt idx="1841">
                  <c:v>0</c:v>
                </c:pt>
                <c:pt idx="1842">
                  <c:v>0</c:v>
                </c:pt>
                <c:pt idx="1843">
                  <c:v>0</c:v>
                </c:pt>
                <c:pt idx="1844">
                  <c:v>0</c:v>
                </c:pt>
                <c:pt idx="1845">
                  <c:v>0</c:v>
                </c:pt>
                <c:pt idx="1846">
                  <c:v>0</c:v>
                </c:pt>
                <c:pt idx="1847">
                  <c:v>0</c:v>
                </c:pt>
                <c:pt idx="1848">
                  <c:v>0</c:v>
                </c:pt>
                <c:pt idx="1849">
                  <c:v>0</c:v>
                </c:pt>
                <c:pt idx="1850">
                  <c:v>0</c:v>
                </c:pt>
                <c:pt idx="1851">
                  <c:v>0</c:v>
                </c:pt>
                <c:pt idx="1852">
                  <c:v>0</c:v>
                </c:pt>
                <c:pt idx="1853">
                  <c:v>0</c:v>
                </c:pt>
                <c:pt idx="1854">
                  <c:v>0</c:v>
                </c:pt>
                <c:pt idx="1855">
                  <c:v>0</c:v>
                </c:pt>
                <c:pt idx="1856">
                  <c:v>0</c:v>
                </c:pt>
                <c:pt idx="1857">
                  <c:v>0</c:v>
                </c:pt>
                <c:pt idx="1858">
                  <c:v>0</c:v>
                </c:pt>
                <c:pt idx="1859">
                  <c:v>0</c:v>
                </c:pt>
                <c:pt idx="1860">
                  <c:v>0</c:v>
                </c:pt>
                <c:pt idx="1861">
                  <c:v>0</c:v>
                </c:pt>
                <c:pt idx="1862">
                  <c:v>0</c:v>
                </c:pt>
                <c:pt idx="1863">
                  <c:v>0</c:v>
                </c:pt>
                <c:pt idx="1864">
                  <c:v>0</c:v>
                </c:pt>
                <c:pt idx="1865">
                  <c:v>0</c:v>
                </c:pt>
                <c:pt idx="1866">
                  <c:v>0</c:v>
                </c:pt>
                <c:pt idx="1867">
                  <c:v>0</c:v>
                </c:pt>
                <c:pt idx="1868">
                  <c:v>0</c:v>
                </c:pt>
                <c:pt idx="1869">
                  <c:v>0</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0</c:v>
                </c:pt>
                <c:pt idx="1891">
                  <c:v>0</c:v>
                </c:pt>
                <c:pt idx="1892">
                  <c:v>0</c:v>
                </c:pt>
                <c:pt idx="1893">
                  <c:v>0</c:v>
                </c:pt>
                <c:pt idx="1894">
                  <c:v>0</c:v>
                </c:pt>
                <c:pt idx="1895">
                  <c:v>0</c:v>
                </c:pt>
                <c:pt idx="1896">
                  <c:v>0</c:v>
                </c:pt>
                <c:pt idx="1897">
                  <c:v>0</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0</c:v>
                </c:pt>
                <c:pt idx="1915">
                  <c:v>0</c:v>
                </c:pt>
                <c:pt idx="1916">
                  <c:v>0</c:v>
                </c:pt>
                <c:pt idx="1917">
                  <c:v>0</c:v>
                </c:pt>
                <c:pt idx="1918">
                  <c:v>0</c:v>
                </c:pt>
                <c:pt idx="1919">
                  <c:v>0</c:v>
                </c:pt>
                <c:pt idx="1920">
                  <c:v>0</c:v>
                </c:pt>
                <c:pt idx="1921">
                  <c:v>0</c:v>
                </c:pt>
                <c:pt idx="1922">
                  <c:v>0</c:v>
                </c:pt>
                <c:pt idx="1923">
                  <c:v>0</c:v>
                </c:pt>
                <c:pt idx="1924">
                  <c:v>0</c:v>
                </c:pt>
                <c:pt idx="1925">
                  <c:v>0</c:v>
                </c:pt>
                <c:pt idx="1926">
                  <c:v>0</c:v>
                </c:pt>
                <c:pt idx="1927">
                  <c:v>0</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0</c:v>
                </c:pt>
                <c:pt idx="1942">
                  <c:v>0</c:v>
                </c:pt>
                <c:pt idx="1943">
                  <c:v>0</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0</c:v>
                </c:pt>
                <c:pt idx="2035">
                  <c:v>0</c:v>
                </c:pt>
                <c:pt idx="2036">
                  <c:v>0</c:v>
                </c:pt>
                <c:pt idx="2037">
                  <c:v>0</c:v>
                </c:pt>
                <c:pt idx="2038">
                  <c:v>0</c:v>
                </c:pt>
                <c:pt idx="2039">
                  <c:v>0</c:v>
                </c:pt>
                <c:pt idx="2040">
                  <c:v>0</c:v>
                </c:pt>
                <c:pt idx="2041">
                  <c:v>0</c:v>
                </c:pt>
                <c:pt idx="2042">
                  <c:v>0</c:v>
                </c:pt>
                <c:pt idx="2043">
                  <c:v>0</c:v>
                </c:pt>
                <c:pt idx="2044">
                  <c:v>0</c:v>
                </c:pt>
                <c:pt idx="2045">
                  <c:v>0</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0</c:v>
                </c:pt>
                <c:pt idx="2059">
                  <c:v>0</c:v>
                </c:pt>
                <c:pt idx="2060">
                  <c:v>0</c:v>
                </c:pt>
                <c:pt idx="2061">
                  <c:v>0</c:v>
                </c:pt>
                <c:pt idx="2062">
                  <c:v>0</c:v>
                </c:pt>
                <c:pt idx="2063">
                  <c:v>0</c:v>
                </c:pt>
                <c:pt idx="2064">
                  <c:v>0</c:v>
                </c:pt>
                <c:pt idx="2065">
                  <c:v>0</c:v>
                </c:pt>
                <c:pt idx="2066">
                  <c:v>0</c:v>
                </c:pt>
                <c:pt idx="2067">
                  <c:v>0</c:v>
                </c:pt>
                <c:pt idx="2068">
                  <c:v>0</c:v>
                </c:pt>
                <c:pt idx="2069">
                  <c:v>0</c:v>
                </c:pt>
                <c:pt idx="2070">
                  <c:v>0</c:v>
                </c:pt>
                <c:pt idx="2071">
                  <c:v>0</c:v>
                </c:pt>
                <c:pt idx="2072">
                  <c:v>0</c:v>
                </c:pt>
                <c:pt idx="2073">
                  <c:v>0</c:v>
                </c:pt>
                <c:pt idx="2074">
                  <c:v>0</c:v>
                </c:pt>
                <c:pt idx="2075">
                  <c:v>0</c:v>
                </c:pt>
                <c:pt idx="2076">
                  <c:v>0</c:v>
                </c:pt>
                <c:pt idx="2077">
                  <c:v>0</c:v>
                </c:pt>
                <c:pt idx="2078">
                  <c:v>0</c:v>
                </c:pt>
                <c:pt idx="2079">
                  <c:v>0</c:v>
                </c:pt>
                <c:pt idx="2080">
                  <c:v>0</c:v>
                </c:pt>
                <c:pt idx="2081">
                  <c:v>0</c:v>
                </c:pt>
                <c:pt idx="2082">
                  <c:v>0</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0</c:v>
                </c:pt>
                <c:pt idx="2103">
                  <c:v>0</c:v>
                </c:pt>
                <c:pt idx="2104">
                  <c:v>0</c:v>
                </c:pt>
                <c:pt idx="2105">
                  <c:v>0</c:v>
                </c:pt>
                <c:pt idx="2106">
                  <c:v>0</c:v>
                </c:pt>
                <c:pt idx="2107">
                  <c:v>0</c:v>
                </c:pt>
                <c:pt idx="2108">
                  <c:v>0</c:v>
                </c:pt>
                <c:pt idx="2109">
                  <c:v>0</c:v>
                </c:pt>
                <c:pt idx="2110">
                  <c:v>0</c:v>
                </c:pt>
                <c:pt idx="2111">
                  <c:v>0</c:v>
                </c:pt>
                <c:pt idx="2112">
                  <c:v>0</c:v>
                </c:pt>
                <c:pt idx="2113">
                  <c:v>0</c:v>
                </c:pt>
                <c:pt idx="2114">
                  <c:v>0</c:v>
                </c:pt>
                <c:pt idx="2115">
                  <c:v>0</c:v>
                </c:pt>
                <c:pt idx="2116">
                  <c:v>0</c:v>
                </c:pt>
                <c:pt idx="2117">
                  <c:v>0</c:v>
                </c:pt>
                <c:pt idx="2118">
                  <c:v>0</c:v>
                </c:pt>
                <c:pt idx="2119">
                  <c:v>0</c:v>
                </c:pt>
                <c:pt idx="2120">
                  <c:v>0</c:v>
                </c:pt>
                <c:pt idx="2121">
                  <c:v>0</c:v>
                </c:pt>
                <c:pt idx="2122">
                  <c:v>0</c:v>
                </c:pt>
                <c:pt idx="2123">
                  <c:v>0</c:v>
                </c:pt>
                <c:pt idx="2124">
                  <c:v>0</c:v>
                </c:pt>
                <c:pt idx="2125">
                  <c:v>0</c:v>
                </c:pt>
                <c:pt idx="2126">
                  <c:v>0</c:v>
                </c:pt>
                <c:pt idx="2127">
                  <c:v>0</c:v>
                </c:pt>
                <c:pt idx="2128">
                  <c:v>0</c:v>
                </c:pt>
                <c:pt idx="2129">
                  <c:v>0</c:v>
                </c:pt>
                <c:pt idx="2130">
                  <c:v>0</c:v>
                </c:pt>
                <c:pt idx="2131">
                  <c:v>0</c:v>
                </c:pt>
                <c:pt idx="2132">
                  <c:v>0</c:v>
                </c:pt>
                <c:pt idx="2133">
                  <c:v>0</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c:v>
                </c:pt>
                <c:pt idx="2173">
                  <c:v>0</c:v>
                </c:pt>
                <c:pt idx="2174">
                  <c:v>0</c:v>
                </c:pt>
                <c:pt idx="2175">
                  <c:v>0</c:v>
                </c:pt>
                <c:pt idx="2176">
                  <c:v>0</c:v>
                </c:pt>
                <c:pt idx="2177">
                  <c:v>0</c:v>
                </c:pt>
                <c:pt idx="2178">
                  <c:v>0</c:v>
                </c:pt>
                <c:pt idx="2179">
                  <c:v>0</c:v>
                </c:pt>
                <c:pt idx="2180">
                  <c:v>0</c:v>
                </c:pt>
                <c:pt idx="2181">
                  <c:v>0</c:v>
                </c:pt>
                <c:pt idx="2182">
                  <c:v>0</c:v>
                </c:pt>
                <c:pt idx="2183">
                  <c:v>0</c:v>
                </c:pt>
                <c:pt idx="2184">
                  <c:v>0</c:v>
                </c:pt>
                <c:pt idx="2185">
                  <c:v>0</c:v>
                </c:pt>
                <c:pt idx="2186">
                  <c:v>0</c:v>
                </c:pt>
                <c:pt idx="2187">
                  <c:v>0</c:v>
                </c:pt>
                <c:pt idx="2188">
                  <c:v>0</c:v>
                </c:pt>
                <c:pt idx="2189">
                  <c:v>0</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0</c:v>
                </c:pt>
                <c:pt idx="2207">
                  <c:v>0</c:v>
                </c:pt>
                <c:pt idx="2208">
                  <c:v>0</c:v>
                </c:pt>
                <c:pt idx="2209">
                  <c:v>0</c:v>
                </c:pt>
                <c:pt idx="2210">
                  <c:v>0</c:v>
                </c:pt>
                <c:pt idx="2211">
                  <c:v>0</c:v>
                </c:pt>
                <c:pt idx="2212">
                  <c:v>0</c:v>
                </c:pt>
                <c:pt idx="2213">
                  <c:v>0</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0</c:v>
                </c:pt>
                <c:pt idx="2228">
                  <c:v>0</c:v>
                </c:pt>
                <c:pt idx="2229">
                  <c:v>0</c:v>
                </c:pt>
                <c:pt idx="2230">
                  <c:v>0</c:v>
                </c:pt>
                <c:pt idx="2231">
                  <c:v>0</c:v>
                </c:pt>
                <c:pt idx="2232">
                  <c:v>0</c:v>
                </c:pt>
                <c:pt idx="2233">
                  <c:v>0</c:v>
                </c:pt>
                <c:pt idx="2234">
                  <c:v>0</c:v>
                </c:pt>
                <c:pt idx="2235">
                  <c:v>0</c:v>
                </c:pt>
                <c:pt idx="2236">
                  <c:v>0</c:v>
                </c:pt>
                <c:pt idx="2237">
                  <c:v>0</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0</c:v>
                </c:pt>
                <c:pt idx="2254">
                  <c:v>0</c:v>
                </c:pt>
                <c:pt idx="2255">
                  <c:v>0</c:v>
                </c:pt>
                <c:pt idx="2256">
                  <c:v>0</c:v>
                </c:pt>
                <c:pt idx="2257">
                  <c:v>0</c:v>
                </c:pt>
                <c:pt idx="2258">
                  <c:v>0</c:v>
                </c:pt>
                <c:pt idx="2259">
                  <c:v>0</c:v>
                </c:pt>
                <c:pt idx="2260">
                  <c:v>0</c:v>
                </c:pt>
                <c:pt idx="2261">
                  <c:v>0</c:v>
                </c:pt>
                <c:pt idx="2262">
                  <c:v>0</c:v>
                </c:pt>
                <c:pt idx="2263">
                  <c:v>0</c:v>
                </c:pt>
                <c:pt idx="2264">
                  <c:v>0</c:v>
                </c:pt>
                <c:pt idx="2265">
                  <c:v>0</c:v>
                </c:pt>
                <c:pt idx="2266">
                  <c:v>0</c:v>
                </c:pt>
                <c:pt idx="2267">
                  <c:v>0</c:v>
                </c:pt>
                <c:pt idx="2268">
                  <c:v>0</c:v>
                </c:pt>
                <c:pt idx="2269">
                  <c:v>0</c:v>
                </c:pt>
                <c:pt idx="2270">
                  <c:v>0</c:v>
                </c:pt>
                <c:pt idx="2271">
                  <c:v>0</c:v>
                </c:pt>
                <c:pt idx="2272">
                  <c:v>0</c:v>
                </c:pt>
                <c:pt idx="2273">
                  <c:v>0</c:v>
                </c:pt>
                <c:pt idx="2274">
                  <c:v>0</c:v>
                </c:pt>
                <c:pt idx="2275">
                  <c:v>0</c:v>
                </c:pt>
                <c:pt idx="2276">
                  <c:v>0</c:v>
                </c:pt>
                <c:pt idx="2277">
                  <c:v>0</c:v>
                </c:pt>
                <c:pt idx="2278">
                  <c:v>0</c:v>
                </c:pt>
                <c:pt idx="2279">
                  <c:v>0</c:v>
                </c:pt>
                <c:pt idx="2280">
                  <c:v>0</c:v>
                </c:pt>
                <c:pt idx="2281">
                  <c:v>0</c:v>
                </c:pt>
                <c:pt idx="2282">
                  <c:v>0</c:v>
                </c:pt>
                <c:pt idx="2283">
                  <c:v>0</c:v>
                </c:pt>
                <c:pt idx="2284">
                  <c:v>0</c:v>
                </c:pt>
                <c:pt idx="2285">
                  <c:v>0</c:v>
                </c:pt>
                <c:pt idx="2286">
                  <c:v>0</c:v>
                </c:pt>
                <c:pt idx="2287">
                  <c:v>0</c:v>
                </c:pt>
                <c:pt idx="2288">
                  <c:v>0</c:v>
                </c:pt>
                <c:pt idx="2289">
                  <c:v>0</c:v>
                </c:pt>
                <c:pt idx="2290">
                  <c:v>0</c:v>
                </c:pt>
                <c:pt idx="2291">
                  <c:v>0</c:v>
                </c:pt>
                <c:pt idx="2292">
                  <c:v>0</c:v>
                </c:pt>
                <c:pt idx="2293">
                  <c:v>0</c:v>
                </c:pt>
                <c:pt idx="2294">
                  <c:v>0</c:v>
                </c:pt>
                <c:pt idx="2295">
                  <c:v>0</c:v>
                </c:pt>
                <c:pt idx="2296">
                  <c:v>0</c:v>
                </c:pt>
                <c:pt idx="2297">
                  <c:v>0</c:v>
                </c:pt>
                <c:pt idx="2298">
                  <c:v>0</c:v>
                </c:pt>
                <c:pt idx="2299">
                  <c:v>0</c:v>
                </c:pt>
                <c:pt idx="2300">
                  <c:v>0</c:v>
                </c:pt>
                <c:pt idx="2301">
                  <c:v>0</c:v>
                </c:pt>
                <c:pt idx="2302">
                  <c:v>0</c:v>
                </c:pt>
                <c:pt idx="2303">
                  <c:v>0</c:v>
                </c:pt>
                <c:pt idx="2304">
                  <c:v>0</c:v>
                </c:pt>
                <c:pt idx="2305">
                  <c:v>0</c:v>
                </c:pt>
                <c:pt idx="2306">
                  <c:v>0</c:v>
                </c:pt>
                <c:pt idx="2307">
                  <c:v>0</c:v>
                </c:pt>
                <c:pt idx="2308">
                  <c:v>0</c:v>
                </c:pt>
                <c:pt idx="2309">
                  <c:v>0</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0</c:v>
                </c:pt>
                <c:pt idx="2323">
                  <c:v>0</c:v>
                </c:pt>
                <c:pt idx="2324">
                  <c:v>0</c:v>
                </c:pt>
                <c:pt idx="2325">
                  <c:v>0</c:v>
                </c:pt>
                <c:pt idx="2326">
                  <c:v>0</c:v>
                </c:pt>
                <c:pt idx="2327">
                  <c:v>0</c:v>
                </c:pt>
                <c:pt idx="2328">
                  <c:v>0</c:v>
                </c:pt>
                <c:pt idx="2329">
                  <c:v>0</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c:v>
                </c:pt>
                <c:pt idx="2368">
                  <c:v>0</c:v>
                </c:pt>
                <c:pt idx="2369">
                  <c:v>0</c:v>
                </c:pt>
                <c:pt idx="2370">
                  <c:v>0</c:v>
                </c:pt>
                <c:pt idx="2371">
                  <c:v>0</c:v>
                </c:pt>
                <c:pt idx="2372">
                  <c:v>0</c:v>
                </c:pt>
                <c:pt idx="2373">
                  <c:v>0</c:v>
                </c:pt>
                <c:pt idx="2374">
                  <c:v>0</c:v>
                </c:pt>
                <c:pt idx="2375">
                  <c:v>0</c:v>
                </c:pt>
                <c:pt idx="2376">
                  <c:v>0</c:v>
                </c:pt>
                <c:pt idx="2377">
                  <c:v>0</c:v>
                </c:pt>
                <c:pt idx="2378">
                  <c:v>0</c:v>
                </c:pt>
                <c:pt idx="2379">
                  <c:v>0</c:v>
                </c:pt>
                <c:pt idx="2380">
                  <c:v>0</c:v>
                </c:pt>
                <c:pt idx="2381">
                  <c:v>0</c:v>
                </c:pt>
                <c:pt idx="2382">
                  <c:v>0</c:v>
                </c:pt>
                <c:pt idx="2383">
                  <c:v>0</c:v>
                </c:pt>
                <c:pt idx="2384">
                  <c:v>0</c:v>
                </c:pt>
                <c:pt idx="2385">
                  <c:v>0</c:v>
                </c:pt>
                <c:pt idx="2386">
                  <c:v>0</c:v>
                </c:pt>
                <c:pt idx="2387">
                  <c:v>0</c:v>
                </c:pt>
                <c:pt idx="2388">
                  <c:v>0</c:v>
                </c:pt>
                <c:pt idx="2389">
                  <c:v>0</c:v>
                </c:pt>
                <c:pt idx="2390">
                  <c:v>0</c:v>
                </c:pt>
                <c:pt idx="2391">
                  <c:v>0</c:v>
                </c:pt>
                <c:pt idx="2392">
                  <c:v>0</c:v>
                </c:pt>
                <c:pt idx="2393">
                  <c:v>0</c:v>
                </c:pt>
                <c:pt idx="2394">
                  <c:v>0</c:v>
                </c:pt>
                <c:pt idx="2395">
                  <c:v>0</c:v>
                </c:pt>
                <c:pt idx="2396">
                  <c:v>0</c:v>
                </c:pt>
                <c:pt idx="2397">
                  <c:v>0</c:v>
                </c:pt>
                <c:pt idx="2398">
                  <c:v>0</c:v>
                </c:pt>
                <c:pt idx="2399">
                  <c:v>0</c:v>
                </c:pt>
                <c:pt idx="2400">
                  <c:v>0</c:v>
                </c:pt>
                <c:pt idx="2401">
                  <c:v>0</c:v>
                </c:pt>
                <c:pt idx="2402">
                  <c:v>0</c:v>
                </c:pt>
                <c:pt idx="2403">
                  <c:v>0</c:v>
                </c:pt>
                <c:pt idx="2404">
                  <c:v>0</c:v>
                </c:pt>
                <c:pt idx="2405">
                  <c:v>0</c:v>
                </c:pt>
                <c:pt idx="2406">
                  <c:v>0</c:v>
                </c:pt>
                <c:pt idx="2407">
                  <c:v>0</c:v>
                </c:pt>
                <c:pt idx="2408">
                  <c:v>0</c:v>
                </c:pt>
                <c:pt idx="2409">
                  <c:v>0</c:v>
                </c:pt>
                <c:pt idx="2410">
                  <c:v>0</c:v>
                </c:pt>
                <c:pt idx="2411">
                  <c:v>0</c:v>
                </c:pt>
                <c:pt idx="2412">
                  <c:v>0</c:v>
                </c:pt>
                <c:pt idx="2413">
                  <c:v>0</c:v>
                </c:pt>
                <c:pt idx="2414">
                  <c:v>0</c:v>
                </c:pt>
                <c:pt idx="2415">
                  <c:v>0</c:v>
                </c:pt>
                <c:pt idx="2416">
                  <c:v>0</c:v>
                </c:pt>
                <c:pt idx="2417">
                  <c:v>0</c:v>
                </c:pt>
                <c:pt idx="2418">
                  <c:v>0</c:v>
                </c:pt>
                <c:pt idx="2419">
                  <c:v>0</c:v>
                </c:pt>
                <c:pt idx="2420">
                  <c:v>0</c:v>
                </c:pt>
                <c:pt idx="2421">
                  <c:v>0</c:v>
                </c:pt>
                <c:pt idx="2422">
                  <c:v>0</c:v>
                </c:pt>
                <c:pt idx="2423">
                  <c:v>0</c:v>
                </c:pt>
                <c:pt idx="2424">
                  <c:v>0</c:v>
                </c:pt>
                <c:pt idx="2425">
                  <c:v>0</c:v>
                </c:pt>
                <c:pt idx="2426">
                  <c:v>0</c:v>
                </c:pt>
                <c:pt idx="2427">
                  <c:v>0</c:v>
                </c:pt>
                <c:pt idx="2428">
                  <c:v>0</c:v>
                </c:pt>
                <c:pt idx="2429">
                  <c:v>0</c:v>
                </c:pt>
                <c:pt idx="2430">
                  <c:v>0</c:v>
                </c:pt>
                <c:pt idx="2431">
                  <c:v>0</c:v>
                </c:pt>
                <c:pt idx="2432">
                  <c:v>0</c:v>
                </c:pt>
                <c:pt idx="2433">
                  <c:v>0</c:v>
                </c:pt>
                <c:pt idx="2434">
                  <c:v>0</c:v>
                </c:pt>
                <c:pt idx="2435">
                  <c:v>0</c:v>
                </c:pt>
                <c:pt idx="2436">
                  <c:v>0</c:v>
                </c:pt>
                <c:pt idx="2437">
                  <c:v>0</c:v>
                </c:pt>
                <c:pt idx="2438">
                  <c:v>0</c:v>
                </c:pt>
                <c:pt idx="2439">
                  <c:v>0</c:v>
                </c:pt>
                <c:pt idx="2440">
                  <c:v>0</c:v>
                </c:pt>
                <c:pt idx="2441">
                  <c:v>0</c:v>
                </c:pt>
                <c:pt idx="2442">
                  <c:v>0</c:v>
                </c:pt>
                <c:pt idx="2443">
                  <c:v>0</c:v>
                </c:pt>
                <c:pt idx="2444">
                  <c:v>0</c:v>
                </c:pt>
                <c:pt idx="2445">
                  <c:v>0</c:v>
                </c:pt>
                <c:pt idx="2446">
                  <c:v>0</c:v>
                </c:pt>
                <c:pt idx="2447">
                  <c:v>0</c:v>
                </c:pt>
                <c:pt idx="2448">
                  <c:v>0</c:v>
                </c:pt>
                <c:pt idx="2449">
                  <c:v>0</c:v>
                </c:pt>
                <c:pt idx="2450">
                  <c:v>0</c:v>
                </c:pt>
                <c:pt idx="2451">
                  <c:v>0</c:v>
                </c:pt>
                <c:pt idx="2452">
                  <c:v>0</c:v>
                </c:pt>
                <c:pt idx="2453">
                  <c:v>0</c:v>
                </c:pt>
                <c:pt idx="2454">
                  <c:v>0</c:v>
                </c:pt>
                <c:pt idx="2455">
                  <c:v>0</c:v>
                </c:pt>
                <c:pt idx="2456">
                  <c:v>0</c:v>
                </c:pt>
                <c:pt idx="2457">
                  <c:v>0</c:v>
                </c:pt>
                <c:pt idx="2458">
                  <c:v>0</c:v>
                </c:pt>
                <c:pt idx="2459">
                  <c:v>0</c:v>
                </c:pt>
                <c:pt idx="2460">
                  <c:v>0</c:v>
                </c:pt>
                <c:pt idx="2461">
                  <c:v>0</c:v>
                </c:pt>
                <c:pt idx="2462">
                  <c:v>0</c:v>
                </c:pt>
                <c:pt idx="2463">
                  <c:v>0</c:v>
                </c:pt>
                <c:pt idx="2464">
                  <c:v>0</c:v>
                </c:pt>
                <c:pt idx="2465">
                  <c:v>0</c:v>
                </c:pt>
                <c:pt idx="2466">
                  <c:v>0</c:v>
                </c:pt>
                <c:pt idx="2467">
                  <c:v>0</c:v>
                </c:pt>
                <c:pt idx="2468">
                  <c:v>0</c:v>
                </c:pt>
                <c:pt idx="2469">
                  <c:v>0</c:v>
                </c:pt>
                <c:pt idx="2470">
                  <c:v>0</c:v>
                </c:pt>
                <c:pt idx="2471">
                  <c:v>0</c:v>
                </c:pt>
                <c:pt idx="2472">
                  <c:v>0</c:v>
                </c:pt>
                <c:pt idx="2473">
                  <c:v>0</c:v>
                </c:pt>
                <c:pt idx="2474">
                  <c:v>0</c:v>
                </c:pt>
                <c:pt idx="2475">
                  <c:v>0</c:v>
                </c:pt>
                <c:pt idx="2476">
                  <c:v>0</c:v>
                </c:pt>
                <c:pt idx="2477">
                  <c:v>0</c:v>
                </c:pt>
                <c:pt idx="2478">
                  <c:v>0</c:v>
                </c:pt>
                <c:pt idx="2479">
                  <c:v>0</c:v>
                </c:pt>
                <c:pt idx="2480">
                  <c:v>0</c:v>
                </c:pt>
                <c:pt idx="2481">
                  <c:v>0</c:v>
                </c:pt>
                <c:pt idx="2482">
                  <c:v>0</c:v>
                </c:pt>
                <c:pt idx="2483">
                  <c:v>0</c:v>
                </c:pt>
                <c:pt idx="2484">
                  <c:v>0</c:v>
                </c:pt>
                <c:pt idx="2485">
                  <c:v>0</c:v>
                </c:pt>
                <c:pt idx="2486">
                  <c:v>0</c:v>
                </c:pt>
                <c:pt idx="2487">
                  <c:v>0</c:v>
                </c:pt>
                <c:pt idx="2488">
                  <c:v>0</c:v>
                </c:pt>
                <c:pt idx="2489">
                  <c:v>0</c:v>
                </c:pt>
                <c:pt idx="2490">
                  <c:v>0</c:v>
                </c:pt>
                <c:pt idx="2491">
                  <c:v>0</c:v>
                </c:pt>
                <c:pt idx="2492">
                  <c:v>0</c:v>
                </c:pt>
                <c:pt idx="2493">
                  <c:v>0</c:v>
                </c:pt>
                <c:pt idx="2494">
                  <c:v>0</c:v>
                </c:pt>
                <c:pt idx="2495">
                  <c:v>0</c:v>
                </c:pt>
                <c:pt idx="2496">
                  <c:v>0</c:v>
                </c:pt>
                <c:pt idx="2497">
                  <c:v>0</c:v>
                </c:pt>
                <c:pt idx="2498">
                  <c:v>0</c:v>
                </c:pt>
                <c:pt idx="2499">
                  <c:v>0</c:v>
                </c:pt>
                <c:pt idx="2500">
                  <c:v>0</c:v>
                </c:pt>
                <c:pt idx="2501">
                  <c:v>0</c:v>
                </c:pt>
                <c:pt idx="2502">
                  <c:v>0</c:v>
                </c:pt>
                <c:pt idx="2503">
                  <c:v>0</c:v>
                </c:pt>
                <c:pt idx="2504">
                  <c:v>0</c:v>
                </c:pt>
                <c:pt idx="2505">
                  <c:v>0</c:v>
                </c:pt>
                <c:pt idx="2506">
                  <c:v>0</c:v>
                </c:pt>
                <c:pt idx="2507">
                  <c:v>0</c:v>
                </c:pt>
                <c:pt idx="2508">
                  <c:v>0</c:v>
                </c:pt>
                <c:pt idx="2509">
                  <c:v>0</c:v>
                </c:pt>
                <c:pt idx="2510">
                  <c:v>0</c:v>
                </c:pt>
                <c:pt idx="2511">
                  <c:v>0</c:v>
                </c:pt>
                <c:pt idx="2512">
                  <c:v>0</c:v>
                </c:pt>
                <c:pt idx="2513">
                  <c:v>0</c:v>
                </c:pt>
                <c:pt idx="2514">
                  <c:v>0</c:v>
                </c:pt>
                <c:pt idx="2515">
                  <c:v>0</c:v>
                </c:pt>
                <c:pt idx="2516">
                  <c:v>0</c:v>
                </c:pt>
                <c:pt idx="2517">
                  <c:v>0</c:v>
                </c:pt>
                <c:pt idx="2518">
                  <c:v>0</c:v>
                </c:pt>
                <c:pt idx="2519">
                  <c:v>0</c:v>
                </c:pt>
                <c:pt idx="2520">
                  <c:v>0</c:v>
                </c:pt>
                <c:pt idx="2521">
                  <c:v>0</c:v>
                </c:pt>
                <c:pt idx="2522">
                  <c:v>0</c:v>
                </c:pt>
                <c:pt idx="2523">
                  <c:v>0</c:v>
                </c:pt>
                <c:pt idx="2524">
                  <c:v>0</c:v>
                </c:pt>
                <c:pt idx="2525">
                  <c:v>0</c:v>
                </c:pt>
                <c:pt idx="2526">
                  <c:v>0</c:v>
                </c:pt>
                <c:pt idx="2527">
                  <c:v>0</c:v>
                </c:pt>
                <c:pt idx="2528">
                  <c:v>0</c:v>
                </c:pt>
                <c:pt idx="2529">
                  <c:v>0</c:v>
                </c:pt>
                <c:pt idx="2530">
                  <c:v>0</c:v>
                </c:pt>
                <c:pt idx="2531">
                  <c:v>0</c:v>
                </c:pt>
                <c:pt idx="2532">
                  <c:v>0</c:v>
                </c:pt>
                <c:pt idx="2533">
                  <c:v>0</c:v>
                </c:pt>
                <c:pt idx="2534">
                  <c:v>0</c:v>
                </c:pt>
                <c:pt idx="2535">
                  <c:v>0</c:v>
                </c:pt>
                <c:pt idx="2536">
                  <c:v>0</c:v>
                </c:pt>
                <c:pt idx="2537">
                  <c:v>0</c:v>
                </c:pt>
                <c:pt idx="2538">
                  <c:v>0</c:v>
                </c:pt>
                <c:pt idx="2539">
                  <c:v>0</c:v>
                </c:pt>
                <c:pt idx="2540">
                  <c:v>0</c:v>
                </c:pt>
                <c:pt idx="2541">
                  <c:v>9</c:v>
                </c:pt>
                <c:pt idx="2542">
                  <c:v>9</c:v>
                </c:pt>
                <c:pt idx="2543">
                  <c:v>9</c:v>
                </c:pt>
                <c:pt idx="2544">
                  <c:v>9</c:v>
                </c:pt>
                <c:pt idx="2545">
                  <c:v>9</c:v>
                </c:pt>
                <c:pt idx="2546">
                  <c:v>9</c:v>
                </c:pt>
                <c:pt idx="2547">
                  <c:v>9</c:v>
                </c:pt>
                <c:pt idx="2548">
                  <c:v>9</c:v>
                </c:pt>
                <c:pt idx="2549">
                  <c:v>9</c:v>
                </c:pt>
                <c:pt idx="2550">
                  <c:v>9</c:v>
                </c:pt>
                <c:pt idx="2551">
                  <c:v>9</c:v>
                </c:pt>
                <c:pt idx="2552">
                  <c:v>9</c:v>
                </c:pt>
                <c:pt idx="2553">
                  <c:v>9</c:v>
                </c:pt>
                <c:pt idx="2554">
                  <c:v>9</c:v>
                </c:pt>
                <c:pt idx="2555">
                  <c:v>9</c:v>
                </c:pt>
                <c:pt idx="2556">
                  <c:v>9</c:v>
                </c:pt>
                <c:pt idx="2557">
                  <c:v>9</c:v>
                </c:pt>
                <c:pt idx="2558">
                  <c:v>9</c:v>
                </c:pt>
                <c:pt idx="2559">
                  <c:v>9</c:v>
                </c:pt>
                <c:pt idx="2560">
                  <c:v>9</c:v>
                </c:pt>
                <c:pt idx="2561">
                  <c:v>9</c:v>
                </c:pt>
                <c:pt idx="2562">
                  <c:v>0</c:v>
                </c:pt>
                <c:pt idx="2563">
                  <c:v>0</c:v>
                </c:pt>
                <c:pt idx="2564">
                  <c:v>0</c:v>
                </c:pt>
                <c:pt idx="2565">
                  <c:v>0</c:v>
                </c:pt>
                <c:pt idx="2566">
                  <c:v>0</c:v>
                </c:pt>
                <c:pt idx="2567">
                  <c:v>0</c:v>
                </c:pt>
                <c:pt idx="2568">
                  <c:v>0</c:v>
                </c:pt>
                <c:pt idx="2569">
                  <c:v>0</c:v>
                </c:pt>
                <c:pt idx="2570">
                  <c:v>0</c:v>
                </c:pt>
                <c:pt idx="2571">
                  <c:v>0</c:v>
                </c:pt>
                <c:pt idx="2572">
                  <c:v>0</c:v>
                </c:pt>
                <c:pt idx="2573">
                  <c:v>0</c:v>
                </c:pt>
                <c:pt idx="2574">
                  <c:v>0</c:v>
                </c:pt>
                <c:pt idx="2575">
                  <c:v>0</c:v>
                </c:pt>
                <c:pt idx="2576">
                  <c:v>0</c:v>
                </c:pt>
                <c:pt idx="2577">
                  <c:v>0</c:v>
                </c:pt>
                <c:pt idx="2578">
                  <c:v>0</c:v>
                </c:pt>
                <c:pt idx="2579">
                  <c:v>0</c:v>
                </c:pt>
                <c:pt idx="2580">
                  <c:v>0</c:v>
                </c:pt>
                <c:pt idx="2581">
                  <c:v>0</c:v>
                </c:pt>
                <c:pt idx="2582">
                  <c:v>0</c:v>
                </c:pt>
                <c:pt idx="2583">
                  <c:v>0</c:v>
                </c:pt>
                <c:pt idx="2584">
                  <c:v>0</c:v>
                </c:pt>
                <c:pt idx="2585">
                  <c:v>0</c:v>
                </c:pt>
                <c:pt idx="2586">
                  <c:v>0</c:v>
                </c:pt>
                <c:pt idx="2587">
                  <c:v>0</c:v>
                </c:pt>
                <c:pt idx="2588">
                  <c:v>0</c:v>
                </c:pt>
                <c:pt idx="2589">
                  <c:v>0</c:v>
                </c:pt>
                <c:pt idx="2590">
                  <c:v>0</c:v>
                </c:pt>
                <c:pt idx="2591">
                  <c:v>0</c:v>
                </c:pt>
                <c:pt idx="2592">
                  <c:v>0</c:v>
                </c:pt>
                <c:pt idx="2593">
                  <c:v>0</c:v>
                </c:pt>
                <c:pt idx="2594">
                  <c:v>0</c:v>
                </c:pt>
                <c:pt idx="2595">
                  <c:v>0</c:v>
                </c:pt>
                <c:pt idx="2596">
                  <c:v>0</c:v>
                </c:pt>
                <c:pt idx="2597">
                  <c:v>0</c:v>
                </c:pt>
                <c:pt idx="2598">
                  <c:v>0</c:v>
                </c:pt>
                <c:pt idx="2599">
                  <c:v>0</c:v>
                </c:pt>
                <c:pt idx="2600">
                  <c:v>0</c:v>
                </c:pt>
                <c:pt idx="2601">
                  <c:v>0</c:v>
                </c:pt>
                <c:pt idx="2602">
                  <c:v>0</c:v>
                </c:pt>
                <c:pt idx="2603">
                  <c:v>0</c:v>
                </c:pt>
                <c:pt idx="2604">
                  <c:v>0</c:v>
                </c:pt>
                <c:pt idx="2605">
                  <c:v>0</c:v>
                </c:pt>
                <c:pt idx="2606">
                  <c:v>0</c:v>
                </c:pt>
                <c:pt idx="2607">
                  <c:v>0</c:v>
                </c:pt>
                <c:pt idx="2608">
                  <c:v>0</c:v>
                </c:pt>
                <c:pt idx="2609">
                  <c:v>0</c:v>
                </c:pt>
                <c:pt idx="2610">
                  <c:v>0</c:v>
                </c:pt>
                <c:pt idx="2611">
                  <c:v>0</c:v>
                </c:pt>
                <c:pt idx="2612">
                  <c:v>0</c:v>
                </c:pt>
                <c:pt idx="2613">
                  <c:v>0</c:v>
                </c:pt>
                <c:pt idx="2614">
                  <c:v>0</c:v>
                </c:pt>
                <c:pt idx="2615">
                  <c:v>0</c:v>
                </c:pt>
                <c:pt idx="2616">
                  <c:v>0</c:v>
                </c:pt>
                <c:pt idx="2617">
                  <c:v>0</c:v>
                </c:pt>
                <c:pt idx="2618">
                  <c:v>0</c:v>
                </c:pt>
                <c:pt idx="2619">
                  <c:v>0</c:v>
                </c:pt>
                <c:pt idx="2620">
                  <c:v>0</c:v>
                </c:pt>
                <c:pt idx="2621">
                  <c:v>0</c:v>
                </c:pt>
                <c:pt idx="2622">
                  <c:v>0</c:v>
                </c:pt>
                <c:pt idx="2623">
                  <c:v>0</c:v>
                </c:pt>
                <c:pt idx="2624">
                  <c:v>0</c:v>
                </c:pt>
                <c:pt idx="2625">
                  <c:v>0</c:v>
                </c:pt>
                <c:pt idx="2626">
                  <c:v>0</c:v>
                </c:pt>
                <c:pt idx="2627">
                  <c:v>0</c:v>
                </c:pt>
                <c:pt idx="2628">
                  <c:v>0</c:v>
                </c:pt>
                <c:pt idx="2629">
                  <c:v>0</c:v>
                </c:pt>
                <c:pt idx="2630">
                  <c:v>0</c:v>
                </c:pt>
                <c:pt idx="2631">
                  <c:v>0</c:v>
                </c:pt>
                <c:pt idx="2632">
                  <c:v>0</c:v>
                </c:pt>
                <c:pt idx="2633">
                  <c:v>0</c:v>
                </c:pt>
                <c:pt idx="2634">
                  <c:v>0</c:v>
                </c:pt>
                <c:pt idx="2635">
                  <c:v>0</c:v>
                </c:pt>
                <c:pt idx="2636">
                  <c:v>0</c:v>
                </c:pt>
                <c:pt idx="2637">
                  <c:v>0</c:v>
                </c:pt>
                <c:pt idx="2638">
                  <c:v>0</c:v>
                </c:pt>
                <c:pt idx="2639">
                  <c:v>0</c:v>
                </c:pt>
                <c:pt idx="2640">
                  <c:v>0</c:v>
                </c:pt>
                <c:pt idx="2641">
                  <c:v>0</c:v>
                </c:pt>
                <c:pt idx="2642">
                  <c:v>0</c:v>
                </c:pt>
                <c:pt idx="2643">
                  <c:v>0</c:v>
                </c:pt>
                <c:pt idx="2644">
                  <c:v>0</c:v>
                </c:pt>
                <c:pt idx="2645">
                  <c:v>0</c:v>
                </c:pt>
                <c:pt idx="2646">
                  <c:v>0</c:v>
                </c:pt>
                <c:pt idx="2647">
                  <c:v>0</c:v>
                </c:pt>
                <c:pt idx="2648">
                  <c:v>0</c:v>
                </c:pt>
                <c:pt idx="2649">
                  <c:v>0</c:v>
                </c:pt>
                <c:pt idx="2650">
                  <c:v>0</c:v>
                </c:pt>
                <c:pt idx="2651">
                  <c:v>0</c:v>
                </c:pt>
                <c:pt idx="2652">
                  <c:v>0</c:v>
                </c:pt>
                <c:pt idx="2653">
                  <c:v>0</c:v>
                </c:pt>
                <c:pt idx="2654">
                  <c:v>0</c:v>
                </c:pt>
                <c:pt idx="2655">
                  <c:v>0</c:v>
                </c:pt>
                <c:pt idx="2656">
                  <c:v>0</c:v>
                </c:pt>
                <c:pt idx="2657">
                  <c:v>0</c:v>
                </c:pt>
                <c:pt idx="2658">
                  <c:v>0</c:v>
                </c:pt>
                <c:pt idx="2659">
                  <c:v>0</c:v>
                </c:pt>
                <c:pt idx="2660">
                  <c:v>0</c:v>
                </c:pt>
                <c:pt idx="2661">
                  <c:v>0</c:v>
                </c:pt>
                <c:pt idx="2662">
                  <c:v>0</c:v>
                </c:pt>
                <c:pt idx="2663">
                  <c:v>0</c:v>
                </c:pt>
                <c:pt idx="2664">
                  <c:v>0</c:v>
                </c:pt>
                <c:pt idx="2665">
                  <c:v>0</c:v>
                </c:pt>
                <c:pt idx="2666">
                  <c:v>0</c:v>
                </c:pt>
                <c:pt idx="2667">
                  <c:v>0</c:v>
                </c:pt>
                <c:pt idx="2668">
                  <c:v>0</c:v>
                </c:pt>
                <c:pt idx="2669">
                  <c:v>0</c:v>
                </c:pt>
                <c:pt idx="2670">
                  <c:v>0</c:v>
                </c:pt>
                <c:pt idx="2671">
                  <c:v>0</c:v>
                </c:pt>
                <c:pt idx="2672">
                  <c:v>0</c:v>
                </c:pt>
                <c:pt idx="2673">
                  <c:v>0</c:v>
                </c:pt>
                <c:pt idx="2674">
                  <c:v>0</c:v>
                </c:pt>
                <c:pt idx="2675">
                  <c:v>0</c:v>
                </c:pt>
                <c:pt idx="2676">
                  <c:v>0</c:v>
                </c:pt>
                <c:pt idx="2677">
                  <c:v>0</c:v>
                </c:pt>
                <c:pt idx="2678">
                  <c:v>0</c:v>
                </c:pt>
                <c:pt idx="2679">
                  <c:v>0</c:v>
                </c:pt>
                <c:pt idx="2680">
                  <c:v>0</c:v>
                </c:pt>
                <c:pt idx="2681">
                  <c:v>0</c:v>
                </c:pt>
                <c:pt idx="2682">
                  <c:v>0</c:v>
                </c:pt>
                <c:pt idx="2683">
                  <c:v>0</c:v>
                </c:pt>
                <c:pt idx="2684">
                  <c:v>0</c:v>
                </c:pt>
                <c:pt idx="2685">
                  <c:v>0</c:v>
                </c:pt>
                <c:pt idx="2686">
                  <c:v>0</c:v>
                </c:pt>
                <c:pt idx="2687">
                  <c:v>0</c:v>
                </c:pt>
                <c:pt idx="2688">
                  <c:v>0</c:v>
                </c:pt>
                <c:pt idx="2689">
                  <c:v>0</c:v>
                </c:pt>
                <c:pt idx="2690">
                  <c:v>0</c:v>
                </c:pt>
                <c:pt idx="2691">
                  <c:v>0</c:v>
                </c:pt>
                <c:pt idx="2692">
                  <c:v>0</c:v>
                </c:pt>
                <c:pt idx="2693">
                  <c:v>0</c:v>
                </c:pt>
                <c:pt idx="2694">
                  <c:v>0</c:v>
                </c:pt>
                <c:pt idx="2695">
                  <c:v>0</c:v>
                </c:pt>
                <c:pt idx="2696">
                  <c:v>0</c:v>
                </c:pt>
                <c:pt idx="2697">
                  <c:v>0</c:v>
                </c:pt>
                <c:pt idx="2698">
                  <c:v>0</c:v>
                </c:pt>
                <c:pt idx="2699">
                  <c:v>0</c:v>
                </c:pt>
                <c:pt idx="2700">
                  <c:v>0</c:v>
                </c:pt>
                <c:pt idx="2701">
                  <c:v>0</c:v>
                </c:pt>
                <c:pt idx="2702">
                  <c:v>0</c:v>
                </c:pt>
                <c:pt idx="2703">
                  <c:v>0</c:v>
                </c:pt>
                <c:pt idx="2704">
                  <c:v>0</c:v>
                </c:pt>
                <c:pt idx="2705">
                  <c:v>0</c:v>
                </c:pt>
                <c:pt idx="2706">
                  <c:v>0</c:v>
                </c:pt>
                <c:pt idx="2707">
                  <c:v>0</c:v>
                </c:pt>
                <c:pt idx="2708">
                  <c:v>0</c:v>
                </c:pt>
                <c:pt idx="2709">
                  <c:v>0</c:v>
                </c:pt>
                <c:pt idx="2710">
                  <c:v>0</c:v>
                </c:pt>
                <c:pt idx="2711">
                  <c:v>0</c:v>
                </c:pt>
                <c:pt idx="2712">
                  <c:v>0</c:v>
                </c:pt>
                <c:pt idx="2713">
                  <c:v>0</c:v>
                </c:pt>
                <c:pt idx="2714">
                  <c:v>0</c:v>
                </c:pt>
                <c:pt idx="2715">
                  <c:v>0</c:v>
                </c:pt>
                <c:pt idx="2716">
                  <c:v>0</c:v>
                </c:pt>
                <c:pt idx="2717">
                  <c:v>0</c:v>
                </c:pt>
                <c:pt idx="2718">
                  <c:v>0</c:v>
                </c:pt>
                <c:pt idx="2719">
                  <c:v>0</c:v>
                </c:pt>
                <c:pt idx="2720">
                  <c:v>0</c:v>
                </c:pt>
                <c:pt idx="2721">
                  <c:v>0</c:v>
                </c:pt>
                <c:pt idx="2722">
                  <c:v>0</c:v>
                </c:pt>
                <c:pt idx="2723">
                  <c:v>0</c:v>
                </c:pt>
                <c:pt idx="2724">
                  <c:v>0</c:v>
                </c:pt>
                <c:pt idx="2725">
                  <c:v>0</c:v>
                </c:pt>
                <c:pt idx="2726">
                  <c:v>0</c:v>
                </c:pt>
                <c:pt idx="2727">
                  <c:v>0</c:v>
                </c:pt>
                <c:pt idx="2728">
                  <c:v>0</c:v>
                </c:pt>
                <c:pt idx="2729">
                  <c:v>0</c:v>
                </c:pt>
                <c:pt idx="2730">
                  <c:v>0</c:v>
                </c:pt>
                <c:pt idx="2731">
                  <c:v>0</c:v>
                </c:pt>
                <c:pt idx="2732">
                  <c:v>0</c:v>
                </c:pt>
                <c:pt idx="2733">
                  <c:v>0</c:v>
                </c:pt>
                <c:pt idx="2734">
                  <c:v>0</c:v>
                </c:pt>
                <c:pt idx="2735">
                  <c:v>0</c:v>
                </c:pt>
                <c:pt idx="2736">
                  <c:v>0</c:v>
                </c:pt>
                <c:pt idx="2737">
                  <c:v>0</c:v>
                </c:pt>
                <c:pt idx="2738">
                  <c:v>0</c:v>
                </c:pt>
                <c:pt idx="2739">
                  <c:v>0</c:v>
                </c:pt>
                <c:pt idx="2740">
                  <c:v>0</c:v>
                </c:pt>
                <c:pt idx="2741">
                  <c:v>0</c:v>
                </c:pt>
                <c:pt idx="2742">
                  <c:v>0</c:v>
                </c:pt>
                <c:pt idx="2743">
                  <c:v>0</c:v>
                </c:pt>
                <c:pt idx="2744">
                  <c:v>0</c:v>
                </c:pt>
                <c:pt idx="2745">
                  <c:v>0</c:v>
                </c:pt>
                <c:pt idx="2746">
                  <c:v>0</c:v>
                </c:pt>
                <c:pt idx="2747">
                  <c:v>0</c:v>
                </c:pt>
                <c:pt idx="2748">
                  <c:v>0</c:v>
                </c:pt>
                <c:pt idx="2749">
                  <c:v>0</c:v>
                </c:pt>
                <c:pt idx="2750">
                  <c:v>0</c:v>
                </c:pt>
                <c:pt idx="2751">
                  <c:v>0</c:v>
                </c:pt>
                <c:pt idx="2752">
                  <c:v>0</c:v>
                </c:pt>
                <c:pt idx="2753">
                  <c:v>0</c:v>
                </c:pt>
                <c:pt idx="2754">
                  <c:v>0</c:v>
                </c:pt>
                <c:pt idx="2755">
                  <c:v>0</c:v>
                </c:pt>
                <c:pt idx="2756">
                  <c:v>0</c:v>
                </c:pt>
                <c:pt idx="2757">
                  <c:v>0</c:v>
                </c:pt>
                <c:pt idx="2758">
                  <c:v>0</c:v>
                </c:pt>
                <c:pt idx="2759">
                  <c:v>0</c:v>
                </c:pt>
                <c:pt idx="2760">
                  <c:v>0</c:v>
                </c:pt>
                <c:pt idx="2761">
                  <c:v>0</c:v>
                </c:pt>
                <c:pt idx="2762">
                  <c:v>0</c:v>
                </c:pt>
                <c:pt idx="2763">
                  <c:v>0</c:v>
                </c:pt>
                <c:pt idx="2764">
                  <c:v>0</c:v>
                </c:pt>
                <c:pt idx="2765">
                  <c:v>0</c:v>
                </c:pt>
                <c:pt idx="2766">
                  <c:v>0</c:v>
                </c:pt>
                <c:pt idx="2767">
                  <c:v>0</c:v>
                </c:pt>
                <c:pt idx="2768">
                  <c:v>0</c:v>
                </c:pt>
                <c:pt idx="2769">
                  <c:v>0</c:v>
                </c:pt>
                <c:pt idx="2770">
                  <c:v>0</c:v>
                </c:pt>
                <c:pt idx="2771">
                  <c:v>0</c:v>
                </c:pt>
                <c:pt idx="2772">
                  <c:v>0</c:v>
                </c:pt>
                <c:pt idx="2773">
                  <c:v>0</c:v>
                </c:pt>
                <c:pt idx="2774">
                  <c:v>0</c:v>
                </c:pt>
                <c:pt idx="2775">
                  <c:v>0</c:v>
                </c:pt>
                <c:pt idx="2776">
                  <c:v>0</c:v>
                </c:pt>
                <c:pt idx="2777">
                  <c:v>0</c:v>
                </c:pt>
                <c:pt idx="2778">
                  <c:v>0</c:v>
                </c:pt>
                <c:pt idx="2779">
                  <c:v>0</c:v>
                </c:pt>
                <c:pt idx="2780">
                  <c:v>0</c:v>
                </c:pt>
                <c:pt idx="2781">
                  <c:v>0</c:v>
                </c:pt>
                <c:pt idx="2782">
                  <c:v>0</c:v>
                </c:pt>
                <c:pt idx="2783">
                  <c:v>0</c:v>
                </c:pt>
                <c:pt idx="2784">
                  <c:v>0</c:v>
                </c:pt>
                <c:pt idx="2785">
                  <c:v>0</c:v>
                </c:pt>
                <c:pt idx="2786">
                  <c:v>0</c:v>
                </c:pt>
                <c:pt idx="2787">
                  <c:v>0</c:v>
                </c:pt>
                <c:pt idx="2788">
                  <c:v>0</c:v>
                </c:pt>
                <c:pt idx="2789">
                  <c:v>0</c:v>
                </c:pt>
                <c:pt idx="2790">
                  <c:v>0</c:v>
                </c:pt>
                <c:pt idx="2791">
                  <c:v>0</c:v>
                </c:pt>
                <c:pt idx="2792">
                  <c:v>0</c:v>
                </c:pt>
                <c:pt idx="2793">
                  <c:v>0</c:v>
                </c:pt>
                <c:pt idx="2794">
                  <c:v>0</c:v>
                </c:pt>
                <c:pt idx="2795">
                  <c:v>0</c:v>
                </c:pt>
                <c:pt idx="2796">
                  <c:v>0</c:v>
                </c:pt>
                <c:pt idx="2797">
                  <c:v>9</c:v>
                </c:pt>
                <c:pt idx="2798">
                  <c:v>9</c:v>
                </c:pt>
                <c:pt idx="2799">
                  <c:v>9</c:v>
                </c:pt>
                <c:pt idx="2800">
                  <c:v>9</c:v>
                </c:pt>
                <c:pt idx="2801">
                  <c:v>9</c:v>
                </c:pt>
                <c:pt idx="2802">
                  <c:v>9</c:v>
                </c:pt>
                <c:pt idx="2803">
                  <c:v>9</c:v>
                </c:pt>
                <c:pt idx="2804">
                  <c:v>9</c:v>
                </c:pt>
                <c:pt idx="2805">
                  <c:v>9</c:v>
                </c:pt>
                <c:pt idx="2806">
                  <c:v>9</c:v>
                </c:pt>
                <c:pt idx="2807">
                  <c:v>9</c:v>
                </c:pt>
                <c:pt idx="2808">
                  <c:v>9</c:v>
                </c:pt>
                <c:pt idx="2809">
                  <c:v>9</c:v>
                </c:pt>
                <c:pt idx="2810">
                  <c:v>9</c:v>
                </c:pt>
                <c:pt idx="2811">
                  <c:v>9</c:v>
                </c:pt>
                <c:pt idx="2812">
                  <c:v>9</c:v>
                </c:pt>
                <c:pt idx="2813">
                  <c:v>9</c:v>
                </c:pt>
                <c:pt idx="2814">
                  <c:v>9</c:v>
                </c:pt>
                <c:pt idx="2815">
                  <c:v>9</c:v>
                </c:pt>
                <c:pt idx="2816">
                  <c:v>9</c:v>
                </c:pt>
                <c:pt idx="2817">
                  <c:v>9</c:v>
                </c:pt>
                <c:pt idx="2818">
                  <c:v>0</c:v>
                </c:pt>
                <c:pt idx="2819">
                  <c:v>0</c:v>
                </c:pt>
                <c:pt idx="2820">
                  <c:v>0</c:v>
                </c:pt>
                <c:pt idx="2821">
                  <c:v>0</c:v>
                </c:pt>
                <c:pt idx="2822">
                  <c:v>0</c:v>
                </c:pt>
                <c:pt idx="2823">
                  <c:v>0</c:v>
                </c:pt>
                <c:pt idx="2824">
                  <c:v>0</c:v>
                </c:pt>
                <c:pt idx="2825">
                  <c:v>0</c:v>
                </c:pt>
                <c:pt idx="2826">
                  <c:v>0</c:v>
                </c:pt>
                <c:pt idx="2827">
                  <c:v>0</c:v>
                </c:pt>
                <c:pt idx="2828">
                  <c:v>0</c:v>
                </c:pt>
                <c:pt idx="2829">
                  <c:v>0</c:v>
                </c:pt>
                <c:pt idx="2830">
                  <c:v>0</c:v>
                </c:pt>
                <c:pt idx="2831">
                  <c:v>0</c:v>
                </c:pt>
                <c:pt idx="2832">
                  <c:v>0</c:v>
                </c:pt>
                <c:pt idx="2833">
                  <c:v>0</c:v>
                </c:pt>
                <c:pt idx="2834">
                  <c:v>0</c:v>
                </c:pt>
                <c:pt idx="2835">
                  <c:v>0</c:v>
                </c:pt>
                <c:pt idx="2836">
                  <c:v>0</c:v>
                </c:pt>
                <c:pt idx="2837">
                  <c:v>0</c:v>
                </c:pt>
                <c:pt idx="2838">
                  <c:v>0</c:v>
                </c:pt>
                <c:pt idx="2839">
                  <c:v>0</c:v>
                </c:pt>
                <c:pt idx="2840">
                  <c:v>0</c:v>
                </c:pt>
                <c:pt idx="2841">
                  <c:v>0</c:v>
                </c:pt>
                <c:pt idx="2842">
                  <c:v>0</c:v>
                </c:pt>
                <c:pt idx="2843">
                  <c:v>0</c:v>
                </c:pt>
                <c:pt idx="2844">
                  <c:v>0</c:v>
                </c:pt>
                <c:pt idx="2845">
                  <c:v>0</c:v>
                </c:pt>
                <c:pt idx="2846">
                  <c:v>0</c:v>
                </c:pt>
                <c:pt idx="2847">
                  <c:v>0</c:v>
                </c:pt>
                <c:pt idx="2848">
                  <c:v>0</c:v>
                </c:pt>
                <c:pt idx="2849">
                  <c:v>0</c:v>
                </c:pt>
                <c:pt idx="2850">
                  <c:v>0</c:v>
                </c:pt>
                <c:pt idx="2851">
                  <c:v>0</c:v>
                </c:pt>
                <c:pt idx="2852">
                  <c:v>0</c:v>
                </c:pt>
                <c:pt idx="2853">
                  <c:v>0</c:v>
                </c:pt>
                <c:pt idx="2854">
                  <c:v>0</c:v>
                </c:pt>
                <c:pt idx="2855">
                  <c:v>0</c:v>
                </c:pt>
                <c:pt idx="2856">
                  <c:v>0</c:v>
                </c:pt>
                <c:pt idx="2857">
                  <c:v>0</c:v>
                </c:pt>
                <c:pt idx="2858">
                  <c:v>0</c:v>
                </c:pt>
                <c:pt idx="2859">
                  <c:v>0</c:v>
                </c:pt>
                <c:pt idx="2860">
                  <c:v>0</c:v>
                </c:pt>
                <c:pt idx="2861">
                  <c:v>0</c:v>
                </c:pt>
                <c:pt idx="2862">
                  <c:v>0</c:v>
                </c:pt>
                <c:pt idx="2863">
                  <c:v>0</c:v>
                </c:pt>
                <c:pt idx="2864">
                  <c:v>0</c:v>
                </c:pt>
                <c:pt idx="2865">
                  <c:v>0</c:v>
                </c:pt>
                <c:pt idx="2866">
                  <c:v>0</c:v>
                </c:pt>
                <c:pt idx="2867">
                  <c:v>0</c:v>
                </c:pt>
                <c:pt idx="2868">
                  <c:v>0</c:v>
                </c:pt>
                <c:pt idx="2869">
                  <c:v>0</c:v>
                </c:pt>
                <c:pt idx="2870">
                  <c:v>0</c:v>
                </c:pt>
                <c:pt idx="2871">
                  <c:v>0</c:v>
                </c:pt>
                <c:pt idx="2872">
                  <c:v>0</c:v>
                </c:pt>
                <c:pt idx="2873">
                  <c:v>0</c:v>
                </c:pt>
                <c:pt idx="2874">
                  <c:v>0</c:v>
                </c:pt>
                <c:pt idx="2875">
                  <c:v>0</c:v>
                </c:pt>
                <c:pt idx="2876">
                  <c:v>0</c:v>
                </c:pt>
                <c:pt idx="2877">
                  <c:v>0</c:v>
                </c:pt>
                <c:pt idx="2878">
                  <c:v>0</c:v>
                </c:pt>
                <c:pt idx="2879">
                  <c:v>0</c:v>
                </c:pt>
                <c:pt idx="2880">
                  <c:v>0</c:v>
                </c:pt>
                <c:pt idx="2881">
                  <c:v>0</c:v>
                </c:pt>
                <c:pt idx="2882">
                  <c:v>0</c:v>
                </c:pt>
                <c:pt idx="2883">
                  <c:v>0</c:v>
                </c:pt>
                <c:pt idx="2884">
                  <c:v>0</c:v>
                </c:pt>
                <c:pt idx="2885">
                  <c:v>0</c:v>
                </c:pt>
                <c:pt idx="2886">
                  <c:v>0</c:v>
                </c:pt>
                <c:pt idx="2887">
                  <c:v>0</c:v>
                </c:pt>
                <c:pt idx="2888">
                  <c:v>0</c:v>
                </c:pt>
                <c:pt idx="2889">
                  <c:v>0</c:v>
                </c:pt>
                <c:pt idx="2890">
                  <c:v>0</c:v>
                </c:pt>
                <c:pt idx="2891">
                  <c:v>0</c:v>
                </c:pt>
                <c:pt idx="2892">
                  <c:v>0</c:v>
                </c:pt>
                <c:pt idx="2893">
                  <c:v>0</c:v>
                </c:pt>
                <c:pt idx="2894">
                  <c:v>0</c:v>
                </c:pt>
                <c:pt idx="2895">
                  <c:v>0</c:v>
                </c:pt>
                <c:pt idx="2896">
                  <c:v>0</c:v>
                </c:pt>
                <c:pt idx="2897">
                  <c:v>0</c:v>
                </c:pt>
                <c:pt idx="2898">
                  <c:v>0</c:v>
                </c:pt>
                <c:pt idx="2899">
                  <c:v>0</c:v>
                </c:pt>
                <c:pt idx="2900">
                  <c:v>0</c:v>
                </c:pt>
                <c:pt idx="2901">
                  <c:v>0</c:v>
                </c:pt>
                <c:pt idx="2902">
                  <c:v>0</c:v>
                </c:pt>
                <c:pt idx="2903">
                  <c:v>0</c:v>
                </c:pt>
                <c:pt idx="2904">
                  <c:v>0</c:v>
                </c:pt>
                <c:pt idx="2905">
                  <c:v>0</c:v>
                </c:pt>
                <c:pt idx="2906">
                  <c:v>0</c:v>
                </c:pt>
                <c:pt idx="2907">
                  <c:v>0</c:v>
                </c:pt>
                <c:pt idx="2908">
                  <c:v>0</c:v>
                </c:pt>
                <c:pt idx="2909">
                  <c:v>0</c:v>
                </c:pt>
                <c:pt idx="2910">
                  <c:v>0</c:v>
                </c:pt>
                <c:pt idx="2911">
                  <c:v>0</c:v>
                </c:pt>
                <c:pt idx="2912">
                  <c:v>0</c:v>
                </c:pt>
                <c:pt idx="2913">
                  <c:v>0</c:v>
                </c:pt>
                <c:pt idx="2914">
                  <c:v>0</c:v>
                </c:pt>
                <c:pt idx="2915">
                  <c:v>0</c:v>
                </c:pt>
                <c:pt idx="2916">
                  <c:v>0</c:v>
                </c:pt>
                <c:pt idx="2917">
                  <c:v>0</c:v>
                </c:pt>
                <c:pt idx="2918">
                  <c:v>0</c:v>
                </c:pt>
                <c:pt idx="2919">
                  <c:v>0</c:v>
                </c:pt>
                <c:pt idx="2920">
                  <c:v>0</c:v>
                </c:pt>
                <c:pt idx="2921">
                  <c:v>0</c:v>
                </c:pt>
                <c:pt idx="2922">
                  <c:v>0</c:v>
                </c:pt>
                <c:pt idx="2923">
                  <c:v>0</c:v>
                </c:pt>
                <c:pt idx="2924">
                  <c:v>0</c:v>
                </c:pt>
                <c:pt idx="2925">
                  <c:v>0</c:v>
                </c:pt>
                <c:pt idx="2926">
                  <c:v>0</c:v>
                </c:pt>
                <c:pt idx="2927">
                  <c:v>0</c:v>
                </c:pt>
                <c:pt idx="2928">
                  <c:v>0</c:v>
                </c:pt>
                <c:pt idx="2929">
                  <c:v>0</c:v>
                </c:pt>
                <c:pt idx="2930">
                  <c:v>0</c:v>
                </c:pt>
                <c:pt idx="2931">
                  <c:v>0</c:v>
                </c:pt>
                <c:pt idx="2932">
                  <c:v>0</c:v>
                </c:pt>
                <c:pt idx="2933">
                  <c:v>0</c:v>
                </c:pt>
                <c:pt idx="2934">
                  <c:v>0</c:v>
                </c:pt>
                <c:pt idx="2935">
                  <c:v>0</c:v>
                </c:pt>
                <c:pt idx="2936">
                  <c:v>0</c:v>
                </c:pt>
                <c:pt idx="2937">
                  <c:v>0</c:v>
                </c:pt>
                <c:pt idx="2938">
                  <c:v>0</c:v>
                </c:pt>
                <c:pt idx="2939">
                  <c:v>0</c:v>
                </c:pt>
                <c:pt idx="2940">
                  <c:v>0</c:v>
                </c:pt>
                <c:pt idx="2941">
                  <c:v>0</c:v>
                </c:pt>
                <c:pt idx="2942">
                  <c:v>0</c:v>
                </c:pt>
                <c:pt idx="2943">
                  <c:v>0</c:v>
                </c:pt>
                <c:pt idx="2944">
                  <c:v>0</c:v>
                </c:pt>
                <c:pt idx="2945">
                  <c:v>0</c:v>
                </c:pt>
                <c:pt idx="2946">
                  <c:v>0</c:v>
                </c:pt>
                <c:pt idx="2947">
                  <c:v>0</c:v>
                </c:pt>
                <c:pt idx="2948">
                  <c:v>0</c:v>
                </c:pt>
                <c:pt idx="2949">
                  <c:v>0</c:v>
                </c:pt>
                <c:pt idx="2950">
                  <c:v>0</c:v>
                </c:pt>
                <c:pt idx="2951">
                  <c:v>0</c:v>
                </c:pt>
                <c:pt idx="2952">
                  <c:v>0</c:v>
                </c:pt>
                <c:pt idx="2953">
                  <c:v>0</c:v>
                </c:pt>
                <c:pt idx="2954">
                  <c:v>0</c:v>
                </c:pt>
                <c:pt idx="2955">
                  <c:v>0</c:v>
                </c:pt>
                <c:pt idx="2956">
                  <c:v>0</c:v>
                </c:pt>
                <c:pt idx="2957">
                  <c:v>0</c:v>
                </c:pt>
                <c:pt idx="2958">
                  <c:v>0</c:v>
                </c:pt>
                <c:pt idx="2959">
                  <c:v>0</c:v>
                </c:pt>
                <c:pt idx="2960">
                  <c:v>0</c:v>
                </c:pt>
                <c:pt idx="2961">
                  <c:v>0</c:v>
                </c:pt>
                <c:pt idx="2962">
                  <c:v>0</c:v>
                </c:pt>
                <c:pt idx="2963">
                  <c:v>0</c:v>
                </c:pt>
                <c:pt idx="2964">
                  <c:v>0</c:v>
                </c:pt>
                <c:pt idx="2965">
                  <c:v>0</c:v>
                </c:pt>
                <c:pt idx="2966">
                  <c:v>0</c:v>
                </c:pt>
                <c:pt idx="2967">
                  <c:v>0</c:v>
                </c:pt>
                <c:pt idx="2968">
                  <c:v>0</c:v>
                </c:pt>
                <c:pt idx="2969">
                  <c:v>0</c:v>
                </c:pt>
                <c:pt idx="2970">
                  <c:v>0</c:v>
                </c:pt>
                <c:pt idx="2971">
                  <c:v>0</c:v>
                </c:pt>
                <c:pt idx="2972">
                  <c:v>0</c:v>
                </c:pt>
                <c:pt idx="2973">
                  <c:v>0</c:v>
                </c:pt>
                <c:pt idx="2974">
                  <c:v>0</c:v>
                </c:pt>
                <c:pt idx="2975">
                  <c:v>0</c:v>
                </c:pt>
                <c:pt idx="2976">
                  <c:v>0</c:v>
                </c:pt>
                <c:pt idx="2977">
                  <c:v>0</c:v>
                </c:pt>
                <c:pt idx="2978">
                  <c:v>0</c:v>
                </c:pt>
                <c:pt idx="2979">
                  <c:v>0</c:v>
                </c:pt>
                <c:pt idx="2980">
                  <c:v>0</c:v>
                </c:pt>
                <c:pt idx="2981">
                  <c:v>0</c:v>
                </c:pt>
                <c:pt idx="2982">
                  <c:v>0</c:v>
                </c:pt>
                <c:pt idx="2983">
                  <c:v>0</c:v>
                </c:pt>
                <c:pt idx="2984">
                  <c:v>0</c:v>
                </c:pt>
                <c:pt idx="2985">
                  <c:v>0</c:v>
                </c:pt>
                <c:pt idx="2986">
                  <c:v>0</c:v>
                </c:pt>
                <c:pt idx="2987">
                  <c:v>0</c:v>
                </c:pt>
                <c:pt idx="2988">
                  <c:v>0</c:v>
                </c:pt>
                <c:pt idx="2989">
                  <c:v>0</c:v>
                </c:pt>
                <c:pt idx="2990">
                  <c:v>0</c:v>
                </c:pt>
                <c:pt idx="2991">
                  <c:v>0</c:v>
                </c:pt>
                <c:pt idx="2992">
                  <c:v>0</c:v>
                </c:pt>
                <c:pt idx="2993">
                  <c:v>0</c:v>
                </c:pt>
                <c:pt idx="2994">
                  <c:v>0</c:v>
                </c:pt>
                <c:pt idx="2995">
                  <c:v>0</c:v>
                </c:pt>
                <c:pt idx="2996">
                  <c:v>0</c:v>
                </c:pt>
                <c:pt idx="2997">
                  <c:v>0</c:v>
                </c:pt>
                <c:pt idx="2998">
                  <c:v>0</c:v>
                </c:pt>
                <c:pt idx="2999">
                  <c:v>0</c:v>
                </c:pt>
                <c:pt idx="3000">
                  <c:v>0</c:v>
                </c:pt>
                <c:pt idx="3001">
                  <c:v>0</c:v>
                </c:pt>
                <c:pt idx="3002">
                  <c:v>0</c:v>
                </c:pt>
                <c:pt idx="3003">
                  <c:v>0</c:v>
                </c:pt>
                <c:pt idx="3004">
                  <c:v>0</c:v>
                </c:pt>
                <c:pt idx="3005">
                  <c:v>0</c:v>
                </c:pt>
                <c:pt idx="3006">
                  <c:v>0</c:v>
                </c:pt>
                <c:pt idx="3007">
                  <c:v>0</c:v>
                </c:pt>
                <c:pt idx="3008">
                  <c:v>0</c:v>
                </c:pt>
                <c:pt idx="3009">
                  <c:v>0</c:v>
                </c:pt>
                <c:pt idx="3010">
                  <c:v>0</c:v>
                </c:pt>
                <c:pt idx="3011">
                  <c:v>0</c:v>
                </c:pt>
                <c:pt idx="3012">
                  <c:v>0</c:v>
                </c:pt>
                <c:pt idx="3013">
                  <c:v>0</c:v>
                </c:pt>
                <c:pt idx="3014">
                  <c:v>0</c:v>
                </c:pt>
                <c:pt idx="3015">
                  <c:v>0</c:v>
                </c:pt>
                <c:pt idx="3016">
                  <c:v>0</c:v>
                </c:pt>
                <c:pt idx="3017">
                  <c:v>0</c:v>
                </c:pt>
                <c:pt idx="3018">
                  <c:v>0</c:v>
                </c:pt>
                <c:pt idx="3019">
                  <c:v>0</c:v>
                </c:pt>
                <c:pt idx="3020">
                  <c:v>0</c:v>
                </c:pt>
                <c:pt idx="3021">
                  <c:v>0</c:v>
                </c:pt>
                <c:pt idx="3022">
                  <c:v>0</c:v>
                </c:pt>
                <c:pt idx="3023">
                  <c:v>0</c:v>
                </c:pt>
                <c:pt idx="3024">
                  <c:v>0</c:v>
                </c:pt>
                <c:pt idx="3025">
                  <c:v>0</c:v>
                </c:pt>
                <c:pt idx="3026">
                  <c:v>0</c:v>
                </c:pt>
                <c:pt idx="3027">
                  <c:v>0</c:v>
                </c:pt>
                <c:pt idx="3028">
                  <c:v>0</c:v>
                </c:pt>
                <c:pt idx="3029">
                  <c:v>0</c:v>
                </c:pt>
                <c:pt idx="3030">
                  <c:v>0</c:v>
                </c:pt>
                <c:pt idx="3031">
                  <c:v>0</c:v>
                </c:pt>
                <c:pt idx="3032">
                  <c:v>0</c:v>
                </c:pt>
                <c:pt idx="3033">
                  <c:v>0</c:v>
                </c:pt>
                <c:pt idx="3034">
                  <c:v>0</c:v>
                </c:pt>
                <c:pt idx="3035">
                  <c:v>0</c:v>
                </c:pt>
                <c:pt idx="3036">
                  <c:v>0</c:v>
                </c:pt>
                <c:pt idx="3037">
                  <c:v>0</c:v>
                </c:pt>
                <c:pt idx="3038">
                  <c:v>0</c:v>
                </c:pt>
                <c:pt idx="3039">
                  <c:v>0</c:v>
                </c:pt>
                <c:pt idx="3040">
                  <c:v>0</c:v>
                </c:pt>
                <c:pt idx="3041">
                  <c:v>0</c:v>
                </c:pt>
                <c:pt idx="3042">
                  <c:v>0</c:v>
                </c:pt>
                <c:pt idx="3043">
                  <c:v>0</c:v>
                </c:pt>
                <c:pt idx="3044">
                  <c:v>0</c:v>
                </c:pt>
                <c:pt idx="3045">
                  <c:v>0</c:v>
                </c:pt>
                <c:pt idx="3046">
                  <c:v>0</c:v>
                </c:pt>
                <c:pt idx="3047">
                  <c:v>0</c:v>
                </c:pt>
                <c:pt idx="3048">
                  <c:v>0</c:v>
                </c:pt>
                <c:pt idx="3049">
                  <c:v>0</c:v>
                </c:pt>
                <c:pt idx="3050">
                  <c:v>0</c:v>
                </c:pt>
                <c:pt idx="3051">
                  <c:v>0</c:v>
                </c:pt>
                <c:pt idx="3052">
                  <c:v>0</c:v>
                </c:pt>
                <c:pt idx="3053">
                  <c:v>0</c:v>
                </c:pt>
                <c:pt idx="3054">
                  <c:v>0</c:v>
                </c:pt>
                <c:pt idx="3055">
                  <c:v>0</c:v>
                </c:pt>
                <c:pt idx="3056">
                  <c:v>0</c:v>
                </c:pt>
                <c:pt idx="3057">
                  <c:v>0</c:v>
                </c:pt>
                <c:pt idx="3058">
                  <c:v>0</c:v>
                </c:pt>
                <c:pt idx="3059">
                  <c:v>0</c:v>
                </c:pt>
                <c:pt idx="3060">
                  <c:v>0</c:v>
                </c:pt>
                <c:pt idx="3061">
                  <c:v>0</c:v>
                </c:pt>
                <c:pt idx="3062">
                  <c:v>0</c:v>
                </c:pt>
                <c:pt idx="3063">
                  <c:v>0</c:v>
                </c:pt>
                <c:pt idx="3064">
                  <c:v>0</c:v>
                </c:pt>
                <c:pt idx="3065">
                  <c:v>0</c:v>
                </c:pt>
                <c:pt idx="3066">
                  <c:v>0</c:v>
                </c:pt>
                <c:pt idx="3067">
                  <c:v>0</c:v>
                </c:pt>
                <c:pt idx="3068">
                  <c:v>0</c:v>
                </c:pt>
                <c:pt idx="3069">
                  <c:v>0</c:v>
                </c:pt>
                <c:pt idx="3070">
                  <c:v>0</c:v>
                </c:pt>
                <c:pt idx="3071">
                  <c:v>0</c:v>
                </c:pt>
                <c:pt idx="3072">
                  <c:v>0</c:v>
                </c:pt>
                <c:pt idx="3073">
                  <c:v>0</c:v>
                </c:pt>
                <c:pt idx="3074">
                  <c:v>0</c:v>
                </c:pt>
                <c:pt idx="3075">
                  <c:v>0</c:v>
                </c:pt>
                <c:pt idx="3076">
                  <c:v>0</c:v>
                </c:pt>
                <c:pt idx="3077">
                  <c:v>0</c:v>
                </c:pt>
                <c:pt idx="3078">
                  <c:v>0</c:v>
                </c:pt>
                <c:pt idx="3079">
                  <c:v>0</c:v>
                </c:pt>
                <c:pt idx="3080">
                  <c:v>0</c:v>
                </c:pt>
                <c:pt idx="3081">
                  <c:v>0</c:v>
                </c:pt>
                <c:pt idx="3082">
                  <c:v>0</c:v>
                </c:pt>
                <c:pt idx="3083">
                  <c:v>0</c:v>
                </c:pt>
                <c:pt idx="3084">
                  <c:v>0</c:v>
                </c:pt>
                <c:pt idx="3085">
                  <c:v>0</c:v>
                </c:pt>
                <c:pt idx="3086">
                  <c:v>0</c:v>
                </c:pt>
                <c:pt idx="3087">
                  <c:v>0</c:v>
                </c:pt>
                <c:pt idx="3088">
                  <c:v>0</c:v>
                </c:pt>
                <c:pt idx="3089">
                  <c:v>0</c:v>
                </c:pt>
                <c:pt idx="3090">
                  <c:v>0</c:v>
                </c:pt>
                <c:pt idx="3091">
                  <c:v>0</c:v>
                </c:pt>
                <c:pt idx="3092">
                  <c:v>0</c:v>
                </c:pt>
                <c:pt idx="3093">
                  <c:v>0</c:v>
                </c:pt>
                <c:pt idx="3094">
                  <c:v>0</c:v>
                </c:pt>
                <c:pt idx="3095">
                  <c:v>0</c:v>
                </c:pt>
                <c:pt idx="3096">
                  <c:v>0</c:v>
                </c:pt>
                <c:pt idx="3097">
                  <c:v>0</c:v>
                </c:pt>
                <c:pt idx="3098">
                  <c:v>0</c:v>
                </c:pt>
                <c:pt idx="3099">
                  <c:v>0</c:v>
                </c:pt>
                <c:pt idx="3100">
                  <c:v>0</c:v>
                </c:pt>
                <c:pt idx="3101">
                  <c:v>0</c:v>
                </c:pt>
                <c:pt idx="3102">
                  <c:v>0</c:v>
                </c:pt>
                <c:pt idx="3103">
                  <c:v>0</c:v>
                </c:pt>
                <c:pt idx="3104">
                  <c:v>0</c:v>
                </c:pt>
                <c:pt idx="3105">
                  <c:v>0</c:v>
                </c:pt>
                <c:pt idx="3106">
                  <c:v>0</c:v>
                </c:pt>
                <c:pt idx="3107">
                  <c:v>0</c:v>
                </c:pt>
                <c:pt idx="3108">
                  <c:v>0</c:v>
                </c:pt>
                <c:pt idx="3109">
                  <c:v>0</c:v>
                </c:pt>
                <c:pt idx="3110">
                  <c:v>0</c:v>
                </c:pt>
                <c:pt idx="3111">
                  <c:v>0</c:v>
                </c:pt>
                <c:pt idx="3112">
                  <c:v>0</c:v>
                </c:pt>
                <c:pt idx="3113">
                  <c:v>0</c:v>
                </c:pt>
                <c:pt idx="3114">
                  <c:v>0</c:v>
                </c:pt>
                <c:pt idx="3115">
                  <c:v>0</c:v>
                </c:pt>
                <c:pt idx="3116">
                  <c:v>0</c:v>
                </c:pt>
                <c:pt idx="3117">
                  <c:v>0</c:v>
                </c:pt>
                <c:pt idx="3118">
                  <c:v>0</c:v>
                </c:pt>
                <c:pt idx="3119">
                  <c:v>0</c:v>
                </c:pt>
                <c:pt idx="3120">
                  <c:v>0</c:v>
                </c:pt>
                <c:pt idx="3121">
                  <c:v>0</c:v>
                </c:pt>
                <c:pt idx="3122">
                  <c:v>0</c:v>
                </c:pt>
                <c:pt idx="3123">
                  <c:v>0</c:v>
                </c:pt>
                <c:pt idx="3124">
                  <c:v>0</c:v>
                </c:pt>
                <c:pt idx="3125">
                  <c:v>0</c:v>
                </c:pt>
                <c:pt idx="3126">
                  <c:v>0</c:v>
                </c:pt>
                <c:pt idx="3127">
                  <c:v>0</c:v>
                </c:pt>
                <c:pt idx="3128">
                  <c:v>0</c:v>
                </c:pt>
                <c:pt idx="3129">
                  <c:v>0</c:v>
                </c:pt>
                <c:pt idx="3130">
                  <c:v>0</c:v>
                </c:pt>
                <c:pt idx="3131">
                  <c:v>0</c:v>
                </c:pt>
                <c:pt idx="3132">
                  <c:v>0</c:v>
                </c:pt>
                <c:pt idx="3133">
                  <c:v>0</c:v>
                </c:pt>
                <c:pt idx="3134">
                  <c:v>0</c:v>
                </c:pt>
                <c:pt idx="3135">
                  <c:v>0</c:v>
                </c:pt>
                <c:pt idx="3136">
                  <c:v>0</c:v>
                </c:pt>
                <c:pt idx="3137">
                  <c:v>0</c:v>
                </c:pt>
                <c:pt idx="3138">
                  <c:v>0</c:v>
                </c:pt>
                <c:pt idx="3139">
                  <c:v>0</c:v>
                </c:pt>
                <c:pt idx="3140">
                  <c:v>0</c:v>
                </c:pt>
                <c:pt idx="3141">
                  <c:v>0</c:v>
                </c:pt>
                <c:pt idx="3142">
                  <c:v>0</c:v>
                </c:pt>
                <c:pt idx="3143">
                  <c:v>0</c:v>
                </c:pt>
                <c:pt idx="3144">
                  <c:v>0</c:v>
                </c:pt>
                <c:pt idx="3145">
                  <c:v>0</c:v>
                </c:pt>
                <c:pt idx="3146">
                  <c:v>0</c:v>
                </c:pt>
                <c:pt idx="3147">
                  <c:v>0</c:v>
                </c:pt>
                <c:pt idx="3148">
                  <c:v>0</c:v>
                </c:pt>
                <c:pt idx="3149">
                  <c:v>0</c:v>
                </c:pt>
                <c:pt idx="3150">
                  <c:v>0</c:v>
                </c:pt>
                <c:pt idx="3151">
                  <c:v>0</c:v>
                </c:pt>
                <c:pt idx="3152">
                  <c:v>0</c:v>
                </c:pt>
                <c:pt idx="3153">
                  <c:v>0</c:v>
                </c:pt>
                <c:pt idx="3154">
                  <c:v>0</c:v>
                </c:pt>
                <c:pt idx="3155">
                  <c:v>0</c:v>
                </c:pt>
                <c:pt idx="3156">
                  <c:v>0</c:v>
                </c:pt>
                <c:pt idx="3157">
                  <c:v>0</c:v>
                </c:pt>
                <c:pt idx="3158">
                  <c:v>0</c:v>
                </c:pt>
                <c:pt idx="3159">
                  <c:v>0</c:v>
                </c:pt>
                <c:pt idx="3160">
                  <c:v>0</c:v>
                </c:pt>
                <c:pt idx="3161">
                  <c:v>0</c:v>
                </c:pt>
                <c:pt idx="3162">
                  <c:v>0</c:v>
                </c:pt>
                <c:pt idx="3163">
                  <c:v>0</c:v>
                </c:pt>
                <c:pt idx="3164">
                  <c:v>0</c:v>
                </c:pt>
                <c:pt idx="3165">
                  <c:v>0</c:v>
                </c:pt>
                <c:pt idx="3166">
                  <c:v>0</c:v>
                </c:pt>
                <c:pt idx="3167">
                  <c:v>0</c:v>
                </c:pt>
                <c:pt idx="3168">
                  <c:v>0</c:v>
                </c:pt>
                <c:pt idx="3169">
                  <c:v>0</c:v>
                </c:pt>
                <c:pt idx="3170">
                  <c:v>0</c:v>
                </c:pt>
                <c:pt idx="3171">
                  <c:v>0</c:v>
                </c:pt>
                <c:pt idx="3172">
                  <c:v>0</c:v>
                </c:pt>
                <c:pt idx="3173">
                  <c:v>0</c:v>
                </c:pt>
                <c:pt idx="3174">
                  <c:v>0</c:v>
                </c:pt>
                <c:pt idx="3175">
                  <c:v>0</c:v>
                </c:pt>
                <c:pt idx="3176">
                  <c:v>0</c:v>
                </c:pt>
                <c:pt idx="3177">
                  <c:v>0</c:v>
                </c:pt>
                <c:pt idx="3178">
                  <c:v>0</c:v>
                </c:pt>
                <c:pt idx="3179">
                  <c:v>0</c:v>
                </c:pt>
                <c:pt idx="3180">
                  <c:v>0</c:v>
                </c:pt>
                <c:pt idx="3181">
                  <c:v>0</c:v>
                </c:pt>
                <c:pt idx="3182">
                  <c:v>0</c:v>
                </c:pt>
                <c:pt idx="3183">
                  <c:v>0</c:v>
                </c:pt>
                <c:pt idx="3184">
                  <c:v>0</c:v>
                </c:pt>
                <c:pt idx="3185">
                  <c:v>0</c:v>
                </c:pt>
                <c:pt idx="3186">
                  <c:v>0</c:v>
                </c:pt>
                <c:pt idx="3187">
                  <c:v>0</c:v>
                </c:pt>
                <c:pt idx="3188">
                  <c:v>0</c:v>
                </c:pt>
                <c:pt idx="3189">
                  <c:v>0</c:v>
                </c:pt>
                <c:pt idx="3190">
                  <c:v>0</c:v>
                </c:pt>
                <c:pt idx="3191">
                  <c:v>0</c:v>
                </c:pt>
                <c:pt idx="3192">
                  <c:v>0</c:v>
                </c:pt>
                <c:pt idx="3193">
                  <c:v>0</c:v>
                </c:pt>
                <c:pt idx="3194">
                  <c:v>0</c:v>
                </c:pt>
                <c:pt idx="3195">
                  <c:v>0</c:v>
                </c:pt>
                <c:pt idx="3196">
                  <c:v>0</c:v>
                </c:pt>
                <c:pt idx="3197">
                  <c:v>0</c:v>
                </c:pt>
                <c:pt idx="3198">
                  <c:v>0</c:v>
                </c:pt>
                <c:pt idx="3199">
                  <c:v>0</c:v>
                </c:pt>
                <c:pt idx="3200">
                  <c:v>0</c:v>
                </c:pt>
                <c:pt idx="3201">
                  <c:v>0</c:v>
                </c:pt>
                <c:pt idx="3202">
                  <c:v>0</c:v>
                </c:pt>
                <c:pt idx="3203">
                  <c:v>0</c:v>
                </c:pt>
                <c:pt idx="3204">
                  <c:v>0</c:v>
                </c:pt>
                <c:pt idx="3205">
                  <c:v>0</c:v>
                </c:pt>
                <c:pt idx="3206">
                  <c:v>0</c:v>
                </c:pt>
                <c:pt idx="3207">
                  <c:v>0</c:v>
                </c:pt>
                <c:pt idx="3208">
                  <c:v>0</c:v>
                </c:pt>
                <c:pt idx="3209">
                  <c:v>0</c:v>
                </c:pt>
                <c:pt idx="3210">
                  <c:v>0</c:v>
                </c:pt>
                <c:pt idx="3211">
                  <c:v>0</c:v>
                </c:pt>
                <c:pt idx="3212">
                  <c:v>0</c:v>
                </c:pt>
                <c:pt idx="3213">
                  <c:v>0</c:v>
                </c:pt>
                <c:pt idx="3214">
                  <c:v>0</c:v>
                </c:pt>
                <c:pt idx="3215">
                  <c:v>0</c:v>
                </c:pt>
                <c:pt idx="3216">
                  <c:v>0</c:v>
                </c:pt>
                <c:pt idx="3217">
                  <c:v>0</c:v>
                </c:pt>
                <c:pt idx="3218">
                  <c:v>0</c:v>
                </c:pt>
                <c:pt idx="3219">
                  <c:v>0</c:v>
                </c:pt>
                <c:pt idx="3220">
                  <c:v>0</c:v>
                </c:pt>
                <c:pt idx="3221">
                  <c:v>0</c:v>
                </c:pt>
                <c:pt idx="3222">
                  <c:v>0</c:v>
                </c:pt>
                <c:pt idx="3223">
                  <c:v>0</c:v>
                </c:pt>
                <c:pt idx="3224">
                  <c:v>0</c:v>
                </c:pt>
                <c:pt idx="3225">
                  <c:v>0</c:v>
                </c:pt>
                <c:pt idx="3226">
                  <c:v>0</c:v>
                </c:pt>
                <c:pt idx="3227">
                  <c:v>0</c:v>
                </c:pt>
                <c:pt idx="3228">
                  <c:v>0</c:v>
                </c:pt>
                <c:pt idx="3229">
                  <c:v>0</c:v>
                </c:pt>
                <c:pt idx="3230">
                  <c:v>0</c:v>
                </c:pt>
                <c:pt idx="3231">
                  <c:v>0</c:v>
                </c:pt>
                <c:pt idx="3232">
                  <c:v>0</c:v>
                </c:pt>
                <c:pt idx="3233">
                  <c:v>0</c:v>
                </c:pt>
                <c:pt idx="3234">
                  <c:v>0</c:v>
                </c:pt>
                <c:pt idx="3235">
                  <c:v>0</c:v>
                </c:pt>
                <c:pt idx="3236">
                  <c:v>0</c:v>
                </c:pt>
                <c:pt idx="3237">
                  <c:v>0</c:v>
                </c:pt>
                <c:pt idx="3238">
                  <c:v>0</c:v>
                </c:pt>
                <c:pt idx="3239">
                  <c:v>0</c:v>
                </c:pt>
                <c:pt idx="3240">
                  <c:v>0</c:v>
                </c:pt>
                <c:pt idx="3241">
                  <c:v>0</c:v>
                </c:pt>
                <c:pt idx="3242">
                  <c:v>0</c:v>
                </c:pt>
                <c:pt idx="3243">
                  <c:v>0</c:v>
                </c:pt>
                <c:pt idx="3244">
                  <c:v>0</c:v>
                </c:pt>
                <c:pt idx="3245">
                  <c:v>0</c:v>
                </c:pt>
                <c:pt idx="3246">
                  <c:v>0</c:v>
                </c:pt>
                <c:pt idx="3247">
                  <c:v>0</c:v>
                </c:pt>
                <c:pt idx="3248">
                  <c:v>0</c:v>
                </c:pt>
                <c:pt idx="3249">
                  <c:v>0</c:v>
                </c:pt>
                <c:pt idx="3250">
                  <c:v>0</c:v>
                </c:pt>
                <c:pt idx="3251">
                  <c:v>0</c:v>
                </c:pt>
                <c:pt idx="3252">
                  <c:v>0</c:v>
                </c:pt>
                <c:pt idx="3253">
                  <c:v>0</c:v>
                </c:pt>
                <c:pt idx="3254">
                  <c:v>0</c:v>
                </c:pt>
                <c:pt idx="3255">
                  <c:v>0</c:v>
                </c:pt>
                <c:pt idx="3256">
                  <c:v>0</c:v>
                </c:pt>
                <c:pt idx="3257">
                  <c:v>0</c:v>
                </c:pt>
                <c:pt idx="3258">
                  <c:v>0</c:v>
                </c:pt>
                <c:pt idx="3259">
                  <c:v>0</c:v>
                </c:pt>
                <c:pt idx="3260">
                  <c:v>0</c:v>
                </c:pt>
                <c:pt idx="3261">
                  <c:v>0</c:v>
                </c:pt>
                <c:pt idx="3262">
                  <c:v>0</c:v>
                </c:pt>
                <c:pt idx="3263">
                  <c:v>0</c:v>
                </c:pt>
                <c:pt idx="3264">
                  <c:v>0</c:v>
                </c:pt>
                <c:pt idx="3265">
                  <c:v>0</c:v>
                </c:pt>
                <c:pt idx="3266">
                  <c:v>0</c:v>
                </c:pt>
                <c:pt idx="3267">
                  <c:v>0</c:v>
                </c:pt>
                <c:pt idx="3268">
                  <c:v>0</c:v>
                </c:pt>
                <c:pt idx="3269">
                  <c:v>0</c:v>
                </c:pt>
                <c:pt idx="3270">
                  <c:v>0</c:v>
                </c:pt>
                <c:pt idx="3271">
                  <c:v>0</c:v>
                </c:pt>
                <c:pt idx="3272">
                  <c:v>0</c:v>
                </c:pt>
                <c:pt idx="3273">
                  <c:v>0</c:v>
                </c:pt>
                <c:pt idx="3274">
                  <c:v>0</c:v>
                </c:pt>
                <c:pt idx="3275">
                  <c:v>0</c:v>
                </c:pt>
                <c:pt idx="3276">
                  <c:v>0</c:v>
                </c:pt>
                <c:pt idx="3277">
                  <c:v>0</c:v>
                </c:pt>
                <c:pt idx="3278">
                  <c:v>0</c:v>
                </c:pt>
                <c:pt idx="3279">
                  <c:v>0</c:v>
                </c:pt>
                <c:pt idx="3280">
                  <c:v>0</c:v>
                </c:pt>
                <c:pt idx="3281">
                  <c:v>0</c:v>
                </c:pt>
                <c:pt idx="3282">
                  <c:v>0</c:v>
                </c:pt>
                <c:pt idx="3283">
                  <c:v>0</c:v>
                </c:pt>
                <c:pt idx="3284">
                  <c:v>0</c:v>
                </c:pt>
                <c:pt idx="3285">
                  <c:v>0</c:v>
                </c:pt>
                <c:pt idx="3286">
                  <c:v>0</c:v>
                </c:pt>
                <c:pt idx="3287">
                  <c:v>0</c:v>
                </c:pt>
                <c:pt idx="3288">
                  <c:v>0</c:v>
                </c:pt>
                <c:pt idx="3289">
                  <c:v>0</c:v>
                </c:pt>
                <c:pt idx="3290">
                  <c:v>0</c:v>
                </c:pt>
                <c:pt idx="3291">
                  <c:v>0</c:v>
                </c:pt>
                <c:pt idx="3292">
                  <c:v>0</c:v>
                </c:pt>
                <c:pt idx="3293">
                  <c:v>0</c:v>
                </c:pt>
                <c:pt idx="3294">
                  <c:v>0</c:v>
                </c:pt>
                <c:pt idx="3295">
                  <c:v>0</c:v>
                </c:pt>
                <c:pt idx="3296">
                  <c:v>0</c:v>
                </c:pt>
                <c:pt idx="3297">
                  <c:v>0</c:v>
                </c:pt>
                <c:pt idx="3298">
                  <c:v>0</c:v>
                </c:pt>
                <c:pt idx="3299">
                  <c:v>0</c:v>
                </c:pt>
                <c:pt idx="3300">
                  <c:v>0</c:v>
                </c:pt>
                <c:pt idx="3301">
                  <c:v>0</c:v>
                </c:pt>
                <c:pt idx="3302">
                  <c:v>0</c:v>
                </c:pt>
                <c:pt idx="3303">
                  <c:v>0</c:v>
                </c:pt>
                <c:pt idx="3304">
                  <c:v>0</c:v>
                </c:pt>
                <c:pt idx="3305">
                  <c:v>0</c:v>
                </c:pt>
                <c:pt idx="3306">
                  <c:v>0</c:v>
                </c:pt>
                <c:pt idx="3307">
                  <c:v>0</c:v>
                </c:pt>
                <c:pt idx="3308">
                  <c:v>0</c:v>
                </c:pt>
                <c:pt idx="3309">
                  <c:v>0</c:v>
                </c:pt>
                <c:pt idx="3310">
                  <c:v>0</c:v>
                </c:pt>
                <c:pt idx="3311">
                  <c:v>0</c:v>
                </c:pt>
                <c:pt idx="3312">
                  <c:v>0</c:v>
                </c:pt>
                <c:pt idx="3313">
                  <c:v>0</c:v>
                </c:pt>
                <c:pt idx="3314">
                  <c:v>0</c:v>
                </c:pt>
                <c:pt idx="3315">
                  <c:v>0</c:v>
                </c:pt>
                <c:pt idx="3316">
                  <c:v>0</c:v>
                </c:pt>
                <c:pt idx="3317">
                  <c:v>0</c:v>
                </c:pt>
                <c:pt idx="3318">
                  <c:v>0</c:v>
                </c:pt>
                <c:pt idx="3319">
                  <c:v>0</c:v>
                </c:pt>
                <c:pt idx="3320">
                  <c:v>0</c:v>
                </c:pt>
                <c:pt idx="3321">
                  <c:v>0</c:v>
                </c:pt>
                <c:pt idx="3322">
                  <c:v>0</c:v>
                </c:pt>
                <c:pt idx="3323">
                  <c:v>0</c:v>
                </c:pt>
                <c:pt idx="3324">
                  <c:v>0</c:v>
                </c:pt>
                <c:pt idx="3325">
                  <c:v>0</c:v>
                </c:pt>
                <c:pt idx="3326">
                  <c:v>0</c:v>
                </c:pt>
                <c:pt idx="3327">
                  <c:v>0</c:v>
                </c:pt>
                <c:pt idx="3328">
                  <c:v>0</c:v>
                </c:pt>
                <c:pt idx="3329">
                  <c:v>0</c:v>
                </c:pt>
                <c:pt idx="3330">
                  <c:v>0</c:v>
                </c:pt>
                <c:pt idx="3331">
                  <c:v>0</c:v>
                </c:pt>
                <c:pt idx="3332">
                  <c:v>0</c:v>
                </c:pt>
                <c:pt idx="3333">
                  <c:v>0</c:v>
                </c:pt>
                <c:pt idx="3334">
                  <c:v>0</c:v>
                </c:pt>
                <c:pt idx="3335">
                  <c:v>0</c:v>
                </c:pt>
                <c:pt idx="3336">
                  <c:v>0</c:v>
                </c:pt>
                <c:pt idx="3337">
                  <c:v>0</c:v>
                </c:pt>
                <c:pt idx="3338">
                  <c:v>0</c:v>
                </c:pt>
                <c:pt idx="3339">
                  <c:v>0</c:v>
                </c:pt>
                <c:pt idx="3340">
                  <c:v>0</c:v>
                </c:pt>
                <c:pt idx="3341">
                  <c:v>0</c:v>
                </c:pt>
                <c:pt idx="3342">
                  <c:v>0</c:v>
                </c:pt>
                <c:pt idx="3343">
                  <c:v>0</c:v>
                </c:pt>
                <c:pt idx="3344">
                  <c:v>0</c:v>
                </c:pt>
                <c:pt idx="3345">
                  <c:v>0</c:v>
                </c:pt>
                <c:pt idx="3346">
                  <c:v>0</c:v>
                </c:pt>
                <c:pt idx="3347">
                  <c:v>0</c:v>
                </c:pt>
                <c:pt idx="3348">
                  <c:v>0</c:v>
                </c:pt>
                <c:pt idx="3349">
                  <c:v>0</c:v>
                </c:pt>
                <c:pt idx="3350">
                  <c:v>0</c:v>
                </c:pt>
                <c:pt idx="3351">
                  <c:v>0</c:v>
                </c:pt>
                <c:pt idx="3352">
                  <c:v>0</c:v>
                </c:pt>
                <c:pt idx="3353">
                  <c:v>0</c:v>
                </c:pt>
                <c:pt idx="3354">
                  <c:v>0</c:v>
                </c:pt>
                <c:pt idx="3355">
                  <c:v>0</c:v>
                </c:pt>
                <c:pt idx="3356">
                  <c:v>0</c:v>
                </c:pt>
                <c:pt idx="3357">
                  <c:v>0</c:v>
                </c:pt>
                <c:pt idx="3358">
                  <c:v>0</c:v>
                </c:pt>
                <c:pt idx="3359">
                  <c:v>0</c:v>
                </c:pt>
                <c:pt idx="3360">
                  <c:v>0</c:v>
                </c:pt>
                <c:pt idx="3361">
                  <c:v>0</c:v>
                </c:pt>
                <c:pt idx="3362">
                  <c:v>0</c:v>
                </c:pt>
                <c:pt idx="3363">
                  <c:v>0</c:v>
                </c:pt>
                <c:pt idx="3364">
                  <c:v>0</c:v>
                </c:pt>
                <c:pt idx="3365">
                  <c:v>0</c:v>
                </c:pt>
                <c:pt idx="3366">
                  <c:v>0</c:v>
                </c:pt>
                <c:pt idx="3367">
                  <c:v>0</c:v>
                </c:pt>
                <c:pt idx="3368">
                  <c:v>0</c:v>
                </c:pt>
                <c:pt idx="3369">
                  <c:v>0</c:v>
                </c:pt>
                <c:pt idx="3370">
                  <c:v>0</c:v>
                </c:pt>
                <c:pt idx="3371">
                  <c:v>0</c:v>
                </c:pt>
                <c:pt idx="3372">
                  <c:v>0</c:v>
                </c:pt>
                <c:pt idx="3373">
                  <c:v>0</c:v>
                </c:pt>
                <c:pt idx="3374">
                  <c:v>0</c:v>
                </c:pt>
                <c:pt idx="3375">
                  <c:v>0</c:v>
                </c:pt>
                <c:pt idx="3376">
                  <c:v>0</c:v>
                </c:pt>
                <c:pt idx="3377">
                  <c:v>0</c:v>
                </c:pt>
                <c:pt idx="3378">
                  <c:v>0</c:v>
                </c:pt>
                <c:pt idx="3379">
                  <c:v>0</c:v>
                </c:pt>
                <c:pt idx="3380">
                  <c:v>0</c:v>
                </c:pt>
                <c:pt idx="3381">
                  <c:v>0</c:v>
                </c:pt>
                <c:pt idx="3382">
                  <c:v>0</c:v>
                </c:pt>
                <c:pt idx="3383">
                  <c:v>0</c:v>
                </c:pt>
                <c:pt idx="3384">
                  <c:v>0</c:v>
                </c:pt>
                <c:pt idx="3385">
                  <c:v>0</c:v>
                </c:pt>
                <c:pt idx="3386">
                  <c:v>0</c:v>
                </c:pt>
                <c:pt idx="3387">
                  <c:v>0</c:v>
                </c:pt>
                <c:pt idx="3388">
                  <c:v>0</c:v>
                </c:pt>
                <c:pt idx="3389">
                  <c:v>0</c:v>
                </c:pt>
                <c:pt idx="3390">
                  <c:v>0</c:v>
                </c:pt>
                <c:pt idx="3391">
                  <c:v>0</c:v>
                </c:pt>
                <c:pt idx="3392">
                  <c:v>0</c:v>
                </c:pt>
                <c:pt idx="3393">
                  <c:v>0</c:v>
                </c:pt>
                <c:pt idx="3394">
                  <c:v>0</c:v>
                </c:pt>
                <c:pt idx="3395">
                  <c:v>0</c:v>
                </c:pt>
                <c:pt idx="3396">
                  <c:v>0</c:v>
                </c:pt>
                <c:pt idx="3397">
                  <c:v>0</c:v>
                </c:pt>
                <c:pt idx="3398">
                  <c:v>0</c:v>
                </c:pt>
                <c:pt idx="3399">
                  <c:v>0</c:v>
                </c:pt>
                <c:pt idx="3400">
                  <c:v>0</c:v>
                </c:pt>
                <c:pt idx="3401">
                  <c:v>0</c:v>
                </c:pt>
                <c:pt idx="3402">
                  <c:v>0</c:v>
                </c:pt>
                <c:pt idx="3403">
                  <c:v>0</c:v>
                </c:pt>
                <c:pt idx="3404">
                  <c:v>0</c:v>
                </c:pt>
                <c:pt idx="3405">
                  <c:v>0</c:v>
                </c:pt>
                <c:pt idx="3406">
                  <c:v>0</c:v>
                </c:pt>
                <c:pt idx="3407">
                  <c:v>0</c:v>
                </c:pt>
                <c:pt idx="3408">
                  <c:v>0</c:v>
                </c:pt>
                <c:pt idx="3409">
                  <c:v>0</c:v>
                </c:pt>
                <c:pt idx="3410">
                  <c:v>0</c:v>
                </c:pt>
                <c:pt idx="3411">
                  <c:v>0</c:v>
                </c:pt>
                <c:pt idx="3412">
                  <c:v>0</c:v>
                </c:pt>
                <c:pt idx="3413">
                  <c:v>0</c:v>
                </c:pt>
                <c:pt idx="3414">
                  <c:v>0</c:v>
                </c:pt>
                <c:pt idx="3415">
                  <c:v>0</c:v>
                </c:pt>
                <c:pt idx="3416">
                  <c:v>0</c:v>
                </c:pt>
                <c:pt idx="3417">
                  <c:v>0</c:v>
                </c:pt>
                <c:pt idx="3418">
                  <c:v>0</c:v>
                </c:pt>
                <c:pt idx="3419">
                  <c:v>0</c:v>
                </c:pt>
                <c:pt idx="3420">
                  <c:v>0</c:v>
                </c:pt>
                <c:pt idx="3421">
                  <c:v>0</c:v>
                </c:pt>
                <c:pt idx="3422">
                  <c:v>0</c:v>
                </c:pt>
                <c:pt idx="3423">
                  <c:v>0</c:v>
                </c:pt>
                <c:pt idx="3424">
                  <c:v>0</c:v>
                </c:pt>
                <c:pt idx="3425">
                  <c:v>0</c:v>
                </c:pt>
                <c:pt idx="3426">
                  <c:v>0</c:v>
                </c:pt>
                <c:pt idx="3427">
                  <c:v>0</c:v>
                </c:pt>
                <c:pt idx="3428">
                  <c:v>0</c:v>
                </c:pt>
                <c:pt idx="3429">
                  <c:v>0</c:v>
                </c:pt>
                <c:pt idx="3430">
                  <c:v>0</c:v>
                </c:pt>
                <c:pt idx="3431">
                  <c:v>0</c:v>
                </c:pt>
                <c:pt idx="3432">
                  <c:v>0</c:v>
                </c:pt>
                <c:pt idx="3433">
                  <c:v>0</c:v>
                </c:pt>
                <c:pt idx="3434">
                  <c:v>0</c:v>
                </c:pt>
                <c:pt idx="3435">
                  <c:v>0</c:v>
                </c:pt>
                <c:pt idx="3436">
                  <c:v>0</c:v>
                </c:pt>
                <c:pt idx="3437">
                  <c:v>0</c:v>
                </c:pt>
                <c:pt idx="3438">
                  <c:v>0</c:v>
                </c:pt>
                <c:pt idx="3439">
                  <c:v>0</c:v>
                </c:pt>
                <c:pt idx="3440">
                  <c:v>0</c:v>
                </c:pt>
                <c:pt idx="3441">
                  <c:v>0</c:v>
                </c:pt>
                <c:pt idx="3442">
                  <c:v>0</c:v>
                </c:pt>
                <c:pt idx="3443">
                  <c:v>0</c:v>
                </c:pt>
                <c:pt idx="3444">
                  <c:v>0</c:v>
                </c:pt>
                <c:pt idx="3445">
                  <c:v>0</c:v>
                </c:pt>
                <c:pt idx="3446">
                  <c:v>0</c:v>
                </c:pt>
                <c:pt idx="3447">
                  <c:v>0</c:v>
                </c:pt>
                <c:pt idx="3448">
                  <c:v>0</c:v>
                </c:pt>
                <c:pt idx="3449">
                  <c:v>0</c:v>
                </c:pt>
                <c:pt idx="3450">
                  <c:v>0</c:v>
                </c:pt>
                <c:pt idx="3451">
                  <c:v>0</c:v>
                </c:pt>
                <c:pt idx="3452">
                  <c:v>0</c:v>
                </c:pt>
                <c:pt idx="3453">
                  <c:v>0</c:v>
                </c:pt>
                <c:pt idx="3454">
                  <c:v>0</c:v>
                </c:pt>
                <c:pt idx="3455">
                  <c:v>0</c:v>
                </c:pt>
                <c:pt idx="3456">
                  <c:v>0</c:v>
                </c:pt>
                <c:pt idx="3457">
                  <c:v>0</c:v>
                </c:pt>
                <c:pt idx="3458">
                  <c:v>0</c:v>
                </c:pt>
                <c:pt idx="3459">
                  <c:v>0</c:v>
                </c:pt>
                <c:pt idx="3460">
                  <c:v>0</c:v>
                </c:pt>
                <c:pt idx="3461">
                  <c:v>0</c:v>
                </c:pt>
                <c:pt idx="3462">
                  <c:v>0</c:v>
                </c:pt>
                <c:pt idx="3463">
                  <c:v>0</c:v>
                </c:pt>
                <c:pt idx="3464">
                  <c:v>0</c:v>
                </c:pt>
                <c:pt idx="3465">
                  <c:v>0</c:v>
                </c:pt>
                <c:pt idx="3466">
                  <c:v>0</c:v>
                </c:pt>
                <c:pt idx="3467">
                  <c:v>0</c:v>
                </c:pt>
                <c:pt idx="3468">
                  <c:v>0</c:v>
                </c:pt>
                <c:pt idx="3469">
                  <c:v>0</c:v>
                </c:pt>
                <c:pt idx="3470">
                  <c:v>0</c:v>
                </c:pt>
                <c:pt idx="3471">
                  <c:v>0</c:v>
                </c:pt>
                <c:pt idx="3472">
                  <c:v>0</c:v>
                </c:pt>
                <c:pt idx="3473">
                  <c:v>0</c:v>
                </c:pt>
                <c:pt idx="3474">
                  <c:v>0</c:v>
                </c:pt>
                <c:pt idx="3475">
                  <c:v>0</c:v>
                </c:pt>
                <c:pt idx="3476">
                  <c:v>0</c:v>
                </c:pt>
                <c:pt idx="3477">
                  <c:v>0</c:v>
                </c:pt>
                <c:pt idx="3478">
                  <c:v>0</c:v>
                </c:pt>
                <c:pt idx="3479">
                  <c:v>0</c:v>
                </c:pt>
                <c:pt idx="3480">
                  <c:v>0</c:v>
                </c:pt>
                <c:pt idx="3481">
                  <c:v>0</c:v>
                </c:pt>
                <c:pt idx="3482">
                  <c:v>0</c:v>
                </c:pt>
                <c:pt idx="3483">
                  <c:v>0</c:v>
                </c:pt>
                <c:pt idx="3484">
                  <c:v>0</c:v>
                </c:pt>
                <c:pt idx="3485">
                  <c:v>0</c:v>
                </c:pt>
                <c:pt idx="3486">
                  <c:v>0</c:v>
                </c:pt>
                <c:pt idx="3487">
                  <c:v>0</c:v>
                </c:pt>
                <c:pt idx="3488">
                  <c:v>0</c:v>
                </c:pt>
                <c:pt idx="3489">
                  <c:v>0</c:v>
                </c:pt>
                <c:pt idx="3490">
                  <c:v>0</c:v>
                </c:pt>
                <c:pt idx="3491">
                  <c:v>0</c:v>
                </c:pt>
                <c:pt idx="3492">
                  <c:v>0</c:v>
                </c:pt>
                <c:pt idx="3493">
                  <c:v>0</c:v>
                </c:pt>
                <c:pt idx="3494">
                  <c:v>0</c:v>
                </c:pt>
                <c:pt idx="3495">
                  <c:v>0</c:v>
                </c:pt>
                <c:pt idx="3496">
                  <c:v>0</c:v>
                </c:pt>
                <c:pt idx="3497">
                  <c:v>0</c:v>
                </c:pt>
                <c:pt idx="3498">
                  <c:v>0</c:v>
                </c:pt>
                <c:pt idx="3499">
                  <c:v>0</c:v>
                </c:pt>
                <c:pt idx="3500">
                  <c:v>0</c:v>
                </c:pt>
                <c:pt idx="3501">
                  <c:v>0</c:v>
                </c:pt>
                <c:pt idx="3502">
                  <c:v>0</c:v>
                </c:pt>
                <c:pt idx="3503">
                  <c:v>0</c:v>
                </c:pt>
                <c:pt idx="3504">
                  <c:v>0</c:v>
                </c:pt>
                <c:pt idx="3505">
                  <c:v>0</c:v>
                </c:pt>
                <c:pt idx="3506">
                  <c:v>0</c:v>
                </c:pt>
                <c:pt idx="3507">
                  <c:v>0</c:v>
                </c:pt>
                <c:pt idx="3508">
                  <c:v>0</c:v>
                </c:pt>
                <c:pt idx="3509">
                  <c:v>0</c:v>
                </c:pt>
                <c:pt idx="3510">
                  <c:v>0</c:v>
                </c:pt>
                <c:pt idx="3511">
                  <c:v>0</c:v>
                </c:pt>
                <c:pt idx="3512">
                  <c:v>0</c:v>
                </c:pt>
                <c:pt idx="3513">
                  <c:v>0</c:v>
                </c:pt>
                <c:pt idx="3514">
                  <c:v>0</c:v>
                </c:pt>
                <c:pt idx="3515">
                  <c:v>0</c:v>
                </c:pt>
                <c:pt idx="3516">
                  <c:v>0</c:v>
                </c:pt>
                <c:pt idx="3517">
                  <c:v>0</c:v>
                </c:pt>
                <c:pt idx="3518">
                  <c:v>0</c:v>
                </c:pt>
                <c:pt idx="3519">
                  <c:v>0</c:v>
                </c:pt>
                <c:pt idx="3520">
                  <c:v>0</c:v>
                </c:pt>
                <c:pt idx="3521">
                  <c:v>0</c:v>
                </c:pt>
                <c:pt idx="3522">
                  <c:v>0</c:v>
                </c:pt>
                <c:pt idx="3523">
                  <c:v>0</c:v>
                </c:pt>
                <c:pt idx="3524">
                  <c:v>0</c:v>
                </c:pt>
                <c:pt idx="3525">
                  <c:v>0</c:v>
                </c:pt>
                <c:pt idx="3526">
                  <c:v>0</c:v>
                </c:pt>
                <c:pt idx="3527">
                  <c:v>0</c:v>
                </c:pt>
                <c:pt idx="3528">
                  <c:v>0</c:v>
                </c:pt>
                <c:pt idx="3529">
                  <c:v>0</c:v>
                </c:pt>
                <c:pt idx="3530">
                  <c:v>0</c:v>
                </c:pt>
                <c:pt idx="3531">
                  <c:v>0</c:v>
                </c:pt>
                <c:pt idx="3532">
                  <c:v>0</c:v>
                </c:pt>
                <c:pt idx="3533">
                  <c:v>0</c:v>
                </c:pt>
                <c:pt idx="3534">
                  <c:v>0</c:v>
                </c:pt>
                <c:pt idx="3535">
                  <c:v>0</c:v>
                </c:pt>
                <c:pt idx="3536">
                  <c:v>0</c:v>
                </c:pt>
                <c:pt idx="3537">
                  <c:v>0</c:v>
                </c:pt>
                <c:pt idx="3538">
                  <c:v>0</c:v>
                </c:pt>
                <c:pt idx="3539">
                  <c:v>0</c:v>
                </c:pt>
                <c:pt idx="3540">
                  <c:v>0</c:v>
                </c:pt>
                <c:pt idx="3541">
                  <c:v>0</c:v>
                </c:pt>
                <c:pt idx="3542">
                  <c:v>0</c:v>
                </c:pt>
                <c:pt idx="3543">
                  <c:v>0</c:v>
                </c:pt>
                <c:pt idx="3544">
                  <c:v>0</c:v>
                </c:pt>
                <c:pt idx="3545">
                  <c:v>0</c:v>
                </c:pt>
                <c:pt idx="3546">
                  <c:v>0</c:v>
                </c:pt>
                <c:pt idx="3547">
                  <c:v>0</c:v>
                </c:pt>
                <c:pt idx="3548">
                  <c:v>0</c:v>
                </c:pt>
                <c:pt idx="3549">
                  <c:v>0</c:v>
                </c:pt>
                <c:pt idx="3550">
                  <c:v>0</c:v>
                </c:pt>
                <c:pt idx="3551">
                  <c:v>0</c:v>
                </c:pt>
                <c:pt idx="3552">
                  <c:v>0</c:v>
                </c:pt>
                <c:pt idx="3553">
                  <c:v>0</c:v>
                </c:pt>
                <c:pt idx="3554">
                  <c:v>0</c:v>
                </c:pt>
                <c:pt idx="3555">
                  <c:v>0</c:v>
                </c:pt>
                <c:pt idx="3556">
                  <c:v>0</c:v>
                </c:pt>
                <c:pt idx="3557">
                  <c:v>0</c:v>
                </c:pt>
                <c:pt idx="3558">
                  <c:v>0</c:v>
                </c:pt>
                <c:pt idx="3559">
                  <c:v>0</c:v>
                </c:pt>
                <c:pt idx="3560">
                  <c:v>0</c:v>
                </c:pt>
                <c:pt idx="3561">
                  <c:v>0</c:v>
                </c:pt>
                <c:pt idx="3562">
                  <c:v>0</c:v>
                </c:pt>
                <c:pt idx="3563">
                  <c:v>0</c:v>
                </c:pt>
                <c:pt idx="3564">
                  <c:v>0</c:v>
                </c:pt>
                <c:pt idx="3565">
                  <c:v>0</c:v>
                </c:pt>
                <c:pt idx="3566">
                  <c:v>0</c:v>
                </c:pt>
                <c:pt idx="3567">
                  <c:v>0</c:v>
                </c:pt>
                <c:pt idx="3568">
                  <c:v>0</c:v>
                </c:pt>
                <c:pt idx="3569">
                  <c:v>0</c:v>
                </c:pt>
                <c:pt idx="3570">
                  <c:v>0</c:v>
                </c:pt>
                <c:pt idx="3571">
                  <c:v>0</c:v>
                </c:pt>
                <c:pt idx="3572">
                  <c:v>0</c:v>
                </c:pt>
                <c:pt idx="3573">
                  <c:v>0</c:v>
                </c:pt>
                <c:pt idx="3574">
                  <c:v>0</c:v>
                </c:pt>
                <c:pt idx="3575">
                  <c:v>0</c:v>
                </c:pt>
                <c:pt idx="3576">
                  <c:v>0</c:v>
                </c:pt>
                <c:pt idx="3577">
                  <c:v>0</c:v>
                </c:pt>
                <c:pt idx="3578">
                  <c:v>0</c:v>
                </c:pt>
                <c:pt idx="3579">
                  <c:v>0</c:v>
                </c:pt>
                <c:pt idx="3580">
                  <c:v>0</c:v>
                </c:pt>
                <c:pt idx="3581">
                  <c:v>0</c:v>
                </c:pt>
                <c:pt idx="3582">
                  <c:v>0</c:v>
                </c:pt>
                <c:pt idx="3583">
                  <c:v>0</c:v>
                </c:pt>
                <c:pt idx="3584">
                  <c:v>0</c:v>
                </c:pt>
                <c:pt idx="3585">
                  <c:v>0</c:v>
                </c:pt>
                <c:pt idx="3586">
                  <c:v>0</c:v>
                </c:pt>
                <c:pt idx="3587">
                  <c:v>0</c:v>
                </c:pt>
                <c:pt idx="3588">
                  <c:v>0</c:v>
                </c:pt>
                <c:pt idx="3589">
                  <c:v>0</c:v>
                </c:pt>
                <c:pt idx="3590">
                  <c:v>0</c:v>
                </c:pt>
                <c:pt idx="3591">
                  <c:v>0</c:v>
                </c:pt>
                <c:pt idx="3592">
                  <c:v>0</c:v>
                </c:pt>
                <c:pt idx="3593">
                  <c:v>0</c:v>
                </c:pt>
                <c:pt idx="3594">
                  <c:v>0</c:v>
                </c:pt>
                <c:pt idx="3595">
                  <c:v>0</c:v>
                </c:pt>
                <c:pt idx="3596">
                  <c:v>0</c:v>
                </c:pt>
                <c:pt idx="3597">
                  <c:v>0</c:v>
                </c:pt>
                <c:pt idx="3598">
                  <c:v>0</c:v>
                </c:pt>
                <c:pt idx="3599">
                  <c:v>0</c:v>
                </c:pt>
                <c:pt idx="3600">
                  <c:v>0</c:v>
                </c:pt>
                <c:pt idx="3601">
                  <c:v>0</c:v>
                </c:pt>
                <c:pt idx="3602">
                  <c:v>0</c:v>
                </c:pt>
                <c:pt idx="3603">
                  <c:v>0</c:v>
                </c:pt>
                <c:pt idx="3604">
                  <c:v>0</c:v>
                </c:pt>
                <c:pt idx="3605">
                  <c:v>0</c:v>
                </c:pt>
                <c:pt idx="3606">
                  <c:v>0</c:v>
                </c:pt>
                <c:pt idx="3607">
                  <c:v>0</c:v>
                </c:pt>
                <c:pt idx="3608">
                  <c:v>0</c:v>
                </c:pt>
                <c:pt idx="3609">
                  <c:v>0</c:v>
                </c:pt>
                <c:pt idx="3610">
                  <c:v>0</c:v>
                </c:pt>
                <c:pt idx="3611">
                  <c:v>0</c:v>
                </c:pt>
                <c:pt idx="3612">
                  <c:v>0</c:v>
                </c:pt>
                <c:pt idx="3613">
                  <c:v>0</c:v>
                </c:pt>
                <c:pt idx="3614">
                  <c:v>0</c:v>
                </c:pt>
                <c:pt idx="3615">
                  <c:v>0</c:v>
                </c:pt>
                <c:pt idx="3616">
                  <c:v>0</c:v>
                </c:pt>
                <c:pt idx="3617">
                  <c:v>0</c:v>
                </c:pt>
                <c:pt idx="3618">
                  <c:v>0</c:v>
                </c:pt>
                <c:pt idx="3619">
                  <c:v>0</c:v>
                </c:pt>
                <c:pt idx="3620">
                  <c:v>0</c:v>
                </c:pt>
                <c:pt idx="3621">
                  <c:v>0</c:v>
                </c:pt>
                <c:pt idx="3622">
                  <c:v>0</c:v>
                </c:pt>
                <c:pt idx="3623">
                  <c:v>0</c:v>
                </c:pt>
                <c:pt idx="3624">
                  <c:v>0</c:v>
                </c:pt>
                <c:pt idx="3625">
                  <c:v>0</c:v>
                </c:pt>
                <c:pt idx="3626">
                  <c:v>0</c:v>
                </c:pt>
                <c:pt idx="3627">
                  <c:v>0</c:v>
                </c:pt>
                <c:pt idx="3628">
                  <c:v>0</c:v>
                </c:pt>
                <c:pt idx="3629">
                  <c:v>0</c:v>
                </c:pt>
                <c:pt idx="3630">
                  <c:v>0</c:v>
                </c:pt>
                <c:pt idx="3631">
                  <c:v>0</c:v>
                </c:pt>
                <c:pt idx="3632">
                  <c:v>0</c:v>
                </c:pt>
                <c:pt idx="3633">
                  <c:v>0</c:v>
                </c:pt>
                <c:pt idx="3634">
                  <c:v>0</c:v>
                </c:pt>
                <c:pt idx="3635">
                  <c:v>0</c:v>
                </c:pt>
                <c:pt idx="3636">
                  <c:v>0</c:v>
                </c:pt>
                <c:pt idx="3637">
                  <c:v>0</c:v>
                </c:pt>
                <c:pt idx="3638">
                  <c:v>0</c:v>
                </c:pt>
                <c:pt idx="3639">
                  <c:v>0</c:v>
                </c:pt>
                <c:pt idx="3640">
                  <c:v>9</c:v>
                </c:pt>
                <c:pt idx="3641">
                  <c:v>9</c:v>
                </c:pt>
                <c:pt idx="3642">
                  <c:v>9</c:v>
                </c:pt>
                <c:pt idx="3643">
                  <c:v>9</c:v>
                </c:pt>
                <c:pt idx="3644">
                  <c:v>9</c:v>
                </c:pt>
                <c:pt idx="3645">
                  <c:v>9</c:v>
                </c:pt>
                <c:pt idx="3646">
                  <c:v>9</c:v>
                </c:pt>
                <c:pt idx="3647">
                  <c:v>9</c:v>
                </c:pt>
                <c:pt idx="3648">
                  <c:v>9</c:v>
                </c:pt>
                <c:pt idx="3649">
                  <c:v>9</c:v>
                </c:pt>
                <c:pt idx="3650">
                  <c:v>9</c:v>
                </c:pt>
                <c:pt idx="3651">
                  <c:v>9</c:v>
                </c:pt>
                <c:pt idx="3652">
                  <c:v>9</c:v>
                </c:pt>
                <c:pt idx="3653">
                  <c:v>9</c:v>
                </c:pt>
                <c:pt idx="3654">
                  <c:v>9</c:v>
                </c:pt>
                <c:pt idx="3655">
                  <c:v>9</c:v>
                </c:pt>
                <c:pt idx="3656">
                  <c:v>9</c:v>
                </c:pt>
                <c:pt idx="3657">
                  <c:v>9</c:v>
                </c:pt>
                <c:pt idx="3658">
                  <c:v>9</c:v>
                </c:pt>
                <c:pt idx="3659">
                  <c:v>9</c:v>
                </c:pt>
                <c:pt idx="3660">
                  <c:v>9</c:v>
                </c:pt>
                <c:pt idx="3661">
                  <c:v>0</c:v>
                </c:pt>
                <c:pt idx="3662">
                  <c:v>0</c:v>
                </c:pt>
                <c:pt idx="3663">
                  <c:v>0</c:v>
                </c:pt>
                <c:pt idx="3664">
                  <c:v>0</c:v>
                </c:pt>
                <c:pt idx="3665">
                  <c:v>0</c:v>
                </c:pt>
                <c:pt idx="3666">
                  <c:v>0</c:v>
                </c:pt>
                <c:pt idx="3667">
                  <c:v>0</c:v>
                </c:pt>
                <c:pt idx="3668">
                  <c:v>0</c:v>
                </c:pt>
                <c:pt idx="3669">
                  <c:v>0</c:v>
                </c:pt>
                <c:pt idx="3670">
                  <c:v>0</c:v>
                </c:pt>
                <c:pt idx="3671">
                  <c:v>0</c:v>
                </c:pt>
                <c:pt idx="3672">
                  <c:v>0</c:v>
                </c:pt>
                <c:pt idx="3673">
                  <c:v>0</c:v>
                </c:pt>
                <c:pt idx="3674">
                  <c:v>0</c:v>
                </c:pt>
                <c:pt idx="3675">
                  <c:v>0</c:v>
                </c:pt>
                <c:pt idx="3676">
                  <c:v>0</c:v>
                </c:pt>
                <c:pt idx="3677">
                  <c:v>0</c:v>
                </c:pt>
                <c:pt idx="3678">
                  <c:v>0</c:v>
                </c:pt>
                <c:pt idx="3679">
                  <c:v>0</c:v>
                </c:pt>
                <c:pt idx="3680">
                  <c:v>0</c:v>
                </c:pt>
                <c:pt idx="3681">
                  <c:v>0</c:v>
                </c:pt>
                <c:pt idx="3682">
                  <c:v>0</c:v>
                </c:pt>
                <c:pt idx="3683">
                  <c:v>0</c:v>
                </c:pt>
                <c:pt idx="3684">
                  <c:v>0</c:v>
                </c:pt>
                <c:pt idx="3685">
                  <c:v>0</c:v>
                </c:pt>
                <c:pt idx="3686">
                  <c:v>0</c:v>
                </c:pt>
                <c:pt idx="3687">
                  <c:v>0</c:v>
                </c:pt>
                <c:pt idx="3688">
                  <c:v>0</c:v>
                </c:pt>
                <c:pt idx="3689">
                  <c:v>0</c:v>
                </c:pt>
                <c:pt idx="3690">
                  <c:v>0</c:v>
                </c:pt>
                <c:pt idx="3691">
                  <c:v>0</c:v>
                </c:pt>
                <c:pt idx="3692">
                  <c:v>0</c:v>
                </c:pt>
                <c:pt idx="3693">
                  <c:v>0</c:v>
                </c:pt>
                <c:pt idx="3694">
                  <c:v>0</c:v>
                </c:pt>
                <c:pt idx="3695">
                  <c:v>0</c:v>
                </c:pt>
                <c:pt idx="3696">
                  <c:v>0</c:v>
                </c:pt>
                <c:pt idx="3697">
                  <c:v>0</c:v>
                </c:pt>
                <c:pt idx="3698">
                  <c:v>0</c:v>
                </c:pt>
                <c:pt idx="3699">
                  <c:v>0</c:v>
                </c:pt>
                <c:pt idx="3700">
                  <c:v>0</c:v>
                </c:pt>
                <c:pt idx="3701">
                  <c:v>0</c:v>
                </c:pt>
                <c:pt idx="3702">
                  <c:v>0</c:v>
                </c:pt>
                <c:pt idx="3703">
                  <c:v>0</c:v>
                </c:pt>
                <c:pt idx="3704">
                  <c:v>0</c:v>
                </c:pt>
                <c:pt idx="3705">
                  <c:v>0</c:v>
                </c:pt>
                <c:pt idx="3706">
                  <c:v>0</c:v>
                </c:pt>
                <c:pt idx="3707">
                  <c:v>0</c:v>
                </c:pt>
                <c:pt idx="3708">
                  <c:v>0</c:v>
                </c:pt>
                <c:pt idx="3709">
                  <c:v>0</c:v>
                </c:pt>
                <c:pt idx="3710">
                  <c:v>0</c:v>
                </c:pt>
                <c:pt idx="3711">
                  <c:v>0</c:v>
                </c:pt>
                <c:pt idx="3712">
                  <c:v>0</c:v>
                </c:pt>
                <c:pt idx="3713">
                  <c:v>0</c:v>
                </c:pt>
                <c:pt idx="3714">
                  <c:v>0</c:v>
                </c:pt>
                <c:pt idx="3715">
                  <c:v>0</c:v>
                </c:pt>
                <c:pt idx="3716">
                  <c:v>0</c:v>
                </c:pt>
                <c:pt idx="3717">
                  <c:v>0</c:v>
                </c:pt>
                <c:pt idx="3718">
                  <c:v>0</c:v>
                </c:pt>
                <c:pt idx="3719">
                  <c:v>0</c:v>
                </c:pt>
                <c:pt idx="3720">
                  <c:v>0</c:v>
                </c:pt>
                <c:pt idx="3721">
                  <c:v>0</c:v>
                </c:pt>
                <c:pt idx="3722">
                  <c:v>0</c:v>
                </c:pt>
                <c:pt idx="3723">
                  <c:v>0</c:v>
                </c:pt>
                <c:pt idx="3724">
                  <c:v>0</c:v>
                </c:pt>
                <c:pt idx="3725">
                  <c:v>0</c:v>
                </c:pt>
                <c:pt idx="3726">
                  <c:v>0</c:v>
                </c:pt>
                <c:pt idx="3727">
                  <c:v>0</c:v>
                </c:pt>
                <c:pt idx="3728">
                  <c:v>0</c:v>
                </c:pt>
                <c:pt idx="3729">
                  <c:v>0</c:v>
                </c:pt>
                <c:pt idx="3730">
                  <c:v>0</c:v>
                </c:pt>
                <c:pt idx="3731">
                  <c:v>0</c:v>
                </c:pt>
                <c:pt idx="3732">
                  <c:v>0</c:v>
                </c:pt>
                <c:pt idx="3733">
                  <c:v>0</c:v>
                </c:pt>
                <c:pt idx="3734">
                  <c:v>0</c:v>
                </c:pt>
                <c:pt idx="3735">
                  <c:v>0</c:v>
                </c:pt>
                <c:pt idx="3736">
                  <c:v>0</c:v>
                </c:pt>
                <c:pt idx="3737">
                  <c:v>0</c:v>
                </c:pt>
                <c:pt idx="3738">
                  <c:v>0</c:v>
                </c:pt>
                <c:pt idx="3739">
                  <c:v>0</c:v>
                </c:pt>
                <c:pt idx="3740">
                  <c:v>0</c:v>
                </c:pt>
                <c:pt idx="3741">
                  <c:v>0</c:v>
                </c:pt>
                <c:pt idx="3742">
                  <c:v>0</c:v>
                </c:pt>
                <c:pt idx="3743">
                  <c:v>0</c:v>
                </c:pt>
                <c:pt idx="3744">
                  <c:v>0</c:v>
                </c:pt>
                <c:pt idx="3745">
                  <c:v>0</c:v>
                </c:pt>
                <c:pt idx="3746">
                  <c:v>0</c:v>
                </c:pt>
                <c:pt idx="3747">
                  <c:v>0</c:v>
                </c:pt>
                <c:pt idx="3748">
                  <c:v>0</c:v>
                </c:pt>
                <c:pt idx="3749">
                  <c:v>0</c:v>
                </c:pt>
                <c:pt idx="3750">
                  <c:v>0</c:v>
                </c:pt>
                <c:pt idx="3751">
                  <c:v>0</c:v>
                </c:pt>
                <c:pt idx="3752">
                  <c:v>0</c:v>
                </c:pt>
                <c:pt idx="3753">
                  <c:v>0</c:v>
                </c:pt>
                <c:pt idx="3754">
                  <c:v>0</c:v>
                </c:pt>
                <c:pt idx="3755">
                  <c:v>0</c:v>
                </c:pt>
                <c:pt idx="3756">
                  <c:v>0</c:v>
                </c:pt>
                <c:pt idx="3757">
                  <c:v>0</c:v>
                </c:pt>
                <c:pt idx="3758">
                  <c:v>0</c:v>
                </c:pt>
                <c:pt idx="3759">
                  <c:v>0</c:v>
                </c:pt>
                <c:pt idx="3760">
                  <c:v>0</c:v>
                </c:pt>
                <c:pt idx="3761">
                  <c:v>0</c:v>
                </c:pt>
                <c:pt idx="3762">
                  <c:v>0</c:v>
                </c:pt>
                <c:pt idx="3763">
                  <c:v>0</c:v>
                </c:pt>
                <c:pt idx="3764">
                  <c:v>0</c:v>
                </c:pt>
                <c:pt idx="3765">
                  <c:v>0</c:v>
                </c:pt>
                <c:pt idx="3766">
                  <c:v>0</c:v>
                </c:pt>
                <c:pt idx="3767">
                  <c:v>0</c:v>
                </c:pt>
                <c:pt idx="3768">
                  <c:v>0</c:v>
                </c:pt>
                <c:pt idx="3769">
                  <c:v>0</c:v>
                </c:pt>
                <c:pt idx="3770">
                  <c:v>0</c:v>
                </c:pt>
                <c:pt idx="3771">
                  <c:v>0</c:v>
                </c:pt>
                <c:pt idx="3772">
                  <c:v>0</c:v>
                </c:pt>
                <c:pt idx="3773">
                  <c:v>0</c:v>
                </c:pt>
                <c:pt idx="3774">
                  <c:v>0</c:v>
                </c:pt>
                <c:pt idx="3775">
                  <c:v>0</c:v>
                </c:pt>
                <c:pt idx="3776">
                  <c:v>0</c:v>
                </c:pt>
                <c:pt idx="3777">
                  <c:v>0</c:v>
                </c:pt>
                <c:pt idx="3778">
                  <c:v>0</c:v>
                </c:pt>
                <c:pt idx="3779">
                  <c:v>0</c:v>
                </c:pt>
                <c:pt idx="3780">
                  <c:v>0</c:v>
                </c:pt>
                <c:pt idx="3781">
                  <c:v>0</c:v>
                </c:pt>
                <c:pt idx="3782">
                  <c:v>0</c:v>
                </c:pt>
                <c:pt idx="3783">
                  <c:v>0</c:v>
                </c:pt>
                <c:pt idx="3784">
                  <c:v>0</c:v>
                </c:pt>
                <c:pt idx="3785">
                  <c:v>0</c:v>
                </c:pt>
                <c:pt idx="3786">
                  <c:v>0</c:v>
                </c:pt>
                <c:pt idx="3787">
                  <c:v>0</c:v>
                </c:pt>
                <c:pt idx="3788">
                  <c:v>0</c:v>
                </c:pt>
                <c:pt idx="3789">
                  <c:v>0</c:v>
                </c:pt>
                <c:pt idx="3790">
                  <c:v>0</c:v>
                </c:pt>
                <c:pt idx="3791">
                  <c:v>0</c:v>
                </c:pt>
                <c:pt idx="3792">
                  <c:v>0</c:v>
                </c:pt>
                <c:pt idx="3793">
                  <c:v>0</c:v>
                </c:pt>
                <c:pt idx="3794">
                  <c:v>0</c:v>
                </c:pt>
                <c:pt idx="3795">
                  <c:v>0</c:v>
                </c:pt>
                <c:pt idx="3796">
                  <c:v>0</c:v>
                </c:pt>
                <c:pt idx="3797">
                  <c:v>0</c:v>
                </c:pt>
                <c:pt idx="3798">
                  <c:v>0</c:v>
                </c:pt>
                <c:pt idx="3799">
                  <c:v>0</c:v>
                </c:pt>
                <c:pt idx="3800">
                  <c:v>0</c:v>
                </c:pt>
                <c:pt idx="3801">
                  <c:v>0</c:v>
                </c:pt>
                <c:pt idx="3802">
                  <c:v>0</c:v>
                </c:pt>
                <c:pt idx="3803">
                  <c:v>0</c:v>
                </c:pt>
                <c:pt idx="3804">
                  <c:v>0</c:v>
                </c:pt>
                <c:pt idx="3805">
                  <c:v>0</c:v>
                </c:pt>
                <c:pt idx="3806">
                  <c:v>0</c:v>
                </c:pt>
                <c:pt idx="3807">
                  <c:v>0</c:v>
                </c:pt>
                <c:pt idx="3808">
                  <c:v>0</c:v>
                </c:pt>
                <c:pt idx="3809">
                  <c:v>0</c:v>
                </c:pt>
                <c:pt idx="3810">
                  <c:v>0</c:v>
                </c:pt>
                <c:pt idx="3811">
                  <c:v>0</c:v>
                </c:pt>
                <c:pt idx="3812">
                  <c:v>0</c:v>
                </c:pt>
                <c:pt idx="3813">
                  <c:v>0</c:v>
                </c:pt>
                <c:pt idx="3814">
                  <c:v>0</c:v>
                </c:pt>
                <c:pt idx="3815">
                  <c:v>0</c:v>
                </c:pt>
                <c:pt idx="3816">
                  <c:v>0</c:v>
                </c:pt>
                <c:pt idx="3817">
                  <c:v>0</c:v>
                </c:pt>
                <c:pt idx="3818">
                  <c:v>0</c:v>
                </c:pt>
                <c:pt idx="3819">
                  <c:v>0</c:v>
                </c:pt>
                <c:pt idx="3820">
                  <c:v>0</c:v>
                </c:pt>
                <c:pt idx="3821">
                  <c:v>0</c:v>
                </c:pt>
                <c:pt idx="3822">
                  <c:v>0</c:v>
                </c:pt>
                <c:pt idx="3823">
                  <c:v>0</c:v>
                </c:pt>
                <c:pt idx="3824">
                  <c:v>0</c:v>
                </c:pt>
                <c:pt idx="3825">
                  <c:v>0</c:v>
                </c:pt>
                <c:pt idx="3826">
                  <c:v>0</c:v>
                </c:pt>
                <c:pt idx="3827">
                  <c:v>0</c:v>
                </c:pt>
                <c:pt idx="3828">
                  <c:v>0</c:v>
                </c:pt>
                <c:pt idx="3829">
                  <c:v>0</c:v>
                </c:pt>
                <c:pt idx="3830">
                  <c:v>0</c:v>
                </c:pt>
                <c:pt idx="3831">
                  <c:v>0</c:v>
                </c:pt>
                <c:pt idx="3832">
                  <c:v>0</c:v>
                </c:pt>
                <c:pt idx="3833">
                  <c:v>0</c:v>
                </c:pt>
                <c:pt idx="3834">
                  <c:v>0</c:v>
                </c:pt>
                <c:pt idx="3835">
                  <c:v>0</c:v>
                </c:pt>
                <c:pt idx="3836">
                  <c:v>0</c:v>
                </c:pt>
                <c:pt idx="3837">
                  <c:v>0</c:v>
                </c:pt>
                <c:pt idx="3838">
                  <c:v>0</c:v>
                </c:pt>
                <c:pt idx="3839">
                  <c:v>0</c:v>
                </c:pt>
                <c:pt idx="3840">
                  <c:v>0</c:v>
                </c:pt>
                <c:pt idx="3841">
                  <c:v>0</c:v>
                </c:pt>
                <c:pt idx="3842">
                  <c:v>0</c:v>
                </c:pt>
                <c:pt idx="3843">
                  <c:v>0</c:v>
                </c:pt>
                <c:pt idx="3844">
                  <c:v>0</c:v>
                </c:pt>
                <c:pt idx="3845">
                  <c:v>0</c:v>
                </c:pt>
                <c:pt idx="3846">
                  <c:v>0</c:v>
                </c:pt>
                <c:pt idx="3847">
                  <c:v>0</c:v>
                </c:pt>
                <c:pt idx="3848">
                  <c:v>0</c:v>
                </c:pt>
                <c:pt idx="3849">
                  <c:v>0</c:v>
                </c:pt>
                <c:pt idx="3850">
                  <c:v>0</c:v>
                </c:pt>
                <c:pt idx="3851">
                  <c:v>0</c:v>
                </c:pt>
                <c:pt idx="3852">
                  <c:v>0</c:v>
                </c:pt>
                <c:pt idx="3853">
                  <c:v>0</c:v>
                </c:pt>
                <c:pt idx="3854">
                  <c:v>0</c:v>
                </c:pt>
                <c:pt idx="3855">
                  <c:v>0</c:v>
                </c:pt>
                <c:pt idx="3856">
                  <c:v>0</c:v>
                </c:pt>
                <c:pt idx="3857">
                  <c:v>0</c:v>
                </c:pt>
                <c:pt idx="3858">
                  <c:v>0</c:v>
                </c:pt>
                <c:pt idx="3859">
                  <c:v>0</c:v>
                </c:pt>
                <c:pt idx="3860">
                  <c:v>0</c:v>
                </c:pt>
                <c:pt idx="3861">
                  <c:v>0</c:v>
                </c:pt>
                <c:pt idx="3862">
                  <c:v>0</c:v>
                </c:pt>
                <c:pt idx="3863">
                  <c:v>0</c:v>
                </c:pt>
                <c:pt idx="3864">
                  <c:v>0</c:v>
                </c:pt>
                <c:pt idx="3865">
                  <c:v>0</c:v>
                </c:pt>
                <c:pt idx="3866">
                  <c:v>0</c:v>
                </c:pt>
                <c:pt idx="3867">
                  <c:v>0</c:v>
                </c:pt>
                <c:pt idx="3868">
                  <c:v>0</c:v>
                </c:pt>
                <c:pt idx="3869">
                  <c:v>0</c:v>
                </c:pt>
                <c:pt idx="3870">
                  <c:v>0</c:v>
                </c:pt>
                <c:pt idx="3871">
                  <c:v>0</c:v>
                </c:pt>
                <c:pt idx="3872">
                  <c:v>0</c:v>
                </c:pt>
                <c:pt idx="3873">
                  <c:v>0</c:v>
                </c:pt>
                <c:pt idx="3874">
                  <c:v>0</c:v>
                </c:pt>
                <c:pt idx="3875">
                  <c:v>0</c:v>
                </c:pt>
                <c:pt idx="3876">
                  <c:v>0</c:v>
                </c:pt>
                <c:pt idx="3877">
                  <c:v>0</c:v>
                </c:pt>
                <c:pt idx="3878">
                  <c:v>0</c:v>
                </c:pt>
                <c:pt idx="3879">
                  <c:v>0</c:v>
                </c:pt>
                <c:pt idx="3880">
                  <c:v>0</c:v>
                </c:pt>
                <c:pt idx="3881">
                  <c:v>0</c:v>
                </c:pt>
                <c:pt idx="3882">
                  <c:v>0</c:v>
                </c:pt>
                <c:pt idx="3883">
                  <c:v>0</c:v>
                </c:pt>
                <c:pt idx="3884">
                  <c:v>0</c:v>
                </c:pt>
                <c:pt idx="3885">
                  <c:v>0</c:v>
                </c:pt>
                <c:pt idx="3886">
                  <c:v>0</c:v>
                </c:pt>
                <c:pt idx="3887">
                  <c:v>0</c:v>
                </c:pt>
                <c:pt idx="3888">
                  <c:v>0</c:v>
                </c:pt>
                <c:pt idx="3889">
                  <c:v>0</c:v>
                </c:pt>
                <c:pt idx="3890">
                  <c:v>0</c:v>
                </c:pt>
                <c:pt idx="3891">
                  <c:v>0</c:v>
                </c:pt>
                <c:pt idx="3892">
                  <c:v>0</c:v>
                </c:pt>
                <c:pt idx="3893">
                  <c:v>0</c:v>
                </c:pt>
                <c:pt idx="3894">
                  <c:v>0</c:v>
                </c:pt>
                <c:pt idx="3895">
                  <c:v>0</c:v>
                </c:pt>
                <c:pt idx="3896">
                  <c:v>0</c:v>
                </c:pt>
                <c:pt idx="3897">
                  <c:v>0</c:v>
                </c:pt>
                <c:pt idx="3898">
                  <c:v>0</c:v>
                </c:pt>
                <c:pt idx="3899">
                  <c:v>0</c:v>
                </c:pt>
                <c:pt idx="3900">
                  <c:v>0</c:v>
                </c:pt>
                <c:pt idx="3901">
                  <c:v>0</c:v>
                </c:pt>
                <c:pt idx="3902">
                  <c:v>0</c:v>
                </c:pt>
                <c:pt idx="3903">
                  <c:v>0</c:v>
                </c:pt>
                <c:pt idx="3904">
                  <c:v>0</c:v>
                </c:pt>
                <c:pt idx="3905">
                  <c:v>0</c:v>
                </c:pt>
                <c:pt idx="3906">
                  <c:v>0</c:v>
                </c:pt>
                <c:pt idx="3907">
                  <c:v>0</c:v>
                </c:pt>
                <c:pt idx="3908">
                  <c:v>0</c:v>
                </c:pt>
                <c:pt idx="3909">
                  <c:v>0</c:v>
                </c:pt>
                <c:pt idx="3910">
                  <c:v>0</c:v>
                </c:pt>
                <c:pt idx="3911">
                  <c:v>0</c:v>
                </c:pt>
                <c:pt idx="3912">
                  <c:v>0</c:v>
                </c:pt>
                <c:pt idx="3913">
                  <c:v>0</c:v>
                </c:pt>
                <c:pt idx="3914">
                  <c:v>0</c:v>
                </c:pt>
                <c:pt idx="3915">
                  <c:v>0</c:v>
                </c:pt>
                <c:pt idx="3916">
                  <c:v>0</c:v>
                </c:pt>
                <c:pt idx="3917">
                  <c:v>0</c:v>
                </c:pt>
                <c:pt idx="3918">
                  <c:v>0</c:v>
                </c:pt>
                <c:pt idx="3919">
                  <c:v>0</c:v>
                </c:pt>
                <c:pt idx="3920">
                  <c:v>0</c:v>
                </c:pt>
                <c:pt idx="3921">
                  <c:v>0</c:v>
                </c:pt>
                <c:pt idx="3922">
                  <c:v>0</c:v>
                </c:pt>
                <c:pt idx="3923">
                  <c:v>0</c:v>
                </c:pt>
                <c:pt idx="3924">
                  <c:v>0</c:v>
                </c:pt>
                <c:pt idx="3925">
                  <c:v>0</c:v>
                </c:pt>
                <c:pt idx="3926">
                  <c:v>0</c:v>
                </c:pt>
                <c:pt idx="3927">
                  <c:v>0</c:v>
                </c:pt>
                <c:pt idx="3928">
                  <c:v>0</c:v>
                </c:pt>
                <c:pt idx="3929">
                  <c:v>0</c:v>
                </c:pt>
                <c:pt idx="3930">
                  <c:v>0</c:v>
                </c:pt>
                <c:pt idx="3931">
                  <c:v>0</c:v>
                </c:pt>
                <c:pt idx="3932">
                  <c:v>0</c:v>
                </c:pt>
                <c:pt idx="3933">
                  <c:v>0</c:v>
                </c:pt>
                <c:pt idx="3934">
                  <c:v>0</c:v>
                </c:pt>
                <c:pt idx="3935">
                  <c:v>0</c:v>
                </c:pt>
                <c:pt idx="3936">
                  <c:v>0</c:v>
                </c:pt>
                <c:pt idx="3937">
                  <c:v>0</c:v>
                </c:pt>
                <c:pt idx="3938">
                  <c:v>0</c:v>
                </c:pt>
                <c:pt idx="3939">
                  <c:v>0</c:v>
                </c:pt>
                <c:pt idx="3940">
                  <c:v>0</c:v>
                </c:pt>
                <c:pt idx="3941">
                  <c:v>0</c:v>
                </c:pt>
                <c:pt idx="3942">
                  <c:v>0</c:v>
                </c:pt>
                <c:pt idx="3943">
                  <c:v>0</c:v>
                </c:pt>
                <c:pt idx="3944">
                  <c:v>0</c:v>
                </c:pt>
                <c:pt idx="3945">
                  <c:v>0</c:v>
                </c:pt>
                <c:pt idx="3946">
                  <c:v>0</c:v>
                </c:pt>
                <c:pt idx="3947">
                  <c:v>0</c:v>
                </c:pt>
                <c:pt idx="3948">
                  <c:v>0</c:v>
                </c:pt>
                <c:pt idx="3949">
                  <c:v>0</c:v>
                </c:pt>
                <c:pt idx="3950">
                  <c:v>0</c:v>
                </c:pt>
                <c:pt idx="3951">
                  <c:v>0</c:v>
                </c:pt>
                <c:pt idx="3952">
                  <c:v>0</c:v>
                </c:pt>
                <c:pt idx="3953">
                  <c:v>0</c:v>
                </c:pt>
                <c:pt idx="3954">
                  <c:v>0</c:v>
                </c:pt>
                <c:pt idx="3955">
                  <c:v>0</c:v>
                </c:pt>
                <c:pt idx="3956">
                  <c:v>0</c:v>
                </c:pt>
                <c:pt idx="3957">
                  <c:v>0</c:v>
                </c:pt>
                <c:pt idx="3958">
                  <c:v>0</c:v>
                </c:pt>
                <c:pt idx="3959">
                  <c:v>0</c:v>
                </c:pt>
                <c:pt idx="3960">
                  <c:v>0</c:v>
                </c:pt>
                <c:pt idx="3961">
                  <c:v>0</c:v>
                </c:pt>
                <c:pt idx="3962">
                  <c:v>0</c:v>
                </c:pt>
                <c:pt idx="3963">
                  <c:v>0</c:v>
                </c:pt>
                <c:pt idx="3964">
                  <c:v>0</c:v>
                </c:pt>
                <c:pt idx="3965">
                  <c:v>0</c:v>
                </c:pt>
                <c:pt idx="3966">
                  <c:v>0</c:v>
                </c:pt>
                <c:pt idx="3967">
                  <c:v>0</c:v>
                </c:pt>
                <c:pt idx="3968">
                  <c:v>0</c:v>
                </c:pt>
                <c:pt idx="3969">
                  <c:v>0</c:v>
                </c:pt>
                <c:pt idx="3970">
                  <c:v>0</c:v>
                </c:pt>
                <c:pt idx="3971">
                  <c:v>0</c:v>
                </c:pt>
                <c:pt idx="3972">
                  <c:v>0</c:v>
                </c:pt>
                <c:pt idx="3973">
                  <c:v>0</c:v>
                </c:pt>
                <c:pt idx="3974">
                  <c:v>0</c:v>
                </c:pt>
                <c:pt idx="3975">
                  <c:v>0</c:v>
                </c:pt>
                <c:pt idx="3976">
                  <c:v>0</c:v>
                </c:pt>
                <c:pt idx="3977">
                  <c:v>0</c:v>
                </c:pt>
                <c:pt idx="3978">
                  <c:v>0</c:v>
                </c:pt>
                <c:pt idx="3979">
                  <c:v>0</c:v>
                </c:pt>
                <c:pt idx="3980">
                  <c:v>0</c:v>
                </c:pt>
                <c:pt idx="3981">
                  <c:v>0</c:v>
                </c:pt>
                <c:pt idx="3982">
                  <c:v>0</c:v>
                </c:pt>
                <c:pt idx="3983">
                  <c:v>0</c:v>
                </c:pt>
                <c:pt idx="3984">
                  <c:v>0</c:v>
                </c:pt>
                <c:pt idx="3985">
                  <c:v>0</c:v>
                </c:pt>
                <c:pt idx="3986">
                  <c:v>0</c:v>
                </c:pt>
                <c:pt idx="3987">
                  <c:v>0</c:v>
                </c:pt>
                <c:pt idx="3988">
                  <c:v>0</c:v>
                </c:pt>
                <c:pt idx="3989">
                  <c:v>0</c:v>
                </c:pt>
                <c:pt idx="3990">
                  <c:v>0</c:v>
                </c:pt>
                <c:pt idx="3991">
                  <c:v>0</c:v>
                </c:pt>
                <c:pt idx="3992">
                  <c:v>0</c:v>
                </c:pt>
                <c:pt idx="3993">
                  <c:v>0</c:v>
                </c:pt>
                <c:pt idx="3994">
                  <c:v>0</c:v>
                </c:pt>
                <c:pt idx="3995">
                  <c:v>0</c:v>
                </c:pt>
                <c:pt idx="3996">
                  <c:v>0</c:v>
                </c:pt>
                <c:pt idx="3997">
                  <c:v>0</c:v>
                </c:pt>
                <c:pt idx="3998">
                  <c:v>0</c:v>
                </c:pt>
                <c:pt idx="3999">
                  <c:v>0</c:v>
                </c:pt>
                <c:pt idx="4000">
                  <c:v>0</c:v>
                </c:pt>
                <c:pt idx="4001">
                  <c:v>0</c:v>
                </c:pt>
                <c:pt idx="4002">
                  <c:v>0</c:v>
                </c:pt>
                <c:pt idx="4003">
                  <c:v>0</c:v>
                </c:pt>
                <c:pt idx="4004">
                  <c:v>0</c:v>
                </c:pt>
                <c:pt idx="4005">
                  <c:v>0</c:v>
                </c:pt>
                <c:pt idx="4006">
                  <c:v>0</c:v>
                </c:pt>
                <c:pt idx="4007">
                  <c:v>0</c:v>
                </c:pt>
                <c:pt idx="4008">
                  <c:v>0</c:v>
                </c:pt>
                <c:pt idx="4009">
                  <c:v>0</c:v>
                </c:pt>
                <c:pt idx="4010">
                  <c:v>0</c:v>
                </c:pt>
                <c:pt idx="4011">
                  <c:v>0</c:v>
                </c:pt>
                <c:pt idx="4012">
                  <c:v>0</c:v>
                </c:pt>
                <c:pt idx="4013">
                  <c:v>0</c:v>
                </c:pt>
                <c:pt idx="4014">
                  <c:v>0</c:v>
                </c:pt>
                <c:pt idx="4015">
                  <c:v>0</c:v>
                </c:pt>
                <c:pt idx="4016">
                  <c:v>0</c:v>
                </c:pt>
                <c:pt idx="4017">
                  <c:v>0</c:v>
                </c:pt>
                <c:pt idx="4018">
                  <c:v>0</c:v>
                </c:pt>
                <c:pt idx="4019">
                  <c:v>0</c:v>
                </c:pt>
                <c:pt idx="4020">
                  <c:v>0</c:v>
                </c:pt>
                <c:pt idx="4021">
                  <c:v>0</c:v>
                </c:pt>
                <c:pt idx="4022">
                  <c:v>0</c:v>
                </c:pt>
                <c:pt idx="4023">
                  <c:v>0</c:v>
                </c:pt>
                <c:pt idx="4024">
                  <c:v>0</c:v>
                </c:pt>
                <c:pt idx="4025">
                  <c:v>0</c:v>
                </c:pt>
                <c:pt idx="4026">
                  <c:v>0</c:v>
                </c:pt>
                <c:pt idx="4027">
                  <c:v>0</c:v>
                </c:pt>
                <c:pt idx="4028">
                  <c:v>0</c:v>
                </c:pt>
                <c:pt idx="4029">
                  <c:v>0</c:v>
                </c:pt>
                <c:pt idx="4030">
                  <c:v>0</c:v>
                </c:pt>
                <c:pt idx="4031">
                  <c:v>0</c:v>
                </c:pt>
                <c:pt idx="4032">
                  <c:v>0</c:v>
                </c:pt>
                <c:pt idx="4033">
                  <c:v>0</c:v>
                </c:pt>
                <c:pt idx="4034">
                  <c:v>0</c:v>
                </c:pt>
                <c:pt idx="4035">
                  <c:v>0</c:v>
                </c:pt>
                <c:pt idx="4036">
                  <c:v>0</c:v>
                </c:pt>
                <c:pt idx="4037">
                  <c:v>0</c:v>
                </c:pt>
                <c:pt idx="4038">
                  <c:v>0</c:v>
                </c:pt>
                <c:pt idx="4039">
                  <c:v>0</c:v>
                </c:pt>
                <c:pt idx="4040">
                  <c:v>0</c:v>
                </c:pt>
                <c:pt idx="4041">
                  <c:v>0</c:v>
                </c:pt>
                <c:pt idx="4042">
                  <c:v>0</c:v>
                </c:pt>
                <c:pt idx="4043">
                  <c:v>0</c:v>
                </c:pt>
                <c:pt idx="4044">
                  <c:v>0</c:v>
                </c:pt>
                <c:pt idx="4045">
                  <c:v>0</c:v>
                </c:pt>
                <c:pt idx="4046">
                  <c:v>0</c:v>
                </c:pt>
                <c:pt idx="4047">
                  <c:v>0</c:v>
                </c:pt>
                <c:pt idx="4048">
                  <c:v>0</c:v>
                </c:pt>
                <c:pt idx="4049">
                  <c:v>0</c:v>
                </c:pt>
                <c:pt idx="4050">
                  <c:v>0</c:v>
                </c:pt>
                <c:pt idx="4051">
                  <c:v>0</c:v>
                </c:pt>
                <c:pt idx="4052">
                  <c:v>0</c:v>
                </c:pt>
                <c:pt idx="4053">
                  <c:v>0</c:v>
                </c:pt>
                <c:pt idx="4054">
                  <c:v>0</c:v>
                </c:pt>
                <c:pt idx="4055">
                  <c:v>0</c:v>
                </c:pt>
                <c:pt idx="4056">
                  <c:v>0</c:v>
                </c:pt>
                <c:pt idx="4057">
                  <c:v>0</c:v>
                </c:pt>
                <c:pt idx="4058">
                  <c:v>0</c:v>
                </c:pt>
                <c:pt idx="4059">
                  <c:v>0</c:v>
                </c:pt>
                <c:pt idx="4060">
                  <c:v>0</c:v>
                </c:pt>
                <c:pt idx="4061">
                  <c:v>0</c:v>
                </c:pt>
                <c:pt idx="4062">
                  <c:v>0</c:v>
                </c:pt>
                <c:pt idx="4063">
                  <c:v>0</c:v>
                </c:pt>
                <c:pt idx="4064">
                  <c:v>0</c:v>
                </c:pt>
                <c:pt idx="4065">
                  <c:v>0</c:v>
                </c:pt>
                <c:pt idx="4066">
                  <c:v>0</c:v>
                </c:pt>
                <c:pt idx="4067">
                  <c:v>0</c:v>
                </c:pt>
                <c:pt idx="4068">
                  <c:v>0</c:v>
                </c:pt>
                <c:pt idx="4069">
                  <c:v>0</c:v>
                </c:pt>
                <c:pt idx="4070">
                  <c:v>0</c:v>
                </c:pt>
                <c:pt idx="4071">
                  <c:v>0</c:v>
                </c:pt>
                <c:pt idx="4072">
                  <c:v>0</c:v>
                </c:pt>
                <c:pt idx="4073">
                  <c:v>0</c:v>
                </c:pt>
                <c:pt idx="4074">
                  <c:v>0</c:v>
                </c:pt>
                <c:pt idx="4075">
                  <c:v>0</c:v>
                </c:pt>
                <c:pt idx="4076">
                  <c:v>0</c:v>
                </c:pt>
                <c:pt idx="4077">
                  <c:v>0</c:v>
                </c:pt>
                <c:pt idx="4078">
                  <c:v>0</c:v>
                </c:pt>
                <c:pt idx="4079">
                  <c:v>0</c:v>
                </c:pt>
                <c:pt idx="4080">
                  <c:v>0</c:v>
                </c:pt>
                <c:pt idx="4081">
                  <c:v>0</c:v>
                </c:pt>
                <c:pt idx="4082">
                  <c:v>0</c:v>
                </c:pt>
                <c:pt idx="4083">
                  <c:v>0</c:v>
                </c:pt>
                <c:pt idx="4084">
                  <c:v>0</c:v>
                </c:pt>
                <c:pt idx="4085">
                  <c:v>0</c:v>
                </c:pt>
                <c:pt idx="4086">
                  <c:v>0</c:v>
                </c:pt>
                <c:pt idx="4087">
                  <c:v>0</c:v>
                </c:pt>
                <c:pt idx="4088">
                  <c:v>0</c:v>
                </c:pt>
                <c:pt idx="4089">
                  <c:v>0</c:v>
                </c:pt>
                <c:pt idx="4090">
                  <c:v>0</c:v>
                </c:pt>
                <c:pt idx="4091">
                  <c:v>0</c:v>
                </c:pt>
                <c:pt idx="4092">
                  <c:v>0</c:v>
                </c:pt>
                <c:pt idx="4093">
                  <c:v>0</c:v>
                </c:pt>
                <c:pt idx="4094">
                  <c:v>0</c:v>
                </c:pt>
                <c:pt idx="4095">
                  <c:v>0</c:v>
                </c:pt>
                <c:pt idx="4096">
                  <c:v>0</c:v>
                </c:pt>
                <c:pt idx="4097">
                  <c:v>0</c:v>
                </c:pt>
                <c:pt idx="4098">
                  <c:v>0</c:v>
                </c:pt>
                <c:pt idx="4099">
                  <c:v>0</c:v>
                </c:pt>
                <c:pt idx="4100">
                  <c:v>0</c:v>
                </c:pt>
                <c:pt idx="4101">
                  <c:v>0</c:v>
                </c:pt>
                <c:pt idx="4102">
                  <c:v>0</c:v>
                </c:pt>
                <c:pt idx="4103">
                  <c:v>0</c:v>
                </c:pt>
                <c:pt idx="4104">
                  <c:v>0</c:v>
                </c:pt>
                <c:pt idx="4105">
                  <c:v>0</c:v>
                </c:pt>
                <c:pt idx="4106">
                  <c:v>0</c:v>
                </c:pt>
                <c:pt idx="4107">
                  <c:v>0</c:v>
                </c:pt>
                <c:pt idx="4108">
                  <c:v>0</c:v>
                </c:pt>
                <c:pt idx="4109">
                  <c:v>0</c:v>
                </c:pt>
                <c:pt idx="4110">
                  <c:v>0</c:v>
                </c:pt>
                <c:pt idx="4111">
                  <c:v>0</c:v>
                </c:pt>
                <c:pt idx="4112">
                  <c:v>0</c:v>
                </c:pt>
                <c:pt idx="4113">
                  <c:v>0</c:v>
                </c:pt>
                <c:pt idx="4114">
                  <c:v>0</c:v>
                </c:pt>
                <c:pt idx="4115">
                  <c:v>0</c:v>
                </c:pt>
                <c:pt idx="4116">
                  <c:v>0</c:v>
                </c:pt>
                <c:pt idx="4117">
                  <c:v>0</c:v>
                </c:pt>
                <c:pt idx="4118">
                  <c:v>0</c:v>
                </c:pt>
                <c:pt idx="4119">
                  <c:v>0</c:v>
                </c:pt>
                <c:pt idx="4120">
                  <c:v>0</c:v>
                </c:pt>
                <c:pt idx="4121">
                  <c:v>0</c:v>
                </c:pt>
                <c:pt idx="4122">
                  <c:v>0</c:v>
                </c:pt>
                <c:pt idx="4123">
                  <c:v>0</c:v>
                </c:pt>
                <c:pt idx="4124">
                  <c:v>0</c:v>
                </c:pt>
                <c:pt idx="4125">
                  <c:v>0</c:v>
                </c:pt>
                <c:pt idx="4126">
                  <c:v>0</c:v>
                </c:pt>
                <c:pt idx="4127">
                  <c:v>0</c:v>
                </c:pt>
                <c:pt idx="4128">
                  <c:v>0</c:v>
                </c:pt>
                <c:pt idx="4129">
                  <c:v>0</c:v>
                </c:pt>
                <c:pt idx="4130">
                  <c:v>0</c:v>
                </c:pt>
                <c:pt idx="4131">
                  <c:v>0</c:v>
                </c:pt>
                <c:pt idx="4132">
                  <c:v>0</c:v>
                </c:pt>
                <c:pt idx="4133">
                  <c:v>0</c:v>
                </c:pt>
                <c:pt idx="4134">
                  <c:v>0</c:v>
                </c:pt>
                <c:pt idx="4135">
                  <c:v>0</c:v>
                </c:pt>
                <c:pt idx="4136">
                  <c:v>0</c:v>
                </c:pt>
                <c:pt idx="4137">
                  <c:v>0</c:v>
                </c:pt>
                <c:pt idx="4138">
                  <c:v>0</c:v>
                </c:pt>
                <c:pt idx="4139">
                  <c:v>0</c:v>
                </c:pt>
                <c:pt idx="4140">
                  <c:v>0</c:v>
                </c:pt>
                <c:pt idx="4141">
                  <c:v>0</c:v>
                </c:pt>
                <c:pt idx="4142">
                  <c:v>0</c:v>
                </c:pt>
                <c:pt idx="4143">
                  <c:v>0</c:v>
                </c:pt>
                <c:pt idx="4144">
                  <c:v>0</c:v>
                </c:pt>
                <c:pt idx="4145">
                  <c:v>0</c:v>
                </c:pt>
                <c:pt idx="4146">
                  <c:v>0</c:v>
                </c:pt>
                <c:pt idx="4147">
                  <c:v>0</c:v>
                </c:pt>
                <c:pt idx="4148">
                  <c:v>0</c:v>
                </c:pt>
                <c:pt idx="4149">
                  <c:v>0</c:v>
                </c:pt>
                <c:pt idx="4150">
                  <c:v>0</c:v>
                </c:pt>
                <c:pt idx="4151">
                  <c:v>0</c:v>
                </c:pt>
                <c:pt idx="4152">
                  <c:v>0</c:v>
                </c:pt>
                <c:pt idx="4153">
                  <c:v>0</c:v>
                </c:pt>
                <c:pt idx="4154">
                  <c:v>0</c:v>
                </c:pt>
                <c:pt idx="4155">
                  <c:v>0</c:v>
                </c:pt>
                <c:pt idx="4156">
                  <c:v>0</c:v>
                </c:pt>
                <c:pt idx="4157">
                  <c:v>0</c:v>
                </c:pt>
                <c:pt idx="4158">
                  <c:v>0</c:v>
                </c:pt>
                <c:pt idx="4159">
                  <c:v>0</c:v>
                </c:pt>
                <c:pt idx="4160">
                  <c:v>0</c:v>
                </c:pt>
                <c:pt idx="4161">
                  <c:v>0</c:v>
                </c:pt>
                <c:pt idx="4162">
                  <c:v>0</c:v>
                </c:pt>
                <c:pt idx="4163">
                  <c:v>0</c:v>
                </c:pt>
                <c:pt idx="4164">
                  <c:v>0</c:v>
                </c:pt>
                <c:pt idx="4165">
                  <c:v>0</c:v>
                </c:pt>
                <c:pt idx="4166">
                  <c:v>0</c:v>
                </c:pt>
                <c:pt idx="4167">
                  <c:v>0</c:v>
                </c:pt>
                <c:pt idx="4168">
                  <c:v>0</c:v>
                </c:pt>
                <c:pt idx="4169">
                  <c:v>0</c:v>
                </c:pt>
                <c:pt idx="4170">
                  <c:v>0</c:v>
                </c:pt>
                <c:pt idx="4171">
                  <c:v>0</c:v>
                </c:pt>
                <c:pt idx="4172">
                  <c:v>0</c:v>
                </c:pt>
                <c:pt idx="4173">
                  <c:v>0</c:v>
                </c:pt>
                <c:pt idx="4174">
                  <c:v>0</c:v>
                </c:pt>
                <c:pt idx="4175">
                  <c:v>0</c:v>
                </c:pt>
                <c:pt idx="4176">
                  <c:v>0</c:v>
                </c:pt>
                <c:pt idx="4177">
                  <c:v>0</c:v>
                </c:pt>
                <c:pt idx="4178">
                  <c:v>0</c:v>
                </c:pt>
                <c:pt idx="4179">
                  <c:v>0</c:v>
                </c:pt>
                <c:pt idx="4180">
                  <c:v>0</c:v>
                </c:pt>
                <c:pt idx="4181">
                  <c:v>0</c:v>
                </c:pt>
                <c:pt idx="4182">
                  <c:v>0</c:v>
                </c:pt>
                <c:pt idx="4183">
                  <c:v>0</c:v>
                </c:pt>
                <c:pt idx="4184">
                  <c:v>0</c:v>
                </c:pt>
                <c:pt idx="4185">
                  <c:v>0</c:v>
                </c:pt>
                <c:pt idx="4186">
                  <c:v>0</c:v>
                </c:pt>
                <c:pt idx="4187">
                  <c:v>0</c:v>
                </c:pt>
                <c:pt idx="4188">
                  <c:v>0</c:v>
                </c:pt>
                <c:pt idx="4189">
                  <c:v>0</c:v>
                </c:pt>
                <c:pt idx="4190">
                  <c:v>0</c:v>
                </c:pt>
                <c:pt idx="4191">
                  <c:v>0</c:v>
                </c:pt>
                <c:pt idx="4192">
                  <c:v>0</c:v>
                </c:pt>
                <c:pt idx="4193">
                  <c:v>0</c:v>
                </c:pt>
                <c:pt idx="4194">
                  <c:v>0</c:v>
                </c:pt>
                <c:pt idx="4195">
                  <c:v>0</c:v>
                </c:pt>
                <c:pt idx="4196">
                  <c:v>0</c:v>
                </c:pt>
                <c:pt idx="4197">
                  <c:v>0</c:v>
                </c:pt>
                <c:pt idx="4198">
                  <c:v>0</c:v>
                </c:pt>
                <c:pt idx="4199">
                  <c:v>0</c:v>
                </c:pt>
                <c:pt idx="4200">
                  <c:v>0</c:v>
                </c:pt>
                <c:pt idx="4201">
                  <c:v>0</c:v>
                </c:pt>
                <c:pt idx="4202">
                  <c:v>0</c:v>
                </c:pt>
                <c:pt idx="4203">
                  <c:v>0</c:v>
                </c:pt>
                <c:pt idx="4204">
                  <c:v>0</c:v>
                </c:pt>
                <c:pt idx="4205">
                  <c:v>0</c:v>
                </c:pt>
                <c:pt idx="4206">
                  <c:v>0</c:v>
                </c:pt>
                <c:pt idx="4207">
                  <c:v>0</c:v>
                </c:pt>
                <c:pt idx="4208">
                  <c:v>0</c:v>
                </c:pt>
                <c:pt idx="4209">
                  <c:v>0</c:v>
                </c:pt>
                <c:pt idx="4210">
                  <c:v>0</c:v>
                </c:pt>
                <c:pt idx="4211">
                  <c:v>0</c:v>
                </c:pt>
                <c:pt idx="4212">
                  <c:v>0</c:v>
                </c:pt>
                <c:pt idx="4213">
                  <c:v>0</c:v>
                </c:pt>
                <c:pt idx="4214">
                  <c:v>0</c:v>
                </c:pt>
                <c:pt idx="4215">
                  <c:v>0</c:v>
                </c:pt>
                <c:pt idx="4216">
                  <c:v>0</c:v>
                </c:pt>
                <c:pt idx="4217">
                  <c:v>0</c:v>
                </c:pt>
                <c:pt idx="4218">
                  <c:v>0</c:v>
                </c:pt>
                <c:pt idx="4219">
                  <c:v>0</c:v>
                </c:pt>
                <c:pt idx="4220">
                  <c:v>0</c:v>
                </c:pt>
                <c:pt idx="4221">
                  <c:v>0</c:v>
                </c:pt>
                <c:pt idx="4222">
                  <c:v>0</c:v>
                </c:pt>
                <c:pt idx="4223">
                  <c:v>0</c:v>
                </c:pt>
                <c:pt idx="4224">
                  <c:v>0</c:v>
                </c:pt>
                <c:pt idx="4225">
                  <c:v>0</c:v>
                </c:pt>
                <c:pt idx="4226">
                  <c:v>0</c:v>
                </c:pt>
                <c:pt idx="4227">
                  <c:v>0</c:v>
                </c:pt>
                <c:pt idx="4228">
                  <c:v>0</c:v>
                </c:pt>
                <c:pt idx="4229">
                  <c:v>0</c:v>
                </c:pt>
                <c:pt idx="4230">
                  <c:v>0</c:v>
                </c:pt>
                <c:pt idx="4231">
                  <c:v>0</c:v>
                </c:pt>
                <c:pt idx="4232">
                  <c:v>0</c:v>
                </c:pt>
                <c:pt idx="4233">
                  <c:v>0</c:v>
                </c:pt>
                <c:pt idx="4234">
                  <c:v>0</c:v>
                </c:pt>
                <c:pt idx="4235">
                  <c:v>0</c:v>
                </c:pt>
                <c:pt idx="4236">
                  <c:v>0</c:v>
                </c:pt>
                <c:pt idx="4237">
                  <c:v>0</c:v>
                </c:pt>
                <c:pt idx="4238">
                  <c:v>0</c:v>
                </c:pt>
                <c:pt idx="4239">
                  <c:v>0</c:v>
                </c:pt>
                <c:pt idx="4240">
                  <c:v>0</c:v>
                </c:pt>
                <c:pt idx="4241">
                  <c:v>0</c:v>
                </c:pt>
                <c:pt idx="4242">
                  <c:v>0</c:v>
                </c:pt>
                <c:pt idx="4243">
                  <c:v>0</c:v>
                </c:pt>
                <c:pt idx="4244">
                  <c:v>0</c:v>
                </c:pt>
                <c:pt idx="4245">
                  <c:v>0</c:v>
                </c:pt>
                <c:pt idx="4246">
                  <c:v>0</c:v>
                </c:pt>
                <c:pt idx="4247">
                  <c:v>0</c:v>
                </c:pt>
                <c:pt idx="4248">
                  <c:v>0</c:v>
                </c:pt>
                <c:pt idx="4249">
                  <c:v>0</c:v>
                </c:pt>
                <c:pt idx="4250">
                  <c:v>0</c:v>
                </c:pt>
                <c:pt idx="4251">
                  <c:v>0</c:v>
                </c:pt>
                <c:pt idx="4252">
                  <c:v>0</c:v>
                </c:pt>
                <c:pt idx="4253">
                  <c:v>0</c:v>
                </c:pt>
                <c:pt idx="4254">
                  <c:v>0</c:v>
                </c:pt>
                <c:pt idx="4255">
                  <c:v>0</c:v>
                </c:pt>
                <c:pt idx="4256">
                  <c:v>0</c:v>
                </c:pt>
                <c:pt idx="4257">
                  <c:v>0</c:v>
                </c:pt>
                <c:pt idx="4258">
                  <c:v>0</c:v>
                </c:pt>
                <c:pt idx="4259">
                  <c:v>0</c:v>
                </c:pt>
                <c:pt idx="4260">
                  <c:v>0</c:v>
                </c:pt>
                <c:pt idx="4261">
                  <c:v>0</c:v>
                </c:pt>
                <c:pt idx="4262">
                  <c:v>0</c:v>
                </c:pt>
                <c:pt idx="4263">
                  <c:v>0</c:v>
                </c:pt>
                <c:pt idx="4264">
                  <c:v>0</c:v>
                </c:pt>
                <c:pt idx="4265">
                  <c:v>0</c:v>
                </c:pt>
                <c:pt idx="4266">
                  <c:v>0</c:v>
                </c:pt>
                <c:pt idx="4267">
                  <c:v>0</c:v>
                </c:pt>
                <c:pt idx="4268">
                  <c:v>0</c:v>
                </c:pt>
                <c:pt idx="4269">
                  <c:v>0</c:v>
                </c:pt>
                <c:pt idx="4270">
                  <c:v>0</c:v>
                </c:pt>
                <c:pt idx="4271">
                  <c:v>0</c:v>
                </c:pt>
                <c:pt idx="4272">
                  <c:v>0</c:v>
                </c:pt>
                <c:pt idx="4273">
                  <c:v>0</c:v>
                </c:pt>
                <c:pt idx="4274">
                  <c:v>0</c:v>
                </c:pt>
                <c:pt idx="4275">
                  <c:v>0</c:v>
                </c:pt>
                <c:pt idx="4276">
                  <c:v>0</c:v>
                </c:pt>
                <c:pt idx="4277">
                  <c:v>0</c:v>
                </c:pt>
                <c:pt idx="4278">
                  <c:v>0</c:v>
                </c:pt>
                <c:pt idx="4279">
                  <c:v>0</c:v>
                </c:pt>
                <c:pt idx="4280">
                  <c:v>0</c:v>
                </c:pt>
                <c:pt idx="4281">
                  <c:v>0</c:v>
                </c:pt>
                <c:pt idx="4282">
                  <c:v>0</c:v>
                </c:pt>
                <c:pt idx="4283">
                  <c:v>0</c:v>
                </c:pt>
                <c:pt idx="4284">
                  <c:v>0</c:v>
                </c:pt>
                <c:pt idx="4285">
                  <c:v>0</c:v>
                </c:pt>
                <c:pt idx="4286">
                  <c:v>0</c:v>
                </c:pt>
                <c:pt idx="4287">
                  <c:v>0</c:v>
                </c:pt>
                <c:pt idx="4288">
                  <c:v>0</c:v>
                </c:pt>
                <c:pt idx="4289">
                  <c:v>0</c:v>
                </c:pt>
                <c:pt idx="4290">
                  <c:v>0</c:v>
                </c:pt>
                <c:pt idx="4291">
                  <c:v>0</c:v>
                </c:pt>
                <c:pt idx="4292">
                  <c:v>0</c:v>
                </c:pt>
                <c:pt idx="4293">
                  <c:v>0</c:v>
                </c:pt>
                <c:pt idx="4294">
                  <c:v>0</c:v>
                </c:pt>
                <c:pt idx="4295">
                  <c:v>0</c:v>
                </c:pt>
                <c:pt idx="4296">
                  <c:v>0</c:v>
                </c:pt>
                <c:pt idx="4297">
                  <c:v>0</c:v>
                </c:pt>
                <c:pt idx="4298">
                  <c:v>0</c:v>
                </c:pt>
                <c:pt idx="4299">
                  <c:v>0</c:v>
                </c:pt>
                <c:pt idx="4300">
                  <c:v>0</c:v>
                </c:pt>
                <c:pt idx="4301">
                  <c:v>0</c:v>
                </c:pt>
                <c:pt idx="4302">
                  <c:v>0</c:v>
                </c:pt>
                <c:pt idx="4303">
                  <c:v>0</c:v>
                </c:pt>
                <c:pt idx="4304">
                  <c:v>0</c:v>
                </c:pt>
                <c:pt idx="4305">
                  <c:v>0</c:v>
                </c:pt>
                <c:pt idx="4306">
                  <c:v>0</c:v>
                </c:pt>
                <c:pt idx="4307">
                  <c:v>0</c:v>
                </c:pt>
                <c:pt idx="4308">
                  <c:v>0</c:v>
                </c:pt>
                <c:pt idx="4309">
                  <c:v>0</c:v>
                </c:pt>
                <c:pt idx="4310">
                  <c:v>0</c:v>
                </c:pt>
                <c:pt idx="4311">
                  <c:v>0</c:v>
                </c:pt>
                <c:pt idx="4312">
                  <c:v>0</c:v>
                </c:pt>
                <c:pt idx="4313">
                  <c:v>0</c:v>
                </c:pt>
                <c:pt idx="4314">
                  <c:v>0</c:v>
                </c:pt>
                <c:pt idx="4315">
                  <c:v>0</c:v>
                </c:pt>
                <c:pt idx="4316">
                  <c:v>0</c:v>
                </c:pt>
                <c:pt idx="4317">
                  <c:v>0</c:v>
                </c:pt>
                <c:pt idx="4318">
                  <c:v>0</c:v>
                </c:pt>
                <c:pt idx="4319">
                  <c:v>0</c:v>
                </c:pt>
                <c:pt idx="4320">
                  <c:v>0</c:v>
                </c:pt>
                <c:pt idx="4321">
                  <c:v>0</c:v>
                </c:pt>
                <c:pt idx="4322">
                  <c:v>0</c:v>
                </c:pt>
                <c:pt idx="4323">
                  <c:v>0</c:v>
                </c:pt>
                <c:pt idx="4324">
                  <c:v>0</c:v>
                </c:pt>
                <c:pt idx="4325">
                  <c:v>0</c:v>
                </c:pt>
                <c:pt idx="4326">
                  <c:v>0</c:v>
                </c:pt>
                <c:pt idx="4327">
                  <c:v>0</c:v>
                </c:pt>
                <c:pt idx="4328">
                  <c:v>0</c:v>
                </c:pt>
                <c:pt idx="4329">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4">
                  <c:v>0</c:v>
                </c:pt>
                <c:pt idx="4345">
                  <c:v>0</c:v>
                </c:pt>
                <c:pt idx="4346">
                  <c:v>0</c:v>
                </c:pt>
                <c:pt idx="4347">
                  <c:v>0</c:v>
                </c:pt>
                <c:pt idx="4348">
                  <c:v>0</c:v>
                </c:pt>
                <c:pt idx="4349">
                  <c:v>0</c:v>
                </c:pt>
                <c:pt idx="4350">
                  <c:v>0</c:v>
                </c:pt>
                <c:pt idx="4351">
                  <c:v>0</c:v>
                </c:pt>
                <c:pt idx="4352">
                  <c:v>0</c:v>
                </c:pt>
                <c:pt idx="4353">
                  <c:v>0</c:v>
                </c:pt>
                <c:pt idx="4354">
                  <c:v>0</c:v>
                </c:pt>
                <c:pt idx="4355">
                  <c:v>0</c:v>
                </c:pt>
                <c:pt idx="4356">
                  <c:v>0</c:v>
                </c:pt>
                <c:pt idx="4357">
                  <c:v>0</c:v>
                </c:pt>
                <c:pt idx="4358">
                  <c:v>0</c:v>
                </c:pt>
                <c:pt idx="4359">
                  <c:v>0</c:v>
                </c:pt>
                <c:pt idx="4360">
                  <c:v>0</c:v>
                </c:pt>
                <c:pt idx="4361">
                  <c:v>0</c:v>
                </c:pt>
                <c:pt idx="4362">
                  <c:v>0</c:v>
                </c:pt>
                <c:pt idx="4363">
                  <c:v>0</c:v>
                </c:pt>
                <c:pt idx="4364">
                  <c:v>0</c:v>
                </c:pt>
                <c:pt idx="4365">
                  <c:v>0</c:v>
                </c:pt>
                <c:pt idx="4366">
                  <c:v>0</c:v>
                </c:pt>
                <c:pt idx="4367">
                  <c:v>0</c:v>
                </c:pt>
                <c:pt idx="4368">
                  <c:v>0</c:v>
                </c:pt>
                <c:pt idx="4369">
                  <c:v>0</c:v>
                </c:pt>
                <c:pt idx="4370">
                  <c:v>0</c:v>
                </c:pt>
                <c:pt idx="4371">
                  <c:v>0</c:v>
                </c:pt>
                <c:pt idx="4372">
                  <c:v>0</c:v>
                </c:pt>
                <c:pt idx="4373">
                  <c:v>0</c:v>
                </c:pt>
                <c:pt idx="4374">
                  <c:v>0</c:v>
                </c:pt>
                <c:pt idx="4375">
                  <c:v>0</c:v>
                </c:pt>
                <c:pt idx="4376">
                  <c:v>0</c:v>
                </c:pt>
                <c:pt idx="4377">
                  <c:v>0</c:v>
                </c:pt>
                <c:pt idx="4378">
                  <c:v>0</c:v>
                </c:pt>
                <c:pt idx="4379">
                  <c:v>0</c:v>
                </c:pt>
                <c:pt idx="4380">
                  <c:v>0</c:v>
                </c:pt>
                <c:pt idx="4381">
                  <c:v>0</c:v>
                </c:pt>
                <c:pt idx="4382">
                  <c:v>0</c:v>
                </c:pt>
                <c:pt idx="4383">
                  <c:v>0</c:v>
                </c:pt>
                <c:pt idx="4384">
                  <c:v>0</c:v>
                </c:pt>
                <c:pt idx="4385">
                  <c:v>0</c:v>
                </c:pt>
                <c:pt idx="4386">
                  <c:v>0</c:v>
                </c:pt>
                <c:pt idx="4387">
                  <c:v>0</c:v>
                </c:pt>
                <c:pt idx="4388">
                  <c:v>0</c:v>
                </c:pt>
                <c:pt idx="4389">
                  <c:v>0</c:v>
                </c:pt>
                <c:pt idx="4390">
                  <c:v>0</c:v>
                </c:pt>
                <c:pt idx="4391">
                  <c:v>0</c:v>
                </c:pt>
                <c:pt idx="4392">
                  <c:v>0</c:v>
                </c:pt>
                <c:pt idx="4393">
                  <c:v>0</c:v>
                </c:pt>
                <c:pt idx="4394">
                  <c:v>0</c:v>
                </c:pt>
                <c:pt idx="4395">
                  <c:v>0</c:v>
                </c:pt>
                <c:pt idx="4396">
                  <c:v>0</c:v>
                </c:pt>
                <c:pt idx="4397">
                  <c:v>0</c:v>
                </c:pt>
                <c:pt idx="4398">
                  <c:v>0</c:v>
                </c:pt>
                <c:pt idx="4399">
                  <c:v>0</c:v>
                </c:pt>
                <c:pt idx="4400">
                  <c:v>0</c:v>
                </c:pt>
                <c:pt idx="4401">
                  <c:v>0</c:v>
                </c:pt>
                <c:pt idx="4402">
                  <c:v>0</c:v>
                </c:pt>
                <c:pt idx="4403">
                  <c:v>0</c:v>
                </c:pt>
                <c:pt idx="4404">
                  <c:v>0</c:v>
                </c:pt>
                <c:pt idx="4405">
                  <c:v>0</c:v>
                </c:pt>
                <c:pt idx="4406">
                  <c:v>0</c:v>
                </c:pt>
                <c:pt idx="4407">
                  <c:v>0</c:v>
                </c:pt>
                <c:pt idx="4408">
                  <c:v>0</c:v>
                </c:pt>
                <c:pt idx="4409">
                  <c:v>0</c:v>
                </c:pt>
                <c:pt idx="4410">
                  <c:v>0</c:v>
                </c:pt>
                <c:pt idx="4411">
                  <c:v>0</c:v>
                </c:pt>
                <c:pt idx="4412">
                  <c:v>0</c:v>
                </c:pt>
                <c:pt idx="4413">
                  <c:v>0</c:v>
                </c:pt>
                <c:pt idx="4414">
                  <c:v>0</c:v>
                </c:pt>
                <c:pt idx="4415">
                  <c:v>0</c:v>
                </c:pt>
                <c:pt idx="4416">
                  <c:v>0</c:v>
                </c:pt>
                <c:pt idx="4417">
                  <c:v>0</c:v>
                </c:pt>
                <c:pt idx="4418">
                  <c:v>0</c:v>
                </c:pt>
                <c:pt idx="4419">
                  <c:v>0</c:v>
                </c:pt>
                <c:pt idx="4420">
                  <c:v>0</c:v>
                </c:pt>
                <c:pt idx="4421">
                  <c:v>0</c:v>
                </c:pt>
                <c:pt idx="4422">
                  <c:v>0</c:v>
                </c:pt>
                <c:pt idx="4423">
                  <c:v>0</c:v>
                </c:pt>
                <c:pt idx="4424">
                  <c:v>0</c:v>
                </c:pt>
                <c:pt idx="4425">
                  <c:v>0</c:v>
                </c:pt>
                <c:pt idx="4426">
                  <c:v>0</c:v>
                </c:pt>
                <c:pt idx="4427">
                  <c:v>0</c:v>
                </c:pt>
                <c:pt idx="4428">
                  <c:v>0</c:v>
                </c:pt>
                <c:pt idx="4429">
                  <c:v>0</c:v>
                </c:pt>
                <c:pt idx="4430">
                  <c:v>0</c:v>
                </c:pt>
                <c:pt idx="4431">
                  <c:v>0</c:v>
                </c:pt>
                <c:pt idx="4432">
                  <c:v>0</c:v>
                </c:pt>
                <c:pt idx="4433">
                  <c:v>0</c:v>
                </c:pt>
                <c:pt idx="4434">
                  <c:v>0</c:v>
                </c:pt>
                <c:pt idx="4435">
                  <c:v>0</c:v>
                </c:pt>
                <c:pt idx="4436">
                  <c:v>0</c:v>
                </c:pt>
                <c:pt idx="4437">
                  <c:v>0</c:v>
                </c:pt>
                <c:pt idx="4438">
                  <c:v>0</c:v>
                </c:pt>
                <c:pt idx="4439">
                  <c:v>0</c:v>
                </c:pt>
                <c:pt idx="4440">
                  <c:v>0</c:v>
                </c:pt>
                <c:pt idx="4441">
                  <c:v>0</c:v>
                </c:pt>
                <c:pt idx="4442">
                  <c:v>0</c:v>
                </c:pt>
                <c:pt idx="4443">
                  <c:v>0</c:v>
                </c:pt>
                <c:pt idx="4444">
                  <c:v>0</c:v>
                </c:pt>
                <c:pt idx="4445">
                  <c:v>0</c:v>
                </c:pt>
                <c:pt idx="4446">
                  <c:v>0</c:v>
                </c:pt>
                <c:pt idx="4447">
                  <c:v>0</c:v>
                </c:pt>
                <c:pt idx="4448">
                  <c:v>0</c:v>
                </c:pt>
                <c:pt idx="4449">
                  <c:v>0</c:v>
                </c:pt>
                <c:pt idx="4450">
                  <c:v>0</c:v>
                </c:pt>
                <c:pt idx="4451">
                  <c:v>0</c:v>
                </c:pt>
                <c:pt idx="4452">
                  <c:v>0</c:v>
                </c:pt>
                <c:pt idx="4453">
                  <c:v>0</c:v>
                </c:pt>
                <c:pt idx="4454">
                  <c:v>0</c:v>
                </c:pt>
                <c:pt idx="4455">
                  <c:v>0</c:v>
                </c:pt>
                <c:pt idx="4456">
                  <c:v>0</c:v>
                </c:pt>
                <c:pt idx="4457">
                  <c:v>0</c:v>
                </c:pt>
                <c:pt idx="4458">
                  <c:v>0</c:v>
                </c:pt>
                <c:pt idx="4459">
                  <c:v>0</c:v>
                </c:pt>
                <c:pt idx="4460">
                  <c:v>0</c:v>
                </c:pt>
                <c:pt idx="4461">
                  <c:v>0</c:v>
                </c:pt>
                <c:pt idx="4462">
                  <c:v>0</c:v>
                </c:pt>
                <c:pt idx="4463">
                  <c:v>0</c:v>
                </c:pt>
                <c:pt idx="4464">
                  <c:v>9</c:v>
                </c:pt>
                <c:pt idx="4465">
                  <c:v>9</c:v>
                </c:pt>
                <c:pt idx="4466">
                  <c:v>9</c:v>
                </c:pt>
                <c:pt idx="4467">
                  <c:v>9</c:v>
                </c:pt>
                <c:pt idx="4468">
                  <c:v>9</c:v>
                </c:pt>
                <c:pt idx="4469">
                  <c:v>9</c:v>
                </c:pt>
                <c:pt idx="4470">
                  <c:v>9</c:v>
                </c:pt>
                <c:pt idx="4471">
                  <c:v>9</c:v>
                </c:pt>
                <c:pt idx="4472">
                  <c:v>9</c:v>
                </c:pt>
                <c:pt idx="4473">
                  <c:v>9</c:v>
                </c:pt>
                <c:pt idx="4474">
                  <c:v>9</c:v>
                </c:pt>
                <c:pt idx="4475">
                  <c:v>9</c:v>
                </c:pt>
                <c:pt idx="4476">
                  <c:v>9</c:v>
                </c:pt>
                <c:pt idx="4477">
                  <c:v>9</c:v>
                </c:pt>
                <c:pt idx="4478">
                  <c:v>9</c:v>
                </c:pt>
                <c:pt idx="4479">
                  <c:v>9</c:v>
                </c:pt>
                <c:pt idx="4480">
                  <c:v>9</c:v>
                </c:pt>
                <c:pt idx="4481">
                  <c:v>9</c:v>
                </c:pt>
                <c:pt idx="4482">
                  <c:v>9</c:v>
                </c:pt>
                <c:pt idx="4483">
                  <c:v>9</c:v>
                </c:pt>
                <c:pt idx="4484">
                  <c:v>9</c:v>
                </c:pt>
                <c:pt idx="4485">
                  <c:v>0</c:v>
                </c:pt>
                <c:pt idx="4486">
                  <c:v>0</c:v>
                </c:pt>
                <c:pt idx="4487">
                  <c:v>0</c:v>
                </c:pt>
                <c:pt idx="4488">
                  <c:v>0</c:v>
                </c:pt>
                <c:pt idx="4489">
                  <c:v>0</c:v>
                </c:pt>
                <c:pt idx="4490">
                  <c:v>0</c:v>
                </c:pt>
                <c:pt idx="4491">
                  <c:v>0</c:v>
                </c:pt>
                <c:pt idx="4492">
                  <c:v>0</c:v>
                </c:pt>
                <c:pt idx="4493">
                  <c:v>0</c:v>
                </c:pt>
                <c:pt idx="4494">
                  <c:v>0</c:v>
                </c:pt>
                <c:pt idx="4495">
                  <c:v>0</c:v>
                </c:pt>
                <c:pt idx="4496">
                  <c:v>0</c:v>
                </c:pt>
                <c:pt idx="4497">
                  <c:v>0</c:v>
                </c:pt>
                <c:pt idx="4498">
                  <c:v>0</c:v>
                </c:pt>
                <c:pt idx="4499">
                  <c:v>0</c:v>
                </c:pt>
                <c:pt idx="4500">
                  <c:v>0</c:v>
                </c:pt>
                <c:pt idx="4501">
                  <c:v>0</c:v>
                </c:pt>
                <c:pt idx="4502">
                  <c:v>0</c:v>
                </c:pt>
                <c:pt idx="4503">
                  <c:v>0</c:v>
                </c:pt>
                <c:pt idx="4504">
                  <c:v>0</c:v>
                </c:pt>
                <c:pt idx="4505">
                  <c:v>0</c:v>
                </c:pt>
                <c:pt idx="4506">
                  <c:v>0</c:v>
                </c:pt>
                <c:pt idx="4507">
                  <c:v>0</c:v>
                </c:pt>
                <c:pt idx="4508">
                  <c:v>0</c:v>
                </c:pt>
                <c:pt idx="4509">
                  <c:v>0</c:v>
                </c:pt>
                <c:pt idx="4510">
                  <c:v>0</c:v>
                </c:pt>
                <c:pt idx="4511">
                  <c:v>0</c:v>
                </c:pt>
                <c:pt idx="4512">
                  <c:v>0</c:v>
                </c:pt>
                <c:pt idx="4513">
                  <c:v>0</c:v>
                </c:pt>
                <c:pt idx="4514">
                  <c:v>0</c:v>
                </c:pt>
                <c:pt idx="4515">
                  <c:v>0</c:v>
                </c:pt>
                <c:pt idx="4516">
                  <c:v>0</c:v>
                </c:pt>
                <c:pt idx="4517">
                  <c:v>0</c:v>
                </c:pt>
                <c:pt idx="4518">
                  <c:v>0</c:v>
                </c:pt>
                <c:pt idx="4519">
                  <c:v>0</c:v>
                </c:pt>
                <c:pt idx="4520">
                  <c:v>0</c:v>
                </c:pt>
                <c:pt idx="4521">
                  <c:v>0</c:v>
                </c:pt>
                <c:pt idx="4522">
                  <c:v>0</c:v>
                </c:pt>
                <c:pt idx="4523">
                  <c:v>0</c:v>
                </c:pt>
                <c:pt idx="4524">
                  <c:v>0</c:v>
                </c:pt>
                <c:pt idx="4525">
                  <c:v>0</c:v>
                </c:pt>
                <c:pt idx="4526">
                  <c:v>0</c:v>
                </c:pt>
                <c:pt idx="4527">
                  <c:v>0</c:v>
                </c:pt>
                <c:pt idx="4528">
                  <c:v>0</c:v>
                </c:pt>
                <c:pt idx="4529">
                  <c:v>0</c:v>
                </c:pt>
                <c:pt idx="4530">
                  <c:v>0</c:v>
                </c:pt>
                <c:pt idx="4531">
                  <c:v>0</c:v>
                </c:pt>
                <c:pt idx="4532">
                  <c:v>0</c:v>
                </c:pt>
                <c:pt idx="4533">
                  <c:v>0</c:v>
                </c:pt>
                <c:pt idx="4534">
                  <c:v>0</c:v>
                </c:pt>
                <c:pt idx="4535">
                  <c:v>0</c:v>
                </c:pt>
                <c:pt idx="4536">
                  <c:v>0</c:v>
                </c:pt>
                <c:pt idx="4537">
                  <c:v>0</c:v>
                </c:pt>
                <c:pt idx="4538">
                  <c:v>0</c:v>
                </c:pt>
                <c:pt idx="4539">
                  <c:v>0</c:v>
                </c:pt>
                <c:pt idx="4540">
                  <c:v>0</c:v>
                </c:pt>
                <c:pt idx="4541">
                  <c:v>0</c:v>
                </c:pt>
                <c:pt idx="4542">
                  <c:v>0</c:v>
                </c:pt>
                <c:pt idx="4543">
                  <c:v>0</c:v>
                </c:pt>
                <c:pt idx="4544">
                  <c:v>0</c:v>
                </c:pt>
                <c:pt idx="4545">
                  <c:v>0</c:v>
                </c:pt>
                <c:pt idx="4546">
                  <c:v>0</c:v>
                </c:pt>
                <c:pt idx="4547">
                  <c:v>0</c:v>
                </c:pt>
                <c:pt idx="4548">
                  <c:v>0</c:v>
                </c:pt>
                <c:pt idx="4549">
                  <c:v>0</c:v>
                </c:pt>
                <c:pt idx="4550">
                  <c:v>0</c:v>
                </c:pt>
                <c:pt idx="4551">
                  <c:v>0</c:v>
                </c:pt>
                <c:pt idx="4552">
                  <c:v>0</c:v>
                </c:pt>
                <c:pt idx="4553">
                  <c:v>0</c:v>
                </c:pt>
                <c:pt idx="4554">
                  <c:v>0</c:v>
                </c:pt>
                <c:pt idx="4555">
                  <c:v>0</c:v>
                </c:pt>
                <c:pt idx="4556">
                  <c:v>0</c:v>
                </c:pt>
                <c:pt idx="4557">
                  <c:v>0</c:v>
                </c:pt>
                <c:pt idx="4558">
                  <c:v>0</c:v>
                </c:pt>
                <c:pt idx="4559">
                  <c:v>0</c:v>
                </c:pt>
                <c:pt idx="4560">
                  <c:v>0</c:v>
                </c:pt>
                <c:pt idx="4561">
                  <c:v>0</c:v>
                </c:pt>
                <c:pt idx="4562">
                  <c:v>0</c:v>
                </c:pt>
                <c:pt idx="4563">
                  <c:v>0</c:v>
                </c:pt>
                <c:pt idx="4564">
                  <c:v>0</c:v>
                </c:pt>
                <c:pt idx="4565">
                  <c:v>0</c:v>
                </c:pt>
                <c:pt idx="4566">
                  <c:v>0</c:v>
                </c:pt>
                <c:pt idx="4567">
                  <c:v>0</c:v>
                </c:pt>
                <c:pt idx="4568">
                  <c:v>0</c:v>
                </c:pt>
                <c:pt idx="4569">
                  <c:v>0</c:v>
                </c:pt>
                <c:pt idx="4570">
                  <c:v>0</c:v>
                </c:pt>
                <c:pt idx="4571">
                  <c:v>0</c:v>
                </c:pt>
                <c:pt idx="4572">
                  <c:v>0</c:v>
                </c:pt>
                <c:pt idx="4573">
                  <c:v>0</c:v>
                </c:pt>
                <c:pt idx="4574">
                  <c:v>0</c:v>
                </c:pt>
                <c:pt idx="4575">
                  <c:v>0</c:v>
                </c:pt>
                <c:pt idx="4576">
                  <c:v>0</c:v>
                </c:pt>
                <c:pt idx="4577">
                  <c:v>0</c:v>
                </c:pt>
                <c:pt idx="4578">
                  <c:v>0</c:v>
                </c:pt>
                <c:pt idx="4579">
                  <c:v>0</c:v>
                </c:pt>
                <c:pt idx="4580">
                  <c:v>0</c:v>
                </c:pt>
                <c:pt idx="4581">
                  <c:v>0</c:v>
                </c:pt>
                <c:pt idx="4582">
                  <c:v>0</c:v>
                </c:pt>
                <c:pt idx="4583">
                  <c:v>0</c:v>
                </c:pt>
                <c:pt idx="4584">
                  <c:v>0</c:v>
                </c:pt>
                <c:pt idx="4585">
                  <c:v>0</c:v>
                </c:pt>
                <c:pt idx="4586">
                  <c:v>0</c:v>
                </c:pt>
                <c:pt idx="4587">
                  <c:v>0</c:v>
                </c:pt>
                <c:pt idx="4588">
                  <c:v>0</c:v>
                </c:pt>
                <c:pt idx="4589">
                  <c:v>0</c:v>
                </c:pt>
                <c:pt idx="4590">
                  <c:v>0</c:v>
                </c:pt>
                <c:pt idx="4591">
                  <c:v>0</c:v>
                </c:pt>
                <c:pt idx="4592">
                  <c:v>0</c:v>
                </c:pt>
                <c:pt idx="4593">
                  <c:v>0</c:v>
                </c:pt>
                <c:pt idx="4594">
                  <c:v>0</c:v>
                </c:pt>
                <c:pt idx="4595">
                  <c:v>0</c:v>
                </c:pt>
                <c:pt idx="4596">
                  <c:v>0</c:v>
                </c:pt>
                <c:pt idx="4597">
                  <c:v>0</c:v>
                </c:pt>
                <c:pt idx="4598">
                  <c:v>0</c:v>
                </c:pt>
                <c:pt idx="4599">
                  <c:v>0</c:v>
                </c:pt>
                <c:pt idx="4600">
                  <c:v>0</c:v>
                </c:pt>
                <c:pt idx="4601">
                  <c:v>0</c:v>
                </c:pt>
                <c:pt idx="4602">
                  <c:v>0</c:v>
                </c:pt>
                <c:pt idx="4603">
                  <c:v>0</c:v>
                </c:pt>
                <c:pt idx="4604">
                  <c:v>0</c:v>
                </c:pt>
                <c:pt idx="4605">
                  <c:v>0</c:v>
                </c:pt>
                <c:pt idx="4606">
                  <c:v>0</c:v>
                </c:pt>
                <c:pt idx="4607">
                  <c:v>0</c:v>
                </c:pt>
                <c:pt idx="4608">
                  <c:v>0</c:v>
                </c:pt>
                <c:pt idx="4609">
                  <c:v>0</c:v>
                </c:pt>
                <c:pt idx="4610">
                  <c:v>0</c:v>
                </c:pt>
                <c:pt idx="4611">
                  <c:v>0</c:v>
                </c:pt>
                <c:pt idx="4612">
                  <c:v>0</c:v>
                </c:pt>
                <c:pt idx="4613">
                  <c:v>0</c:v>
                </c:pt>
                <c:pt idx="4614">
                  <c:v>0</c:v>
                </c:pt>
                <c:pt idx="4615">
                  <c:v>0</c:v>
                </c:pt>
                <c:pt idx="4616">
                  <c:v>0</c:v>
                </c:pt>
                <c:pt idx="4617">
                  <c:v>0</c:v>
                </c:pt>
                <c:pt idx="4618">
                  <c:v>0</c:v>
                </c:pt>
                <c:pt idx="4619">
                  <c:v>0</c:v>
                </c:pt>
                <c:pt idx="4620">
                  <c:v>0</c:v>
                </c:pt>
                <c:pt idx="4621">
                  <c:v>0</c:v>
                </c:pt>
                <c:pt idx="4622">
                  <c:v>0</c:v>
                </c:pt>
                <c:pt idx="4623">
                  <c:v>0</c:v>
                </c:pt>
                <c:pt idx="4624">
                  <c:v>0</c:v>
                </c:pt>
                <c:pt idx="4625">
                  <c:v>0</c:v>
                </c:pt>
                <c:pt idx="4626">
                  <c:v>0</c:v>
                </c:pt>
                <c:pt idx="4627">
                  <c:v>0</c:v>
                </c:pt>
                <c:pt idx="4628">
                  <c:v>0</c:v>
                </c:pt>
                <c:pt idx="4629">
                  <c:v>0</c:v>
                </c:pt>
                <c:pt idx="4630">
                  <c:v>0</c:v>
                </c:pt>
                <c:pt idx="4631">
                  <c:v>0</c:v>
                </c:pt>
                <c:pt idx="4632">
                  <c:v>0</c:v>
                </c:pt>
                <c:pt idx="4633">
                  <c:v>0</c:v>
                </c:pt>
                <c:pt idx="4634">
                  <c:v>0</c:v>
                </c:pt>
                <c:pt idx="4635">
                  <c:v>0</c:v>
                </c:pt>
                <c:pt idx="4636">
                  <c:v>0</c:v>
                </c:pt>
                <c:pt idx="4637">
                  <c:v>0</c:v>
                </c:pt>
                <c:pt idx="4638">
                  <c:v>0</c:v>
                </c:pt>
                <c:pt idx="4639">
                  <c:v>0</c:v>
                </c:pt>
                <c:pt idx="4640">
                  <c:v>0</c:v>
                </c:pt>
                <c:pt idx="4641">
                  <c:v>0</c:v>
                </c:pt>
                <c:pt idx="4642">
                  <c:v>0</c:v>
                </c:pt>
                <c:pt idx="4643">
                  <c:v>0</c:v>
                </c:pt>
                <c:pt idx="4644">
                  <c:v>0</c:v>
                </c:pt>
                <c:pt idx="4645">
                  <c:v>0</c:v>
                </c:pt>
                <c:pt idx="4646">
                  <c:v>0</c:v>
                </c:pt>
                <c:pt idx="4647">
                  <c:v>0</c:v>
                </c:pt>
                <c:pt idx="4648">
                  <c:v>0</c:v>
                </c:pt>
                <c:pt idx="4649">
                  <c:v>0</c:v>
                </c:pt>
                <c:pt idx="4650">
                  <c:v>0</c:v>
                </c:pt>
                <c:pt idx="4651">
                  <c:v>0</c:v>
                </c:pt>
                <c:pt idx="4652">
                  <c:v>0</c:v>
                </c:pt>
                <c:pt idx="4653">
                  <c:v>0</c:v>
                </c:pt>
                <c:pt idx="4654">
                  <c:v>0</c:v>
                </c:pt>
                <c:pt idx="4655">
                  <c:v>0</c:v>
                </c:pt>
                <c:pt idx="4656">
                  <c:v>0</c:v>
                </c:pt>
                <c:pt idx="4657">
                  <c:v>0</c:v>
                </c:pt>
                <c:pt idx="4658">
                  <c:v>0</c:v>
                </c:pt>
                <c:pt idx="4659">
                  <c:v>0</c:v>
                </c:pt>
                <c:pt idx="4660">
                  <c:v>0</c:v>
                </c:pt>
                <c:pt idx="4661">
                  <c:v>0</c:v>
                </c:pt>
                <c:pt idx="4662">
                  <c:v>0</c:v>
                </c:pt>
                <c:pt idx="4663">
                  <c:v>0</c:v>
                </c:pt>
                <c:pt idx="4664">
                  <c:v>0</c:v>
                </c:pt>
                <c:pt idx="4665">
                  <c:v>0</c:v>
                </c:pt>
                <c:pt idx="4666">
                  <c:v>0</c:v>
                </c:pt>
                <c:pt idx="4667">
                  <c:v>0</c:v>
                </c:pt>
                <c:pt idx="4668">
                  <c:v>0</c:v>
                </c:pt>
                <c:pt idx="4669">
                  <c:v>0</c:v>
                </c:pt>
                <c:pt idx="4670">
                  <c:v>0</c:v>
                </c:pt>
                <c:pt idx="4671">
                  <c:v>0</c:v>
                </c:pt>
                <c:pt idx="4672">
                  <c:v>0</c:v>
                </c:pt>
                <c:pt idx="4673">
                  <c:v>0</c:v>
                </c:pt>
                <c:pt idx="4674">
                  <c:v>0</c:v>
                </c:pt>
                <c:pt idx="4675">
                  <c:v>0</c:v>
                </c:pt>
                <c:pt idx="4676">
                  <c:v>0</c:v>
                </c:pt>
                <c:pt idx="4677">
                  <c:v>0</c:v>
                </c:pt>
                <c:pt idx="4678">
                  <c:v>0</c:v>
                </c:pt>
                <c:pt idx="4679">
                  <c:v>0</c:v>
                </c:pt>
                <c:pt idx="4680">
                  <c:v>0</c:v>
                </c:pt>
                <c:pt idx="4681">
                  <c:v>0</c:v>
                </c:pt>
                <c:pt idx="4682">
                  <c:v>0</c:v>
                </c:pt>
                <c:pt idx="4683">
                  <c:v>0</c:v>
                </c:pt>
                <c:pt idx="4684">
                  <c:v>0</c:v>
                </c:pt>
                <c:pt idx="4685">
                  <c:v>0</c:v>
                </c:pt>
                <c:pt idx="4686">
                  <c:v>0</c:v>
                </c:pt>
                <c:pt idx="4687">
                  <c:v>0</c:v>
                </c:pt>
                <c:pt idx="4688">
                  <c:v>0</c:v>
                </c:pt>
                <c:pt idx="4689">
                  <c:v>0</c:v>
                </c:pt>
                <c:pt idx="4690">
                  <c:v>0</c:v>
                </c:pt>
                <c:pt idx="4691">
                  <c:v>0</c:v>
                </c:pt>
                <c:pt idx="4692">
                  <c:v>0</c:v>
                </c:pt>
                <c:pt idx="4693">
                  <c:v>0</c:v>
                </c:pt>
                <c:pt idx="4694">
                  <c:v>0</c:v>
                </c:pt>
                <c:pt idx="4695">
                  <c:v>0</c:v>
                </c:pt>
                <c:pt idx="4696">
                  <c:v>0</c:v>
                </c:pt>
                <c:pt idx="4697">
                  <c:v>0</c:v>
                </c:pt>
                <c:pt idx="4698">
                  <c:v>0</c:v>
                </c:pt>
                <c:pt idx="4699">
                  <c:v>0</c:v>
                </c:pt>
                <c:pt idx="4700">
                  <c:v>0</c:v>
                </c:pt>
                <c:pt idx="4701">
                  <c:v>0</c:v>
                </c:pt>
                <c:pt idx="4702">
                  <c:v>0</c:v>
                </c:pt>
                <c:pt idx="4703">
                  <c:v>0</c:v>
                </c:pt>
                <c:pt idx="4704">
                  <c:v>0</c:v>
                </c:pt>
                <c:pt idx="4705">
                  <c:v>0</c:v>
                </c:pt>
                <c:pt idx="4706">
                  <c:v>0</c:v>
                </c:pt>
                <c:pt idx="4707">
                  <c:v>0</c:v>
                </c:pt>
                <c:pt idx="4708">
                  <c:v>0</c:v>
                </c:pt>
                <c:pt idx="4709">
                  <c:v>0</c:v>
                </c:pt>
                <c:pt idx="4710">
                  <c:v>0</c:v>
                </c:pt>
                <c:pt idx="4711">
                  <c:v>0</c:v>
                </c:pt>
                <c:pt idx="4712">
                  <c:v>0</c:v>
                </c:pt>
                <c:pt idx="4713">
                  <c:v>0</c:v>
                </c:pt>
                <c:pt idx="4714">
                  <c:v>0</c:v>
                </c:pt>
                <c:pt idx="4715">
                  <c:v>0</c:v>
                </c:pt>
                <c:pt idx="4716">
                  <c:v>0</c:v>
                </c:pt>
                <c:pt idx="4717">
                  <c:v>0</c:v>
                </c:pt>
                <c:pt idx="4718">
                  <c:v>0</c:v>
                </c:pt>
                <c:pt idx="4719">
                  <c:v>0</c:v>
                </c:pt>
                <c:pt idx="4720">
                  <c:v>0</c:v>
                </c:pt>
                <c:pt idx="4721">
                  <c:v>0</c:v>
                </c:pt>
                <c:pt idx="4722">
                  <c:v>0</c:v>
                </c:pt>
                <c:pt idx="4723">
                  <c:v>0</c:v>
                </c:pt>
                <c:pt idx="4724">
                  <c:v>0</c:v>
                </c:pt>
                <c:pt idx="4725">
                  <c:v>0</c:v>
                </c:pt>
                <c:pt idx="4726">
                  <c:v>0</c:v>
                </c:pt>
                <c:pt idx="4727">
                  <c:v>0</c:v>
                </c:pt>
                <c:pt idx="4728">
                  <c:v>0</c:v>
                </c:pt>
                <c:pt idx="4729">
                  <c:v>0</c:v>
                </c:pt>
                <c:pt idx="4730">
                  <c:v>0</c:v>
                </c:pt>
                <c:pt idx="4731">
                  <c:v>0</c:v>
                </c:pt>
                <c:pt idx="4732">
                  <c:v>0</c:v>
                </c:pt>
                <c:pt idx="4733">
                  <c:v>0</c:v>
                </c:pt>
                <c:pt idx="4734">
                  <c:v>0</c:v>
                </c:pt>
                <c:pt idx="4735">
                  <c:v>0</c:v>
                </c:pt>
                <c:pt idx="4736">
                  <c:v>0</c:v>
                </c:pt>
                <c:pt idx="4737">
                  <c:v>0</c:v>
                </c:pt>
                <c:pt idx="4738">
                  <c:v>0</c:v>
                </c:pt>
                <c:pt idx="4739">
                  <c:v>0</c:v>
                </c:pt>
                <c:pt idx="4740">
                  <c:v>0</c:v>
                </c:pt>
                <c:pt idx="4741">
                  <c:v>0</c:v>
                </c:pt>
                <c:pt idx="4742">
                  <c:v>0</c:v>
                </c:pt>
                <c:pt idx="4743">
                  <c:v>0</c:v>
                </c:pt>
                <c:pt idx="4744">
                  <c:v>0</c:v>
                </c:pt>
                <c:pt idx="4745">
                  <c:v>0</c:v>
                </c:pt>
                <c:pt idx="4746">
                  <c:v>0</c:v>
                </c:pt>
                <c:pt idx="4747">
                  <c:v>0</c:v>
                </c:pt>
                <c:pt idx="4748">
                  <c:v>0</c:v>
                </c:pt>
                <c:pt idx="4749">
                  <c:v>0</c:v>
                </c:pt>
                <c:pt idx="4750">
                  <c:v>0</c:v>
                </c:pt>
                <c:pt idx="4751">
                  <c:v>0</c:v>
                </c:pt>
                <c:pt idx="4752">
                  <c:v>0</c:v>
                </c:pt>
                <c:pt idx="4753">
                  <c:v>0</c:v>
                </c:pt>
                <c:pt idx="4754">
                  <c:v>0</c:v>
                </c:pt>
                <c:pt idx="4755">
                  <c:v>0</c:v>
                </c:pt>
                <c:pt idx="4756">
                  <c:v>0</c:v>
                </c:pt>
                <c:pt idx="4757">
                  <c:v>0</c:v>
                </c:pt>
                <c:pt idx="4758">
                  <c:v>0</c:v>
                </c:pt>
                <c:pt idx="4759">
                  <c:v>0</c:v>
                </c:pt>
                <c:pt idx="4760">
                  <c:v>0</c:v>
                </c:pt>
                <c:pt idx="4761">
                  <c:v>0</c:v>
                </c:pt>
                <c:pt idx="4762">
                  <c:v>0</c:v>
                </c:pt>
                <c:pt idx="4763">
                  <c:v>0</c:v>
                </c:pt>
                <c:pt idx="4764">
                  <c:v>0</c:v>
                </c:pt>
                <c:pt idx="4765">
                  <c:v>0</c:v>
                </c:pt>
                <c:pt idx="4766">
                  <c:v>0</c:v>
                </c:pt>
                <c:pt idx="4767">
                  <c:v>0</c:v>
                </c:pt>
                <c:pt idx="4768">
                  <c:v>0</c:v>
                </c:pt>
                <c:pt idx="4769">
                  <c:v>0</c:v>
                </c:pt>
                <c:pt idx="4770">
                  <c:v>0</c:v>
                </c:pt>
                <c:pt idx="4771">
                  <c:v>0</c:v>
                </c:pt>
                <c:pt idx="4772">
                  <c:v>0</c:v>
                </c:pt>
                <c:pt idx="4773">
                  <c:v>0</c:v>
                </c:pt>
                <c:pt idx="4774">
                  <c:v>0</c:v>
                </c:pt>
                <c:pt idx="4775">
                  <c:v>0</c:v>
                </c:pt>
                <c:pt idx="4776">
                  <c:v>0</c:v>
                </c:pt>
                <c:pt idx="4777">
                  <c:v>0</c:v>
                </c:pt>
                <c:pt idx="4778">
                  <c:v>0</c:v>
                </c:pt>
                <c:pt idx="4779">
                  <c:v>0</c:v>
                </c:pt>
                <c:pt idx="4780">
                  <c:v>0</c:v>
                </c:pt>
                <c:pt idx="4781">
                  <c:v>0</c:v>
                </c:pt>
                <c:pt idx="4782">
                  <c:v>0</c:v>
                </c:pt>
                <c:pt idx="4783">
                  <c:v>0</c:v>
                </c:pt>
                <c:pt idx="4784">
                  <c:v>0</c:v>
                </c:pt>
                <c:pt idx="4785">
                  <c:v>0</c:v>
                </c:pt>
                <c:pt idx="4786">
                  <c:v>0</c:v>
                </c:pt>
                <c:pt idx="4787">
                  <c:v>0</c:v>
                </c:pt>
                <c:pt idx="4788">
                  <c:v>0</c:v>
                </c:pt>
                <c:pt idx="4789">
                  <c:v>0</c:v>
                </c:pt>
                <c:pt idx="4790">
                  <c:v>0</c:v>
                </c:pt>
                <c:pt idx="4791">
                  <c:v>0</c:v>
                </c:pt>
                <c:pt idx="4792">
                  <c:v>0</c:v>
                </c:pt>
                <c:pt idx="4793">
                  <c:v>0</c:v>
                </c:pt>
                <c:pt idx="4794">
                  <c:v>0</c:v>
                </c:pt>
                <c:pt idx="4795">
                  <c:v>0</c:v>
                </c:pt>
                <c:pt idx="4796">
                  <c:v>0</c:v>
                </c:pt>
                <c:pt idx="4797">
                  <c:v>0</c:v>
                </c:pt>
                <c:pt idx="4798">
                  <c:v>0</c:v>
                </c:pt>
                <c:pt idx="4799">
                  <c:v>0</c:v>
                </c:pt>
                <c:pt idx="4800">
                  <c:v>0</c:v>
                </c:pt>
                <c:pt idx="4801">
                  <c:v>0</c:v>
                </c:pt>
                <c:pt idx="4802">
                  <c:v>0</c:v>
                </c:pt>
                <c:pt idx="4803">
                  <c:v>0</c:v>
                </c:pt>
                <c:pt idx="4804">
                  <c:v>0</c:v>
                </c:pt>
                <c:pt idx="4805">
                  <c:v>0</c:v>
                </c:pt>
                <c:pt idx="4806">
                  <c:v>0</c:v>
                </c:pt>
                <c:pt idx="4807">
                  <c:v>0</c:v>
                </c:pt>
                <c:pt idx="4808">
                  <c:v>0</c:v>
                </c:pt>
                <c:pt idx="4809">
                  <c:v>0</c:v>
                </c:pt>
                <c:pt idx="4810">
                  <c:v>0</c:v>
                </c:pt>
                <c:pt idx="4811">
                  <c:v>0</c:v>
                </c:pt>
                <c:pt idx="4812">
                  <c:v>0</c:v>
                </c:pt>
                <c:pt idx="4813">
                  <c:v>0</c:v>
                </c:pt>
                <c:pt idx="4814">
                  <c:v>0</c:v>
                </c:pt>
                <c:pt idx="4815">
                  <c:v>0</c:v>
                </c:pt>
                <c:pt idx="4816">
                  <c:v>0</c:v>
                </c:pt>
                <c:pt idx="4817">
                  <c:v>0</c:v>
                </c:pt>
                <c:pt idx="4818">
                  <c:v>0</c:v>
                </c:pt>
                <c:pt idx="4819">
                  <c:v>0</c:v>
                </c:pt>
                <c:pt idx="4820">
                  <c:v>0</c:v>
                </c:pt>
                <c:pt idx="4821">
                  <c:v>0</c:v>
                </c:pt>
                <c:pt idx="4822">
                  <c:v>0</c:v>
                </c:pt>
                <c:pt idx="4823">
                  <c:v>0</c:v>
                </c:pt>
                <c:pt idx="4824">
                  <c:v>0</c:v>
                </c:pt>
                <c:pt idx="4825">
                  <c:v>0</c:v>
                </c:pt>
                <c:pt idx="4826">
                  <c:v>0</c:v>
                </c:pt>
                <c:pt idx="4827">
                  <c:v>0</c:v>
                </c:pt>
                <c:pt idx="4828">
                  <c:v>0</c:v>
                </c:pt>
                <c:pt idx="4829">
                  <c:v>0</c:v>
                </c:pt>
                <c:pt idx="4830">
                  <c:v>0</c:v>
                </c:pt>
                <c:pt idx="4831">
                  <c:v>0</c:v>
                </c:pt>
                <c:pt idx="4832">
                  <c:v>0</c:v>
                </c:pt>
                <c:pt idx="4833">
                  <c:v>0</c:v>
                </c:pt>
                <c:pt idx="4834">
                  <c:v>0</c:v>
                </c:pt>
                <c:pt idx="4835">
                  <c:v>0</c:v>
                </c:pt>
                <c:pt idx="4836">
                  <c:v>0</c:v>
                </c:pt>
                <c:pt idx="4837">
                  <c:v>0</c:v>
                </c:pt>
                <c:pt idx="4838">
                  <c:v>0</c:v>
                </c:pt>
                <c:pt idx="4839">
                  <c:v>0</c:v>
                </c:pt>
                <c:pt idx="4840">
                  <c:v>0</c:v>
                </c:pt>
                <c:pt idx="4841">
                  <c:v>0</c:v>
                </c:pt>
                <c:pt idx="4842">
                  <c:v>0</c:v>
                </c:pt>
                <c:pt idx="4843">
                  <c:v>0</c:v>
                </c:pt>
                <c:pt idx="4844">
                  <c:v>0</c:v>
                </c:pt>
                <c:pt idx="4845">
                  <c:v>0</c:v>
                </c:pt>
                <c:pt idx="4846">
                  <c:v>0</c:v>
                </c:pt>
                <c:pt idx="4847">
                  <c:v>0</c:v>
                </c:pt>
                <c:pt idx="4848">
                  <c:v>0</c:v>
                </c:pt>
                <c:pt idx="4849">
                  <c:v>0</c:v>
                </c:pt>
                <c:pt idx="4850">
                  <c:v>0</c:v>
                </c:pt>
                <c:pt idx="4851">
                  <c:v>0</c:v>
                </c:pt>
                <c:pt idx="4852">
                  <c:v>0</c:v>
                </c:pt>
                <c:pt idx="4853">
                  <c:v>0</c:v>
                </c:pt>
                <c:pt idx="4854">
                  <c:v>0</c:v>
                </c:pt>
                <c:pt idx="4855">
                  <c:v>0</c:v>
                </c:pt>
                <c:pt idx="4856">
                  <c:v>0</c:v>
                </c:pt>
                <c:pt idx="4857">
                  <c:v>0</c:v>
                </c:pt>
                <c:pt idx="4858">
                  <c:v>0</c:v>
                </c:pt>
                <c:pt idx="4859">
                  <c:v>0</c:v>
                </c:pt>
                <c:pt idx="4860">
                  <c:v>0</c:v>
                </c:pt>
                <c:pt idx="4861">
                  <c:v>0</c:v>
                </c:pt>
                <c:pt idx="4862">
                  <c:v>0</c:v>
                </c:pt>
                <c:pt idx="4863">
                  <c:v>0</c:v>
                </c:pt>
                <c:pt idx="4864">
                  <c:v>0</c:v>
                </c:pt>
                <c:pt idx="4865">
                  <c:v>0</c:v>
                </c:pt>
                <c:pt idx="4866">
                  <c:v>0</c:v>
                </c:pt>
                <c:pt idx="4867">
                  <c:v>0</c:v>
                </c:pt>
                <c:pt idx="4868">
                  <c:v>0</c:v>
                </c:pt>
                <c:pt idx="4869">
                  <c:v>0</c:v>
                </c:pt>
                <c:pt idx="4870">
                  <c:v>0</c:v>
                </c:pt>
                <c:pt idx="4871">
                  <c:v>0</c:v>
                </c:pt>
                <c:pt idx="4872">
                  <c:v>0</c:v>
                </c:pt>
                <c:pt idx="4873">
                  <c:v>0</c:v>
                </c:pt>
                <c:pt idx="4874">
                  <c:v>0</c:v>
                </c:pt>
                <c:pt idx="4875">
                  <c:v>0</c:v>
                </c:pt>
                <c:pt idx="4876">
                  <c:v>0</c:v>
                </c:pt>
                <c:pt idx="4877">
                  <c:v>0</c:v>
                </c:pt>
                <c:pt idx="4878">
                  <c:v>0</c:v>
                </c:pt>
                <c:pt idx="4879">
                  <c:v>0</c:v>
                </c:pt>
                <c:pt idx="4880">
                  <c:v>0</c:v>
                </c:pt>
                <c:pt idx="4881">
                  <c:v>0</c:v>
                </c:pt>
                <c:pt idx="4882">
                  <c:v>0</c:v>
                </c:pt>
                <c:pt idx="4883">
                  <c:v>0</c:v>
                </c:pt>
                <c:pt idx="4884">
                  <c:v>0</c:v>
                </c:pt>
                <c:pt idx="4885">
                  <c:v>0</c:v>
                </c:pt>
                <c:pt idx="4886">
                  <c:v>0</c:v>
                </c:pt>
                <c:pt idx="4887">
                  <c:v>0</c:v>
                </c:pt>
                <c:pt idx="4888">
                  <c:v>0</c:v>
                </c:pt>
                <c:pt idx="4889">
                  <c:v>0</c:v>
                </c:pt>
                <c:pt idx="4890">
                  <c:v>0</c:v>
                </c:pt>
                <c:pt idx="4891">
                  <c:v>0</c:v>
                </c:pt>
                <c:pt idx="4892">
                  <c:v>0</c:v>
                </c:pt>
                <c:pt idx="4893">
                  <c:v>0</c:v>
                </c:pt>
                <c:pt idx="4894">
                  <c:v>0</c:v>
                </c:pt>
                <c:pt idx="4895">
                  <c:v>0</c:v>
                </c:pt>
                <c:pt idx="4896">
                  <c:v>0</c:v>
                </c:pt>
                <c:pt idx="4897">
                  <c:v>0</c:v>
                </c:pt>
                <c:pt idx="4898">
                  <c:v>0</c:v>
                </c:pt>
                <c:pt idx="4899">
                  <c:v>0</c:v>
                </c:pt>
                <c:pt idx="4900">
                  <c:v>0</c:v>
                </c:pt>
                <c:pt idx="4901">
                  <c:v>0</c:v>
                </c:pt>
                <c:pt idx="4902">
                  <c:v>0</c:v>
                </c:pt>
                <c:pt idx="4903">
                  <c:v>0</c:v>
                </c:pt>
                <c:pt idx="4904">
                  <c:v>0</c:v>
                </c:pt>
                <c:pt idx="4905">
                  <c:v>0</c:v>
                </c:pt>
                <c:pt idx="4906">
                  <c:v>0</c:v>
                </c:pt>
                <c:pt idx="4907">
                  <c:v>0</c:v>
                </c:pt>
                <c:pt idx="4908">
                  <c:v>0</c:v>
                </c:pt>
                <c:pt idx="4909">
                  <c:v>0</c:v>
                </c:pt>
                <c:pt idx="4910">
                  <c:v>0</c:v>
                </c:pt>
                <c:pt idx="4911">
                  <c:v>0</c:v>
                </c:pt>
                <c:pt idx="4912">
                  <c:v>0</c:v>
                </c:pt>
                <c:pt idx="4913">
                  <c:v>0</c:v>
                </c:pt>
                <c:pt idx="4914">
                  <c:v>0</c:v>
                </c:pt>
                <c:pt idx="4915">
                  <c:v>0</c:v>
                </c:pt>
                <c:pt idx="4916">
                  <c:v>0</c:v>
                </c:pt>
                <c:pt idx="4917">
                  <c:v>0</c:v>
                </c:pt>
                <c:pt idx="4918">
                  <c:v>0</c:v>
                </c:pt>
                <c:pt idx="4919">
                  <c:v>0</c:v>
                </c:pt>
                <c:pt idx="4920">
                  <c:v>0</c:v>
                </c:pt>
                <c:pt idx="4921">
                  <c:v>0</c:v>
                </c:pt>
                <c:pt idx="4922">
                  <c:v>0</c:v>
                </c:pt>
                <c:pt idx="4923">
                  <c:v>0</c:v>
                </c:pt>
                <c:pt idx="4924">
                  <c:v>0</c:v>
                </c:pt>
                <c:pt idx="4925">
                  <c:v>0</c:v>
                </c:pt>
                <c:pt idx="4926">
                  <c:v>0</c:v>
                </c:pt>
                <c:pt idx="4927">
                  <c:v>0</c:v>
                </c:pt>
                <c:pt idx="4928">
                  <c:v>0</c:v>
                </c:pt>
                <c:pt idx="4929">
                  <c:v>0</c:v>
                </c:pt>
                <c:pt idx="4930">
                  <c:v>0</c:v>
                </c:pt>
                <c:pt idx="4931">
                  <c:v>0</c:v>
                </c:pt>
                <c:pt idx="4932">
                  <c:v>0</c:v>
                </c:pt>
                <c:pt idx="4933">
                  <c:v>0</c:v>
                </c:pt>
                <c:pt idx="4934">
                  <c:v>0</c:v>
                </c:pt>
                <c:pt idx="4935">
                  <c:v>0</c:v>
                </c:pt>
                <c:pt idx="4936">
                  <c:v>0</c:v>
                </c:pt>
                <c:pt idx="4937">
                  <c:v>0</c:v>
                </c:pt>
                <c:pt idx="4938">
                  <c:v>0</c:v>
                </c:pt>
                <c:pt idx="4939">
                  <c:v>0</c:v>
                </c:pt>
                <c:pt idx="4940">
                  <c:v>0</c:v>
                </c:pt>
                <c:pt idx="4941">
                  <c:v>0</c:v>
                </c:pt>
                <c:pt idx="4942">
                  <c:v>0</c:v>
                </c:pt>
                <c:pt idx="4943">
                  <c:v>0</c:v>
                </c:pt>
                <c:pt idx="4944">
                  <c:v>0</c:v>
                </c:pt>
                <c:pt idx="4945">
                  <c:v>0</c:v>
                </c:pt>
                <c:pt idx="4946">
                  <c:v>0</c:v>
                </c:pt>
                <c:pt idx="4947">
                  <c:v>0</c:v>
                </c:pt>
                <c:pt idx="4948">
                  <c:v>0</c:v>
                </c:pt>
                <c:pt idx="4949">
                  <c:v>0</c:v>
                </c:pt>
                <c:pt idx="4950">
                  <c:v>0</c:v>
                </c:pt>
                <c:pt idx="4951">
                  <c:v>0</c:v>
                </c:pt>
                <c:pt idx="4952">
                  <c:v>0</c:v>
                </c:pt>
                <c:pt idx="4953">
                  <c:v>0</c:v>
                </c:pt>
                <c:pt idx="4954">
                  <c:v>0</c:v>
                </c:pt>
                <c:pt idx="4955">
                  <c:v>0</c:v>
                </c:pt>
                <c:pt idx="4956">
                  <c:v>0</c:v>
                </c:pt>
                <c:pt idx="4957">
                  <c:v>0</c:v>
                </c:pt>
                <c:pt idx="4958">
                  <c:v>0</c:v>
                </c:pt>
                <c:pt idx="4959">
                  <c:v>0</c:v>
                </c:pt>
                <c:pt idx="4960">
                  <c:v>0</c:v>
                </c:pt>
                <c:pt idx="4961">
                  <c:v>0</c:v>
                </c:pt>
                <c:pt idx="4962">
                  <c:v>0</c:v>
                </c:pt>
                <c:pt idx="4963">
                  <c:v>0</c:v>
                </c:pt>
                <c:pt idx="4964">
                  <c:v>0</c:v>
                </c:pt>
                <c:pt idx="4965">
                  <c:v>0</c:v>
                </c:pt>
                <c:pt idx="4966">
                  <c:v>0</c:v>
                </c:pt>
                <c:pt idx="4967">
                  <c:v>0</c:v>
                </c:pt>
                <c:pt idx="4968">
                  <c:v>0</c:v>
                </c:pt>
                <c:pt idx="4969">
                  <c:v>0</c:v>
                </c:pt>
                <c:pt idx="4970">
                  <c:v>0</c:v>
                </c:pt>
                <c:pt idx="4971">
                  <c:v>0</c:v>
                </c:pt>
                <c:pt idx="4972">
                  <c:v>0</c:v>
                </c:pt>
                <c:pt idx="4973">
                  <c:v>0</c:v>
                </c:pt>
                <c:pt idx="4974">
                  <c:v>0</c:v>
                </c:pt>
                <c:pt idx="4975">
                  <c:v>0</c:v>
                </c:pt>
                <c:pt idx="4976">
                  <c:v>0</c:v>
                </c:pt>
                <c:pt idx="4977">
                  <c:v>0</c:v>
                </c:pt>
                <c:pt idx="4978">
                  <c:v>0</c:v>
                </c:pt>
                <c:pt idx="4979">
                  <c:v>0</c:v>
                </c:pt>
                <c:pt idx="4980">
                  <c:v>0</c:v>
                </c:pt>
                <c:pt idx="4981">
                  <c:v>0</c:v>
                </c:pt>
                <c:pt idx="4982">
                  <c:v>0</c:v>
                </c:pt>
                <c:pt idx="4983">
                  <c:v>0</c:v>
                </c:pt>
                <c:pt idx="4984">
                  <c:v>0</c:v>
                </c:pt>
                <c:pt idx="4985">
                  <c:v>0</c:v>
                </c:pt>
                <c:pt idx="4986">
                  <c:v>0</c:v>
                </c:pt>
                <c:pt idx="4987">
                  <c:v>0</c:v>
                </c:pt>
                <c:pt idx="4988">
                  <c:v>0</c:v>
                </c:pt>
                <c:pt idx="4989">
                  <c:v>0</c:v>
                </c:pt>
                <c:pt idx="4990">
                  <c:v>0</c:v>
                </c:pt>
                <c:pt idx="4991">
                  <c:v>0</c:v>
                </c:pt>
                <c:pt idx="4992">
                  <c:v>0</c:v>
                </c:pt>
                <c:pt idx="4993">
                  <c:v>0</c:v>
                </c:pt>
                <c:pt idx="4994">
                  <c:v>0</c:v>
                </c:pt>
                <c:pt idx="4995">
                  <c:v>0</c:v>
                </c:pt>
                <c:pt idx="4996">
                  <c:v>0</c:v>
                </c:pt>
                <c:pt idx="4997">
                  <c:v>0</c:v>
                </c:pt>
                <c:pt idx="4998">
                  <c:v>0</c:v>
                </c:pt>
                <c:pt idx="4999">
                  <c:v>0</c:v>
                </c:pt>
                <c:pt idx="5000">
                  <c:v>0</c:v>
                </c:pt>
                <c:pt idx="5001">
                  <c:v>0</c:v>
                </c:pt>
                <c:pt idx="5002">
                  <c:v>0</c:v>
                </c:pt>
                <c:pt idx="5003">
                  <c:v>0</c:v>
                </c:pt>
                <c:pt idx="5004">
                  <c:v>0</c:v>
                </c:pt>
                <c:pt idx="5005">
                  <c:v>0</c:v>
                </c:pt>
                <c:pt idx="5006">
                  <c:v>0</c:v>
                </c:pt>
                <c:pt idx="5007">
                  <c:v>0</c:v>
                </c:pt>
                <c:pt idx="5008">
                  <c:v>0</c:v>
                </c:pt>
                <c:pt idx="5009">
                  <c:v>0</c:v>
                </c:pt>
                <c:pt idx="5010">
                  <c:v>0</c:v>
                </c:pt>
                <c:pt idx="5011">
                  <c:v>0</c:v>
                </c:pt>
                <c:pt idx="5012">
                  <c:v>0</c:v>
                </c:pt>
                <c:pt idx="5013">
                  <c:v>0</c:v>
                </c:pt>
                <c:pt idx="5014">
                  <c:v>0</c:v>
                </c:pt>
                <c:pt idx="5015">
                  <c:v>0</c:v>
                </c:pt>
                <c:pt idx="5016">
                  <c:v>0</c:v>
                </c:pt>
                <c:pt idx="5017">
                  <c:v>0</c:v>
                </c:pt>
                <c:pt idx="5018">
                  <c:v>0</c:v>
                </c:pt>
                <c:pt idx="5019">
                  <c:v>0</c:v>
                </c:pt>
                <c:pt idx="5020">
                  <c:v>0</c:v>
                </c:pt>
                <c:pt idx="5021">
                  <c:v>0</c:v>
                </c:pt>
                <c:pt idx="5022">
                  <c:v>0</c:v>
                </c:pt>
                <c:pt idx="5023">
                  <c:v>0</c:v>
                </c:pt>
                <c:pt idx="5024">
                  <c:v>0</c:v>
                </c:pt>
                <c:pt idx="5025">
                  <c:v>0</c:v>
                </c:pt>
                <c:pt idx="5026">
                  <c:v>0</c:v>
                </c:pt>
                <c:pt idx="5027">
                  <c:v>0</c:v>
                </c:pt>
                <c:pt idx="5028">
                  <c:v>0</c:v>
                </c:pt>
                <c:pt idx="5029">
                  <c:v>0</c:v>
                </c:pt>
                <c:pt idx="5030">
                  <c:v>0</c:v>
                </c:pt>
                <c:pt idx="5031">
                  <c:v>0</c:v>
                </c:pt>
                <c:pt idx="5032">
                  <c:v>0</c:v>
                </c:pt>
                <c:pt idx="5033">
                  <c:v>0</c:v>
                </c:pt>
                <c:pt idx="5034">
                  <c:v>0</c:v>
                </c:pt>
                <c:pt idx="5035">
                  <c:v>0</c:v>
                </c:pt>
                <c:pt idx="5036">
                  <c:v>0</c:v>
                </c:pt>
                <c:pt idx="5037">
                  <c:v>0</c:v>
                </c:pt>
                <c:pt idx="5038">
                  <c:v>0</c:v>
                </c:pt>
                <c:pt idx="5039">
                  <c:v>0</c:v>
                </c:pt>
                <c:pt idx="5040">
                  <c:v>0</c:v>
                </c:pt>
                <c:pt idx="5041">
                  <c:v>0</c:v>
                </c:pt>
                <c:pt idx="5042">
                  <c:v>0</c:v>
                </c:pt>
                <c:pt idx="5043">
                  <c:v>0</c:v>
                </c:pt>
                <c:pt idx="5044">
                  <c:v>0</c:v>
                </c:pt>
                <c:pt idx="5045">
                  <c:v>0</c:v>
                </c:pt>
                <c:pt idx="5046">
                  <c:v>0</c:v>
                </c:pt>
                <c:pt idx="5047">
                  <c:v>0</c:v>
                </c:pt>
                <c:pt idx="5048">
                  <c:v>0</c:v>
                </c:pt>
                <c:pt idx="5049">
                  <c:v>0</c:v>
                </c:pt>
                <c:pt idx="5050">
                  <c:v>0</c:v>
                </c:pt>
                <c:pt idx="5051">
                  <c:v>0</c:v>
                </c:pt>
                <c:pt idx="5052">
                  <c:v>0</c:v>
                </c:pt>
                <c:pt idx="5053">
                  <c:v>0</c:v>
                </c:pt>
                <c:pt idx="5054">
                  <c:v>0</c:v>
                </c:pt>
                <c:pt idx="5055">
                  <c:v>0</c:v>
                </c:pt>
                <c:pt idx="5056">
                  <c:v>0</c:v>
                </c:pt>
                <c:pt idx="5057">
                  <c:v>0</c:v>
                </c:pt>
                <c:pt idx="5058">
                  <c:v>0</c:v>
                </c:pt>
                <c:pt idx="5059">
                  <c:v>0</c:v>
                </c:pt>
                <c:pt idx="5060">
                  <c:v>0</c:v>
                </c:pt>
                <c:pt idx="5061">
                  <c:v>0</c:v>
                </c:pt>
                <c:pt idx="5062">
                  <c:v>0</c:v>
                </c:pt>
                <c:pt idx="5063">
                  <c:v>0</c:v>
                </c:pt>
                <c:pt idx="5064">
                  <c:v>0</c:v>
                </c:pt>
                <c:pt idx="5065">
                  <c:v>0</c:v>
                </c:pt>
                <c:pt idx="5066">
                  <c:v>0</c:v>
                </c:pt>
                <c:pt idx="5067">
                  <c:v>0</c:v>
                </c:pt>
                <c:pt idx="5068">
                  <c:v>0</c:v>
                </c:pt>
                <c:pt idx="5069">
                  <c:v>0</c:v>
                </c:pt>
                <c:pt idx="5070">
                  <c:v>0</c:v>
                </c:pt>
                <c:pt idx="5071">
                  <c:v>0</c:v>
                </c:pt>
                <c:pt idx="5072">
                  <c:v>0</c:v>
                </c:pt>
                <c:pt idx="5073">
                  <c:v>0</c:v>
                </c:pt>
                <c:pt idx="5074">
                  <c:v>0</c:v>
                </c:pt>
                <c:pt idx="5075">
                  <c:v>0</c:v>
                </c:pt>
                <c:pt idx="5076">
                  <c:v>0</c:v>
                </c:pt>
                <c:pt idx="5077">
                  <c:v>0</c:v>
                </c:pt>
                <c:pt idx="5078">
                  <c:v>0</c:v>
                </c:pt>
                <c:pt idx="5079">
                  <c:v>0</c:v>
                </c:pt>
                <c:pt idx="5080">
                  <c:v>0</c:v>
                </c:pt>
                <c:pt idx="5081">
                  <c:v>0</c:v>
                </c:pt>
                <c:pt idx="5082">
                  <c:v>0</c:v>
                </c:pt>
                <c:pt idx="5083">
                  <c:v>0</c:v>
                </c:pt>
                <c:pt idx="5084">
                  <c:v>0</c:v>
                </c:pt>
                <c:pt idx="5085">
                  <c:v>0</c:v>
                </c:pt>
                <c:pt idx="5086">
                  <c:v>0</c:v>
                </c:pt>
                <c:pt idx="5087">
                  <c:v>0</c:v>
                </c:pt>
                <c:pt idx="5088">
                  <c:v>0</c:v>
                </c:pt>
                <c:pt idx="5089">
                  <c:v>0</c:v>
                </c:pt>
                <c:pt idx="5090">
                  <c:v>0</c:v>
                </c:pt>
                <c:pt idx="5091">
                  <c:v>0</c:v>
                </c:pt>
                <c:pt idx="5092">
                  <c:v>0</c:v>
                </c:pt>
                <c:pt idx="5093">
                  <c:v>0</c:v>
                </c:pt>
                <c:pt idx="5094">
                  <c:v>0</c:v>
                </c:pt>
                <c:pt idx="5095">
                  <c:v>0</c:v>
                </c:pt>
                <c:pt idx="5096">
                  <c:v>0</c:v>
                </c:pt>
                <c:pt idx="5097">
                  <c:v>0</c:v>
                </c:pt>
                <c:pt idx="5098">
                  <c:v>0</c:v>
                </c:pt>
                <c:pt idx="5099">
                  <c:v>0</c:v>
                </c:pt>
                <c:pt idx="5100">
                  <c:v>0</c:v>
                </c:pt>
                <c:pt idx="5101">
                  <c:v>0</c:v>
                </c:pt>
                <c:pt idx="5102">
                  <c:v>0</c:v>
                </c:pt>
                <c:pt idx="5103">
                  <c:v>0</c:v>
                </c:pt>
                <c:pt idx="5104">
                  <c:v>0</c:v>
                </c:pt>
                <c:pt idx="5105">
                  <c:v>0</c:v>
                </c:pt>
                <c:pt idx="5106">
                  <c:v>0</c:v>
                </c:pt>
                <c:pt idx="5107">
                  <c:v>0</c:v>
                </c:pt>
                <c:pt idx="5108">
                  <c:v>0</c:v>
                </c:pt>
                <c:pt idx="5109">
                  <c:v>0</c:v>
                </c:pt>
                <c:pt idx="5110">
                  <c:v>0</c:v>
                </c:pt>
                <c:pt idx="5111">
                  <c:v>0</c:v>
                </c:pt>
                <c:pt idx="5112">
                  <c:v>0</c:v>
                </c:pt>
                <c:pt idx="5113">
                  <c:v>0</c:v>
                </c:pt>
                <c:pt idx="5114">
                  <c:v>0</c:v>
                </c:pt>
                <c:pt idx="5115">
                  <c:v>0</c:v>
                </c:pt>
                <c:pt idx="5116">
                  <c:v>0</c:v>
                </c:pt>
                <c:pt idx="5117">
                  <c:v>0</c:v>
                </c:pt>
                <c:pt idx="5118">
                  <c:v>0</c:v>
                </c:pt>
                <c:pt idx="5119">
                  <c:v>0</c:v>
                </c:pt>
                <c:pt idx="5120">
                  <c:v>0</c:v>
                </c:pt>
                <c:pt idx="5121">
                  <c:v>0</c:v>
                </c:pt>
                <c:pt idx="5122">
                  <c:v>0</c:v>
                </c:pt>
                <c:pt idx="5123">
                  <c:v>0</c:v>
                </c:pt>
                <c:pt idx="5124">
                  <c:v>0</c:v>
                </c:pt>
                <c:pt idx="5125">
                  <c:v>0</c:v>
                </c:pt>
                <c:pt idx="5126">
                  <c:v>0</c:v>
                </c:pt>
                <c:pt idx="5127">
                  <c:v>0</c:v>
                </c:pt>
                <c:pt idx="5128">
                  <c:v>0</c:v>
                </c:pt>
                <c:pt idx="5129">
                  <c:v>0</c:v>
                </c:pt>
                <c:pt idx="5130">
                  <c:v>0</c:v>
                </c:pt>
                <c:pt idx="5131">
                  <c:v>0</c:v>
                </c:pt>
                <c:pt idx="5132">
                  <c:v>0</c:v>
                </c:pt>
                <c:pt idx="5133">
                  <c:v>0</c:v>
                </c:pt>
                <c:pt idx="5134">
                  <c:v>0</c:v>
                </c:pt>
                <c:pt idx="5135">
                  <c:v>0</c:v>
                </c:pt>
                <c:pt idx="5136">
                  <c:v>0</c:v>
                </c:pt>
                <c:pt idx="5137">
                  <c:v>0</c:v>
                </c:pt>
                <c:pt idx="5138">
                  <c:v>0</c:v>
                </c:pt>
                <c:pt idx="5139">
                  <c:v>0</c:v>
                </c:pt>
                <c:pt idx="5140">
                  <c:v>0</c:v>
                </c:pt>
                <c:pt idx="5141">
                  <c:v>0</c:v>
                </c:pt>
                <c:pt idx="5142">
                  <c:v>0</c:v>
                </c:pt>
                <c:pt idx="5143">
                  <c:v>0</c:v>
                </c:pt>
                <c:pt idx="5144">
                  <c:v>0</c:v>
                </c:pt>
                <c:pt idx="5145">
                  <c:v>0</c:v>
                </c:pt>
                <c:pt idx="5146">
                  <c:v>0</c:v>
                </c:pt>
                <c:pt idx="5147">
                  <c:v>0</c:v>
                </c:pt>
                <c:pt idx="5148">
                  <c:v>0</c:v>
                </c:pt>
                <c:pt idx="5149">
                  <c:v>0</c:v>
                </c:pt>
                <c:pt idx="5150">
                  <c:v>0</c:v>
                </c:pt>
                <c:pt idx="5151">
                  <c:v>0</c:v>
                </c:pt>
                <c:pt idx="5152">
                  <c:v>0</c:v>
                </c:pt>
                <c:pt idx="5153">
                  <c:v>0</c:v>
                </c:pt>
                <c:pt idx="5154">
                  <c:v>0</c:v>
                </c:pt>
                <c:pt idx="5155">
                  <c:v>0</c:v>
                </c:pt>
                <c:pt idx="5156">
                  <c:v>0</c:v>
                </c:pt>
                <c:pt idx="5157">
                  <c:v>0</c:v>
                </c:pt>
                <c:pt idx="5158">
                  <c:v>0</c:v>
                </c:pt>
                <c:pt idx="5159">
                  <c:v>0</c:v>
                </c:pt>
                <c:pt idx="5160">
                  <c:v>0</c:v>
                </c:pt>
                <c:pt idx="5161">
                  <c:v>0</c:v>
                </c:pt>
                <c:pt idx="5162">
                  <c:v>0</c:v>
                </c:pt>
                <c:pt idx="5163">
                  <c:v>0</c:v>
                </c:pt>
                <c:pt idx="5164">
                  <c:v>0</c:v>
                </c:pt>
                <c:pt idx="5165">
                  <c:v>0</c:v>
                </c:pt>
                <c:pt idx="5166">
                  <c:v>0</c:v>
                </c:pt>
                <c:pt idx="5167">
                  <c:v>0</c:v>
                </c:pt>
                <c:pt idx="5168">
                  <c:v>0</c:v>
                </c:pt>
                <c:pt idx="5169">
                  <c:v>0</c:v>
                </c:pt>
                <c:pt idx="5170">
                  <c:v>0</c:v>
                </c:pt>
                <c:pt idx="5171">
                  <c:v>0</c:v>
                </c:pt>
                <c:pt idx="5172">
                  <c:v>0</c:v>
                </c:pt>
                <c:pt idx="5173">
                  <c:v>0</c:v>
                </c:pt>
                <c:pt idx="5174">
                  <c:v>0</c:v>
                </c:pt>
                <c:pt idx="5175">
                  <c:v>0</c:v>
                </c:pt>
                <c:pt idx="5176">
                  <c:v>0</c:v>
                </c:pt>
                <c:pt idx="5177">
                  <c:v>0</c:v>
                </c:pt>
                <c:pt idx="5178">
                  <c:v>0</c:v>
                </c:pt>
                <c:pt idx="5179">
                  <c:v>0</c:v>
                </c:pt>
                <c:pt idx="5180">
                  <c:v>0</c:v>
                </c:pt>
                <c:pt idx="5181">
                  <c:v>0</c:v>
                </c:pt>
                <c:pt idx="5182">
                  <c:v>0</c:v>
                </c:pt>
                <c:pt idx="5183">
                  <c:v>0</c:v>
                </c:pt>
                <c:pt idx="5184">
                  <c:v>0</c:v>
                </c:pt>
                <c:pt idx="5185">
                  <c:v>0</c:v>
                </c:pt>
                <c:pt idx="5186">
                  <c:v>0</c:v>
                </c:pt>
                <c:pt idx="5187">
                  <c:v>0</c:v>
                </c:pt>
                <c:pt idx="5188">
                  <c:v>0</c:v>
                </c:pt>
                <c:pt idx="5189">
                  <c:v>0</c:v>
                </c:pt>
                <c:pt idx="5190">
                  <c:v>0</c:v>
                </c:pt>
                <c:pt idx="5191">
                  <c:v>0</c:v>
                </c:pt>
                <c:pt idx="5192">
                  <c:v>0</c:v>
                </c:pt>
                <c:pt idx="5193">
                  <c:v>0</c:v>
                </c:pt>
                <c:pt idx="5194">
                  <c:v>0</c:v>
                </c:pt>
                <c:pt idx="5195">
                  <c:v>0</c:v>
                </c:pt>
                <c:pt idx="5196">
                  <c:v>0</c:v>
                </c:pt>
                <c:pt idx="5197">
                  <c:v>0</c:v>
                </c:pt>
                <c:pt idx="5198">
                  <c:v>0</c:v>
                </c:pt>
                <c:pt idx="5199">
                  <c:v>0</c:v>
                </c:pt>
                <c:pt idx="5200">
                  <c:v>0</c:v>
                </c:pt>
                <c:pt idx="5201">
                  <c:v>0</c:v>
                </c:pt>
                <c:pt idx="5202">
                  <c:v>0</c:v>
                </c:pt>
                <c:pt idx="5203">
                  <c:v>0</c:v>
                </c:pt>
                <c:pt idx="5204">
                  <c:v>0</c:v>
                </c:pt>
                <c:pt idx="5205">
                  <c:v>0</c:v>
                </c:pt>
                <c:pt idx="5206">
                  <c:v>0</c:v>
                </c:pt>
                <c:pt idx="5207">
                  <c:v>0</c:v>
                </c:pt>
                <c:pt idx="5208">
                  <c:v>0</c:v>
                </c:pt>
                <c:pt idx="5209">
                  <c:v>0</c:v>
                </c:pt>
                <c:pt idx="5210">
                  <c:v>0</c:v>
                </c:pt>
                <c:pt idx="5211">
                  <c:v>0</c:v>
                </c:pt>
                <c:pt idx="5212">
                  <c:v>0</c:v>
                </c:pt>
                <c:pt idx="5213">
                  <c:v>0</c:v>
                </c:pt>
                <c:pt idx="5214">
                  <c:v>0</c:v>
                </c:pt>
                <c:pt idx="5215">
                  <c:v>0</c:v>
                </c:pt>
                <c:pt idx="5216">
                  <c:v>0</c:v>
                </c:pt>
                <c:pt idx="5217">
                  <c:v>0</c:v>
                </c:pt>
                <c:pt idx="5218">
                  <c:v>0</c:v>
                </c:pt>
                <c:pt idx="5219">
                  <c:v>0</c:v>
                </c:pt>
                <c:pt idx="5220">
                  <c:v>0</c:v>
                </c:pt>
                <c:pt idx="5221">
                  <c:v>0</c:v>
                </c:pt>
                <c:pt idx="5222">
                  <c:v>0</c:v>
                </c:pt>
                <c:pt idx="5223">
                  <c:v>0</c:v>
                </c:pt>
                <c:pt idx="5224">
                  <c:v>0</c:v>
                </c:pt>
                <c:pt idx="5225">
                  <c:v>0</c:v>
                </c:pt>
                <c:pt idx="5226">
                  <c:v>0</c:v>
                </c:pt>
                <c:pt idx="5227">
                  <c:v>0</c:v>
                </c:pt>
                <c:pt idx="5228">
                  <c:v>0</c:v>
                </c:pt>
                <c:pt idx="5229">
                  <c:v>0</c:v>
                </c:pt>
                <c:pt idx="5230">
                  <c:v>0</c:v>
                </c:pt>
                <c:pt idx="5231">
                  <c:v>0</c:v>
                </c:pt>
                <c:pt idx="5232">
                  <c:v>0</c:v>
                </c:pt>
                <c:pt idx="5233">
                  <c:v>0</c:v>
                </c:pt>
                <c:pt idx="5234">
                  <c:v>0</c:v>
                </c:pt>
                <c:pt idx="5235">
                  <c:v>0</c:v>
                </c:pt>
                <c:pt idx="5236">
                  <c:v>0</c:v>
                </c:pt>
                <c:pt idx="5237">
                  <c:v>0</c:v>
                </c:pt>
                <c:pt idx="5238">
                  <c:v>0</c:v>
                </c:pt>
                <c:pt idx="5239">
                  <c:v>0</c:v>
                </c:pt>
                <c:pt idx="5240">
                  <c:v>0</c:v>
                </c:pt>
                <c:pt idx="5241">
                  <c:v>0</c:v>
                </c:pt>
                <c:pt idx="5242">
                  <c:v>0</c:v>
                </c:pt>
                <c:pt idx="5243">
                  <c:v>0</c:v>
                </c:pt>
                <c:pt idx="5244">
                  <c:v>0</c:v>
                </c:pt>
                <c:pt idx="5245">
                  <c:v>0</c:v>
                </c:pt>
                <c:pt idx="5246">
                  <c:v>0</c:v>
                </c:pt>
                <c:pt idx="5247">
                  <c:v>0</c:v>
                </c:pt>
                <c:pt idx="5248">
                  <c:v>0</c:v>
                </c:pt>
                <c:pt idx="5249">
                  <c:v>0</c:v>
                </c:pt>
                <c:pt idx="5250">
                  <c:v>0</c:v>
                </c:pt>
                <c:pt idx="5251">
                  <c:v>0</c:v>
                </c:pt>
                <c:pt idx="5252">
                  <c:v>0</c:v>
                </c:pt>
                <c:pt idx="5253">
                  <c:v>0</c:v>
                </c:pt>
                <c:pt idx="5254">
                  <c:v>0</c:v>
                </c:pt>
                <c:pt idx="5255">
                  <c:v>0</c:v>
                </c:pt>
                <c:pt idx="5256">
                  <c:v>0</c:v>
                </c:pt>
                <c:pt idx="5257">
                  <c:v>0</c:v>
                </c:pt>
                <c:pt idx="5258">
                  <c:v>0</c:v>
                </c:pt>
                <c:pt idx="5259">
                  <c:v>0</c:v>
                </c:pt>
                <c:pt idx="5260">
                  <c:v>0</c:v>
                </c:pt>
                <c:pt idx="5261">
                  <c:v>0</c:v>
                </c:pt>
                <c:pt idx="5262">
                  <c:v>0</c:v>
                </c:pt>
                <c:pt idx="5263">
                  <c:v>0</c:v>
                </c:pt>
                <c:pt idx="5264">
                  <c:v>0</c:v>
                </c:pt>
                <c:pt idx="5265">
                  <c:v>0</c:v>
                </c:pt>
                <c:pt idx="5266">
                  <c:v>0</c:v>
                </c:pt>
                <c:pt idx="5267">
                  <c:v>0</c:v>
                </c:pt>
                <c:pt idx="5268">
                  <c:v>0</c:v>
                </c:pt>
                <c:pt idx="5269">
                  <c:v>0</c:v>
                </c:pt>
                <c:pt idx="5270">
                  <c:v>0</c:v>
                </c:pt>
                <c:pt idx="5271">
                  <c:v>0</c:v>
                </c:pt>
                <c:pt idx="5272">
                  <c:v>0</c:v>
                </c:pt>
                <c:pt idx="5273">
                  <c:v>0</c:v>
                </c:pt>
                <c:pt idx="5274">
                  <c:v>0</c:v>
                </c:pt>
                <c:pt idx="5275">
                  <c:v>0</c:v>
                </c:pt>
                <c:pt idx="5276">
                  <c:v>0</c:v>
                </c:pt>
                <c:pt idx="5277">
                  <c:v>0</c:v>
                </c:pt>
                <c:pt idx="5278">
                  <c:v>0</c:v>
                </c:pt>
                <c:pt idx="5279">
                  <c:v>0</c:v>
                </c:pt>
                <c:pt idx="5280">
                  <c:v>0</c:v>
                </c:pt>
                <c:pt idx="5281">
                  <c:v>0</c:v>
                </c:pt>
                <c:pt idx="5282">
                  <c:v>0</c:v>
                </c:pt>
                <c:pt idx="5283">
                  <c:v>0</c:v>
                </c:pt>
                <c:pt idx="5284">
                  <c:v>0</c:v>
                </c:pt>
                <c:pt idx="5285">
                  <c:v>0</c:v>
                </c:pt>
                <c:pt idx="5286">
                  <c:v>0</c:v>
                </c:pt>
                <c:pt idx="5287">
                  <c:v>0</c:v>
                </c:pt>
                <c:pt idx="5288">
                  <c:v>0</c:v>
                </c:pt>
                <c:pt idx="5289">
                  <c:v>0</c:v>
                </c:pt>
                <c:pt idx="5290">
                  <c:v>0</c:v>
                </c:pt>
                <c:pt idx="5291">
                  <c:v>0</c:v>
                </c:pt>
                <c:pt idx="5292">
                  <c:v>0</c:v>
                </c:pt>
                <c:pt idx="5293">
                  <c:v>0</c:v>
                </c:pt>
                <c:pt idx="5294">
                  <c:v>0</c:v>
                </c:pt>
                <c:pt idx="5295">
                  <c:v>0</c:v>
                </c:pt>
                <c:pt idx="5296">
                  <c:v>0</c:v>
                </c:pt>
                <c:pt idx="5297">
                  <c:v>0</c:v>
                </c:pt>
                <c:pt idx="5298">
                  <c:v>0</c:v>
                </c:pt>
                <c:pt idx="5299">
                  <c:v>0</c:v>
                </c:pt>
                <c:pt idx="5300">
                  <c:v>0</c:v>
                </c:pt>
                <c:pt idx="5301">
                  <c:v>0</c:v>
                </c:pt>
                <c:pt idx="5302">
                  <c:v>0</c:v>
                </c:pt>
                <c:pt idx="5303">
                  <c:v>0</c:v>
                </c:pt>
                <c:pt idx="5304">
                  <c:v>0</c:v>
                </c:pt>
                <c:pt idx="5305">
                  <c:v>0</c:v>
                </c:pt>
                <c:pt idx="5306">
                  <c:v>0</c:v>
                </c:pt>
                <c:pt idx="5307">
                  <c:v>0</c:v>
                </c:pt>
                <c:pt idx="5308">
                  <c:v>0</c:v>
                </c:pt>
                <c:pt idx="5309">
                  <c:v>0</c:v>
                </c:pt>
                <c:pt idx="5310">
                  <c:v>0</c:v>
                </c:pt>
                <c:pt idx="5311">
                  <c:v>0</c:v>
                </c:pt>
                <c:pt idx="5312">
                  <c:v>0</c:v>
                </c:pt>
                <c:pt idx="5313">
                  <c:v>0</c:v>
                </c:pt>
                <c:pt idx="5314">
                  <c:v>0</c:v>
                </c:pt>
                <c:pt idx="5315">
                  <c:v>0</c:v>
                </c:pt>
                <c:pt idx="5316">
                  <c:v>0</c:v>
                </c:pt>
                <c:pt idx="5317">
                  <c:v>0</c:v>
                </c:pt>
                <c:pt idx="5318">
                  <c:v>0</c:v>
                </c:pt>
                <c:pt idx="5319">
                  <c:v>0</c:v>
                </c:pt>
                <c:pt idx="5320">
                  <c:v>0</c:v>
                </c:pt>
                <c:pt idx="5321">
                  <c:v>0</c:v>
                </c:pt>
                <c:pt idx="5322">
                  <c:v>0</c:v>
                </c:pt>
                <c:pt idx="5323">
                  <c:v>0</c:v>
                </c:pt>
                <c:pt idx="5324">
                  <c:v>0</c:v>
                </c:pt>
                <c:pt idx="5325">
                  <c:v>0</c:v>
                </c:pt>
                <c:pt idx="5326">
                  <c:v>0</c:v>
                </c:pt>
                <c:pt idx="5327">
                  <c:v>0</c:v>
                </c:pt>
                <c:pt idx="5328">
                  <c:v>0</c:v>
                </c:pt>
                <c:pt idx="5329">
                  <c:v>0</c:v>
                </c:pt>
                <c:pt idx="5330">
                  <c:v>0</c:v>
                </c:pt>
                <c:pt idx="5331">
                  <c:v>0</c:v>
                </c:pt>
                <c:pt idx="5332">
                  <c:v>0</c:v>
                </c:pt>
                <c:pt idx="5333">
                  <c:v>0</c:v>
                </c:pt>
                <c:pt idx="5334">
                  <c:v>0</c:v>
                </c:pt>
                <c:pt idx="5335">
                  <c:v>0</c:v>
                </c:pt>
                <c:pt idx="5336">
                  <c:v>0</c:v>
                </c:pt>
                <c:pt idx="5337">
                  <c:v>0</c:v>
                </c:pt>
                <c:pt idx="5338">
                  <c:v>0</c:v>
                </c:pt>
                <c:pt idx="5339">
                  <c:v>0</c:v>
                </c:pt>
                <c:pt idx="5340">
                  <c:v>0</c:v>
                </c:pt>
                <c:pt idx="5341">
                  <c:v>0</c:v>
                </c:pt>
                <c:pt idx="5342">
                  <c:v>0</c:v>
                </c:pt>
                <c:pt idx="5343">
                  <c:v>0</c:v>
                </c:pt>
                <c:pt idx="5344">
                  <c:v>0</c:v>
                </c:pt>
                <c:pt idx="5345">
                  <c:v>0</c:v>
                </c:pt>
                <c:pt idx="5346">
                  <c:v>0</c:v>
                </c:pt>
                <c:pt idx="5347">
                  <c:v>0</c:v>
                </c:pt>
                <c:pt idx="5348">
                  <c:v>0</c:v>
                </c:pt>
                <c:pt idx="5349">
                  <c:v>0</c:v>
                </c:pt>
                <c:pt idx="5350">
                  <c:v>0</c:v>
                </c:pt>
                <c:pt idx="5351">
                  <c:v>0</c:v>
                </c:pt>
                <c:pt idx="5352">
                  <c:v>0</c:v>
                </c:pt>
                <c:pt idx="5353">
                  <c:v>0</c:v>
                </c:pt>
                <c:pt idx="5354">
                  <c:v>0</c:v>
                </c:pt>
                <c:pt idx="5355">
                  <c:v>0</c:v>
                </c:pt>
                <c:pt idx="5356">
                  <c:v>0</c:v>
                </c:pt>
                <c:pt idx="5357">
                  <c:v>0</c:v>
                </c:pt>
                <c:pt idx="5358">
                  <c:v>0</c:v>
                </c:pt>
                <c:pt idx="5359">
                  <c:v>0</c:v>
                </c:pt>
                <c:pt idx="5360">
                  <c:v>0</c:v>
                </c:pt>
                <c:pt idx="5361">
                  <c:v>0</c:v>
                </c:pt>
                <c:pt idx="5362">
                  <c:v>0</c:v>
                </c:pt>
                <c:pt idx="5363">
                  <c:v>0</c:v>
                </c:pt>
                <c:pt idx="5364">
                  <c:v>0</c:v>
                </c:pt>
                <c:pt idx="5365">
                  <c:v>0</c:v>
                </c:pt>
                <c:pt idx="5366">
                  <c:v>0</c:v>
                </c:pt>
                <c:pt idx="5367">
                  <c:v>0</c:v>
                </c:pt>
                <c:pt idx="5368">
                  <c:v>0</c:v>
                </c:pt>
                <c:pt idx="5369">
                  <c:v>0</c:v>
                </c:pt>
                <c:pt idx="5370">
                  <c:v>0</c:v>
                </c:pt>
                <c:pt idx="5371">
                  <c:v>0</c:v>
                </c:pt>
                <c:pt idx="5372">
                  <c:v>0</c:v>
                </c:pt>
                <c:pt idx="5373">
                  <c:v>0</c:v>
                </c:pt>
                <c:pt idx="5374">
                  <c:v>0</c:v>
                </c:pt>
                <c:pt idx="5375">
                  <c:v>0</c:v>
                </c:pt>
                <c:pt idx="5376">
                  <c:v>0</c:v>
                </c:pt>
                <c:pt idx="5377">
                  <c:v>0</c:v>
                </c:pt>
                <c:pt idx="5378">
                  <c:v>0</c:v>
                </c:pt>
                <c:pt idx="5379">
                  <c:v>0</c:v>
                </c:pt>
                <c:pt idx="5380">
                  <c:v>0</c:v>
                </c:pt>
                <c:pt idx="5381">
                  <c:v>0</c:v>
                </c:pt>
                <c:pt idx="5382">
                  <c:v>0</c:v>
                </c:pt>
                <c:pt idx="5383">
                  <c:v>0</c:v>
                </c:pt>
                <c:pt idx="5384">
                  <c:v>0</c:v>
                </c:pt>
                <c:pt idx="5385">
                  <c:v>0</c:v>
                </c:pt>
                <c:pt idx="5386">
                  <c:v>0</c:v>
                </c:pt>
                <c:pt idx="5387">
                  <c:v>0</c:v>
                </c:pt>
                <c:pt idx="5388">
                  <c:v>0</c:v>
                </c:pt>
                <c:pt idx="5389">
                  <c:v>0</c:v>
                </c:pt>
                <c:pt idx="5390">
                  <c:v>0</c:v>
                </c:pt>
                <c:pt idx="5391">
                  <c:v>0</c:v>
                </c:pt>
                <c:pt idx="5392">
                  <c:v>0</c:v>
                </c:pt>
                <c:pt idx="5393">
                  <c:v>0</c:v>
                </c:pt>
                <c:pt idx="5394">
                  <c:v>0</c:v>
                </c:pt>
                <c:pt idx="5395">
                  <c:v>0</c:v>
                </c:pt>
                <c:pt idx="5396">
                  <c:v>0</c:v>
                </c:pt>
                <c:pt idx="5397">
                  <c:v>0</c:v>
                </c:pt>
                <c:pt idx="5398">
                  <c:v>0</c:v>
                </c:pt>
                <c:pt idx="5399">
                  <c:v>0</c:v>
                </c:pt>
                <c:pt idx="5400">
                  <c:v>0</c:v>
                </c:pt>
                <c:pt idx="5401">
                  <c:v>0</c:v>
                </c:pt>
                <c:pt idx="5402">
                  <c:v>0</c:v>
                </c:pt>
                <c:pt idx="5403">
                  <c:v>0</c:v>
                </c:pt>
                <c:pt idx="5404">
                  <c:v>0</c:v>
                </c:pt>
                <c:pt idx="5405">
                  <c:v>0</c:v>
                </c:pt>
                <c:pt idx="5406">
                  <c:v>0</c:v>
                </c:pt>
                <c:pt idx="5407">
                  <c:v>0</c:v>
                </c:pt>
                <c:pt idx="5408">
                  <c:v>0</c:v>
                </c:pt>
                <c:pt idx="5409">
                  <c:v>0</c:v>
                </c:pt>
                <c:pt idx="5410">
                  <c:v>0</c:v>
                </c:pt>
                <c:pt idx="5411">
                  <c:v>0</c:v>
                </c:pt>
                <c:pt idx="5412">
                  <c:v>0</c:v>
                </c:pt>
                <c:pt idx="5413">
                  <c:v>0</c:v>
                </c:pt>
                <c:pt idx="5414">
                  <c:v>0</c:v>
                </c:pt>
                <c:pt idx="5415">
                  <c:v>0</c:v>
                </c:pt>
                <c:pt idx="5416">
                  <c:v>0</c:v>
                </c:pt>
                <c:pt idx="5417">
                  <c:v>0</c:v>
                </c:pt>
                <c:pt idx="5418">
                  <c:v>0</c:v>
                </c:pt>
                <c:pt idx="5419">
                  <c:v>0</c:v>
                </c:pt>
                <c:pt idx="5420">
                  <c:v>0</c:v>
                </c:pt>
                <c:pt idx="5421">
                  <c:v>0</c:v>
                </c:pt>
                <c:pt idx="5422">
                  <c:v>0</c:v>
                </c:pt>
                <c:pt idx="5423">
                  <c:v>0</c:v>
                </c:pt>
                <c:pt idx="5424">
                  <c:v>0</c:v>
                </c:pt>
                <c:pt idx="5425">
                  <c:v>0</c:v>
                </c:pt>
                <c:pt idx="5426">
                  <c:v>0</c:v>
                </c:pt>
                <c:pt idx="5427">
                  <c:v>0</c:v>
                </c:pt>
                <c:pt idx="5428">
                  <c:v>0</c:v>
                </c:pt>
                <c:pt idx="5429">
                  <c:v>0</c:v>
                </c:pt>
                <c:pt idx="5430">
                  <c:v>0</c:v>
                </c:pt>
                <c:pt idx="5431">
                  <c:v>0</c:v>
                </c:pt>
                <c:pt idx="5432">
                  <c:v>0</c:v>
                </c:pt>
                <c:pt idx="5433">
                  <c:v>0</c:v>
                </c:pt>
                <c:pt idx="5434">
                  <c:v>0</c:v>
                </c:pt>
                <c:pt idx="5435">
                  <c:v>0</c:v>
                </c:pt>
                <c:pt idx="5436">
                  <c:v>0</c:v>
                </c:pt>
                <c:pt idx="5437">
                  <c:v>0</c:v>
                </c:pt>
                <c:pt idx="5438">
                  <c:v>0</c:v>
                </c:pt>
                <c:pt idx="5439">
                  <c:v>0</c:v>
                </c:pt>
                <c:pt idx="5440">
                  <c:v>0</c:v>
                </c:pt>
                <c:pt idx="5441">
                  <c:v>0</c:v>
                </c:pt>
                <c:pt idx="5442">
                  <c:v>0</c:v>
                </c:pt>
                <c:pt idx="5443">
                  <c:v>0</c:v>
                </c:pt>
                <c:pt idx="5444">
                  <c:v>0</c:v>
                </c:pt>
                <c:pt idx="5445">
                  <c:v>0</c:v>
                </c:pt>
                <c:pt idx="5446">
                  <c:v>0</c:v>
                </c:pt>
                <c:pt idx="5447">
                  <c:v>0</c:v>
                </c:pt>
                <c:pt idx="5448">
                  <c:v>0</c:v>
                </c:pt>
                <c:pt idx="5449">
                  <c:v>0</c:v>
                </c:pt>
                <c:pt idx="5450">
                  <c:v>0</c:v>
                </c:pt>
                <c:pt idx="5451">
                  <c:v>0</c:v>
                </c:pt>
                <c:pt idx="5452">
                  <c:v>0</c:v>
                </c:pt>
                <c:pt idx="5453">
                  <c:v>0</c:v>
                </c:pt>
                <c:pt idx="5454">
                  <c:v>0</c:v>
                </c:pt>
                <c:pt idx="5455">
                  <c:v>0</c:v>
                </c:pt>
                <c:pt idx="5456">
                  <c:v>0</c:v>
                </c:pt>
                <c:pt idx="5457">
                  <c:v>0</c:v>
                </c:pt>
                <c:pt idx="5458">
                  <c:v>0</c:v>
                </c:pt>
                <c:pt idx="5459">
                  <c:v>0</c:v>
                </c:pt>
                <c:pt idx="5460">
                  <c:v>0</c:v>
                </c:pt>
                <c:pt idx="5461">
                  <c:v>0</c:v>
                </c:pt>
                <c:pt idx="5462">
                  <c:v>0</c:v>
                </c:pt>
                <c:pt idx="5463">
                  <c:v>0</c:v>
                </c:pt>
                <c:pt idx="5464">
                  <c:v>0</c:v>
                </c:pt>
                <c:pt idx="5465">
                  <c:v>0</c:v>
                </c:pt>
                <c:pt idx="5466">
                  <c:v>0</c:v>
                </c:pt>
                <c:pt idx="5467">
                  <c:v>0</c:v>
                </c:pt>
                <c:pt idx="5468">
                  <c:v>0</c:v>
                </c:pt>
                <c:pt idx="5469">
                  <c:v>0</c:v>
                </c:pt>
                <c:pt idx="5470">
                  <c:v>0</c:v>
                </c:pt>
                <c:pt idx="5471">
                  <c:v>0</c:v>
                </c:pt>
                <c:pt idx="5472">
                  <c:v>0</c:v>
                </c:pt>
                <c:pt idx="5473">
                  <c:v>0</c:v>
                </c:pt>
                <c:pt idx="5474">
                  <c:v>0</c:v>
                </c:pt>
                <c:pt idx="5475">
                  <c:v>0</c:v>
                </c:pt>
                <c:pt idx="5476">
                  <c:v>0</c:v>
                </c:pt>
                <c:pt idx="5477">
                  <c:v>0</c:v>
                </c:pt>
                <c:pt idx="5478">
                  <c:v>0</c:v>
                </c:pt>
                <c:pt idx="5479">
                  <c:v>0</c:v>
                </c:pt>
                <c:pt idx="5480">
                  <c:v>0</c:v>
                </c:pt>
                <c:pt idx="5481">
                  <c:v>0</c:v>
                </c:pt>
                <c:pt idx="5482">
                  <c:v>0</c:v>
                </c:pt>
                <c:pt idx="5483">
                  <c:v>0</c:v>
                </c:pt>
                <c:pt idx="5484">
                  <c:v>0</c:v>
                </c:pt>
                <c:pt idx="5485">
                  <c:v>0</c:v>
                </c:pt>
                <c:pt idx="5486">
                  <c:v>0</c:v>
                </c:pt>
                <c:pt idx="5487">
                  <c:v>0</c:v>
                </c:pt>
                <c:pt idx="5488">
                  <c:v>0</c:v>
                </c:pt>
                <c:pt idx="5489">
                  <c:v>0</c:v>
                </c:pt>
                <c:pt idx="5490">
                  <c:v>0</c:v>
                </c:pt>
                <c:pt idx="5491">
                  <c:v>0</c:v>
                </c:pt>
                <c:pt idx="5492">
                  <c:v>0</c:v>
                </c:pt>
                <c:pt idx="5493">
                  <c:v>0</c:v>
                </c:pt>
                <c:pt idx="5494">
                  <c:v>0</c:v>
                </c:pt>
                <c:pt idx="5495">
                  <c:v>0</c:v>
                </c:pt>
                <c:pt idx="5496">
                  <c:v>0</c:v>
                </c:pt>
                <c:pt idx="5497">
                  <c:v>0</c:v>
                </c:pt>
                <c:pt idx="5498">
                  <c:v>0</c:v>
                </c:pt>
                <c:pt idx="5499">
                  <c:v>0</c:v>
                </c:pt>
                <c:pt idx="5500">
                  <c:v>0</c:v>
                </c:pt>
                <c:pt idx="5501">
                  <c:v>0</c:v>
                </c:pt>
                <c:pt idx="5502">
                  <c:v>0</c:v>
                </c:pt>
                <c:pt idx="5503">
                  <c:v>0</c:v>
                </c:pt>
                <c:pt idx="5504">
                  <c:v>0</c:v>
                </c:pt>
                <c:pt idx="5505">
                  <c:v>0</c:v>
                </c:pt>
                <c:pt idx="5506">
                  <c:v>0</c:v>
                </c:pt>
                <c:pt idx="5507">
                  <c:v>0</c:v>
                </c:pt>
                <c:pt idx="5508">
                  <c:v>0</c:v>
                </c:pt>
                <c:pt idx="5509">
                  <c:v>0</c:v>
                </c:pt>
                <c:pt idx="5510">
                  <c:v>0</c:v>
                </c:pt>
                <c:pt idx="5511">
                  <c:v>0</c:v>
                </c:pt>
                <c:pt idx="5512">
                  <c:v>0</c:v>
                </c:pt>
                <c:pt idx="5513">
                  <c:v>0</c:v>
                </c:pt>
                <c:pt idx="5514">
                  <c:v>0</c:v>
                </c:pt>
                <c:pt idx="5515">
                  <c:v>0</c:v>
                </c:pt>
                <c:pt idx="5516">
                  <c:v>0</c:v>
                </c:pt>
                <c:pt idx="5517">
                  <c:v>0</c:v>
                </c:pt>
                <c:pt idx="5518">
                  <c:v>0</c:v>
                </c:pt>
                <c:pt idx="5519">
                  <c:v>0</c:v>
                </c:pt>
                <c:pt idx="5520">
                  <c:v>0</c:v>
                </c:pt>
                <c:pt idx="5521">
                  <c:v>0</c:v>
                </c:pt>
                <c:pt idx="5522">
                  <c:v>0</c:v>
                </c:pt>
                <c:pt idx="5523">
                  <c:v>0</c:v>
                </c:pt>
                <c:pt idx="5524">
                  <c:v>0</c:v>
                </c:pt>
                <c:pt idx="5525">
                  <c:v>0</c:v>
                </c:pt>
                <c:pt idx="5526">
                  <c:v>0</c:v>
                </c:pt>
                <c:pt idx="5527">
                  <c:v>0</c:v>
                </c:pt>
                <c:pt idx="5528">
                  <c:v>0</c:v>
                </c:pt>
                <c:pt idx="5529">
                  <c:v>0</c:v>
                </c:pt>
                <c:pt idx="5530">
                  <c:v>0</c:v>
                </c:pt>
                <c:pt idx="5531">
                  <c:v>0</c:v>
                </c:pt>
                <c:pt idx="5532">
                  <c:v>0</c:v>
                </c:pt>
                <c:pt idx="5533">
                  <c:v>0</c:v>
                </c:pt>
                <c:pt idx="5534">
                  <c:v>0</c:v>
                </c:pt>
                <c:pt idx="5535">
                  <c:v>0</c:v>
                </c:pt>
                <c:pt idx="5536">
                  <c:v>0</c:v>
                </c:pt>
                <c:pt idx="5537">
                  <c:v>0</c:v>
                </c:pt>
                <c:pt idx="5538">
                  <c:v>0</c:v>
                </c:pt>
                <c:pt idx="5539">
                  <c:v>0</c:v>
                </c:pt>
                <c:pt idx="5540">
                  <c:v>0</c:v>
                </c:pt>
                <c:pt idx="5541">
                  <c:v>0</c:v>
                </c:pt>
                <c:pt idx="5542">
                  <c:v>0</c:v>
                </c:pt>
                <c:pt idx="5543">
                  <c:v>0</c:v>
                </c:pt>
                <c:pt idx="5544">
                  <c:v>0</c:v>
                </c:pt>
                <c:pt idx="5545">
                  <c:v>0</c:v>
                </c:pt>
                <c:pt idx="5546">
                  <c:v>0</c:v>
                </c:pt>
                <c:pt idx="5547">
                  <c:v>0</c:v>
                </c:pt>
                <c:pt idx="5548">
                  <c:v>0</c:v>
                </c:pt>
                <c:pt idx="5549">
                  <c:v>0</c:v>
                </c:pt>
                <c:pt idx="5550">
                  <c:v>0</c:v>
                </c:pt>
                <c:pt idx="5551">
                  <c:v>0</c:v>
                </c:pt>
                <c:pt idx="5552">
                  <c:v>0</c:v>
                </c:pt>
                <c:pt idx="5553">
                  <c:v>0</c:v>
                </c:pt>
                <c:pt idx="5554">
                  <c:v>0</c:v>
                </c:pt>
                <c:pt idx="5555">
                  <c:v>0</c:v>
                </c:pt>
                <c:pt idx="5556">
                  <c:v>0</c:v>
                </c:pt>
                <c:pt idx="5557">
                  <c:v>0</c:v>
                </c:pt>
                <c:pt idx="5558">
                  <c:v>0</c:v>
                </c:pt>
                <c:pt idx="5559">
                  <c:v>0</c:v>
                </c:pt>
                <c:pt idx="5560">
                  <c:v>0</c:v>
                </c:pt>
                <c:pt idx="5561">
                  <c:v>0</c:v>
                </c:pt>
                <c:pt idx="5562">
                  <c:v>0</c:v>
                </c:pt>
                <c:pt idx="5563">
                  <c:v>0</c:v>
                </c:pt>
                <c:pt idx="5564">
                  <c:v>0</c:v>
                </c:pt>
                <c:pt idx="5565">
                  <c:v>0</c:v>
                </c:pt>
                <c:pt idx="5566">
                  <c:v>0</c:v>
                </c:pt>
                <c:pt idx="5567">
                  <c:v>0</c:v>
                </c:pt>
                <c:pt idx="5568">
                  <c:v>0</c:v>
                </c:pt>
                <c:pt idx="5569">
                  <c:v>0</c:v>
                </c:pt>
                <c:pt idx="5570">
                  <c:v>0</c:v>
                </c:pt>
                <c:pt idx="5571">
                  <c:v>0</c:v>
                </c:pt>
                <c:pt idx="5572">
                  <c:v>0</c:v>
                </c:pt>
                <c:pt idx="5573">
                  <c:v>0</c:v>
                </c:pt>
                <c:pt idx="5574">
                  <c:v>0</c:v>
                </c:pt>
                <c:pt idx="5575">
                  <c:v>0</c:v>
                </c:pt>
                <c:pt idx="5576">
                  <c:v>0</c:v>
                </c:pt>
                <c:pt idx="5577">
                  <c:v>0</c:v>
                </c:pt>
                <c:pt idx="5578">
                  <c:v>0</c:v>
                </c:pt>
                <c:pt idx="5579">
                  <c:v>0</c:v>
                </c:pt>
                <c:pt idx="5580">
                  <c:v>0</c:v>
                </c:pt>
                <c:pt idx="5581">
                  <c:v>0</c:v>
                </c:pt>
                <c:pt idx="5582">
                  <c:v>0</c:v>
                </c:pt>
                <c:pt idx="5583">
                  <c:v>0</c:v>
                </c:pt>
                <c:pt idx="5584">
                  <c:v>0</c:v>
                </c:pt>
                <c:pt idx="5585">
                  <c:v>0</c:v>
                </c:pt>
                <c:pt idx="5586">
                  <c:v>0</c:v>
                </c:pt>
                <c:pt idx="5587">
                  <c:v>0</c:v>
                </c:pt>
                <c:pt idx="5588">
                  <c:v>0</c:v>
                </c:pt>
                <c:pt idx="5589">
                  <c:v>0</c:v>
                </c:pt>
                <c:pt idx="5590">
                  <c:v>0</c:v>
                </c:pt>
                <c:pt idx="5591">
                  <c:v>0</c:v>
                </c:pt>
                <c:pt idx="5592">
                  <c:v>0</c:v>
                </c:pt>
                <c:pt idx="5593">
                  <c:v>0</c:v>
                </c:pt>
                <c:pt idx="5594">
                  <c:v>0</c:v>
                </c:pt>
                <c:pt idx="5595">
                  <c:v>0</c:v>
                </c:pt>
                <c:pt idx="5596">
                  <c:v>0</c:v>
                </c:pt>
                <c:pt idx="5597">
                  <c:v>0</c:v>
                </c:pt>
                <c:pt idx="5598">
                  <c:v>0</c:v>
                </c:pt>
                <c:pt idx="5599">
                  <c:v>0</c:v>
                </c:pt>
                <c:pt idx="5600">
                  <c:v>0</c:v>
                </c:pt>
                <c:pt idx="5601">
                  <c:v>0</c:v>
                </c:pt>
                <c:pt idx="5602">
                  <c:v>0</c:v>
                </c:pt>
                <c:pt idx="5603">
                  <c:v>0</c:v>
                </c:pt>
                <c:pt idx="5604">
                  <c:v>0</c:v>
                </c:pt>
                <c:pt idx="5605">
                  <c:v>0</c:v>
                </c:pt>
                <c:pt idx="5606">
                  <c:v>0</c:v>
                </c:pt>
                <c:pt idx="5607">
                  <c:v>0</c:v>
                </c:pt>
                <c:pt idx="5608">
                  <c:v>0</c:v>
                </c:pt>
                <c:pt idx="5609">
                  <c:v>0</c:v>
                </c:pt>
                <c:pt idx="5610">
                  <c:v>0</c:v>
                </c:pt>
                <c:pt idx="5611">
                  <c:v>0</c:v>
                </c:pt>
                <c:pt idx="5612">
                  <c:v>0</c:v>
                </c:pt>
                <c:pt idx="5613">
                  <c:v>0</c:v>
                </c:pt>
                <c:pt idx="5614">
                  <c:v>0</c:v>
                </c:pt>
                <c:pt idx="5615">
                  <c:v>0</c:v>
                </c:pt>
                <c:pt idx="5616">
                  <c:v>0</c:v>
                </c:pt>
                <c:pt idx="5617">
                  <c:v>0</c:v>
                </c:pt>
                <c:pt idx="5618">
                  <c:v>0</c:v>
                </c:pt>
                <c:pt idx="5619">
                  <c:v>0</c:v>
                </c:pt>
                <c:pt idx="5620">
                  <c:v>0</c:v>
                </c:pt>
                <c:pt idx="5621">
                  <c:v>0</c:v>
                </c:pt>
                <c:pt idx="5622">
                  <c:v>0</c:v>
                </c:pt>
                <c:pt idx="5623">
                  <c:v>0</c:v>
                </c:pt>
                <c:pt idx="5624">
                  <c:v>0</c:v>
                </c:pt>
                <c:pt idx="5625">
                  <c:v>0</c:v>
                </c:pt>
                <c:pt idx="5626">
                  <c:v>0</c:v>
                </c:pt>
                <c:pt idx="5627">
                  <c:v>0</c:v>
                </c:pt>
                <c:pt idx="5628">
                  <c:v>0</c:v>
                </c:pt>
                <c:pt idx="5629">
                  <c:v>0</c:v>
                </c:pt>
                <c:pt idx="5630">
                  <c:v>0</c:v>
                </c:pt>
                <c:pt idx="5631">
                  <c:v>0</c:v>
                </c:pt>
                <c:pt idx="5632">
                  <c:v>0</c:v>
                </c:pt>
                <c:pt idx="5633">
                  <c:v>0</c:v>
                </c:pt>
                <c:pt idx="5634">
                  <c:v>0</c:v>
                </c:pt>
                <c:pt idx="5635">
                  <c:v>0</c:v>
                </c:pt>
                <c:pt idx="5636">
                  <c:v>0</c:v>
                </c:pt>
                <c:pt idx="5637">
                  <c:v>0</c:v>
                </c:pt>
                <c:pt idx="5638">
                  <c:v>0</c:v>
                </c:pt>
                <c:pt idx="5639">
                  <c:v>0</c:v>
                </c:pt>
                <c:pt idx="5640">
                  <c:v>0</c:v>
                </c:pt>
                <c:pt idx="5641">
                  <c:v>0</c:v>
                </c:pt>
                <c:pt idx="5642">
                  <c:v>0</c:v>
                </c:pt>
                <c:pt idx="5643">
                  <c:v>0</c:v>
                </c:pt>
                <c:pt idx="5644">
                  <c:v>0</c:v>
                </c:pt>
                <c:pt idx="5645">
                  <c:v>0</c:v>
                </c:pt>
                <c:pt idx="5646">
                  <c:v>0</c:v>
                </c:pt>
                <c:pt idx="5647">
                  <c:v>0</c:v>
                </c:pt>
                <c:pt idx="5648">
                  <c:v>0</c:v>
                </c:pt>
                <c:pt idx="5649">
                  <c:v>0</c:v>
                </c:pt>
                <c:pt idx="5650">
                  <c:v>0</c:v>
                </c:pt>
                <c:pt idx="5651">
                  <c:v>0</c:v>
                </c:pt>
                <c:pt idx="5652">
                  <c:v>0</c:v>
                </c:pt>
                <c:pt idx="5653">
                  <c:v>0</c:v>
                </c:pt>
                <c:pt idx="5654">
                  <c:v>0</c:v>
                </c:pt>
                <c:pt idx="5655">
                  <c:v>0</c:v>
                </c:pt>
                <c:pt idx="5656">
                  <c:v>0</c:v>
                </c:pt>
                <c:pt idx="5657">
                  <c:v>0</c:v>
                </c:pt>
                <c:pt idx="5658">
                  <c:v>0</c:v>
                </c:pt>
                <c:pt idx="5659">
                  <c:v>0</c:v>
                </c:pt>
                <c:pt idx="5660">
                  <c:v>0</c:v>
                </c:pt>
                <c:pt idx="5661">
                  <c:v>0</c:v>
                </c:pt>
                <c:pt idx="5662">
                  <c:v>0</c:v>
                </c:pt>
                <c:pt idx="5663">
                  <c:v>0</c:v>
                </c:pt>
                <c:pt idx="5664">
                  <c:v>0</c:v>
                </c:pt>
                <c:pt idx="5665">
                  <c:v>0</c:v>
                </c:pt>
                <c:pt idx="5666">
                  <c:v>0</c:v>
                </c:pt>
                <c:pt idx="5667">
                  <c:v>0</c:v>
                </c:pt>
                <c:pt idx="5668">
                  <c:v>0</c:v>
                </c:pt>
                <c:pt idx="5669">
                  <c:v>0</c:v>
                </c:pt>
                <c:pt idx="5670">
                  <c:v>0</c:v>
                </c:pt>
                <c:pt idx="5671">
                  <c:v>0</c:v>
                </c:pt>
                <c:pt idx="5672">
                  <c:v>0</c:v>
                </c:pt>
                <c:pt idx="5673">
                  <c:v>0</c:v>
                </c:pt>
                <c:pt idx="5674">
                  <c:v>0</c:v>
                </c:pt>
                <c:pt idx="5675">
                  <c:v>0</c:v>
                </c:pt>
                <c:pt idx="5676">
                  <c:v>0</c:v>
                </c:pt>
                <c:pt idx="5677">
                  <c:v>0</c:v>
                </c:pt>
                <c:pt idx="5678">
                  <c:v>0</c:v>
                </c:pt>
                <c:pt idx="5679">
                  <c:v>0</c:v>
                </c:pt>
                <c:pt idx="5680">
                  <c:v>0</c:v>
                </c:pt>
                <c:pt idx="5681">
                  <c:v>0</c:v>
                </c:pt>
                <c:pt idx="5682">
                  <c:v>0</c:v>
                </c:pt>
                <c:pt idx="5683">
                  <c:v>0</c:v>
                </c:pt>
                <c:pt idx="5684">
                  <c:v>0</c:v>
                </c:pt>
                <c:pt idx="5685">
                  <c:v>0</c:v>
                </c:pt>
                <c:pt idx="5686">
                  <c:v>0</c:v>
                </c:pt>
                <c:pt idx="5687">
                  <c:v>0</c:v>
                </c:pt>
                <c:pt idx="5688">
                  <c:v>0</c:v>
                </c:pt>
                <c:pt idx="5689">
                  <c:v>0</c:v>
                </c:pt>
                <c:pt idx="5690">
                  <c:v>0</c:v>
                </c:pt>
                <c:pt idx="5691">
                  <c:v>0</c:v>
                </c:pt>
                <c:pt idx="5692">
                  <c:v>0</c:v>
                </c:pt>
                <c:pt idx="5693">
                  <c:v>0</c:v>
                </c:pt>
                <c:pt idx="5694">
                  <c:v>0</c:v>
                </c:pt>
                <c:pt idx="5695">
                  <c:v>0</c:v>
                </c:pt>
                <c:pt idx="5696">
                  <c:v>0</c:v>
                </c:pt>
                <c:pt idx="5697">
                  <c:v>0</c:v>
                </c:pt>
                <c:pt idx="5698">
                  <c:v>0</c:v>
                </c:pt>
                <c:pt idx="5699">
                  <c:v>0</c:v>
                </c:pt>
                <c:pt idx="5700">
                  <c:v>0</c:v>
                </c:pt>
                <c:pt idx="5701">
                  <c:v>0</c:v>
                </c:pt>
                <c:pt idx="5702">
                  <c:v>0</c:v>
                </c:pt>
                <c:pt idx="5703">
                  <c:v>0</c:v>
                </c:pt>
                <c:pt idx="5704">
                  <c:v>0</c:v>
                </c:pt>
                <c:pt idx="5705">
                  <c:v>0</c:v>
                </c:pt>
                <c:pt idx="5706">
                  <c:v>0</c:v>
                </c:pt>
                <c:pt idx="5707">
                  <c:v>0</c:v>
                </c:pt>
                <c:pt idx="5708">
                  <c:v>0</c:v>
                </c:pt>
                <c:pt idx="5709">
                  <c:v>0</c:v>
                </c:pt>
                <c:pt idx="5710">
                  <c:v>0</c:v>
                </c:pt>
                <c:pt idx="5711">
                  <c:v>0</c:v>
                </c:pt>
                <c:pt idx="5712">
                  <c:v>0</c:v>
                </c:pt>
                <c:pt idx="5713">
                  <c:v>0</c:v>
                </c:pt>
                <c:pt idx="5714">
                  <c:v>0</c:v>
                </c:pt>
                <c:pt idx="5715">
                  <c:v>0</c:v>
                </c:pt>
                <c:pt idx="5716">
                  <c:v>0</c:v>
                </c:pt>
                <c:pt idx="5717">
                  <c:v>0</c:v>
                </c:pt>
                <c:pt idx="5718">
                  <c:v>0</c:v>
                </c:pt>
                <c:pt idx="5719">
                  <c:v>0</c:v>
                </c:pt>
                <c:pt idx="5720">
                  <c:v>0</c:v>
                </c:pt>
                <c:pt idx="5721">
                  <c:v>0</c:v>
                </c:pt>
                <c:pt idx="5722">
                  <c:v>0</c:v>
                </c:pt>
                <c:pt idx="5723">
                  <c:v>0</c:v>
                </c:pt>
                <c:pt idx="5724">
                  <c:v>0</c:v>
                </c:pt>
                <c:pt idx="5725">
                  <c:v>0</c:v>
                </c:pt>
                <c:pt idx="5726">
                  <c:v>0</c:v>
                </c:pt>
                <c:pt idx="5727">
                  <c:v>0</c:v>
                </c:pt>
                <c:pt idx="5728">
                  <c:v>0</c:v>
                </c:pt>
                <c:pt idx="5729">
                  <c:v>0</c:v>
                </c:pt>
                <c:pt idx="5730">
                  <c:v>0</c:v>
                </c:pt>
                <c:pt idx="5731">
                  <c:v>0</c:v>
                </c:pt>
                <c:pt idx="5732">
                  <c:v>0</c:v>
                </c:pt>
                <c:pt idx="5733">
                  <c:v>0</c:v>
                </c:pt>
                <c:pt idx="5734">
                  <c:v>0</c:v>
                </c:pt>
                <c:pt idx="5735">
                  <c:v>0</c:v>
                </c:pt>
                <c:pt idx="5736">
                  <c:v>0</c:v>
                </c:pt>
                <c:pt idx="5737">
                  <c:v>0</c:v>
                </c:pt>
                <c:pt idx="5738">
                  <c:v>0</c:v>
                </c:pt>
                <c:pt idx="5739">
                  <c:v>0</c:v>
                </c:pt>
                <c:pt idx="5740">
                  <c:v>0</c:v>
                </c:pt>
                <c:pt idx="5741">
                  <c:v>0</c:v>
                </c:pt>
                <c:pt idx="5742">
                  <c:v>0</c:v>
                </c:pt>
                <c:pt idx="5743">
                  <c:v>0</c:v>
                </c:pt>
                <c:pt idx="5744">
                  <c:v>0</c:v>
                </c:pt>
                <c:pt idx="5745">
                  <c:v>0</c:v>
                </c:pt>
                <c:pt idx="5746">
                  <c:v>0</c:v>
                </c:pt>
                <c:pt idx="5747">
                  <c:v>0</c:v>
                </c:pt>
                <c:pt idx="5748">
                  <c:v>0</c:v>
                </c:pt>
                <c:pt idx="5749">
                  <c:v>0</c:v>
                </c:pt>
                <c:pt idx="5750">
                  <c:v>0</c:v>
                </c:pt>
                <c:pt idx="5751">
                  <c:v>0</c:v>
                </c:pt>
                <c:pt idx="5752">
                  <c:v>0</c:v>
                </c:pt>
                <c:pt idx="5753">
                  <c:v>0</c:v>
                </c:pt>
                <c:pt idx="5754">
                  <c:v>0</c:v>
                </c:pt>
                <c:pt idx="5755">
                  <c:v>0</c:v>
                </c:pt>
                <c:pt idx="5756">
                  <c:v>0</c:v>
                </c:pt>
                <c:pt idx="5757">
                  <c:v>0</c:v>
                </c:pt>
                <c:pt idx="5758">
                  <c:v>0</c:v>
                </c:pt>
                <c:pt idx="5759">
                  <c:v>0</c:v>
                </c:pt>
                <c:pt idx="5760">
                  <c:v>0</c:v>
                </c:pt>
                <c:pt idx="5761">
                  <c:v>0</c:v>
                </c:pt>
                <c:pt idx="5762">
                  <c:v>0</c:v>
                </c:pt>
                <c:pt idx="5763">
                  <c:v>0</c:v>
                </c:pt>
                <c:pt idx="5764">
                  <c:v>0</c:v>
                </c:pt>
                <c:pt idx="5765">
                  <c:v>0</c:v>
                </c:pt>
                <c:pt idx="5766">
                  <c:v>0</c:v>
                </c:pt>
                <c:pt idx="5767">
                  <c:v>0</c:v>
                </c:pt>
                <c:pt idx="5768">
                  <c:v>0</c:v>
                </c:pt>
                <c:pt idx="5769">
                  <c:v>0</c:v>
                </c:pt>
                <c:pt idx="5770">
                  <c:v>0</c:v>
                </c:pt>
                <c:pt idx="5771">
                  <c:v>0</c:v>
                </c:pt>
                <c:pt idx="5772">
                  <c:v>0</c:v>
                </c:pt>
                <c:pt idx="5773">
                  <c:v>0</c:v>
                </c:pt>
                <c:pt idx="5774">
                  <c:v>0</c:v>
                </c:pt>
                <c:pt idx="5775">
                  <c:v>0</c:v>
                </c:pt>
                <c:pt idx="5776">
                  <c:v>0</c:v>
                </c:pt>
                <c:pt idx="5777">
                  <c:v>0</c:v>
                </c:pt>
                <c:pt idx="5778">
                  <c:v>0</c:v>
                </c:pt>
                <c:pt idx="5779">
                  <c:v>0</c:v>
                </c:pt>
                <c:pt idx="5780">
                  <c:v>0</c:v>
                </c:pt>
                <c:pt idx="5781">
                  <c:v>0</c:v>
                </c:pt>
                <c:pt idx="5782">
                  <c:v>0</c:v>
                </c:pt>
                <c:pt idx="5783">
                  <c:v>0</c:v>
                </c:pt>
                <c:pt idx="5784">
                  <c:v>0</c:v>
                </c:pt>
                <c:pt idx="5785">
                  <c:v>0</c:v>
                </c:pt>
                <c:pt idx="5786">
                  <c:v>0</c:v>
                </c:pt>
                <c:pt idx="5787">
                  <c:v>0</c:v>
                </c:pt>
                <c:pt idx="5788">
                  <c:v>0</c:v>
                </c:pt>
                <c:pt idx="5789">
                  <c:v>0</c:v>
                </c:pt>
                <c:pt idx="5790">
                  <c:v>0</c:v>
                </c:pt>
                <c:pt idx="5791">
                  <c:v>0</c:v>
                </c:pt>
                <c:pt idx="5792">
                  <c:v>0</c:v>
                </c:pt>
                <c:pt idx="5793">
                  <c:v>0</c:v>
                </c:pt>
                <c:pt idx="5794">
                  <c:v>0</c:v>
                </c:pt>
                <c:pt idx="5795">
                  <c:v>0</c:v>
                </c:pt>
                <c:pt idx="5796">
                  <c:v>0</c:v>
                </c:pt>
                <c:pt idx="5797">
                  <c:v>0</c:v>
                </c:pt>
                <c:pt idx="5798">
                  <c:v>0</c:v>
                </c:pt>
                <c:pt idx="5799">
                  <c:v>0</c:v>
                </c:pt>
                <c:pt idx="5800">
                  <c:v>0</c:v>
                </c:pt>
                <c:pt idx="5801">
                  <c:v>0</c:v>
                </c:pt>
                <c:pt idx="5802">
                  <c:v>0</c:v>
                </c:pt>
                <c:pt idx="5803">
                  <c:v>0</c:v>
                </c:pt>
                <c:pt idx="5804">
                  <c:v>0</c:v>
                </c:pt>
                <c:pt idx="5805">
                  <c:v>0</c:v>
                </c:pt>
                <c:pt idx="5806">
                  <c:v>0</c:v>
                </c:pt>
                <c:pt idx="5807">
                  <c:v>0</c:v>
                </c:pt>
                <c:pt idx="5808">
                  <c:v>0</c:v>
                </c:pt>
                <c:pt idx="5809">
                  <c:v>0</c:v>
                </c:pt>
                <c:pt idx="5810">
                  <c:v>0</c:v>
                </c:pt>
                <c:pt idx="5811">
                  <c:v>0</c:v>
                </c:pt>
                <c:pt idx="5812">
                  <c:v>0</c:v>
                </c:pt>
                <c:pt idx="5813">
                  <c:v>0</c:v>
                </c:pt>
                <c:pt idx="5814">
                  <c:v>0</c:v>
                </c:pt>
                <c:pt idx="5815">
                  <c:v>0</c:v>
                </c:pt>
                <c:pt idx="5816">
                  <c:v>0</c:v>
                </c:pt>
                <c:pt idx="5817">
                  <c:v>0</c:v>
                </c:pt>
                <c:pt idx="5818">
                  <c:v>0</c:v>
                </c:pt>
                <c:pt idx="5819">
                  <c:v>0</c:v>
                </c:pt>
                <c:pt idx="5820">
                  <c:v>0</c:v>
                </c:pt>
                <c:pt idx="5821">
                  <c:v>0</c:v>
                </c:pt>
                <c:pt idx="5822">
                  <c:v>0</c:v>
                </c:pt>
                <c:pt idx="5823">
                  <c:v>0</c:v>
                </c:pt>
                <c:pt idx="5824">
                  <c:v>0</c:v>
                </c:pt>
                <c:pt idx="5825">
                  <c:v>0</c:v>
                </c:pt>
                <c:pt idx="5826">
                  <c:v>0</c:v>
                </c:pt>
                <c:pt idx="5827">
                  <c:v>0</c:v>
                </c:pt>
                <c:pt idx="5828">
                  <c:v>0</c:v>
                </c:pt>
                <c:pt idx="5829">
                  <c:v>0</c:v>
                </c:pt>
                <c:pt idx="5830">
                  <c:v>0</c:v>
                </c:pt>
                <c:pt idx="5831">
                  <c:v>0</c:v>
                </c:pt>
                <c:pt idx="5832">
                  <c:v>0</c:v>
                </c:pt>
                <c:pt idx="5833">
                  <c:v>0</c:v>
                </c:pt>
                <c:pt idx="5834">
                  <c:v>0</c:v>
                </c:pt>
                <c:pt idx="5835">
                  <c:v>0</c:v>
                </c:pt>
                <c:pt idx="5836">
                  <c:v>0</c:v>
                </c:pt>
                <c:pt idx="5837">
                  <c:v>0</c:v>
                </c:pt>
                <c:pt idx="5838">
                  <c:v>0</c:v>
                </c:pt>
                <c:pt idx="5839">
                  <c:v>0</c:v>
                </c:pt>
                <c:pt idx="5840">
                  <c:v>0</c:v>
                </c:pt>
                <c:pt idx="5841">
                  <c:v>0</c:v>
                </c:pt>
                <c:pt idx="5842">
                  <c:v>0</c:v>
                </c:pt>
                <c:pt idx="5843">
                  <c:v>0</c:v>
                </c:pt>
                <c:pt idx="5844">
                  <c:v>0</c:v>
                </c:pt>
                <c:pt idx="5845">
                  <c:v>0</c:v>
                </c:pt>
                <c:pt idx="5846">
                  <c:v>0</c:v>
                </c:pt>
                <c:pt idx="5847">
                  <c:v>0</c:v>
                </c:pt>
                <c:pt idx="5848">
                  <c:v>0</c:v>
                </c:pt>
                <c:pt idx="5849">
                  <c:v>0</c:v>
                </c:pt>
                <c:pt idx="5850">
                  <c:v>0</c:v>
                </c:pt>
                <c:pt idx="5851">
                  <c:v>0</c:v>
                </c:pt>
                <c:pt idx="5852">
                  <c:v>0</c:v>
                </c:pt>
                <c:pt idx="5853">
                  <c:v>0</c:v>
                </c:pt>
                <c:pt idx="5854">
                  <c:v>0</c:v>
                </c:pt>
                <c:pt idx="5855">
                  <c:v>0</c:v>
                </c:pt>
                <c:pt idx="5856">
                  <c:v>0</c:v>
                </c:pt>
                <c:pt idx="5857">
                  <c:v>0</c:v>
                </c:pt>
                <c:pt idx="5858">
                  <c:v>0</c:v>
                </c:pt>
                <c:pt idx="5859">
                  <c:v>0</c:v>
                </c:pt>
                <c:pt idx="5860">
                  <c:v>0</c:v>
                </c:pt>
                <c:pt idx="5861">
                  <c:v>0</c:v>
                </c:pt>
                <c:pt idx="5862">
                  <c:v>0</c:v>
                </c:pt>
                <c:pt idx="5863">
                  <c:v>0</c:v>
                </c:pt>
                <c:pt idx="5864">
                  <c:v>0</c:v>
                </c:pt>
                <c:pt idx="5865">
                  <c:v>0</c:v>
                </c:pt>
                <c:pt idx="5866">
                  <c:v>0</c:v>
                </c:pt>
                <c:pt idx="5867">
                  <c:v>0</c:v>
                </c:pt>
                <c:pt idx="5868">
                  <c:v>0</c:v>
                </c:pt>
                <c:pt idx="5869">
                  <c:v>0</c:v>
                </c:pt>
                <c:pt idx="5870">
                  <c:v>0</c:v>
                </c:pt>
                <c:pt idx="5871">
                  <c:v>0</c:v>
                </c:pt>
                <c:pt idx="5872">
                  <c:v>0</c:v>
                </c:pt>
                <c:pt idx="5873">
                  <c:v>0</c:v>
                </c:pt>
                <c:pt idx="5874">
                  <c:v>0</c:v>
                </c:pt>
                <c:pt idx="5875">
                  <c:v>0</c:v>
                </c:pt>
                <c:pt idx="5876">
                  <c:v>0</c:v>
                </c:pt>
                <c:pt idx="5877">
                  <c:v>0</c:v>
                </c:pt>
                <c:pt idx="5878">
                  <c:v>0</c:v>
                </c:pt>
                <c:pt idx="5879">
                  <c:v>0</c:v>
                </c:pt>
                <c:pt idx="5880">
                  <c:v>0</c:v>
                </c:pt>
                <c:pt idx="5881">
                  <c:v>0</c:v>
                </c:pt>
                <c:pt idx="5882">
                  <c:v>0</c:v>
                </c:pt>
                <c:pt idx="5883">
                  <c:v>0</c:v>
                </c:pt>
                <c:pt idx="5884">
                  <c:v>0</c:v>
                </c:pt>
                <c:pt idx="5885">
                  <c:v>0</c:v>
                </c:pt>
                <c:pt idx="5886">
                  <c:v>0</c:v>
                </c:pt>
                <c:pt idx="5887">
                  <c:v>0</c:v>
                </c:pt>
                <c:pt idx="5888">
                  <c:v>0</c:v>
                </c:pt>
                <c:pt idx="5889">
                  <c:v>0</c:v>
                </c:pt>
                <c:pt idx="5890">
                  <c:v>0</c:v>
                </c:pt>
                <c:pt idx="5891">
                  <c:v>0</c:v>
                </c:pt>
                <c:pt idx="5892">
                  <c:v>0</c:v>
                </c:pt>
                <c:pt idx="5893">
                  <c:v>0</c:v>
                </c:pt>
                <c:pt idx="5894">
                  <c:v>0</c:v>
                </c:pt>
                <c:pt idx="5895">
                  <c:v>0</c:v>
                </c:pt>
                <c:pt idx="5896">
                  <c:v>0</c:v>
                </c:pt>
                <c:pt idx="5897">
                  <c:v>0</c:v>
                </c:pt>
                <c:pt idx="5898">
                  <c:v>0</c:v>
                </c:pt>
                <c:pt idx="5899">
                  <c:v>0</c:v>
                </c:pt>
                <c:pt idx="5900">
                  <c:v>0</c:v>
                </c:pt>
                <c:pt idx="5901">
                  <c:v>0</c:v>
                </c:pt>
                <c:pt idx="5902">
                  <c:v>0</c:v>
                </c:pt>
                <c:pt idx="5903">
                  <c:v>0</c:v>
                </c:pt>
                <c:pt idx="5904">
                  <c:v>0</c:v>
                </c:pt>
                <c:pt idx="5905">
                  <c:v>0</c:v>
                </c:pt>
                <c:pt idx="5906">
                  <c:v>0</c:v>
                </c:pt>
                <c:pt idx="5907">
                  <c:v>0</c:v>
                </c:pt>
                <c:pt idx="5908">
                  <c:v>0</c:v>
                </c:pt>
                <c:pt idx="5909">
                  <c:v>0</c:v>
                </c:pt>
                <c:pt idx="5910">
                  <c:v>0</c:v>
                </c:pt>
                <c:pt idx="5911">
                  <c:v>0</c:v>
                </c:pt>
                <c:pt idx="5912">
                  <c:v>0</c:v>
                </c:pt>
                <c:pt idx="5913">
                  <c:v>0</c:v>
                </c:pt>
                <c:pt idx="5914">
                  <c:v>0</c:v>
                </c:pt>
                <c:pt idx="5915">
                  <c:v>0</c:v>
                </c:pt>
                <c:pt idx="5916">
                  <c:v>0</c:v>
                </c:pt>
                <c:pt idx="5917">
                  <c:v>0</c:v>
                </c:pt>
                <c:pt idx="5918">
                  <c:v>0</c:v>
                </c:pt>
                <c:pt idx="5919">
                  <c:v>0</c:v>
                </c:pt>
                <c:pt idx="5920">
                  <c:v>0</c:v>
                </c:pt>
                <c:pt idx="5921">
                  <c:v>0</c:v>
                </c:pt>
                <c:pt idx="5922">
                  <c:v>0</c:v>
                </c:pt>
                <c:pt idx="5923">
                  <c:v>0</c:v>
                </c:pt>
                <c:pt idx="5924">
                  <c:v>0</c:v>
                </c:pt>
                <c:pt idx="5925">
                  <c:v>0</c:v>
                </c:pt>
                <c:pt idx="5926">
                  <c:v>0</c:v>
                </c:pt>
                <c:pt idx="5927">
                  <c:v>0</c:v>
                </c:pt>
                <c:pt idx="5928">
                  <c:v>0</c:v>
                </c:pt>
                <c:pt idx="5929">
                  <c:v>0</c:v>
                </c:pt>
                <c:pt idx="5930">
                  <c:v>0</c:v>
                </c:pt>
                <c:pt idx="5931">
                  <c:v>0</c:v>
                </c:pt>
                <c:pt idx="5932">
                  <c:v>0</c:v>
                </c:pt>
                <c:pt idx="5933">
                  <c:v>0</c:v>
                </c:pt>
                <c:pt idx="5934">
                  <c:v>0</c:v>
                </c:pt>
                <c:pt idx="5935">
                  <c:v>0</c:v>
                </c:pt>
                <c:pt idx="5936">
                  <c:v>0</c:v>
                </c:pt>
                <c:pt idx="5937">
                  <c:v>0</c:v>
                </c:pt>
                <c:pt idx="5938">
                  <c:v>0</c:v>
                </c:pt>
                <c:pt idx="5939">
                  <c:v>0</c:v>
                </c:pt>
                <c:pt idx="5940">
                  <c:v>0</c:v>
                </c:pt>
                <c:pt idx="5941">
                  <c:v>0</c:v>
                </c:pt>
                <c:pt idx="5942">
                  <c:v>0</c:v>
                </c:pt>
                <c:pt idx="5943">
                  <c:v>0</c:v>
                </c:pt>
                <c:pt idx="5944">
                  <c:v>0</c:v>
                </c:pt>
                <c:pt idx="5945">
                  <c:v>0</c:v>
                </c:pt>
                <c:pt idx="5946">
                  <c:v>0</c:v>
                </c:pt>
                <c:pt idx="5947">
                  <c:v>0</c:v>
                </c:pt>
                <c:pt idx="5948">
                  <c:v>0</c:v>
                </c:pt>
                <c:pt idx="5949">
                  <c:v>0</c:v>
                </c:pt>
                <c:pt idx="5950">
                  <c:v>0</c:v>
                </c:pt>
                <c:pt idx="5951">
                  <c:v>0</c:v>
                </c:pt>
                <c:pt idx="5952">
                  <c:v>0</c:v>
                </c:pt>
                <c:pt idx="5953">
                  <c:v>0</c:v>
                </c:pt>
                <c:pt idx="5954">
                  <c:v>0</c:v>
                </c:pt>
                <c:pt idx="5955">
                  <c:v>0</c:v>
                </c:pt>
                <c:pt idx="5956">
                  <c:v>0</c:v>
                </c:pt>
                <c:pt idx="5957">
                  <c:v>0</c:v>
                </c:pt>
                <c:pt idx="5958">
                  <c:v>0</c:v>
                </c:pt>
                <c:pt idx="5959">
                  <c:v>0</c:v>
                </c:pt>
                <c:pt idx="5960">
                  <c:v>0</c:v>
                </c:pt>
                <c:pt idx="5961">
                  <c:v>0</c:v>
                </c:pt>
                <c:pt idx="5962">
                  <c:v>0</c:v>
                </c:pt>
                <c:pt idx="5963">
                  <c:v>0</c:v>
                </c:pt>
                <c:pt idx="5964">
                  <c:v>0</c:v>
                </c:pt>
                <c:pt idx="5965">
                  <c:v>0</c:v>
                </c:pt>
                <c:pt idx="5966">
                  <c:v>0</c:v>
                </c:pt>
                <c:pt idx="5967">
                  <c:v>0</c:v>
                </c:pt>
                <c:pt idx="5968">
                  <c:v>0</c:v>
                </c:pt>
                <c:pt idx="5969">
                  <c:v>0</c:v>
                </c:pt>
                <c:pt idx="5970">
                  <c:v>0</c:v>
                </c:pt>
                <c:pt idx="5971">
                  <c:v>0</c:v>
                </c:pt>
                <c:pt idx="5972">
                  <c:v>0</c:v>
                </c:pt>
                <c:pt idx="5973">
                  <c:v>0</c:v>
                </c:pt>
                <c:pt idx="5974">
                  <c:v>0</c:v>
                </c:pt>
                <c:pt idx="5975">
                  <c:v>0</c:v>
                </c:pt>
                <c:pt idx="5976">
                  <c:v>0</c:v>
                </c:pt>
                <c:pt idx="5977">
                  <c:v>0</c:v>
                </c:pt>
                <c:pt idx="5978">
                  <c:v>0</c:v>
                </c:pt>
                <c:pt idx="5979">
                  <c:v>0</c:v>
                </c:pt>
                <c:pt idx="5980">
                  <c:v>0</c:v>
                </c:pt>
                <c:pt idx="5981">
                  <c:v>0</c:v>
                </c:pt>
                <c:pt idx="5982">
                  <c:v>0</c:v>
                </c:pt>
                <c:pt idx="5983">
                  <c:v>0</c:v>
                </c:pt>
                <c:pt idx="5984">
                  <c:v>0</c:v>
                </c:pt>
                <c:pt idx="5985">
                  <c:v>0</c:v>
                </c:pt>
                <c:pt idx="5986">
                  <c:v>0</c:v>
                </c:pt>
                <c:pt idx="5987">
                  <c:v>0</c:v>
                </c:pt>
                <c:pt idx="5988">
                  <c:v>0</c:v>
                </c:pt>
                <c:pt idx="5989">
                  <c:v>0</c:v>
                </c:pt>
                <c:pt idx="5990">
                  <c:v>0</c:v>
                </c:pt>
                <c:pt idx="5991">
                  <c:v>0</c:v>
                </c:pt>
                <c:pt idx="5992">
                  <c:v>0</c:v>
                </c:pt>
                <c:pt idx="5993">
                  <c:v>0</c:v>
                </c:pt>
                <c:pt idx="5994">
                  <c:v>0</c:v>
                </c:pt>
                <c:pt idx="5995">
                  <c:v>0</c:v>
                </c:pt>
                <c:pt idx="5996">
                  <c:v>0</c:v>
                </c:pt>
                <c:pt idx="5997">
                  <c:v>0</c:v>
                </c:pt>
                <c:pt idx="5998">
                  <c:v>0</c:v>
                </c:pt>
                <c:pt idx="5999">
                  <c:v>0</c:v>
                </c:pt>
                <c:pt idx="6000">
                  <c:v>0</c:v>
                </c:pt>
                <c:pt idx="6001">
                  <c:v>0</c:v>
                </c:pt>
                <c:pt idx="6002">
                  <c:v>0</c:v>
                </c:pt>
                <c:pt idx="6003">
                  <c:v>0</c:v>
                </c:pt>
                <c:pt idx="6004">
                  <c:v>0</c:v>
                </c:pt>
                <c:pt idx="6005">
                  <c:v>0</c:v>
                </c:pt>
                <c:pt idx="6006">
                  <c:v>0</c:v>
                </c:pt>
                <c:pt idx="6007">
                  <c:v>0</c:v>
                </c:pt>
                <c:pt idx="6008">
                  <c:v>0</c:v>
                </c:pt>
                <c:pt idx="6009">
                  <c:v>0</c:v>
                </c:pt>
                <c:pt idx="6010">
                  <c:v>0</c:v>
                </c:pt>
                <c:pt idx="6011">
                  <c:v>0</c:v>
                </c:pt>
                <c:pt idx="6012">
                  <c:v>0</c:v>
                </c:pt>
                <c:pt idx="6013">
                  <c:v>0</c:v>
                </c:pt>
                <c:pt idx="6014">
                  <c:v>0</c:v>
                </c:pt>
                <c:pt idx="6015">
                  <c:v>0</c:v>
                </c:pt>
                <c:pt idx="6016">
                  <c:v>0</c:v>
                </c:pt>
                <c:pt idx="6017">
                  <c:v>0</c:v>
                </c:pt>
                <c:pt idx="6018">
                  <c:v>0</c:v>
                </c:pt>
                <c:pt idx="6019">
                  <c:v>0</c:v>
                </c:pt>
                <c:pt idx="6020">
                  <c:v>0</c:v>
                </c:pt>
                <c:pt idx="6021">
                  <c:v>0</c:v>
                </c:pt>
                <c:pt idx="6022">
                  <c:v>0</c:v>
                </c:pt>
                <c:pt idx="6023">
                  <c:v>0</c:v>
                </c:pt>
                <c:pt idx="6024">
                  <c:v>0</c:v>
                </c:pt>
                <c:pt idx="6025">
                  <c:v>0</c:v>
                </c:pt>
                <c:pt idx="6026">
                  <c:v>0</c:v>
                </c:pt>
                <c:pt idx="6027">
                  <c:v>0</c:v>
                </c:pt>
                <c:pt idx="6028">
                  <c:v>0</c:v>
                </c:pt>
                <c:pt idx="6029">
                  <c:v>0</c:v>
                </c:pt>
                <c:pt idx="6030">
                  <c:v>0</c:v>
                </c:pt>
                <c:pt idx="6031">
                  <c:v>0</c:v>
                </c:pt>
                <c:pt idx="6032">
                  <c:v>0</c:v>
                </c:pt>
                <c:pt idx="6033">
                  <c:v>0</c:v>
                </c:pt>
                <c:pt idx="6034">
                  <c:v>0</c:v>
                </c:pt>
                <c:pt idx="6035">
                  <c:v>0</c:v>
                </c:pt>
                <c:pt idx="6036">
                  <c:v>0</c:v>
                </c:pt>
                <c:pt idx="6037">
                  <c:v>0</c:v>
                </c:pt>
                <c:pt idx="6038">
                  <c:v>0</c:v>
                </c:pt>
                <c:pt idx="6039">
                  <c:v>0</c:v>
                </c:pt>
                <c:pt idx="6040">
                  <c:v>0</c:v>
                </c:pt>
                <c:pt idx="6041">
                  <c:v>0</c:v>
                </c:pt>
                <c:pt idx="6042">
                  <c:v>0</c:v>
                </c:pt>
                <c:pt idx="6043">
                  <c:v>0</c:v>
                </c:pt>
                <c:pt idx="6044">
                  <c:v>0</c:v>
                </c:pt>
                <c:pt idx="6045">
                  <c:v>0</c:v>
                </c:pt>
                <c:pt idx="6046">
                  <c:v>0</c:v>
                </c:pt>
                <c:pt idx="6047">
                  <c:v>0</c:v>
                </c:pt>
                <c:pt idx="6048">
                  <c:v>0</c:v>
                </c:pt>
                <c:pt idx="6049">
                  <c:v>0</c:v>
                </c:pt>
                <c:pt idx="6050">
                  <c:v>0</c:v>
                </c:pt>
                <c:pt idx="6051">
                  <c:v>0</c:v>
                </c:pt>
                <c:pt idx="6052">
                  <c:v>0</c:v>
                </c:pt>
                <c:pt idx="6053">
                  <c:v>0</c:v>
                </c:pt>
                <c:pt idx="6054">
                  <c:v>0</c:v>
                </c:pt>
                <c:pt idx="6055">
                  <c:v>0</c:v>
                </c:pt>
                <c:pt idx="6056">
                  <c:v>0</c:v>
                </c:pt>
                <c:pt idx="6057">
                  <c:v>0</c:v>
                </c:pt>
                <c:pt idx="6058">
                  <c:v>0</c:v>
                </c:pt>
                <c:pt idx="6059">
                  <c:v>0</c:v>
                </c:pt>
                <c:pt idx="6060">
                  <c:v>0</c:v>
                </c:pt>
                <c:pt idx="6061">
                  <c:v>0</c:v>
                </c:pt>
                <c:pt idx="6062">
                  <c:v>0</c:v>
                </c:pt>
                <c:pt idx="6063">
                  <c:v>0</c:v>
                </c:pt>
                <c:pt idx="6064">
                  <c:v>0</c:v>
                </c:pt>
                <c:pt idx="6065">
                  <c:v>0</c:v>
                </c:pt>
                <c:pt idx="6066">
                  <c:v>0</c:v>
                </c:pt>
                <c:pt idx="6067">
                  <c:v>0</c:v>
                </c:pt>
                <c:pt idx="6068">
                  <c:v>0</c:v>
                </c:pt>
                <c:pt idx="6069">
                  <c:v>0</c:v>
                </c:pt>
                <c:pt idx="6070">
                  <c:v>0</c:v>
                </c:pt>
                <c:pt idx="6071">
                  <c:v>0</c:v>
                </c:pt>
                <c:pt idx="6072">
                  <c:v>0</c:v>
                </c:pt>
                <c:pt idx="6073">
                  <c:v>0</c:v>
                </c:pt>
                <c:pt idx="6074">
                  <c:v>0</c:v>
                </c:pt>
                <c:pt idx="6075">
                  <c:v>0</c:v>
                </c:pt>
                <c:pt idx="6076">
                  <c:v>0</c:v>
                </c:pt>
                <c:pt idx="6077">
                  <c:v>0</c:v>
                </c:pt>
                <c:pt idx="6078">
                  <c:v>0</c:v>
                </c:pt>
                <c:pt idx="6079">
                  <c:v>0</c:v>
                </c:pt>
                <c:pt idx="6080">
                  <c:v>0</c:v>
                </c:pt>
                <c:pt idx="6081">
                  <c:v>0</c:v>
                </c:pt>
                <c:pt idx="6082">
                  <c:v>0</c:v>
                </c:pt>
                <c:pt idx="6083">
                  <c:v>0</c:v>
                </c:pt>
                <c:pt idx="6084">
                  <c:v>0</c:v>
                </c:pt>
                <c:pt idx="6085">
                  <c:v>0</c:v>
                </c:pt>
                <c:pt idx="6086">
                  <c:v>0</c:v>
                </c:pt>
                <c:pt idx="6087">
                  <c:v>0</c:v>
                </c:pt>
                <c:pt idx="6088">
                  <c:v>0</c:v>
                </c:pt>
                <c:pt idx="6089">
                  <c:v>0</c:v>
                </c:pt>
                <c:pt idx="6090">
                  <c:v>0</c:v>
                </c:pt>
                <c:pt idx="6091">
                  <c:v>0</c:v>
                </c:pt>
                <c:pt idx="6092">
                  <c:v>0</c:v>
                </c:pt>
                <c:pt idx="6093">
                  <c:v>0</c:v>
                </c:pt>
                <c:pt idx="6094">
                  <c:v>0</c:v>
                </c:pt>
                <c:pt idx="6095">
                  <c:v>0</c:v>
                </c:pt>
                <c:pt idx="6096">
                  <c:v>0</c:v>
                </c:pt>
                <c:pt idx="6097">
                  <c:v>0</c:v>
                </c:pt>
                <c:pt idx="6098">
                  <c:v>0</c:v>
                </c:pt>
                <c:pt idx="6099">
                  <c:v>0</c:v>
                </c:pt>
                <c:pt idx="6100">
                  <c:v>0</c:v>
                </c:pt>
                <c:pt idx="6101">
                  <c:v>0</c:v>
                </c:pt>
                <c:pt idx="6102">
                  <c:v>0</c:v>
                </c:pt>
                <c:pt idx="6103">
                  <c:v>0</c:v>
                </c:pt>
                <c:pt idx="6104">
                  <c:v>0</c:v>
                </c:pt>
                <c:pt idx="6105">
                  <c:v>0</c:v>
                </c:pt>
                <c:pt idx="6106">
                  <c:v>0</c:v>
                </c:pt>
                <c:pt idx="6107">
                  <c:v>0</c:v>
                </c:pt>
                <c:pt idx="6108">
                  <c:v>0</c:v>
                </c:pt>
                <c:pt idx="6109">
                  <c:v>0</c:v>
                </c:pt>
                <c:pt idx="6110">
                  <c:v>0</c:v>
                </c:pt>
                <c:pt idx="6111">
                  <c:v>0</c:v>
                </c:pt>
                <c:pt idx="6112">
                  <c:v>0</c:v>
                </c:pt>
                <c:pt idx="6113">
                  <c:v>0</c:v>
                </c:pt>
                <c:pt idx="6114">
                  <c:v>0</c:v>
                </c:pt>
                <c:pt idx="6115">
                  <c:v>0</c:v>
                </c:pt>
                <c:pt idx="6116">
                  <c:v>0</c:v>
                </c:pt>
                <c:pt idx="6117">
                  <c:v>0</c:v>
                </c:pt>
                <c:pt idx="6118">
                  <c:v>0</c:v>
                </c:pt>
                <c:pt idx="6119">
                  <c:v>0</c:v>
                </c:pt>
                <c:pt idx="6120">
                  <c:v>0</c:v>
                </c:pt>
                <c:pt idx="6121">
                  <c:v>0</c:v>
                </c:pt>
                <c:pt idx="6122">
                  <c:v>0</c:v>
                </c:pt>
                <c:pt idx="6123">
                  <c:v>0</c:v>
                </c:pt>
                <c:pt idx="6124">
                  <c:v>0</c:v>
                </c:pt>
                <c:pt idx="6125">
                  <c:v>0</c:v>
                </c:pt>
                <c:pt idx="6126">
                  <c:v>0</c:v>
                </c:pt>
                <c:pt idx="6127">
                  <c:v>0</c:v>
                </c:pt>
                <c:pt idx="6128">
                  <c:v>0</c:v>
                </c:pt>
                <c:pt idx="6129">
                  <c:v>0</c:v>
                </c:pt>
                <c:pt idx="6130">
                  <c:v>0</c:v>
                </c:pt>
              </c:numCache>
            </c:numRef>
          </c:val>
          <c:extLst>
            <c:ext xmlns:c16="http://schemas.microsoft.com/office/drawing/2014/chart" uri="{C3380CC4-5D6E-409C-BE32-E72D297353CC}">
              <c16:uniqueId val="{00000002-FE79-4F56-8C61-D5CCC4ABBB15}"/>
            </c:ext>
          </c:extLst>
        </c:ser>
        <c:dLbls>
          <c:showLegendKey val="0"/>
          <c:showVal val="0"/>
          <c:showCatName val="0"/>
          <c:showSerName val="0"/>
          <c:showPercent val="0"/>
          <c:showBubbleSize val="0"/>
        </c:dLbls>
        <c:axId val="50010001"/>
        <c:axId val="50010002"/>
      </c:areaChart>
      <c:lineChart>
        <c:grouping val="standard"/>
        <c:varyColors val="0"/>
        <c:ser>
          <c:idx val="3"/>
          <c:order val="3"/>
          <c:tx>
            <c:v>Local Stress Index</c:v>
          </c:tx>
          <c:spPr>
            <a:ln w="6350">
              <a:solidFill>
                <a:srgbClr val="1F2F44"/>
              </a:solidFill>
            </a:ln>
          </c:spPr>
          <c:marker>
            <c:symbol val="none"/>
          </c:marker>
          <c:cat>
            <c:numRef>
              <c:f>'L1'!$A$2:$A$6132</c:f>
              <c:numCache>
                <c:formatCode>yyyy\-mm\-dd</c:formatCode>
                <c:ptCount val="6131"/>
                <c:pt idx="0">
                  <c:v>37292</c:v>
                </c:pt>
                <c:pt idx="1">
                  <c:v>37293</c:v>
                </c:pt>
                <c:pt idx="2">
                  <c:v>37294</c:v>
                </c:pt>
                <c:pt idx="3">
                  <c:v>37295</c:v>
                </c:pt>
                <c:pt idx="4">
                  <c:v>37300</c:v>
                </c:pt>
                <c:pt idx="5">
                  <c:v>37301</c:v>
                </c:pt>
                <c:pt idx="6">
                  <c:v>37302</c:v>
                </c:pt>
                <c:pt idx="7">
                  <c:v>37305</c:v>
                </c:pt>
                <c:pt idx="8">
                  <c:v>37306</c:v>
                </c:pt>
                <c:pt idx="9">
                  <c:v>37307</c:v>
                </c:pt>
                <c:pt idx="10">
                  <c:v>37308</c:v>
                </c:pt>
                <c:pt idx="11">
                  <c:v>37309</c:v>
                </c:pt>
                <c:pt idx="12">
                  <c:v>37312</c:v>
                </c:pt>
                <c:pt idx="13">
                  <c:v>37313</c:v>
                </c:pt>
                <c:pt idx="14">
                  <c:v>37314</c:v>
                </c:pt>
                <c:pt idx="15">
                  <c:v>37315</c:v>
                </c:pt>
                <c:pt idx="16">
                  <c:v>37316</c:v>
                </c:pt>
                <c:pt idx="17">
                  <c:v>37319</c:v>
                </c:pt>
                <c:pt idx="18">
                  <c:v>37320</c:v>
                </c:pt>
                <c:pt idx="19">
                  <c:v>37321</c:v>
                </c:pt>
                <c:pt idx="20">
                  <c:v>37322</c:v>
                </c:pt>
                <c:pt idx="21">
                  <c:v>37323</c:v>
                </c:pt>
                <c:pt idx="22">
                  <c:v>37326</c:v>
                </c:pt>
                <c:pt idx="23">
                  <c:v>37327</c:v>
                </c:pt>
                <c:pt idx="24">
                  <c:v>37328</c:v>
                </c:pt>
                <c:pt idx="25">
                  <c:v>37329</c:v>
                </c:pt>
                <c:pt idx="26">
                  <c:v>37330</c:v>
                </c:pt>
                <c:pt idx="27">
                  <c:v>37333</c:v>
                </c:pt>
                <c:pt idx="28">
                  <c:v>37334</c:v>
                </c:pt>
                <c:pt idx="29">
                  <c:v>37335</c:v>
                </c:pt>
                <c:pt idx="30">
                  <c:v>37336</c:v>
                </c:pt>
                <c:pt idx="31">
                  <c:v>37337</c:v>
                </c:pt>
                <c:pt idx="32">
                  <c:v>37340</c:v>
                </c:pt>
                <c:pt idx="33">
                  <c:v>37341</c:v>
                </c:pt>
                <c:pt idx="34">
                  <c:v>37342</c:v>
                </c:pt>
                <c:pt idx="35">
                  <c:v>37343</c:v>
                </c:pt>
                <c:pt idx="36">
                  <c:v>37347</c:v>
                </c:pt>
                <c:pt idx="37">
                  <c:v>37348</c:v>
                </c:pt>
                <c:pt idx="38">
                  <c:v>37349</c:v>
                </c:pt>
                <c:pt idx="39">
                  <c:v>37350</c:v>
                </c:pt>
                <c:pt idx="40">
                  <c:v>37351</c:v>
                </c:pt>
                <c:pt idx="41">
                  <c:v>37354</c:v>
                </c:pt>
                <c:pt idx="42">
                  <c:v>37355</c:v>
                </c:pt>
                <c:pt idx="43">
                  <c:v>37356</c:v>
                </c:pt>
                <c:pt idx="44">
                  <c:v>37357</c:v>
                </c:pt>
                <c:pt idx="45">
                  <c:v>37358</c:v>
                </c:pt>
                <c:pt idx="46">
                  <c:v>37361</c:v>
                </c:pt>
                <c:pt idx="47">
                  <c:v>37362</c:v>
                </c:pt>
                <c:pt idx="48">
                  <c:v>37363</c:v>
                </c:pt>
                <c:pt idx="49">
                  <c:v>37364</c:v>
                </c:pt>
                <c:pt idx="50">
                  <c:v>37365</c:v>
                </c:pt>
                <c:pt idx="51">
                  <c:v>37368</c:v>
                </c:pt>
                <c:pt idx="52">
                  <c:v>37369</c:v>
                </c:pt>
                <c:pt idx="53">
                  <c:v>37370</c:v>
                </c:pt>
                <c:pt idx="54">
                  <c:v>37371</c:v>
                </c:pt>
                <c:pt idx="55">
                  <c:v>37372</c:v>
                </c:pt>
                <c:pt idx="56">
                  <c:v>37375</c:v>
                </c:pt>
                <c:pt idx="57">
                  <c:v>37376</c:v>
                </c:pt>
                <c:pt idx="58">
                  <c:v>37378</c:v>
                </c:pt>
                <c:pt idx="59">
                  <c:v>37379</c:v>
                </c:pt>
                <c:pt idx="60">
                  <c:v>37382</c:v>
                </c:pt>
                <c:pt idx="61">
                  <c:v>37383</c:v>
                </c:pt>
                <c:pt idx="62">
                  <c:v>37384</c:v>
                </c:pt>
                <c:pt idx="63">
                  <c:v>37385</c:v>
                </c:pt>
                <c:pt idx="64">
                  <c:v>37386</c:v>
                </c:pt>
                <c:pt idx="65">
                  <c:v>37389</c:v>
                </c:pt>
                <c:pt idx="66">
                  <c:v>37390</c:v>
                </c:pt>
                <c:pt idx="67">
                  <c:v>37391</c:v>
                </c:pt>
                <c:pt idx="68">
                  <c:v>37392</c:v>
                </c:pt>
                <c:pt idx="69">
                  <c:v>37393</c:v>
                </c:pt>
                <c:pt idx="70">
                  <c:v>37396</c:v>
                </c:pt>
                <c:pt idx="71">
                  <c:v>37397</c:v>
                </c:pt>
                <c:pt idx="72">
                  <c:v>37398</c:v>
                </c:pt>
                <c:pt idx="73">
                  <c:v>37399</c:v>
                </c:pt>
                <c:pt idx="74">
                  <c:v>37400</c:v>
                </c:pt>
                <c:pt idx="75">
                  <c:v>37403</c:v>
                </c:pt>
                <c:pt idx="76">
                  <c:v>37404</c:v>
                </c:pt>
                <c:pt idx="77">
                  <c:v>37405</c:v>
                </c:pt>
                <c:pt idx="78">
                  <c:v>37407</c:v>
                </c:pt>
                <c:pt idx="79">
                  <c:v>37410</c:v>
                </c:pt>
                <c:pt idx="80">
                  <c:v>37411</c:v>
                </c:pt>
                <c:pt idx="81">
                  <c:v>37412</c:v>
                </c:pt>
                <c:pt idx="82">
                  <c:v>37413</c:v>
                </c:pt>
                <c:pt idx="83">
                  <c:v>37414</c:v>
                </c:pt>
                <c:pt idx="84">
                  <c:v>37417</c:v>
                </c:pt>
                <c:pt idx="85">
                  <c:v>37418</c:v>
                </c:pt>
                <c:pt idx="86">
                  <c:v>37419</c:v>
                </c:pt>
                <c:pt idx="87">
                  <c:v>37420</c:v>
                </c:pt>
                <c:pt idx="88">
                  <c:v>37421</c:v>
                </c:pt>
                <c:pt idx="89">
                  <c:v>37424</c:v>
                </c:pt>
                <c:pt idx="90">
                  <c:v>37425</c:v>
                </c:pt>
                <c:pt idx="91">
                  <c:v>37426</c:v>
                </c:pt>
                <c:pt idx="92">
                  <c:v>37427</c:v>
                </c:pt>
                <c:pt idx="93">
                  <c:v>37428</c:v>
                </c:pt>
                <c:pt idx="94">
                  <c:v>37431</c:v>
                </c:pt>
                <c:pt idx="95">
                  <c:v>37432</c:v>
                </c:pt>
                <c:pt idx="96">
                  <c:v>37433</c:v>
                </c:pt>
                <c:pt idx="97">
                  <c:v>37434</c:v>
                </c:pt>
                <c:pt idx="98">
                  <c:v>37435</c:v>
                </c:pt>
                <c:pt idx="99">
                  <c:v>37438</c:v>
                </c:pt>
                <c:pt idx="100">
                  <c:v>37439</c:v>
                </c:pt>
                <c:pt idx="101">
                  <c:v>37440</c:v>
                </c:pt>
                <c:pt idx="102">
                  <c:v>37441</c:v>
                </c:pt>
                <c:pt idx="103">
                  <c:v>37442</c:v>
                </c:pt>
                <c:pt idx="104">
                  <c:v>37445</c:v>
                </c:pt>
                <c:pt idx="105">
                  <c:v>37447</c:v>
                </c:pt>
                <c:pt idx="106">
                  <c:v>37448</c:v>
                </c:pt>
                <c:pt idx="107">
                  <c:v>37449</c:v>
                </c:pt>
                <c:pt idx="108">
                  <c:v>37452</c:v>
                </c:pt>
                <c:pt idx="109">
                  <c:v>37453</c:v>
                </c:pt>
                <c:pt idx="110">
                  <c:v>37454</c:v>
                </c:pt>
                <c:pt idx="111">
                  <c:v>37455</c:v>
                </c:pt>
                <c:pt idx="112">
                  <c:v>37456</c:v>
                </c:pt>
                <c:pt idx="113">
                  <c:v>37459</c:v>
                </c:pt>
                <c:pt idx="114">
                  <c:v>37460</c:v>
                </c:pt>
                <c:pt idx="115">
                  <c:v>37461</c:v>
                </c:pt>
                <c:pt idx="116">
                  <c:v>37462</c:v>
                </c:pt>
                <c:pt idx="117">
                  <c:v>37463</c:v>
                </c:pt>
                <c:pt idx="118">
                  <c:v>37466</c:v>
                </c:pt>
                <c:pt idx="119">
                  <c:v>37467</c:v>
                </c:pt>
                <c:pt idx="120">
                  <c:v>37468</c:v>
                </c:pt>
                <c:pt idx="121">
                  <c:v>37469</c:v>
                </c:pt>
                <c:pt idx="122">
                  <c:v>37470</c:v>
                </c:pt>
                <c:pt idx="123">
                  <c:v>37473</c:v>
                </c:pt>
                <c:pt idx="124">
                  <c:v>37474</c:v>
                </c:pt>
                <c:pt idx="125">
                  <c:v>37475</c:v>
                </c:pt>
                <c:pt idx="126">
                  <c:v>37476</c:v>
                </c:pt>
                <c:pt idx="127">
                  <c:v>37477</c:v>
                </c:pt>
                <c:pt idx="128">
                  <c:v>37480</c:v>
                </c:pt>
                <c:pt idx="129">
                  <c:v>37481</c:v>
                </c:pt>
                <c:pt idx="130">
                  <c:v>37482</c:v>
                </c:pt>
                <c:pt idx="131">
                  <c:v>37483</c:v>
                </c:pt>
                <c:pt idx="132">
                  <c:v>37484</c:v>
                </c:pt>
                <c:pt idx="133">
                  <c:v>37487</c:v>
                </c:pt>
                <c:pt idx="134">
                  <c:v>37488</c:v>
                </c:pt>
                <c:pt idx="135">
                  <c:v>37489</c:v>
                </c:pt>
                <c:pt idx="136">
                  <c:v>37490</c:v>
                </c:pt>
                <c:pt idx="137">
                  <c:v>37491</c:v>
                </c:pt>
                <c:pt idx="138">
                  <c:v>37494</c:v>
                </c:pt>
                <c:pt idx="139">
                  <c:v>37495</c:v>
                </c:pt>
                <c:pt idx="140">
                  <c:v>37496</c:v>
                </c:pt>
                <c:pt idx="141">
                  <c:v>37497</c:v>
                </c:pt>
                <c:pt idx="142">
                  <c:v>37498</c:v>
                </c:pt>
                <c:pt idx="143">
                  <c:v>37501</c:v>
                </c:pt>
                <c:pt idx="144">
                  <c:v>37502</c:v>
                </c:pt>
                <c:pt idx="145">
                  <c:v>37503</c:v>
                </c:pt>
                <c:pt idx="146">
                  <c:v>37504</c:v>
                </c:pt>
                <c:pt idx="147">
                  <c:v>37505</c:v>
                </c:pt>
                <c:pt idx="148">
                  <c:v>37508</c:v>
                </c:pt>
                <c:pt idx="149">
                  <c:v>37509</c:v>
                </c:pt>
                <c:pt idx="150">
                  <c:v>37510</c:v>
                </c:pt>
                <c:pt idx="151">
                  <c:v>37511</c:v>
                </c:pt>
                <c:pt idx="152">
                  <c:v>37512</c:v>
                </c:pt>
                <c:pt idx="153">
                  <c:v>37515</c:v>
                </c:pt>
                <c:pt idx="154">
                  <c:v>37516</c:v>
                </c:pt>
                <c:pt idx="155">
                  <c:v>37517</c:v>
                </c:pt>
                <c:pt idx="156">
                  <c:v>37518</c:v>
                </c:pt>
                <c:pt idx="157">
                  <c:v>37519</c:v>
                </c:pt>
                <c:pt idx="158">
                  <c:v>37522</c:v>
                </c:pt>
                <c:pt idx="159">
                  <c:v>37523</c:v>
                </c:pt>
                <c:pt idx="160">
                  <c:v>37524</c:v>
                </c:pt>
                <c:pt idx="161">
                  <c:v>37525</c:v>
                </c:pt>
                <c:pt idx="162">
                  <c:v>37526</c:v>
                </c:pt>
                <c:pt idx="163">
                  <c:v>37529</c:v>
                </c:pt>
                <c:pt idx="164">
                  <c:v>37530</c:v>
                </c:pt>
                <c:pt idx="165">
                  <c:v>37531</c:v>
                </c:pt>
                <c:pt idx="166">
                  <c:v>37532</c:v>
                </c:pt>
                <c:pt idx="167">
                  <c:v>37533</c:v>
                </c:pt>
                <c:pt idx="168">
                  <c:v>37536</c:v>
                </c:pt>
                <c:pt idx="169">
                  <c:v>37537</c:v>
                </c:pt>
                <c:pt idx="170">
                  <c:v>37538</c:v>
                </c:pt>
                <c:pt idx="171">
                  <c:v>37539</c:v>
                </c:pt>
                <c:pt idx="172">
                  <c:v>37540</c:v>
                </c:pt>
                <c:pt idx="173">
                  <c:v>37543</c:v>
                </c:pt>
                <c:pt idx="174">
                  <c:v>37544</c:v>
                </c:pt>
                <c:pt idx="175">
                  <c:v>37545</c:v>
                </c:pt>
                <c:pt idx="176">
                  <c:v>37546</c:v>
                </c:pt>
                <c:pt idx="177">
                  <c:v>37547</c:v>
                </c:pt>
                <c:pt idx="178">
                  <c:v>37550</c:v>
                </c:pt>
                <c:pt idx="179">
                  <c:v>37551</c:v>
                </c:pt>
                <c:pt idx="180">
                  <c:v>37552</c:v>
                </c:pt>
                <c:pt idx="181">
                  <c:v>37553</c:v>
                </c:pt>
                <c:pt idx="182">
                  <c:v>37554</c:v>
                </c:pt>
                <c:pt idx="183">
                  <c:v>37557</c:v>
                </c:pt>
                <c:pt idx="184">
                  <c:v>37558</c:v>
                </c:pt>
                <c:pt idx="185">
                  <c:v>37559</c:v>
                </c:pt>
                <c:pt idx="186">
                  <c:v>37560</c:v>
                </c:pt>
                <c:pt idx="187">
                  <c:v>37561</c:v>
                </c:pt>
                <c:pt idx="188">
                  <c:v>37564</c:v>
                </c:pt>
                <c:pt idx="189">
                  <c:v>37565</c:v>
                </c:pt>
                <c:pt idx="190">
                  <c:v>37566</c:v>
                </c:pt>
                <c:pt idx="191">
                  <c:v>37567</c:v>
                </c:pt>
                <c:pt idx="192">
                  <c:v>37568</c:v>
                </c:pt>
                <c:pt idx="193">
                  <c:v>37571</c:v>
                </c:pt>
                <c:pt idx="194">
                  <c:v>37572</c:v>
                </c:pt>
                <c:pt idx="195">
                  <c:v>37573</c:v>
                </c:pt>
                <c:pt idx="196">
                  <c:v>37574</c:v>
                </c:pt>
                <c:pt idx="197">
                  <c:v>37578</c:v>
                </c:pt>
                <c:pt idx="198">
                  <c:v>37579</c:v>
                </c:pt>
                <c:pt idx="199">
                  <c:v>37580</c:v>
                </c:pt>
                <c:pt idx="200">
                  <c:v>37581</c:v>
                </c:pt>
                <c:pt idx="201">
                  <c:v>37582</c:v>
                </c:pt>
                <c:pt idx="202">
                  <c:v>37585</c:v>
                </c:pt>
                <c:pt idx="203">
                  <c:v>37586</c:v>
                </c:pt>
                <c:pt idx="204">
                  <c:v>37587</c:v>
                </c:pt>
                <c:pt idx="205">
                  <c:v>37588</c:v>
                </c:pt>
                <c:pt idx="206">
                  <c:v>37589</c:v>
                </c:pt>
                <c:pt idx="207">
                  <c:v>37592</c:v>
                </c:pt>
                <c:pt idx="208">
                  <c:v>37593</c:v>
                </c:pt>
                <c:pt idx="209">
                  <c:v>37594</c:v>
                </c:pt>
                <c:pt idx="210">
                  <c:v>37595</c:v>
                </c:pt>
                <c:pt idx="211">
                  <c:v>37596</c:v>
                </c:pt>
                <c:pt idx="212">
                  <c:v>37599</c:v>
                </c:pt>
                <c:pt idx="213">
                  <c:v>37600</c:v>
                </c:pt>
                <c:pt idx="214">
                  <c:v>37601</c:v>
                </c:pt>
                <c:pt idx="215">
                  <c:v>37602</c:v>
                </c:pt>
                <c:pt idx="216">
                  <c:v>37603</c:v>
                </c:pt>
                <c:pt idx="217">
                  <c:v>37606</c:v>
                </c:pt>
                <c:pt idx="218">
                  <c:v>37607</c:v>
                </c:pt>
                <c:pt idx="219">
                  <c:v>37608</c:v>
                </c:pt>
                <c:pt idx="220">
                  <c:v>37609</c:v>
                </c:pt>
                <c:pt idx="221">
                  <c:v>37610</c:v>
                </c:pt>
                <c:pt idx="222">
                  <c:v>37613</c:v>
                </c:pt>
                <c:pt idx="223">
                  <c:v>37616</c:v>
                </c:pt>
                <c:pt idx="224">
                  <c:v>37617</c:v>
                </c:pt>
                <c:pt idx="225">
                  <c:v>37620</c:v>
                </c:pt>
                <c:pt idx="226">
                  <c:v>37623</c:v>
                </c:pt>
                <c:pt idx="227">
                  <c:v>37624</c:v>
                </c:pt>
                <c:pt idx="228">
                  <c:v>37627</c:v>
                </c:pt>
                <c:pt idx="229">
                  <c:v>37628</c:v>
                </c:pt>
                <c:pt idx="230">
                  <c:v>37629</c:v>
                </c:pt>
                <c:pt idx="231">
                  <c:v>37630</c:v>
                </c:pt>
                <c:pt idx="232">
                  <c:v>37631</c:v>
                </c:pt>
                <c:pt idx="233">
                  <c:v>37634</c:v>
                </c:pt>
                <c:pt idx="234">
                  <c:v>37635</c:v>
                </c:pt>
                <c:pt idx="235">
                  <c:v>37636</c:v>
                </c:pt>
                <c:pt idx="236">
                  <c:v>37637</c:v>
                </c:pt>
                <c:pt idx="237">
                  <c:v>37638</c:v>
                </c:pt>
                <c:pt idx="238">
                  <c:v>37641</c:v>
                </c:pt>
                <c:pt idx="239">
                  <c:v>37642</c:v>
                </c:pt>
                <c:pt idx="240">
                  <c:v>37643</c:v>
                </c:pt>
                <c:pt idx="241">
                  <c:v>37644</c:v>
                </c:pt>
                <c:pt idx="242">
                  <c:v>37645</c:v>
                </c:pt>
                <c:pt idx="243">
                  <c:v>37648</c:v>
                </c:pt>
                <c:pt idx="244">
                  <c:v>37649</c:v>
                </c:pt>
                <c:pt idx="245">
                  <c:v>37650</c:v>
                </c:pt>
                <c:pt idx="246">
                  <c:v>37651</c:v>
                </c:pt>
                <c:pt idx="247">
                  <c:v>37652</c:v>
                </c:pt>
                <c:pt idx="248">
                  <c:v>37655</c:v>
                </c:pt>
                <c:pt idx="249">
                  <c:v>37656</c:v>
                </c:pt>
                <c:pt idx="250">
                  <c:v>37657</c:v>
                </c:pt>
                <c:pt idx="251">
                  <c:v>37658</c:v>
                </c:pt>
                <c:pt idx="252">
                  <c:v>37659</c:v>
                </c:pt>
                <c:pt idx="253">
                  <c:v>37662</c:v>
                </c:pt>
                <c:pt idx="254">
                  <c:v>37663</c:v>
                </c:pt>
                <c:pt idx="255">
                  <c:v>37664</c:v>
                </c:pt>
                <c:pt idx="256">
                  <c:v>37665</c:v>
                </c:pt>
                <c:pt idx="257">
                  <c:v>37666</c:v>
                </c:pt>
                <c:pt idx="258">
                  <c:v>37669</c:v>
                </c:pt>
                <c:pt idx="259">
                  <c:v>37670</c:v>
                </c:pt>
                <c:pt idx="260">
                  <c:v>37671</c:v>
                </c:pt>
                <c:pt idx="261">
                  <c:v>37672</c:v>
                </c:pt>
                <c:pt idx="262">
                  <c:v>37673</c:v>
                </c:pt>
                <c:pt idx="263">
                  <c:v>37676</c:v>
                </c:pt>
                <c:pt idx="264">
                  <c:v>37677</c:v>
                </c:pt>
                <c:pt idx="265">
                  <c:v>37678</c:v>
                </c:pt>
                <c:pt idx="266">
                  <c:v>37679</c:v>
                </c:pt>
                <c:pt idx="267">
                  <c:v>37680</c:v>
                </c:pt>
                <c:pt idx="268">
                  <c:v>37685</c:v>
                </c:pt>
                <c:pt idx="269">
                  <c:v>37686</c:v>
                </c:pt>
                <c:pt idx="270">
                  <c:v>37687</c:v>
                </c:pt>
                <c:pt idx="271">
                  <c:v>37690</c:v>
                </c:pt>
                <c:pt idx="272">
                  <c:v>37691</c:v>
                </c:pt>
                <c:pt idx="273">
                  <c:v>37692</c:v>
                </c:pt>
                <c:pt idx="274">
                  <c:v>37693</c:v>
                </c:pt>
                <c:pt idx="275">
                  <c:v>37694</c:v>
                </c:pt>
                <c:pt idx="276">
                  <c:v>37697</c:v>
                </c:pt>
                <c:pt idx="277">
                  <c:v>37698</c:v>
                </c:pt>
                <c:pt idx="278">
                  <c:v>37699</c:v>
                </c:pt>
                <c:pt idx="279">
                  <c:v>37700</c:v>
                </c:pt>
                <c:pt idx="280">
                  <c:v>37701</c:v>
                </c:pt>
                <c:pt idx="281">
                  <c:v>37704</c:v>
                </c:pt>
                <c:pt idx="282">
                  <c:v>37705</c:v>
                </c:pt>
                <c:pt idx="283">
                  <c:v>37706</c:v>
                </c:pt>
                <c:pt idx="284">
                  <c:v>37707</c:v>
                </c:pt>
                <c:pt idx="285">
                  <c:v>37708</c:v>
                </c:pt>
                <c:pt idx="286">
                  <c:v>37711</c:v>
                </c:pt>
                <c:pt idx="287">
                  <c:v>37712</c:v>
                </c:pt>
                <c:pt idx="288">
                  <c:v>37713</c:v>
                </c:pt>
                <c:pt idx="289">
                  <c:v>37714</c:v>
                </c:pt>
                <c:pt idx="290">
                  <c:v>37715</c:v>
                </c:pt>
                <c:pt idx="291">
                  <c:v>37718</c:v>
                </c:pt>
                <c:pt idx="292">
                  <c:v>37719</c:v>
                </c:pt>
                <c:pt idx="293">
                  <c:v>37720</c:v>
                </c:pt>
                <c:pt idx="294">
                  <c:v>37721</c:v>
                </c:pt>
                <c:pt idx="295">
                  <c:v>37722</c:v>
                </c:pt>
                <c:pt idx="296">
                  <c:v>37725</c:v>
                </c:pt>
                <c:pt idx="297">
                  <c:v>37726</c:v>
                </c:pt>
                <c:pt idx="298">
                  <c:v>37727</c:v>
                </c:pt>
                <c:pt idx="299">
                  <c:v>37728</c:v>
                </c:pt>
                <c:pt idx="300">
                  <c:v>37733</c:v>
                </c:pt>
                <c:pt idx="301">
                  <c:v>37734</c:v>
                </c:pt>
                <c:pt idx="302">
                  <c:v>37735</c:v>
                </c:pt>
                <c:pt idx="303">
                  <c:v>37736</c:v>
                </c:pt>
                <c:pt idx="304">
                  <c:v>37739</c:v>
                </c:pt>
                <c:pt idx="305">
                  <c:v>37740</c:v>
                </c:pt>
                <c:pt idx="306">
                  <c:v>37741</c:v>
                </c:pt>
                <c:pt idx="307">
                  <c:v>37743</c:v>
                </c:pt>
                <c:pt idx="308">
                  <c:v>37746</c:v>
                </c:pt>
                <c:pt idx="309">
                  <c:v>37747</c:v>
                </c:pt>
                <c:pt idx="310">
                  <c:v>37748</c:v>
                </c:pt>
                <c:pt idx="311">
                  <c:v>37749</c:v>
                </c:pt>
                <c:pt idx="312">
                  <c:v>37750</c:v>
                </c:pt>
                <c:pt idx="313">
                  <c:v>37753</c:v>
                </c:pt>
                <c:pt idx="314">
                  <c:v>37754</c:v>
                </c:pt>
                <c:pt idx="315">
                  <c:v>37755</c:v>
                </c:pt>
                <c:pt idx="316">
                  <c:v>37756</c:v>
                </c:pt>
                <c:pt idx="317">
                  <c:v>37757</c:v>
                </c:pt>
                <c:pt idx="318">
                  <c:v>37760</c:v>
                </c:pt>
                <c:pt idx="319">
                  <c:v>37761</c:v>
                </c:pt>
                <c:pt idx="320">
                  <c:v>37762</c:v>
                </c:pt>
                <c:pt idx="321">
                  <c:v>37763</c:v>
                </c:pt>
                <c:pt idx="322">
                  <c:v>37764</c:v>
                </c:pt>
                <c:pt idx="323">
                  <c:v>37767</c:v>
                </c:pt>
                <c:pt idx="324">
                  <c:v>37768</c:v>
                </c:pt>
                <c:pt idx="325">
                  <c:v>37769</c:v>
                </c:pt>
                <c:pt idx="326">
                  <c:v>37770</c:v>
                </c:pt>
                <c:pt idx="327">
                  <c:v>37771</c:v>
                </c:pt>
                <c:pt idx="328">
                  <c:v>37774</c:v>
                </c:pt>
                <c:pt idx="329">
                  <c:v>37775</c:v>
                </c:pt>
                <c:pt idx="330">
                  <c:v>37776</c:v>
                </c:pt>
                <c:pt idx="331">
                  <c:v>37777</c:v>
                </c:pt>
                <c:pt idx="332">
                  <c:v>37778</c:v>
                </c:pt>
                <c:pt idx="333">
                  <c:v>37781</c:v>
                </c:pt>
                <c:pt idx="334">
                  <c:v>37782</c:v>
                </c:pt>
                <c:pt idx="335">
                  <c:v>37783</c:v>
                </c:pt>
                <c:pt idx="336">
                  <c:v>37784</c:v>
                </c:pt>
                <c:pt idx="337">
                  <c:v>37785</c:v>
                </c:pt>
                <c:pt idx="338">
                  <c:v>37788</c:v>
                </c:pt>
                <c:pt idx="339">
                  <c:v>37789</c:v>
                </c:pt>
                <c:pt idx="340">
                  <c:v>37790</c:v>
                </c:pt>
                <c:pt idx="341">
                  <c:v>37792</c:v>
                </c:pt>
                <c:pt idx="342">
                  <c:v>37795</c:v>
                </c:pt>
                <c:pt idx="343">
                  <c:v>37796</c:v>
                </c:pt>
                <c:pt idx="344">
                  <c:v>37797</c:v>
                </c:pt>
                <c:pt idx="345">
                  <c:v>37798</c:v>
                </c:pt>
                <c:pt idx="346">
                  <c:v>37799</c:v>
                </c:pt>
                <c:pt idx="347">
                  <c:v>37802</c:v>
                </c:pt>
                <c:pt idx="348">
                  <c:v>37803</c:v>
                </c:pt>
                <c:pt idx="349">
                  <c:v>37804</c:v>
                </c:pt>
                <c:pt idx="350">
                  <c:v>37805</c:v>
                </c:pt>
                <c:pt idx="351">
                  <c:v>37806</c:v>
                </c:pt>
                <c:pt idx="352">
                  <c:v>37809</c:v>
                </c:pt>
                <c:pt idx="353">
                  <c:v>37810</c:v>
                </c:pt>
                <c:pt idx="354">
                  <c:v>37812</c:v>
                </c:pt>
                <c:pt idx="355">
                  <c:v>37813</c:v>
                </c:pt>
                <c:pt idx="356">
                  <c:v>37816</c:v>
                </c:pt>
                <c:pt idx="357">
                  <c:v>37817</c:v>
                </c:pt>
                <c:pt idx="358">
                  <c:v>37818</c:v>
                </c:pt>
                <c:pt idx="359">
                  <c:v>37819</c:v>
                </c:pt>
                <c:pt idx="360">
                  <c:v>37820</c:v>
                </c:pt>
                <c:pt idx="361">
                  <c:v>37823</c:v>
                </c:pt>
                <c:pt idx="362">
                  <c:v>37824</c:v>
                </c:pt>
                <c:pt idx="363">
                  <c:v>37825</c:v>
                </c:pt>
                <c:pt idx="364">
                  <c:v>37826</c:v>
                </c:pt>
                <c:pt idx="365">
                  <c:v>37827</c:v>
                </c:pt>
                <c:pt idx="366">
                  <c:v>37830</c:v>
                </c:pt>
                <c:pt idx="367">
                  <c:v>37831</c:v>
                </c:pt>
                <c:pt idx="368">
                  <c:v>37832</c:v>
                </c:pt>
                <c:pt idx="369">
                  <c:v>37833</c:v>
                </c:pt>
                <c:pt idx="370">
                  <c:v>37834</c:v>
                </c:pt>
                <c:pt idx="371">
                  <c:v>37837</c:v>
                </c:pt>
                <c:pt idx="372">
                  <c:v>37838</c:v>
                </c:pt>
                <c:pt idx="373">
                  <c:v>37839</c:v>
                </c:pt>
                <c:pt idx="374">
                  <c:v>37840</c:v>
                </c:pt>
                <c:pt idx="375">
                  <c:v>37841</c:v>
                </c:pt>
                <c:pt idx="376">
                  <c:v>37844</c:v>
                </c:pt>
                <c:pt idx="377">
                  <c:v>37845</c:v>
                </c:pt>
                <c:pt idx="378">
                  <c:v>37846</c:v>
                </c:pt>
                <c:pt idx="379">
                  <c:v>37847</c:v>
                </c:pt>
                <c:pt idx="380">
                  <c:v>37848</c:v>
                </c:pt>
                <c:pt idx="381">
                  <c:v>37851</c:v>
                </c:pt>
                <c:pt idx="382">
                  <c:v>37852</c:v>
                </c:pt>
                <c:pt idx="383">
                  <c:v>37853</c:v>
                </c:pt>
                <c:pt idx="384">
                  <c:v>37854</c:v>
                </c:pt>
                <c:pt idx="385">
                  <c:v>37855</c:v>
                </c:pt>
                <c:pt idx="386">
                  <c:v>37858</c:v>
                </c:pt>
                <c:pt idx="387">
                  <c:v>37859</c:v>
                </c:pt>
                <c:pt idx="388">
                  <c:v>37860</c:v>
                </c:pt>
                <c:pt idx="389">
                  <c:v>37861</c:v>
                </c:pt>
                <c:pt idx="390">
                  <c:v>37862</c:v>
                </c:pt>
                <c:pt idx="391">
                  <c:v>37865</c:v>
                </c:pt>
                <c:pt idx="392">
                  <c:v>37866</c:v>
                </c:pt>
                <c:pt idx="393">
                  <c:v>37867</c:v>
                </c:pt>
                <c:pt idx="394">
                  <c:v>37868</c:v>
                </c:pt>
                <c:pt idx="395">
                  <c:v>37869</c:v>
                </c:pt>
                <c:pt idx="396">
                  <c:v>37872</c:v>
                </c:pt>
                <c:pt idx="397">
                  <c:v>37873</c:v>
                </c:pt>
                <c:pt idx="398">
                  <c:v>37874</c:v>
                </c:pt>
                <c:pt idx="399">
                  <c:v>37875</c:v>
                </c:pt>
                <c:pt idx="400">
                  <c:v>37876</c:v>
                </c:pt>
                <c:pt idx="401">
                  <c:v>37879</c:v>
                </c:pt>
                <c:pt idx="402">
                  <c:v>37880</c:v>
                </c:pt>
                <c:pt idx="403">
                  <c:v>37881</c:v>
                </c:pt>
                <c:pt idx="404">
                  <c:v>37882</c:v>
                </c:pt>
                <c:pt idx="405">
                  <c:v>37883</c:v>
                </c:pt>
                <c:pt idx="406">
                  <c:v>37886</c:v>
                </c:pt>
                <c:pt idx="407">
                  <c:v>37887</c:v>
                </c:pt>
                <c:pt idx="408">
                  <c:v>37888</c:v>
                </c:pt>
                <c:pt idx="409">
                  <c:v>37889</c:v>
                </c:pt>
                <c:pt idx="410">
                  <c:v>37890</c:v>
                </c:pt>
                <c:pt idx="411">
                  <c:v>37893</c:v>
                </c:pt>
                <c:pt idx="412">
                  <c:v>37894</c:v>
                </c:pt>
                <c:pt idx="413">
                  <c:v>37895</c:v>
                </c:pt>
                <c:pt idx="414">
                  <c:v>37896</c:v>
                </c:pt>
                <c:pt idx="415">
                  <c:v>37897</c:v>
                </c:pt>
                <c:pt idx="416">
                  <c:v>37900</c:v>
                </c:pt>
                <c:pt idx="417">
                  <c:v>37901</c:v>
                </c:pt>
                <c:pt idx="418">
                  <c:v>37902</c:v>
                </c:pt>
                <c:pt idx="419">
                  <c:v>37903</c:v>
                </c:pt>
                <c:pt idx="420">
                  <c:v>37904</c:v>
                </c:pt>
                <c:pt idx="421">
                  <c:v>37907</c:v>
                </c:pt>
                <c:pt idx="422">
                  <c:v>37908</c:v>
                </c:pt>
                <c:pt idx="423">
                  <c:v>37909</c:v>
                </c:pt>
                <c:pt idx="424">
                  <c:v>37910</c:v>
                </c:pt>
                <c:pt idx="425">
                  <c:v>37911</c:v>
                </c:pt>
                <c:pt idx="426">
                  <c:v>37914</c:v>
                </c:pt>
                <c:pt idx="427">
                  <c:v>37915</c:v>
                </c:pt>
                <c:pt idx="428">
                  <c:v>37916</c:v>
                </c:pt>
                <c:pt idx="429">
                  <c:v>37917</c:v>
                </c:pt>
                <c:pt idx="430">
                  <c:v>37918</c:v>
                </c:pt>
                <c:pt idx="431">
                  <c:v>37921</c:v>
                </c:pt>
                <c:pt idx="432">
                  <c:v>37922</c:v>
                </c:pt>
                <c:pt idx="433">
                  <c:v>37923</c:v>
                </c:pt>
                <c:pt idx="434">
                  <c:v>37924</c:v>
                </c:pt>
                <c:pt idx="435">
                  <c:v>37925</c:v>
                </c:pt>
                <c:pt idx="436">
                  <c:v>37928</c:v>
                </c:pt>
                <c:pt idx="437">
                  <c:v>37929</c:v>
                </c:pt>
                <c:pt idx="438">
                  <c:v>37930</c:v>
                </c:pt>
                <c:pt idx="439">
                  <c:v>37931</c:v>
                </c:pt>
                <c:pt idx="440">
                  <c:v>37932</c:v>
                </c:pt>
                <c:pt idx="441">
                  <c:v>37935</c:v>
                </c:pt>
                <c:pt idx="442">
                  <c:v>37936</c:v>
                </c:pt>
                <c:pt idx="443">
                  <c:v>37937</c:v>
                </c:pt>
                <c:pt idx="444">
                  <c:v>37938</c:v>
                </c:pt>
                <c:pt idx="445">
                  <c:v>37939</c:v>
                </c:pt>
                <c:pt idx="446">
                  <c:v>37942</c:v>
                </c:pt>
                <c:pt idx="447">
                  <c:v>37943</c:v>
                </c:pt>
                <c:pt idx="448">
                  <c:v>37944</c:v>
                </c:pt>
                <c:pt idx="449">
                  <c:v>37945</c:v>
                </c:pt>
                <c:pt idx="450">
                  <c:v>37946</c:v>
                </c:pt>
                <c:pt idx="451">
                  <c:v>37949</c:v>
                </c:pt>
                <c:pt idx="452">
                  <c:v>37950</c:v>
                </c:pt>
                <c:pt idx="453">
                  <c:v>37951</c:v>
                </c:pt>
                <c:pt idx="454">
                  <c:v>37952</c:v>
                </c:pt>
                <c:pt idx="455">
                  <c:v>37953</c:v>
                </c:pt>
                <c:pt idx="456">
                  <c:v>37956</c:v>
                </c:pt>
                <c:pt idx="457">
                  <c:v>37957</c:v>
                </c:pt>
                <c:pt idx="458">
                  <c:v>37958</c:v>
                </c:pt>
                <c:pt idx="459">
                  <c:v>37959</c:v>
                </c:pt>
                <c:pt idx="460">
                  <c:v>37960</c:v>
                </c:pt>
                <c:pt idx="461">
                  <c:v>37963</c:v>
                </c:pt>
                <c:pt idx="462">
                  <c:v>37964</c:v>
                </c:pt>
                <c:pt idx="463">
                  <c:v>37965</c:v>
                </c:pt>
                <c:pt idx="464">
                  <c:v>37966</c:v>
                </c:pt>
                <c:pt idx="465">
                  <c:v>37967</c:v>
                </c:pt>
                <c:pt idx="466">
                  <c:v>37970</c:v>
                </c:pt>
                <c:pt idx="467">
                  <c:v>37971</c:v>
                </c:pt>
                <c:pt idx="468">
                  <c:v>37972</c:v>
                </c:pt>
                <c:pt idx="469">
                  <c:v>37973</c:v>
                </c:pt>
                <c:pt idx="470">
                  <c:v>37974</c:v>
                </c:pt>
                <c:pt idx="471">
                  <c:v>37977</c:v>
                </c:pt>
                <c:pt idx="472">
                  <c:v>37978</c:v>
                </c:pt>
                <c:pt idx="473">
                  <c:v>37981</c:v>
                </c:pt>
                <c:pt idx="474">
                  <c:v>37984</c:v>
                </c:pt>
                <c:pt idx="475">
                  <c:v>37985</c:v>
                </c:pt>
                <c:pt idx="476">
                  <c:v>37988</c:v>
                </c:pt>
                <c:pt idx="477">
                  <c:v>37991</c:v>
                </c:pt>
                <c:pt idx="478">
                  <c:v>37992</c:v>
                </c:pt>
                <c:pt idx="479">
                  <c:v>37993</c:v>
                </c:pt>
                <c:pt idx="480">
                  <c:v>37994</c:v>
                </c:pt>
                <c:pt idx="481">
                  <c:v>37995</c:v>
                </c:pt>
                <c:pt idx="482">
                  <c:v>37998</c:v>
                </c:pt>
                <c:pt idx="483">
                  <c:v>37999</c:v>
                </c:pt>
                <c:pt idx="484">
                  <c:v>38000</c:v>
                </c:pt>
                <c:pt idx="485">
                  <c:v>38001</c:v>
                </c:pt>
                <c:pt idx="486">
                  <c:v>38002</c:v>
                </c:pt>
                <c:pt idx="487">
                  <c:v>38005</c:v>
                </c:pt>
                <c:pt idx="488">
                  <c:v>38006</c:v>
                </c:pt>
                <c:pt idx="489">
                  <c:v>38007</c:v>
                </c:pt>
                <c:pt idx="490">
                  <c:v>38008</c:v>
                </c:pt>
                <c:pt idx="491">
                  <c:v>38009</c:v>
                </c:pt>
                <c:pt idx="492">
                  <c:v>38012</c:v>
                </c:pt>
                <c:pt idx="493">
                  <c:v>38013</c:v>
                </c:pt>
                <c:pt idx="494">
                  <c:v>38014</c:v>
                </c:pt>
                <c:pt idx="495">
                  <c:v>38015</c:v>
                </c:pt>
                <c:pt idx="496">
                  <c:v>38016</c:v>
                </c:pt>
                <c:pt idx="497">
                  <c:v>38019</c:v>
                </c:pt>
                <c:pt idx="498">
                  <c:v>38020</c:v>
                </c:pt>
                <c:pt idx="499">
                  <c:v>38021</c:v>
                </c:pt>
                <c:pt idx="500">
                  <c:v>38022</c:v>
                </c:pt>
                <c:pt idx="501">
                  <c:v>38023</c:v>
                </c:pt>
                <c:pt idx="502">
                  <c:v>38026</c:v>
                </c:pt>
                <c:pt idx="503">
                  <c:v>38027</c:v>
                </c:pt>
                <c:pt idx="504">
                  <c:v>38028</c:v>
                </c:pt>
                <c:pt idx="505">
                  <c:v>38029</c:v>
                </c:pt>
                <c:pt idx="506">
                  <c:v>38030</c:v>
                </c:pt>
                <c:pt idx="507">
                  <c:v>38033</c:v>
                </c:pt>
                <c:pt idx="508">
                  <c:v>38034</c:v>
                </c:pt>
                <c:pt idx="509">
                  <c:v>38035</c:v>
                </c:pt>
                <c:pt idx="510">
                  <c:v>38036</c:v>
                </c:pt>
                <c:pt idx="511">
                  <c:v>38037</c:v>
                </c:pt>
                <c:pt idx="512">
                  <c:v>38042</c:v>
                </c:pt>
                <c:pt idx="513">
                  <c:v>38043</c:v>
                </c:pt>
                <c:pt idx="514">
                  <c:v>38044</c:v>
                </c:pt>
                <c:pt idx="515">
                  <c:v>38047</c:v>
                </c:pt>
                <c:pt idx="516">
                  <c:v>38048</c:v>
                </c:pt>
                <c:pt idx="517">
                  <c:v>38049</c:v>
                </c:pt>
                <c:pt idx="518">
                  <c:v>38050</c:v>
                </c:pt>
                <c:pt idx="519">
                  <c:v>38051</c:v>
                </c:pt>
                <c:pt idx="520">
                  <c:v>38054</c:v>
                </c:pt>
                <c:pt idx="521">
                  <c:v>38055</c:v>
                </c:pt>
                <c:pt idx="522">
                  <c:v>38056</c:v>
                </c:pt>
                <c:pt idx="523">
                  <c:v>38057</c:v>
                </c:pt>
                <c:pt idx="524">
                  <c:v>38058</c:v>
                </c:pt>
                <c:pt idx="525">
                  <c:v>38061</c:v>
                </c:pt>
                <c:pt idx="526">
                  <c:v>38062</c:v>
                </c:pt>
                <c:pt idx="527">
                  <c:v>38063</c:v>
                </c:pt>
                <c:pt idx="528">
                  <c:v>38064</c:v>
                </c:pt>
                <c:pt idx="529">
                  <c:v>38065</c:v>
                </c:pt>
                <c:pt idx="530">
                  <c:v>38068</c:v>
                </c:pt>
                <c:pt idx="531">
                  <c:v>38069</c:v>
                </c:pt>
                <c:pt idx="532">
                  <c:v>38070</c:v>
                </c:pt>
                <c:pt idx="533">
                  <c:v>38071</c:v>
                </c:pt>
                <c:pt idx="534">
                  <c:v>38072</c:v>
                </c:pt>
                <c:pt idx="535">
                  <c:v>38075</c:v>
                </c:pt>
                <c:pt idx="536">
                  <c:v>38076</c:v>
                </c:pt>
                <c:pt idx="537">
                  <c:v>38077</c:v>
                </c:pt>
                <c:pt idx="538">
                  <c:v>38078</c:v>
                </c:pt>
                <c:pt idx="539">
                  <c:v>38079</c:v>
                </c:pt>
                <c:pt idx="540">
                  <c:v>38082</c:v>
                </c:pt>
                <c:pt idx="541">
                  <c:v>38083</c:v>
                </c:pt>
                <c:pt idx="542">
                  <c:v>38084</c:v>
                </c:pt>
                <c:pt idx="543">
                  <c:v>38085</c:v>
                </c:pt>
                <c:pt idx="544">
                  <c:v>38089</c:v>
                </c:pt>
                <c:pt idx="545">
                  <c:v>38090</c:v>
                </c:pt>
                <c:pt idx="546">
                  <c:v>38091</c:v>
                </c:pt>
                <c:pt idx="547">
                  <c:v>38092</c:v>
                </c:pt>
                <c:pt idx="548">
                  <c:v>38093</c:v>
                </c:pt>
                <c:pt idx="549">
                  <c:v>38096</c:v>
                </c:pt>
                <c:pt idx="550">
                  <c:v>38097</c:v>
                </c:pt>
                <c:pt idx="551">
                  <c:v>38099</c:v>
                </c:pt>
                <c:pt idx="552">
                  <c:v>38100</c:v>
                </c:pt>
                <c:pt idx="553">
                  <c:v>38103</c:v>
                </c:pt>
                <c:pt idx="554">
                  <c:v>38104</c:v>
                </c:pt>
                <c:pt idx="555">
                  <c:v>38105</c:v>
                </c:pt>
                <c:pt idx="556">
                  <c:v>38106</c:v>
                </c:pt>
                <c:pt idx="557">
                  <c:v>38107</c:v>
                </c:pt>
                <c:pt idx="558">
                  <c:v>38110</c:v>
                </c:pt>
                <c:pt idx="559">
                  <c:v>38111</c:v>
                </c:pt>
                <c:pt idx="560">
                  <c:v>38112</c:v>
                </c:pt>
                <c:pt idx="561">
                  <c:v>38113</c:v>
                </c:pt>
                <c:pt idx="562">
                  <c:v>38114</c:v>
                </c:pt>
                <c:pt idx="563">
                  <c:v>38117</c:v>
                </c:pt>
                <c:pt idx="564">
                  <c:v>38118</c:v>
                </c:pt>
                <c:pt idx="565">
                  <c:v>38119</c:v>
                </c:pt>
                <c:pt idx="566">
                  <c:v>38120</c:v>
                </c:pt>
                <c:pt idx="567">
                  <c:v>38121</c:v>
                </c:pt>
                <c:pt idx="568">
                  <c:v>38124</c:v>
                </c:pt>
                <c:pt idx="569">
                  <c:v>38125</c:v>
                </c:pt>
                <c:pt idx="570">
                  <c:v>38126</c:v>
                </c:pt>
                <c:pt idx="571">
                  <c:v>38127</c:v>
                </c:pt>
                <c:pt idx="572">
                  <c:v>38128</c:v>
                </c:pt>
                <c:pt idx="573">
                  <c:v>38131</c:v>
                </c:pt>
                <c:pt idx="574">
                  <c:v>38132</c:v>
                </c:pt>
                <c:pt idx="575">
                  <c:v>38133</c:v>
                </c:pt>
                <c:pt idx="576">
                  <c:v>38134</c:v>
                </c:pt>
                <c:pt idx="577">
                  <c:v>38135</c:v>
                </c:pt>
                <c:pt idx="578">
                  <c:v>38138</c:v>
                </c:pt>
                <c:pt idx="579">
                  <c:v>38139</c:v>
                </c:pt>
                <c:pt idx="580">
                  <c:v>38140</c:v>
                </c:pt>
                <c:pt idx="581">
                  <c:v>38141</c:v>
                </c:pt>
                <c:pt idx="582">
                  <c:v>38142</c:v>
                </c:pt>
                <c:pt idx="583">
                  <c:v>38145</c:v>
                </c:pt>
                <c:pt idx="584">
                  <c:v>38146</c:v>
                </c:pt>
                <c:pt idx="585">
                  <c:v>38147</c:v>
                </c:pt>
                <c:pt idx="586">
                  <c:v>38149</c:v>
                </c:pt>
                <c:pt idx="587">
                  <c:v>38152</c:v>
                </c:pt>
                <c:pt idx="588">
                  <c:v>38153</c:v>
                </c:pt>
                <c:pt idx="589">
                  <c:v>38154</c:v>
                </c:pt>
                <c:pt idx="590">
                  <c:v>38155</c:v>
                </c:pt>
                <c:pt idx="591">
                  <c:v>38156</c:v>
                </c:pt>
                <c:pt idx="592">
                  <c:v>38159</c:v>
                </c:pt>
                <c:pt idx="593">
                  <c:v>38160</c:v>
                </c:pt>
                <c:pt idx="594">
                  <c:v>38161</c:v>
                </c:pt>
                <c:pt idx="595">
                  <c:v>38162</c:v>
                </c:pt>
                <c:pt idx="596">
                  <c:v>38163</c:v>
                </c:pt>
                <c:pt idx="597">
                  <c:v>38166</c:v>
                </c:pt>
                <c:pt idx="598">
                  <c:v>38167</c:v>
                </c:pt>
                <c:pt idx="599">
                  <c:v>38168</c:v>
                </c:pt>
                <c:pt idx="600">
                  <c:v>38169</c:v>
                </c:pt>
                <c:pt idx="601">
                  <c:v>38170</c:v>
                </c:pt>
                <c:pt idx="602">
                  <c:v>38173</c:v>
                </c:pt>
                <c:pt idx="603">
                  <c:v>38174</c:v>
                </c:pt>
                <c:pt idx="604">
                  <c:v>38175</c:v>
                </c:pt>
                <c:pt idx="605">
                  <c:v>38176</c:v>
                </c:pt>
                <c:pt idx="606">
                  <c:v>38180</c:v>
                </c:pt>
                <c:pt idx="607">
                  <c:v>38181</c:v>
                </c:pt>
                <c:pt idx="608">
                  <c:v>38182</c:v>
                </c:pt>
                <c:pt idx="609">
                  <c:v>38183</c:v>
                </c:pt>
                <c:pt idx="610">
                  <c:v>38184</c:v>
                </c:pt>
                <c:pt idx="611">
                  <c:v>38187</c:v>
                </c:pt>
                <c:pt idx="612">
                  <c:v>38188</c:v>
                </c:pt>
                <c:pt idx="613">
                  <c:v>38189</c:v>
                </c:pt>
                <c:pt idx="614">
                  <c:v>38190</c:v>
                </c:pt>
                <c:pt idx="615">
                  <c:v>38191</c:v>
                </c:pt>
                <c:pt idx="616">
                  <c:v>38194</c:v>
                </c:pt>
                <c:pt idx="617">
                  <c:v>38195</c:v>
                </c:pt>
                <c:pt idx="618">
                  <c:v>38196</c:v>
                </c:pt>
                <c:pt idx="619">
                  <c:v>38197</c:v>
                </c:pt>
                <c:pt idx="620">
                  <c:v>38198</c:v>
                </c:pt>
                <c:pt idx="621">
                  <c:v>38201</c:v>
                </c:pt>
                <c:pt idx="622">
                  <c:v>38202</c:v>
                </c:pt>
                <c:pt idx="623">
                  <c:v>38203</c:v>
                </c:pt>
                <c:pt idx="624">
                  <c:v>38204</c:v>
                </c:pt>
                <c:pt idx="625">
                  <c:v>38205</c:v>
                </c:pt>
                <c:pt idx="626">
                  <c:v>38208</c:v>
                </c:pt>
                <c:pt idx="627">
                  <c:v>38209</c:v>
                </c:pt>
                <c:pt idx="628">
                  <c:v>38210</c:v>
                </c:pt>
                <c:pt idx="629">
                  <c:v>38211</c:v>
                </c:pt>
                <c:pt idx="630">
                  <c:v>38212</c:v>
                </c:pt>
                <c:pt idx="631">
                  <c:v>38215</c:v>
                </c:pt>
                <c:pt idx="632">
                  <c:v>38216</c:v>
                </c:pt>
                <c:pt idx="633">
                  <c:v>38217</c:v>
                </c:pt>
                <c:pt idx="634">
                  <c:v>38218</c:v>
                </c:pt>
                <c:pt idx="635">
                  <c:v>38219</c:v>
                </c:pt>
                <c:pt idx="636">
                  <c:v>38222</c:v>
                </c:pt>
                <c:pt idx="637">
                  <c:v>38223</c:v>
                </c:pt>
                <c:pt idx="638">
                  <c:v>38224</c:v>
                </c:pt>
                <c:pt idx="639">
                  <c:v>38225</c:v>
                </c:pt>
                <c:pt idx="640">
                  <c:v>38226</c:v>
                </c:pt>
                <c:pt idx="641">
                  <c:v>38229</c:v>
                </c:pt>
                <c:pt idx="642">
                  <c:v>38230</c:v>
                </c:pt>
                <c:pt idx="643">
                  <c:v>38231</c:v>
                </c:pt>
                <c:pt idx="644">
                  <c:v>38232</c:v>
                </c:pt>
                <c:pt idx="645">
                  <c:v>38233</c:v>
                </c:pt>
                <c:pt idx="646">
                  <c:v>38236</c:v>
                </c:pt>
                <c:pt idx="647">
                  <c:v>38238</c:v>
                </c:pt>
                <c:pt idx="648">
                  <c:v>38239</c:v>
                </c:pt>
                <c:pt idx="649">
                  <c:v>38240</c:v>
                </c:pt>
                <c:pt idx="650">
                  <c:v>38243</c:v>
                </c:pt>
                <c:pt idx="651">
                  <c:v>38244</c:v>
                </c:pt>
                <c:pt idx="652">
                  <c:v>38245</c:v>
                </c:pt>
                <c:pt idx="653">
                  <c:v>38246</c:v>
                </c:pt>
                <c:pt idx="654">
                  <c:v>38247</c:v>
                </c:pt>
                <c:pt idx="655">
                  <c:v>38250</c:v>
                </c:pt>
                <c:pt idx="656">
                  <c:v>38251</c:v>
                </c:pt>
                <c:pt idx="657">
                  <c:v>38252</c:v>
                </c:pt>
                <c:pt idx="658">
                  <c:v>38253</c:v>
                </c:pt>
                <c:pt idx="659">
                  <c:v>38254</c:v>
                </c:pt>
                <c:pt idx="660">
                  <c:v>38257</c:v>
                </c:pt>
                <c:pt idx="661">
                  <c:v>38258</c:v>
                </c:pt>
                <c:pt idx="662">
                  <c:v>38259</c:v>
                </c:pt>
                <c:pt idx="663">
                  <c:v>38260</c:v>
                </c:pt>
                <c:pt idx="664">
                  <c:v>38261</c:v>
                </c:pt>
                <c:pt idx="665">
                  <c:v>38264</c:v>
                </c:pt>
                <c:pt idx="666">
                  <c:v>38265</c:v>
                </c:pt>
                <c:pt idx="667">
                  <c:v>38266</c:v>
                </c:pt>
                <c:pt idx="668">
                  <c:v>38267</c:v>
                </c:pt>
                <c:pt idx="669">
                  <c:v>38268</c:v>
                </c:pt>
                <c:pt idx="670">
                  <c:v>38271</c:v>
                </c:pt>
                <c:pt idx="671">
                  <c:v>38273</c:v>
                </c:pt>
                <c:pt idx="672">
                  <c:v>38274</c:v>
                </c:pt>
                <c:pt idx="673">
                  <c:v>38275</c:v>
                </c:pt>
                <c:pt idx="674">
                  <c:v>38278</c:v>
                </c:pt>
                <c:pt idx="675">
                  <c:v>38279</c:v>
                </c:pt>
                <c:pt idx="676">
                  <c:v>38280</c:v>
                </c:pt>
                <c:pt idx="677">
                  <c:v>38281</c:v>
                </c:pt>
                <c:pt idx="678">
                  <c:v>38282</c:v>
                </c:pt>
                <c:pt idx="679">
                  <c:v>38285</c:v>
                </c:pt>
                <c:pt idx="680">
                  <c:v>38286</c:v>
                </c:pt>
                <c:pt idx="681">
                  <c:v>38287</c:v>
                </c:pt>
                <c:pt idx="682">
                  <c:v>38288</c:v>
                </c:pt>
                <c:pt idx="683">
                  <c:v>38289</c:v>
                </c:pt>
                <c:pt idx="684">
                  <c:v>38292</c:v>
                </c:pt>
                <c:pt idx="685">
                  <c:v>38294</c:v>
                </c:pt>
                <c:pt idx="686">
                  <c:v>38295</c:v>
                </c:pt>
                <c:pt idx="687">
                  <c:v>38296</c:v>
                </c:pt>
                <c:pt idx="688">
                  <c:v>38299</c:v>
                </c:pt>
                <c:pt idx="689">
                  <c:v>38300</c:v>
                </c:pt>
                <c:pt idx="690">
                  <c:v>38301</c:v>
                </c:pt>
                <c:pt idx="691">
                  <c:v>38302</c:v>
                </c:pt>
                <c:pt idx="692">
                  <c:v>38303</c:v>
                </c:pt>
                <c:pt idx="693">
                  <c:v>38307</c:v>
                </c:pt>
                <c:pt idx="694">
                  <c:v>38308</c:v>
                </c:pt>
                <c:pt idx="695">
                  <c:v>38309</c:v>
                </c:pt>
                <c:pt idx="696">
                  <c:v>38310</c:v>
                </c:pt>
                <c:pt idx="697">
                  <c:v>38313</c:v>
                </c:pt>
                <c:pt idx="698">
                  <c:v>38314</c:v>
                </c:pt>
                <c:pt idx="699">
                  <c:v>38315</c:v>
                </c:pt>
                <c:pt idx="700">
                  <c:v>38316</c:v>
                </c:pt>
                <c:pt idx="701">
                  <c:v>38317</c:v>
                </c:pt>
                <c:pt idx="702">
                  <c:v>38320</c:v>
                </c:pt>
                <c:pt idx="703">
                  <c:v>38321</c:v>
                </c:pt>
                <c:pt idx="704">
                  <c:v>38322</c:v>
                </c:pt>
                <c:pt idx="705">
                  <c:v>38323</c:v>
                </c:pt>
                <c:pt idx="706">
                  <c:v>38324</c:v>
                </c:pt>
                <c:pt idx="707">
                  <c:v>38327</c:v>
                </c:pt>
                <c:pt idx="708">
                  <c:v>38328</c:v>
                </c:pt>
                <c:pt idx="709">
                  <c:v>38329</c:v>
                </c:pt>
                <c:pt idx="710">
                  <c:v>38330</c:v>
                </c:pt>
                <c:pt idx="711">
                  <c:v>38331</c:v>
                </c:pt>
                <c:pt idx="712">
                  <c:v>38334</c:v>
                </c:pt>
                <c:pt idx="713">
                  <c:v>38335</c:v>
                </c:pt>
                <c:pt idx="714">
                  <c:v>38336</c:v>
                </c:pt>
                <c:pt idx="715">
                  <c:v>38337</c:v>
                </c:pt>
                <c:pt idx="716">
                  <c:v>38338</c:v>
                </c:pt>
                <c:pt idx="717">
                  <c:v>38341</c:v>
                </c:pt>
                <c:pt idx="718">
                  <c:v>38342</c:v>
                </c:pt>
                <c:pt idx="719">
                  <c:v>38343</c:v>
                </c:pt>
                <c:pt idx="720">
                  <c:v>38344</c:v>
                </c:pt>
                <c:pt idx="721">
                  <c:v>38348</c:v>
                </c:pt>
                <c:pt idx="722">
                  <c:v>38349</c:v>
                </c:pt>
                <c:pt idx="723">
                  <c:v>38350</c:v>
                </c:pt>
                <c:pt idx="724">
                  <c:v>38351</c:v>
                </c:pt>
                <c:pt idx="725">
                  <c:v>38355</c:v>
                </c:pt>
                <c:pt idx="726">
                  <c:v>38356</c:v>
                </c:pt>
                <c:pt idx="727">
                  <c:v>38357</c:v>
                </c:pt>
                <c:pt idx="728">
                  <c:v>38358</c:v>
                </c:pt>
                <c:pt idx="729">
                  <c:v>38359</c:v>
                </c:pt>
                <c:pt idx="730">
                  <c:v>38362</c:v>
                </c:pt>
                <c:pt idx="731">
                  <c:v>38363</c:v>
                </c:pt>
                <c:pt idx="732">
                  <c:v>38364</c:v>
                </c:pt>
                <c:pt idx="733">
                  <c:v>38365</c:v>
                </c:pt>
                <c:pt idx="734">
                  <c:v>38366</c:v>
                </c:pt>
                <c:pt idx="735">
                  <c:v>38369</c:v>
                </c:pt>
                <c:pt idx="736">
                  <c:v>38370</c:v>
                </c:pt>
                <c:pt idx="737">
                  <c:v>38371</c:v>
                </c:pt>
                <c:pt idx="738">
                  <c:v>38372</c:v>
                </c:pt>
                <c:pt idx="739">
                  <c:v>38373</c:v>
                </c:pt>
                <c:pt idx="740">
                  <c:v>38376</c:v>
                </c:pt>
                <c:pt idx="741">
                  <c:v>38378</c:v>
                </c:pt>
                <c:pt idx="742">
                  <c:v>38379</c:v>
                </c:pt>
                <c:pt idx="743">
                  <c:v>38380</c:v>
                </c:pt>
                <c:pt idx="744">
                  <c:v>38383</c:v>
                </c:pt>
                <c:pt idx="745">
                  <c:v>38384</c:v>
                </c:pt>
                <c:pt idx="746">
                  <c:v>38385</c:v>
                </c:pt>
                <c:pt idx="747">
                  <c:v>38386</c:v>
                </c:pt>
                <c:pt idx="748">
                  <c:v>38387</c:v>
                </c:pt>
                <c:pt idx="749">
                  <c:v>38392</c:v>
                </c:pt>
                <c:pt idx="750">
                  <c:v>38393</c:v>
                </c:pt>
                <c:pt idx="751">
                  <c:v>38394</c:v>
                </c:pt>
                <c:pt idx="752">
                  <c:v>38397</c:v>
                </c:pt>
                <c:pt idx="753">
                  <c:v>38398</c:v>
                </c:pt>
                <c:pt idx="754">
                  <c:v>38399</c:v>
                </c:pt>
                <c:pt idx="755">
                  <c:v>38400</c:v>
                </c:pt>
                <c:pt idx="756">
                  <c:v>38401</c:v>
                </c:pt>
                <c:pt idx="757">
                  <c:v>38404</c:v>
                </c:pt>
                <c:pt idx="758">
                  <c:v>38405</c:v>
                </c:pt>
                <c:pt idx="759">
                  <c:v>38406</c:v>
                </c:pt>
                <c:pt idx="760">
                  <c:v>38407</c:v>
                </c:pt>
                <c:pt idx="761">
                  <c:v>38408</c:v>
                </c:pt>
                <c:pt idx="762">
                  <c:v>38411</c:v>
                </c:pt>
                <c:pt idx="763">
                  <c:v>38412</c:v>
                </c:pt>
                <c:pt idx="764">
                  <c:v>38413</c:v>
                </c:pt>
                <c:pt idx="765">
                  <c:v>38414</c:v>
                </c:pt>
                <c:pt idx="766">
                  <c:v>38415</c:v>
                </c:pt>
                <c:pt idx="767">
                  <c:v>38418</c:v>
                </c:pt>
                <c:pt idx="768">
                  <c:v>38419</c:v>
                </c:pt>
                <c:pt idx="769">
                  <c:v>38420</c:v>
                </c:pt>
                <c:pt idx="770">
                  <c:v>38421</c:v>
                </c:pt>
                <c:pt idx="771">
                  <c:v>38422</c:v>
                </c:pt>
                <c:pt idx="772">
                  <c:v>38425</c:v>
                </c:pt>
                <c:pt idx="773">
                  <c:v>38426</c:v>
                </c:pt>
                <c:pt idx="774">
                  <c:v>38427</c:v>
                </c:pt>
                <c:pt idx="775">
                  <c:v>38428</c:v>
                </c:pt>
                <c:pt idx="776">
                  <c:v>38429</c:v>
                </c:pt>
                <c:pt idx="777">
                  <c:v>38432</c:v>
                </c:pt>
                <c:pt idx="778">
                  <c:v>38433</c:v>
                </c:pt>
                <c:pt idx="779">
                  <c:v>38434</c:v>
                </c:pt>
                <c:pt idx="780">
                  <c:v>38435</c:v>
                </c:pt>
                <c:pt idx="781">
                  <c:v>38439</c:v>
                </c:pt>
                <c:pt idx="782">
                  <c:v>38440</c:v>
                </c:pt>
                <c:pt idx="783">
                  <c:v>38441</c:v>
                </c:pt>
                <c:pt idx="784">
                  <c:v>38442</c:v>
                </c:pt>
                <c:pt idx="785">
                  <c:v>38443</c:v>
                </c:pt>
                <c:pt idx="786">
                  <c:v>38446</c:v>
                </c:pt>
                <c:pt idx="787">
                  <c:v>38447</c:v>
                </c:pt>
                <c:pt idx="788">
                  <c:v>38448</c:v>
                </c:pt>
                <c:pt idx="789">
                  <c:v>38449</c:v>
                </c:pt>
                <c:pt idx="790">
                  <c:v>38450</c:v>
                </c:pt>
                <c:pt idx="791">
                  <c:v>38453</c:v>
                </c:pt>
                <c:pt idx="792">
                  <c:v>38454</c:v>
                </c:pt>
                <c:pt idx="793">
                  <c:v>38455</c:v>
                </c:pt>
                <c:pt idx="794">
                  <c:v>38456</c:v>
                </c:pt>
                <c:pt idx="795">
                  <c:v>38457</c:v>
                </c:pt>
                <c:pt idx="796">
                  <c:v>38460</c:v>
                </c:pt>
                <c:pt idx="797">
                  <c:v>38461</c:v>
                </c:pt>
                <c:pt idx="798">
                  <c:v>38462</c:v>
                </c:pt>
                <c:pt idx="799">
                  <c:v>38464</c:v>
                </c:pt>
                <c:pt idx="800">
                  <c:v>38467</c:v>
                </c:pt>
                <c:pt idx="801">
                  <c:v>38468</c:v>
                </c:pt>
                <c:pt idx="802">
                  <c:v>38469</c:v>
                </c:pt>
                <c:pt idx="803">
                  <c:v>38470</c:v>
                </c:pt>
                <c:pt idx="804">
                  <c:v>38471</c:v>
                </c:pt>
                <c:pt idx="805">
                  <c:v>38474</c:v>
                </c:pt>
                <c:pt idx="806">
                  <c:v>38475</c:v>
                </c:pt>
                <c:pt idx="807">
                  <c:v>38476</c:v>
                </c:pt>
                <c:pt idx="808">
                  <c:v>38477</c:v>
                </c:pt>
                <c:pt idx="809">
                  <c:v>38478</c:v>
                </c:pt>
                <c:pt idx="810">
                  <c:v>38481</c:v>
                </c:pt>
                <c:pt idx="811">
                  <c:v>38482</c:v>
                </c:pt>
                <c:pt idx="812">
                  <c:v>38483</c:v>
                </c:pt>
                <c:pt idx="813">
                  <c:v>38484</c:v>
                </c:pt>
                <c:pt idx="814">
                  <c:v>38485</c:v>
                </c:pt>
                <c:pt idx="815">
                  <c:v>38488</c:v>
                </c:pt>
                <c:pt idx="816">
                  <c:v>38489</c:v>
                </c:pt>
                <c:pt idx="817">
                  <c:v>38490</c:v>
                </c:pt>
                <c:pt idx="818">
                  <c:v>38491</c:v>
                </c:pt>
                <c:pt idx="819">
                  <c:v>38492</c:v>
                </c:pt>
                <c:pt idx="820">
                  <c:v>38495</c:v>
                </c:pt>
                <c:pt idx="821">
                  <c:v>38496</c:v>
                </c:pt>
                <c:pt idx="822">
                  <c:v>38497</c:v>
                </c:pt>
                <c:pt idx="823">
                  <c:v>38499</c:v>
                </c:pt>
                <c:pt idx="824">
                  <c:v>38502</c:v>
                </c:pt>
                <c:pt idx="825">
                  <c:v>38503</c:v>
                </c:pt>
                <c:pt idx="826">
                  <c:v>38504</c:v>
                </c:pt>
                <c:pt idx="827">
                  <c:v>38505</c:v>
                </c:pt>
                <c:pt idx="828">
                  <c:v>38506</c:v>
                </c:pt>
                <c:pt idx="829">
                  <c:v>38509</c:v>
                </c:pt>
                <c:pt idx="830">
                  <c:v>38510</c:v>
                </c:pt>
                <c:pt idx="831">
                  <c:v>38511</c:v>
                </c:pt>
                <c:pt idx="832">
                  <c:v>38512</c:v>
                </c:pt>
                <c:pt idx="833">
                  <c:v>38513</c:v>
                </c:pt>
                <c:pt idx="834">
                  <c:v>38516</c:v>
                </c:pt>
                <c:pt idx="835">
                  <c:v>38517</c:v>
                </c:pt>
                <c:pt idx="836">
                  <c:v>38518</c:v>
                </c:pt>
                <c:pt idx="837">
                  <c:v>38519</c:v>
                </c:pt>
                <c:pt idx="838">
                  <c:v>38520</c:v>
                </c:pt>
                <c:pt idx="839">
                  <c:v>38523</c:v>
                </c:pt>
                <c:pt idx="840">
                  <c:v>38524</c:v>
                </c:pt>
                <c:pt idx="841">
                  <c:v>38525</c:v>
                </c:pt>
                <c:pt idx="842">
                  <c:v>38526</c:v>
                </c:pt>
                <c:pt idx="843">
                  <c:v>38527</c:v>
                </c:pt>
                <c:pt idx="844">
                  <c:v>38530</c:v>
                </c:pt>
                <c:pt idx="845">
                  <c:v>38531</c:v>
                </c:pt>
                <c:pt idx="846">
                  <c:v>38532</c:v>
                </c:pt>
                <c:pt idx="847">
                  <c:v>38533</c:v>
                </c:pt>
                <c:pt idx="848">
                  <c:v>38534</c:v>
                </c:pt>
                <c:pt idx="849">
                  <c:v>38537</c:v>
                </c:pt>
                <c:pt idx="850">
                  <c:v>38538</c:v>
                </c:pt>
                <c:pt idx="851">
                  <c:v>38539</c:v>
                </c:pt>
                <c:pt idx="852">
                  <c:v>38540</c:v>
                </c:pt>
                <c:pt idx="853">
                  <c:v>38541</c:v>
                </c:pt>
                <c:pt idx="854">
                  <c:v>38544</c:v>
                </c:pt>
                <c:pt idx="855">
                  <c:v>38545</c:v>
                </c:pt>
                <c:pt idx="856">
                  <c:v>38546</c:v>
                </c:pt>
                <c:pt idx="857">
                  <c:v>38547</c:v>
                </c:pt>
                <c:pt idx="858">
                  <c:v>38548</c:v>
                </c:pt>
                <c:pt idx="859">
                  <c:v>38551</c:v>
                </c:pt>
                <c:pt idx="860">
                  <c:v>38552</c:v>
                </c:pt>
                <c:pt idx="861">
                  <c:v>38553</c:v>
                </c:pt>
                <c:pt idx="862">
                  <c:v>38554</c:v>
                </c:pt>
                <c:pt idx="863">
                  <c:v>38555</c:v>
                </c:pt>
                <c:pt idx="864">
                  <c:v>38558</c:v>
                </c:pt>
                <c:pt idx="865">
                  <c:v>38559</c:v>
                </c:pt>
                <c:pt idx="866">
                  <c:v>38560</c:v>
                </c:pt>
                <c:pt idx="867">
                  <c:v>38561</c:v>
                </c:pt>
                <c:pt idx="868">
                  <c:v>38562</c:v>
                </c:pt>
                <c:pt idx="869">
                  <c:v>38565</c:v>
                </c:pt>
                <c:pt idx="870">
                  <c:v>38566</c:v>
                </c:pt>
                <c:pt idx="871">
                  <c:v>38567</c:v>
                </c:pt>
                <c:pt idx="872">
                  <c:v>38568</c:v>
                </c:pt>
                <c:pt idx="873">
                  <c:v>38569</c:v>
                </c:pt>
                <c:pt idx="874">
                  <c:v>38572</c:v>
                </c:pt>
                <c:pt idx="875">
                  <c:v>38573</c:v>
                </c:pt>
                <c:pt idx="876">
                  <c:v>38574</c:v>
                </c:pt>
                <c:pt idx="877">
                  <c:v>38575</c:v>
                </c:pt>
                <c:pt idx="878">
                  <c:v>38576</c:v>
                </c:pt>
                <c:pt idx="879">
                  <c:v>38579</c:v>
                </c:pt>
                <c:pt idx="880">
                  <c:v>38580</c:v>
                </c:pt>
                <c:pt idx="881">
                  <c:v>38581</c:v>
                </c:pt>
                <c:pt idx="882">
                  <c:v>38582</c:v>
                </c:pt>
                <c:pt idx="883">
                  <c:v>38583</c:v>
                </c:pt>
                <c:pt idx="884">
                  <c:v>38586</c:v>
                </c:pt>
                <c:pt idx="885">
                  <c:v>38587</c:v>
                </c:pt>
                <c:pt idx="886">
                  <c:v>38588</c:v>
                </c:pt>
                <c:pt idx="887">
                  <c:v>38589</c:v>
                </c:pt>
                <c:pt idx="888">
                  <c:v>38590</c:v>
                </c:pt>
                <c:pt idx="889">
                  <c:v>38593</c:v>
                </c:pt>
                <c:pt idx="890">
                  <c:v>38594</c:v>
                </c:pt>
                <c:pt idx="891">
                  <c:v>38595</c:v>
                </c:pt>
                <c:pt idx="892">
                  <c:v>38596</c:v>
                </c:pt>
                <c:pt idx="893">
                  <c:v>38597</c:v>
                </c:pt>
                <c:pt idx="894">
                  <c:v>38600</c:v>
                </c:pt>
                <c:pt idx="895">
                  <c:v>38601</c:v>
                </c:pt>
                <c:pt idx="896">
                  <c:v>38603</c:v>
                </c:pt>
                <c:pt idx="897">
                  <c:v>38604</c:v>
                </c:pt>
                <c:pt idx="898">
                  <c:v>38607</c:v>
                </c:pt>
                <c:pt idx="899">
                  <c:v>38608</c:v>
                </c:pt>
                <c:pt idx="900">
                  <c:v>38609</c:v>
                </c:pt>
                <c:pt idx="901">
                  <c:v>38610</c:v>
                </c:pt>
                <c:pt idx="902">
                  <c:v>38611</c:v>
                </c:pt>
                <c:pt idx="903">
                  <c:v>38614</c:v>
                </c:pt>
                <c:pt idx="904">
                  <c:v>38615</c:v>
                </c:pt>
                <c:pt idx="905">
                  <c:v>38616</c:v>
                </c:pt>
                <c:pt idx="906">
                  <c:v>38617</c:v>
                </c:pt>
                <c:pt idx="907">
                  <c:v>38618</c:v>
                </c:pt>
                <c:pt idx="908">
                  <c:v>38621</c:v>
                </c:pt>
                <c:pt idx="909">
                  <c:v>38622</c:v>
                </c:pt>
                <c:pt idx="910">
                  <c:v>38623</c:v>
                </c:pt>
                <c:pt idx="911">
                  <c:v>38624</c:v>
                </c:pt>
                <c:pt idx="912">
                  <c:v>38625</c:v>
                </c:pt>
                <c:pt idx="913">
                  <c:v>38628</c:v>
                </c:pt>
                <c:pt idx="914">
                  <c:v>38629</c:v>
                </c:pt>
                <c:pt idx="915">
                  <c:v>38630</c:v>
                </c:pt>
                <c:pt idx="916">
                  <c:v>38631</c:v>
                </c:pt>
                <c:pt idx="917">
                  <c:v>38632</c:v>
                </c:pt>
                <c:pt idx="918">
                  <c:v>38635</c:v>
                </c:pt>
                <c:pt idx="919">
                  <c:v>38636</c:v>
                </c:pt>
                <c:pt idx="920">
                  <c:v>38638</c:v>
                </c:pt>
                <c:pt idx="921">
                  <c:v>38639</c:v>
                </c:pt>
                <c:pt idx="922">
                  <c:v>38642</c:v>
                </c:pt>
                <c:pt idx="923">
                  <c:v>38643</c:v>
                </c:pt>
                <c:pt idx="924">
                  <c:v>38644</c:v>
                </c:pt>
                <c:pt idx="925">
                  <c:v>38645</c:v>
                </c:pt>
                <c:pt idx="926">
                  <c:v>38646</c:v>
                </c:pt>
                <c:pt idx="927">
                  <c:v>38649</c:v>
                </c:pt>
                <c:pt idx="928">
                  <c:v>38650</c:v>
                </c:pt>
                <c:pt idx="929">
                  <c:v>38651</c:v>
                </c:pt>
                <c:pt idx="930">
                  <c:v>38652</c:v>
                </c:pt>
                <c:pt idx="931">
                  <c:v>38653</c:v>
                </c:pt>
                <c:pt idx="932">
                  <c:v>38656</c:v>
                </c:pt>
                <c:pt idx="933">
                  <c:v>38657</c:v>
                </c:pt>
                <c:pt idx="934">
                  <c:v>38659</c:v>
                </c:pt>
                <c:pt idx="935">
                  <c:v>38660</c:v>
                </c:pt>
                <c:pt idx="936">
                  <c:v>38663</c:v>
                </c:pt>
                <c:pt idx="937">
                  <c:v>38664</c:v>
                </c:pt>
                <c:pt idx="938">
                  <c:v>38665</c:v>
                </c:pt>
                <c:pt idx="939">
                  <c:v>38666</c:v>
                </c:pt>
                <c:pt idx="940">
                  <c:v>38667</c:v>
                </c:pt>
                <c:pt idx="941">
                  <c:v>38670</c:v>
                </c:pt>
                <c:pt idx="942">
                  <c:v>38672</c:v>
                </c:pt>
                <c:pt idx="943">
                  <c:v>38673</c:v>
                </c:pt>
                <c:pt idx="944">
                  <c:v>38674</c:v>
                </c:pt>
                <c:pt idx="945">
                  <c:v>38677</c:v>
                </c:pt>
                <c:pt idx="946">
                  <c:v>38678</c:v>
                </c:pt>
                <c:pt idx="947">
                  <c:v>38679</c:v>
                </c:pt>
                <c:pt idx="948">
                  <c:v>38680</c:v>
                </c:pt>
                <c:pt idx="949">
                  <c:v>38681</c:v>
                </c:pt>
                <c:pt idx="950">
                  <c:v>38684</c:v>
                </c:pt>
                <c:pt idx="951">
                  <c:v>38685</c:v>
                </c:pt>
                <c:pt idx="952">
                  <c:v>38686</c:v>
                </c:pt>
                <c:pt idx="953">
                  <c:v>38687</c:v>
                </c:pt>
                <c:pt idx="954">
                  <c:v>38688</c:v>
                </c:pt>
                <c:pt idx="955">
                  <c:v>38691</c:v>
                </c:pt>
                <c:pt idx="956">
                  <c:v>38692</c:v>
                </c:pt>
                <c:pt idx="957">
                  <c:v>38693</c:v>
                </c:pt>
                <c:pt idx="958">
                  <c:v>38694</c:v>
                </c:pt>
                <c:pt idx="959">
                  <c:v>38695</c:v>
                </c:pt>
                <c:pt idx="960">
                  <c:v>38698</c:v>
                </c:pt>
                <c:pt idx="961">
                  <c:v>38699</c:v>
                </c:pt>
                <c:pt idx="962">
                  <c:v>38700</c:v>
                </c:pt>
                <c:pt idx="963">
                  <c:v>38701</c:v>
                </c:pt>
                <c:pt idx="964">
                  <c:v>38702</c:v>
                </c:pt>
                <c:pt idx="965">
                  <c:v>38705</c:v>
                </c:pt>
                <c:pt idx="966">
                  <c:v>38706</c:v>
                </c:pt>
                <c:pt idx="967">
                  <c:v>38707</c:v>
                </c:pt>
                <c:pt idx="968">
                  <c:v>38708</c:v>
                </c:pt>
                <c:pt idx="969">
                  <c:v>38709</c:v>
                </c:pt>
                <c:pt idx="970">
                  <c:v>38712</c:v>
                </c:pt>
                <c:pt idx="971">
                  <c:v>38713</c:v>
                </c:pt>
                <c:pt idx="972">
                  <c:v>38714</c:v>
                </c:pt>
                <c:pt idx="973">
                  <c:v>38715</c:v>
                </c:pt>
                <c:pt idx="974">
                  <c:v>38719</c:v>
                </c:pt>
                <c:pt idx="975">
                  <c:v>38720</c:v>
                </c:pt>
                <c:pt idx="976">
                  <c:v>38721</c:v>
                </c:pt>
                <c:pt idx="977">
                  <c:v>38722</c:v>
                </c:pt>
                <c:pt idx="978">
                  <c:v>38723</c:v>
                </c:pt>
                <c:pt idx="979">
                  <c:v>38726</c:v>
                </c:pt>
                <c:pt idx="980">
                  <c:v>38727</c:v>
                </c:pt>
                <c:pt idx="981">
                  <c:v>38728</c:v>
                </c:pt>
                <c:pt idx="982">
                  <c:v>38729</c:v>
                </c:pt>
                <c:pt idx="983">
                  <c:v>38730</c:v>
                </c:pt>
                <c:pt idx="984">
                  <c:v>38733</c:v>
                </c:pt>
                <c:pt idx="985">
                  <c:v>38734</c:v>
                </c:pt>
                <c:pt idx="986">
                  <c:v>38735</c:v>
                </c:pt>
                <c:pt idx="987">
                  <c:v>38736</c:v>
                </c:pt>
                <c:pt idx="988">
                  <c:v>38737</c:v>
                </c:pt>
                <c:pt idx="989">
                  <c:v>38740</c:v>
                </c:pt>
                <c:pt idx="990">
                  <c:v>38741</c:v>
                </c:pt>
                <c:pt idx="991">
                  <c:v>38743</c:v>
                </c:pt>
                <c:pt idx="992">
                  <c:v>38744</c:v>
                </c:pt>
                <c:pt idx="993">
                  <c:v>38747</c:v>
                </c:pt>
                <c:pt idx="994">
                  <c:v>38748</c:v>
                </c:pt>
                <c:pt idx="995">
                  <c:v>38749</c:v>
                </c:pt>
                <c:pt idx="996">
                  <c:v>38750</c:v>
                </c:pt>
                <c:pt idx="997">
                  <c:v>38751</c:v>
                </c:pt>
                <c:pt idx="998">
                  <c:v>38754</c:v>
                </c:pt>
                <c:pt idx="999">
                  <c:v>38755</c:v>
                </c:pt>
                <c:pt idx="1000">
                  <c:v>38756</c:v>
                </c:pt>
                <c:pt idx="1001">
                  <c:v>38757</c:v>
                </c:pt>
                <c:pt idx="1002">
                  <c:v>38758</c:v>
                </c:pt>
                <c:pt idx="1003">
                  <c:v>38761</c:v>
                </c:pt>
                <c:pt idx="1004">
                  <c:v>38762</c:v>
                </c:pt>
                <c:pt idx="1005">
                  <c:v>38763</c:v>
                </c:pt>
                <c:pt idx="1006">
                  <c:v>38764</c:v>
                </c:pt>
                <c:pt idx="1007">
                  <c:v>38765</c:v>
                </c:pt>
                <c:pt idx="1008">
                  <c:v>38768</c:v>
                </c:pt>
                <c:pt idx="1009">
                  <c:v>38769</c:v>
                </c:pt>
                <c:pt idx="1010">
                  <c:v>38770</c:v>
                </c:pt>
                <c:pt idx="1011">
                  <c:v>38771</c:v>
                </c:pt>
                <c:pt idx="1012">
                  <c:v>38772</c:v>
                </c:pt>
                <c:pt idx="1013">
                  <c:v>38777</c:v>
                </c:pt>
                <c:pt idx="1014">
                  <c:v>38778</c:v>
                </c:pt>
                <c:pt idx="1015">
                  <c:v>38779</c:v>
                </c:pt>
                <c:pt idx="1016">
                  <c:v>38782</c:v>
                </c:pt>
                <c:pt idx="1017">
                  <c:v>38783</c:v>
                </c:pt>
                <c:pt idx="1018">
                  <c:v>38784</c:v>
                </c:pt>
                <c:pt idx="1019">
                  <c:v>38785</c:v>
                </c:pt>
                <c:pt idx="1020">
                  <c:v>38786</c:v>
                </c:pt>
                <c:pt idx="1021">
                  <c:v>38789</c:v>
                </c:pt>
                <c:pt idx="1022">
                  <c:v>38790</c:v>
                </c:pt>
                <c:pt idx="1023">
                  <c:v>38791</c:v>
                </c:pt>
                <c:pt idx="1024">
                  <c:v>38792</c:v>
                </c:pt>
                <c:pt idx="1025">
                  <c:v>38793</c:v>
                </c:pt>
                <c:pt idx="1026">
                  <c:v>38796</c:v>
                </c:pt>
                <c:pt idx="1027">
                  <c:v>38797</c:v>
                </c:pt>
                <c:pt idx="1028">
                  <c:v>38798</c:v>
                </c:pt>
                <c:pt idx="1029">
                  <c:v>38799</c:v>
                </c:pt>
                <c:pt idx="1030">
                  <c:v>38800</c:v>
                </c:pt>
                <c:pt idx="1031">
                  <c:v>38803</c:v>
                </c:pt>
                <c:pt idx="1032">
                  <c:v>38804</c:v>
                </c:pt>
                <c:pt idx="1033">
                  <c:v>38805</c:v>
                </c:pt>
                <c:pt idx="1034">
                  <c:v>38806</c:v>
                </c:pt>
                <c:pt idx="1035">
                  <c:v>38807</c:v>
                </c:pt>
                <c:pt idx="1036">
                  <c:v>38810</c:v>
                </c:pt>
                <c:pt idx="1037">
                  <c:v>38811</c:v>
                </c:pt>
                <c:pt idx="1038">
                  <c:v>38812</c:v>
                </c:pt>
                <c:pt idx="1039">
                  <c:v>38813</c:v>
                </c:pt>
                <c:pt idx="1040">
                  <c:v>38814</c:v>
                </c:pt>
                <c:pt idx="1041">
                  <c:v>38817</c:v>
                </c:pt>
                <c:pt idx="1042">
                  <c:v>38818</c:v>
                </c:pt>
                <c:pt idx="1043">
                  <c:v>38819</c:v>
                </c:pt>
                <c:pt idx="1044">
                  <c:v>38820</c:v>
                </c:pt>
                <c:pt idx="1045">
                  <c:v>38824</c:v>
                </c:pt>
                <c:pt idx="1046">
                  <c:v>38825</c:v>
                </c:pt>
                <c:pt idx="1047">
                  <c:v>38826</c:v>
                </c:pt>
                <c:pt idx="1048">
                  <c:v>38827</c:v>
                </c:pt>
                <c:pt idx="1049">
                  <c:v>38831</c:v>
                </c:pt>
                <c:pt idx="1050">
                  <c:v>38832</c:v>
                </c:pt>
                <c:pt idx="1051">
                  <c:v>38833</c:v>
                </c:pt>
                <c:pt idx="1052">
                  <c:v>38834</c:v>
                </c:pt>
                <c:pt idx="1053">
                  <c:v>38835</c:v>
                </c:pt>
                <c:pt idx="1054">
                  <c:v>38839</c:v>
                </c:pt>
                <c:pt idx="1055">
                  <c:v>38840</c:v>
                </c:pt>
                <c:pt idx="1056">
                  <c:v>38841</c:v>
                </c:pt>
                <c:pt idx="1057">
                  <c:v>38842</c:v>
                </c:pt>
                <c:pt idx="1058">
                  <c:v>38845</c:v>
                </c:pt>
                <c:pt idx="1059">
                  <c:v>38846</c:v>
                </c:pt>
                <c:pt idx="1060">
                  <c:v>38847</c:v>
                </c:pt>
                <c:pt idx="1061">
                  <c:v>38848</c:v>
                </c:pt>
                <c:pt idx="1062">
                  <c:v>38849</c:v>
                </c:pt>
                <c:pt idx="1063">
                  <c:v>38852</c:v>
                </c:pt>
                <c:pt idx="1064">
                  <c:v>38853</c:v>
                </c:pt>
                <c:pt idx="1065">
                  <c:v>38854</c:v>
                </c:pt>
                <c:pt idx="1066">
                  <c:v>38855</c:v>
                </c:pt>
                <c:pt idx="1067">
                  <c:v>38856</c:v>
                </c:pt>
                <c:pt idx="1068">
                  <c:v>38859</c:v>
                </c:pt>
                <c:pt idx="1069">
                  <c:v>38860</c:v>
                </c:pt>
                <c:pt idx="1070">
                  <c:v>38861</c:v>
                </c:pt>
                <c:pt idx="1071">
                  <c:v>38862</c:v>
                </c:pt>
                <c:pt idx="1072">
                  <c:v>38863</c:v>
                </c:pt>
                <c:pt idx="1073">
                  <c:v>38866</c:v>
                </c:pt>
                <c:pt idx="1074">
                  <c:v>38867</c:v>
                </c:pt>
                <c:pt idx="1075">
                  <c:v>38868</c:v>
                </c:pt>
                <c:pt idx="1076">
                  <c:v>38869</c:v>
                </c:pt>
                <c:pt idx="1077">
                  <c:v>38870</c:v>
                </c:pt>
                <c:pt idx="1078">
                  <c:v>38873</c:v>
                </c:pt>
                <c:pt idx="1079">
                  <c:v>38874</c:v>
                </c:pt>
                <c:pt idx="1080">
                  <c:v>38875</c:v>
                </c:pt>
                <c:pt idx="1081">
                  <c:v>38876</c:v>
                </c:pt>
                <c:pt idx="1082">
                  <c:v>38877</c:v>
                </c:pt>
                <c:pt idx="1083">
                  <c:v>38880</c:v>
                </c:pt>
                <c:pt idx="1084">
                  <c:v>38881</c:v>
                </c:pt>
                <c:pt idx="1085">
                  <c:v>38882</c:v>
                </c:pt>
                <c:pt idx="1086">
                  <c:v>38884</c:v>
                </c:pt>
                <c:pt idx="1087">
                  <c:v>38887</c:v>
                </c:pt>
                <c:pt idx="1088">
                  <c:v>38888</c:v>
                </c:pt>
                <c:pt idx="1089">
                  <c:v>38889</c:v>
                </c:pt>
                <c:pt idx="1090">
                  <c:v>38890</c:v>
                </c:pt>
                <c:pt idx="1091">
                  <c:v>38891</c:v>
                </c:pt>
                <c:pt idx="1092">
                  <c:v>38894</c:v>
                </c:pt>
                <c:pt idx="1093">
                  <c:v>38895</c:v>
                </c:pt>
                <c:pt idx="1094">
                  <c:v>38896</c:v>
                </c:pt>
                <c:pt idx="1095">
                  <c:v>38897</c:v>
                </c:pt>
                <c:pt idx="1096">
                  <c:v>38898</c:v>
                </c:pt>
                <c:pt idx="1097">
                  <c:v>38901</c:v>
                </c:pt>
                <c:pt idx="1098">
                  <c:v>38902</c:v>
                </c:pt>
                <c:pt idx="1099">
                  <c:v>38903</c:v>
                </c:pt>
                <c:pt idx="1100">
                  <c:v>38904</c:v>
                </c:pt>
                <c:pt idx="1101">
                  <c:v>38905</c:v>
                </c:pt>
                <c:pt idx="1102">
                  <c:v>38908</c:v>
                </c:pt>
                <c:pt idx="1103">
                  <c:v>38909</c:v>
                </c:pt>
                <c:pt idx="1104">
                  <c:v>38910</c:v>
                </c:pt>
                <c:pt idx="1105">
                  <c:v>38911</c:v>
                </c:pt>
                <c:pt idx="1106">
                  <c:v>38912</c:v>
                </c:pt>
                <c:pt idx="1107">
                  <c:v>38915</c:v>
                </c:pt>
                <c:pt idx="1108">
                  <c:v>38916</c:v>
                </c:pt>
                <c:pt idx="1109">
                  <c:v>38917</c:v>
                </c:pt>
                <c:pt idx="1110">
                  <c:v>38918</c:v>
                </c:pt>
                <c:pt idx="1111">
                  <c:v>38919</c:v>
                </c:pt>
                <c:pt idx="1112">
                  <c:v>38922</c:v>
                </c:pt>
                <c:pt idx="1113">
                  <c:v>38923</c:v>
                </c:pt>
                <c:pt idx="1114">
                  <c:v>38924</c:v>
                </c:pt>
                <c:pt idx="1115">
                  <c:v>38925</c:v>
                </c:pt>
                <c:pt idx="1116">
                  <c:v>38926</c:v>
                </c:pt>
                <c:pt idx="1117">
                  <c:v>38929</c:v>
                </c:pt>
                <c:pt idx="1118">
                  <c:v>38930</c:v>
                </c:pt>
                <c:pt idx="1119">
                  <c:v>38931</c:v>
                </c:pt>
                <c:pt idx="1120">
                  <c:v>38932</c:v>
                </c:pt>
                <c:pt idx="1121">
                  <c:v>38933</c:v>
                </c:pt>
                <c:pt idx="1122">
                  <c:v>38936</c:v>
                </c:pt>
                <c:pt idx="1123">
                  <c:v>38937</c:v>
                </c:pt>
                <c:pt idx="1124">
                  <c:v>38938</c:v>
                </c:pt>
                <c:pt idx="1125">
                  <c:v>38939</c:v>
                </c:pt>
                <c:pt idx="1126">
                  <c:v>38940</c:v>
                </c:pt>
                <c:pt idx="1127">
                  <c:v>38943</c:v>
                </c:pt>
                <c:pt idx="1128">
                  <c:v>38944</c:v>
                </c:pt>
                <c:pt idx="1129">
                  <c:v>38945</c:v>
                </c:pt>
                <c:pt idx="1130">
                  <c:v>38946</c:v>
                </c:pt>
                <c:pt idx="1131">
                  <c:v>38947</c:v>
                </c:pt>
                <c:pt idx="1132">
                  <c:v>38950</c:v>
                </c:pt>
                <c:pt idx="1133">
                  <c:v>38951</c:v>
                </c:pt>
                <c:pt idx="1134">
                  <c:v>38952</c:v>
                </c:pt>
                <c:pt idx="1135">
                  <c:v>38953</c:v>
                </c:pt>
                <c:pt idx="1136">
                  <c:v>38954</c:v>
                </c:pt>
                <c:pt idx="1137">
                  <c:v>38957</c:v>
                </c:pt>
                <c:pt idx="1138">
                  <c:v>38958</c:v>
                </c:pt>
                <c:pt idx="1139">
                  <c:v>38959</c:v>
                </c:pt>
                <c:pt idx="1140">
                  <c:v>38960</c:v>
                </c:pt>
                <c:pt idx="1141">
                  <c:v>38961</c:v>
                </c:pt>
                <c:pt idx="1142">
                  <c:v>38964</c:v>
                </c:pt>
                <c:pt idx="1143">
                  <c:v>38965</c:v>
                </c:pt>
                <c:pt idx="1144">
                  <c:v>38966</c:v>
                </c:pt>
                <c:pt idx="1145">
                  <c:v>38968</c:v>
                </c:pt>
                <c:pt idx="1146">
                  <c:v>38971</c:v>
                </c:pt>
                <c:pt idx="1147">
                  <c:v>38972</c:v>
                </c:pt>
                <c:pt idx="1148">
                  <c:v>38973</c:v>
                </c:pt>
                <c:pt idx="1149">
                  <c:v>38974</c:v>
                </c:pt>
                <c:pt idx="1150">
                  <c:v>38975</c:v>
                </c:pt>
                <c:pt idx="1151">
                  <c:v>38978</c:v>
                </c:pt>
                <c:pt idx="1152">
                  <c:v>38979</c:v>
                </c:pt>
                <c:pt idx="1153">
                  <c:v>38980</c:v>
                </c:pt>
                <c:pt idx="1154">
                  <c:v>38981</c:v>
                </c:pt>
                <c:pt idx="1155">
                  <c:v>38982</c:v>
                </c:pt>
                <c:pt idx="1156">
                  <c:v>38985</c:v>
                </c:pt>
                <c:pt idx="1157">
                  <c:v>38986</c:v>
                </c:pt>
                <c:pt idx="1158">
                  <c:v>38987</c:v>
                </c:pt>
                <c:pt idx="1159">
                  <c:v>38988</c:v>
                </c:pt>
                <c:pt idx="1160">
                  <c:v>38989</c:v>
                </c:pt>
                <c:pt idx="1161">
                  <c:v>38992</c:v>
                </c:pt>
                <c:pt idx="1162">
                  <c:v>38993</c:v>
                </c:pt>
                <c:pt idx="1163">
                  <c:v>38994</c:v>
                </c:pt>
                <c:pt idx="1164">
                  <c:v>38995</c:v>
                </c:pt>
                <c:pt idx="1165">
                  <c:v>38996</c:v>
                </c:pt>
                <c:pt idx="1166">
                  <c:v>38999</c:v>
                </c:pt>
                <c:pt idx="1167">
                  <c:v>39000</c:v>
                </c:pt>
                <c:pt idx="1168">
                  <c:v>39001</c:v>
                </c:pt>
                <c:pt idx="1169">
                  <c:v>39003</c:v>
                </c:pt>
                <c:pt idx="1170">
                  <c:v>39006</c:v>
                </c:pt>
                <c:pt idx="1171">
                  <c:v>39007</c:v>
                </c:pt>
                <c:pt idx="1172">
                  <c:v>39008</c:v>
                </c:pt>
                <c:pt idx="1173">
                  <c:v>39009</c:v>
                </c:pt>
                <c:pt idx="1174">
                  <c:v>39010</c:v>
                </c:pt>
                <c:pt idx="1175">
                  <c:v>39013</c:v>
                </c:pt>
                <c:pt idx="1176">
                  <c:v>39014</c:v>
                </c:pt>
                <c:pt idx="1177">
                  <c:v>39015</c:v>
                </c:pt>
                <c:pt idx="1178">
                  <c:v>39016</c:v>
                </c:pt>
                <c:pt idx="1179">
                  <c:v>39017</c:v>
                </c:pt>
                <c:pt idx="1180">
                  <c:v>39020</c:v>
                </c:pt>
                <c:pt idx="1181">
                  <c:v>39021</c:v>
                </c:pt>
                <c:pt idx="1182">
                  <c:v>39022</c:v>
                </c:pt>
                <c:pt idx="1183">
                  <c:v>39024</c:v>
                </c:pt>
                <c:pt idx="1184">
                  <c:v>39027</c:v>
                </c:pt>
                <c:pt idx="1185">
                  <c:v>39028</c:v>
                </c:pt>
                <c:pt idx="1186">
                  <c:v>39029</c:v>
                </c:pt>
                <c:pt idx="1187">
                  <c:v>39030</c:v>
                </c:pt>
                <c:pt idx="1188">
                  <c:v>39031</c:v>
                </c:pt>
                <c:pt idx="1189">
                  <c:v>39034</c:v>
                </c:pt>
                <c:pt idx="1190">
                  <c:v>39035</c:v>
                </c:pt>
                <c:pt idx="1191">
                  <c:v>39037</c:v>
                </c:pt>
                <c:pt idx="1192">
                  <c:v>39038</c:v>
                </c:pt>
                <c:pt idx="1193">
                  <c:v>39042</c:v>
                </c:pt>
                <c:pt idx="1194">
                  <c:v>39043</c:v>
                </c:pt>
                <c:pt idx="1195">
                  <c:v>39044</c:v>
                </c:pt>
                <c:pt idx="1196">
                  <c:v>39045</c:v>
                </c:pt>
                <c:pt idx="1197">
                  <c:v>39048</c:v>
                </c:pt>
                <c:pt idx="1198">
                  <c:v>39049</c:v>
                </c:pt>
                <c:pt idx="1199">
                  <c:v>39050</c:v>
                </c:pt>
                <c:pt idx="1200">
                  <c:v>39051</c:v>
                </c:pt>
                <c:pt idx="1201">
                  <c:v>39052</c:v>
                </c:pt>
                <c:pt idx="1202">
                  <c:v>39055</c:v>
                </c:pt>
                <c:pt idx="1203">
                  <c:v>39056</c:v>
                </c:pt>
                <c:pt idx="1204">
                  <c:v>39057</c:v>
                </c:pt>
                <c:pt idx="1205">
                  <c:v>39058</c:v>
                </c:pt>
                <c:pt idx="1206">
                  <c:v>39059</c:v>
                </c:pt>
                <c:pt idx="1207">
                  <c:v>39062</c:v>
                </c:pt>
                <c:pt idx="1208">
                  <c:v>39063</c:v>
                </c:pt>
                <c:pt idx="1209">
                  <c:v>39064</c:v>
                </c:pt>
                <c:pt idx="1210">
                  <c:v>39065</c:v>
                </c:pt>
                <c:pt idx="1211">
                  <c:v>39066</c:v>
                </c:pt>
                <c:pt idx="1212">
                  <c:v>39069</c:v>
                </c:pt>
                <c:pt idx="1213">
                  <c:v>39070</c:v>
                </c:pt>
                <c:pt idx="1214">
                  <c:v>39071</c:v>
                </c:pt>
                <c:pt idx="1215">
                  <c:v>39072</c:v>
                </c:pt>
                <c:pt idx="1216">
                  <c:v>39073</c:v>
                </c:pt>
                <c:pt idx="1217">
                  <c:v>39077</c:v>
                </c:pt>
                <c:pt idx="1218">
                  <c:v>39078</c:v>
                </c:pt>
                <c:pt idx="1219">
                  <c:v>39079</c:v>
                </c:pt>
                <c:pt idx="1220">
                  <c:v>39084</c:v>
                </c:pt>
                <c:pt idx="1221">
                  <c:v>39085</c:v>
                </c:pt>
                <c:pt idx="1222">
                  <c:v>39086</c:v>
                </c:pt>
                <c:pt idx="1223">
                  <c:v>39087</c:v>
                </c:pt>
                <c:pt idx="1224">
                  <c:v>39090</c:v>
                </c:pt>
                <c:pt idx="1225">
                  <c:v>39091</c:v>
                </c:pt>
                <c:pt idx="1226">
                  <c:v>39092</c:v>
                </c:pt>
                <c:pt idx="1227">
                  <c:v>39093</c:v>
                </c:pt>
                <c:pt idx="1228">
                  <c:v>39094</c:v>
                </c:pt>
                <c:pt idx="1229">
                  <c:v>39097</c:v>
                </c:pt>
                <c:pt idx="1230">
                  <c:v>39098</c:v>
                </c:pt>
                <c:pt idx="1231">
                  <c:v>39099</c:v>
                </c:pt>
                <c:pt idx="1232">
                  <c:v>39100</c:v>
                </c:pt>
                <c:pt idx="1233">
                  <c:v>39101</c:v>
                </c:pt>
                <c:pt idx="1234">
                  <c:v>39104</c:v>
                </c:pt>
                <c:pt idx="1235">
                  <c:v>39105</c:v>
                </c:pt>
                <c:pt idx="1236">
                  <c:v>39106</c:v>
                </c:pt>
                <c:pt idx="1237">
                  <c:v>39108</c:v>
                </c:pt>
                <c:pt idx="1238">
                  <c:v>39111</c:v>
                </c:pt>
                <c:pt idx="1239">
                  <c:v>39112</c:v>
                </c:pt>
                <c:pt idx="1240">
                  <c:v>39113</c:v>
                </c:pt>
                <c:pt idx="1241">
                  <c:v>39114</c:v>
                </c:pt>
                <c:pt idx="1242">
                  <c:v>39115</c:v>
                </c:pt>
                <c:pt idx="1243">
                  <c:v>39118</c:v>
                </c:pt>
                <c:pt idx="1244">
                  <c:v>39119</c:v>
                </c:pt>
                <c:pt idx="1245">
                  <c:v>39120</c:v>
                </c:pt>
                <c:pt idx="1246">
                  <c:v>39121</c:v>
                </c:pt>
                <c:pt idx="1247">
                  <c:v>39122</c:v>
                </c:pt>
                <c:pt idx="1248">
                  <c:v>39125</c:v>
                </c:pt>
                <c:pt idx="1249">
                  <c:v>39126</c:v>
                </c:pt>
                <c:pt idx="1250">
                  <c:v>39127</c:v>
                </c:pt>
                <c:pt idx="1251">
                  <c:v>39128</c:v>
                </c:pt>
                <c:pt idx="1252">
                  <c:v>39129</c:v>
                </c:pt>
                <c:pt idx="1253">
                  <c:v>39134</c:v>
                </c:pt>
                <c:pt idx="1254">
                  <c:v>39135</c:v>
                </c:pt>
                <c:pt idx="1255">
                  <c:v>39136</c:v>
                </c:pt>
                <c:pt idx="1256">
                  <c:v>39139</c:v>
                </c:pt>
                <c:pt idx="1257">
                  <c:v>39140</c:v>
                </c:pt>
                <c:pt idx="1258">
                  <c:v>39141</c:v>
                </c:pt>
                <c:pt idx="1259">
                  <c:v>39142</c:v>
                </c:pt>
                <c:pt idx="1260">
                  <c:v>39143</c:v>
                </c:pt>
                <c:pt idx="1261">
                  <c:v>39146</c:v>
                </c:pt>
                <c:pt idx="1262">
                  <c:v>39147</c:v>
                </c:pt>
                <c:pt idx="1263">
                  <c:v>39148</c:v>
                </c:pt>
                <c:pt idx="1264">
                  <c:v>39149</c:v>
                </c:pt>
                <c:pt idx="1265">
                  <c:v>39150</c:v>
                </c:pt>
                <c:pt idx="1266">
                  <c:v>39153</c:v>
                </c:pt>
                <c:pt idx="1267">
                  <c:v>39154</c:v>
                </c:pt>
                <c:pt idx="1268">
                  <c:v>39155</c:v>
                </c:pt>
                <c:pt idx="1269">
                  <c:v>39156</c:v>
                </c:pt>
                <c:pt idx="1270">
                  <c:v>39157</c:v>
                </c:pt>
                <c:pt idx="1271">
                  <c:v>39160</c:v>
                </c:pt>
                <c:pt idx="1272">
                  <c:v>39161</c:v>
                </c:pt>
                <c:pt idx="1273">
                  <c:v>39162</c:v>
                </c:pt>
                <c:pt idx="1274">
                  <c:v>39163</c:v>
                </c:pt>
                <c:pt idx="1275">
                  <c:v>39164</c:v>
                </c:pt>
                <c:pt idx="1276">
                  <c:v>39167</c:v>
                </c:pt>
                <c:pt idx="1277">
                  <c:v>39168</c:v>
                </c:pt>
                <c:pt idx="1278">
                  <c:v>39169</c:v>
                </c:pt>
                <c:pt idx="1279">
                  <c:v>39170</c:v>
                </c:pt>
                <c:pt idx="1280">
                  <c:v>39171</c:v>
                </c:pt>
                <c:pt idx="1281">
                  <c:v>39174</c:v>
                </c:pt>
                <c:pt idx="1282">
                  <c:v>39175</c:v>
                </c:pt>
                <c:pt idx="1283">
                  <c:v>39176</c:v>
                </c:pt>
                <c:pt idx="1284">
                  <c:v>39177</c:v>
                </c:pt>
                <c:pt idx="1285">
                  <c:v>39181</c:v>
                </c:pt>
                <c:pt idx="1286">
                  <c:v>39182</c:v>
                </c:pt>
                <c:pt idx="1287">
                  <c:v>39183</c:v>
                </c:pt>
                <c:pt idx="1288">
                  <c:v>39184</c:v>
                </c:pt>
                <c:pt idx="1289">
                  <c:v>39185</c:v>
                </c:pt>
                <c:pt idx="1290">
                  <c:v>39188</c:v>
                </c:pt>
                <c:pt idx="1291">
                  <c:v>39189</c:v>
                </c:pt>
                <c:pt idx="1292">
                  <c:v>39190</c:v>
                </c:pt>
                <c:pt idx="1293">
                  <c:v>39191</c:v>
                </c:pt>
                <c:pt idx="1294">
                  <c:v>39192</c:v>
                </c:pt>
                <c:pt idx="1295">
                  <c:v>39195</c:v>
                </c:pt>
                <c:pt idx="1296">
                  <c:v>39196</c:v>
                </c:pt>
                <c:pt idx="1297">
                  <c:v>39197</c:v>
                </c:pt>
                <c:pt idx="1298">
                  <c:v>39198</c:v>
                </c:pt>
                <c:pt idx="1299">
                  <c:v>39199</c:v>
                </c:pt>
                <c:pt idx="1300">
                  <c:v>39202</c:v>
                </c:pt>
                <c:pt idx="1301">
                  <c:v>39204</c:v>
                </c:pt>
                <c:pt idx="1302">
                  <c:v>39205</c:v>
                </c:pt>
                <c:pt idx="1303">
                  <c:v>39206</c:v>
                </c:pt>
                <c:pt idx="1304">
                  <c:v>39209</c:v>
                </c:pt>
                <c:pt idx="1305">
                  <c:v>39210</c:v>
                </c:pt>
                <c:pt idx="1306">
                  <c:v>39211</c:v>
                </c:pt>
                <c:pt idx="1307">
                  <c:v>39212</c:v>
                </c:pt>
                <c:pt idx="1308">
                  <c:v>39213</c:v>
                </c:pt>
                <c:pt idx="1309">
                  <c:v>39216</c:v>
                </c:pt>
                <c:pt idx="1310">
                  <c:v>39217</c:v>
                </c:pt>
                <c:pt idx="1311">
                  <c:v>39218</c:v>
                </c:pt>
                <c:pt idx="1312">
                  <c:v>39219</c:v>
                </c:pt>
                <c:pt idx="1313">
                  <c:v>39220</c:v>
                </c:pt>
                <c:pt idx="1314">
                  <c:v>39223</c:v>
                </c:pt>
                <c:pt idx="1315">
                  <c:v>39224</c:v>
                </c:pt>
                <c:pt idx="1316">
                  <c:v>39225</c:v>
                </c:pt>
                <c:pt idx="1317">
                  <c:v>39226</c:v>
                </c:pt>
                <c:pt idx="1318">
                  <c:v>39227</c:v>
                </c:pt>
                <c:pt idx="1319">
                  <c:v>39230</c:v>
                </c:pt>
                <c:pt idx="1320">
                  <c:v>39231</c:v>
                </c:pt>
                <c:pt idx="1321">
                  <c:v>39232</c:v>
                </c:pt>
                <c:pt idx="1322">
                  <c:v>39233</c:v>
                </c:pt>
                <c:pt idx="1323">
                  <c:v>39234</c:v>
                </c:pt>
                <c:pt idx="1324">
                  <c:v>39237</c:v>
                </c:pt>
                <c:pt idx="1325">
                  <c:v>39238</c:v>
                </c:pt>
                <c:pt idx="1326">
                  <c:v>39239</c:v>
                </c:pt>
                <c:pt idx="1327">
                  <c:v>39241</c:v>
                </c:pt>
                <c:pt idx="1328">
                  <c:v>39244</c:v>
                </c:pt>
                <c:pt idx="1329">
                  <c:v>39245</c:v>
                </c:pt>
                <c:pt idx="1330">
                  <c:v>39246</c:v>
                </c:pt>
                <c:pt idx="1331">
                  <c:v>39247</c:v>
                </c:pt>
                <c:pt idx="1332">
                  <c:v>39248</c:v>
                </c:pt>
                <c:pt idx="1333">
                  <c:v>39251</c:v>
                </c:pt>
                <c:pt idx="1334">
                  <c:v>39252</c:v>
                </c:pt>
                <c:pt idx="1335">
                  <c:v>39253</c:v>
                </c:pt>
                <c:pt idx="1336">
                  <c:v>39254</c:v>
                </c:pt>
                <c:pt idx="1337">
                  <c:v>39255</c:v>
                </c:pt>
                <c:pt idx="1338">
                  <c:v>39258</c:v>
                </c:pt>
                <c:pt idx="1339">
                  <c:v>39259</c:v>
                </c:pt>
                <c:pt idx="1340">
                  <c:v>39260</c:v>
                </c:pt>
                <c:pt idx="1341">
                  <c:v>39261</c:v>
                </c:pt>
                <c:pt idx="1342">
                  <c:v>39262</c:v>
                </c:pt>
                <c:pt idx="1343">
                  <c:v>39265</c:v>
                </c:pt>
                <c:pt idx="1344">
                  <c:v>39266</c:v>
                </c:pt>
                <c:pt idx="1345">
                  <c:v>39267</c:v>
                </c:pt>
                <c:pt idx="1346">
                  <c:v>39268</c:v>
                </c:pt>
                <c:pt idx="1347">
                  <c:v>39269</c:v>
                </c:pt>
                <c:pt idx="1348">
                  <c:v>39273</c:v>
                </c:pt>
                <c:pt idx="1349">
                  <c:v>39274</c:v>
                </c:pt>
                <c:pt idx="1350">
                  <c:v>39275</c:v>
                </c:pt>
                <c:pt idx="1351">
                  <c:v>39276</c:v>
                </c:pt>
                <c:pt idx="1352">
                  <c:v>39279</c:v>
                </c:pt>
                <c:pt idx="1353">
                  <c:v>39280</c:v>
                </c:pt>
                <c:pt idx="1354">
                  <c:v>39281</c:v>
                </c:pt>
                <c:pt idx="1355">
                  <c:v>39282</c:v>
                </c:pt>
                <c:pt idx="1356">
                  <c:v>39283</c:v>
                </c:pt>
                <c:pt idx="1357">
                  <c:v>39286</c:v>
                </c:pt>
                <c:pt idx="1358">
                  <c:v>39287</c:v>
                </c:pt>
                <c:pt idx="1359">
                  <c:v>39288</c:v>
                </c:pt>
                <c:pt idx="1360">
                  <c:v>39289</c:v>
                </c:pt>
                <c:pt idx="1361">
                  <c:v>39290</c:v>
                </c:pt>
                <c:pt idx="1362">
                  <c:v>39293</c:v>
                </c:pt>
                <c:pt idx="1363">
                  <c:v>39294</c:v>
                </c:pt>
                <c:pt idx="1364">
                  <c:v>39295</c:v>
                </c:pt>
                <c:pt idx="1365">
                  <c:v>39296</c:v>
                </c:pt>
                <c:pt idx="1366">
                  <c:v>39297</c:v>
                </c:pt>
                <c:pt idx="1367">
                  <c:v>39300</c:v>
                </c:pt>
                <c:pt idx="1368">
                  <c:v>39301</c:v>
                </c:pt>
                <c:pt idx="1369">
                  <c:v>39302</c:v>
                </c:pt>
                <c:pt idx="1370">
                  <c:v>39303</c:v>
                </c:pt>
                <c:pt idx="1371">
                  <c:v>39304</c:v>
                </c:pt>
                <c:pt idx="1372">
                  <c:v>39307</c:v>
                </c:pt>
                <c:pt idx="1373">
                  <c:v>39308</c:v>
                </c:pt>
                <c:pt idx="1374">
                  <c:v>39309</c:v>
                </c:pt>
                <c:pt idx="1375">
                  <c:v>39310</c:v>
                </c:pt>
                <c:pt idx="1376">
                  <c:v>39311</c:v>
                </c:pt>
                <c:pt idx="1377">
                  <c:v>39314</c:v>
                </c:pt>
                <c:pt idx="1378">
                  <c:v>39315</c:v>
                </c:pt>
                <c:pt idx="1379">
                  <c:v>39316</c:v>
                </c:pt>
                <c:pt idx="1380">
                  <c:v>39317</c:v>
                </c:pt>
                <c:pt idx="1381">
                  <c:v>39318</c:v>
                </c:pt>
                <c:pt idx="1382">
                  <c:v>39321</c:v>
                </c:pt>
                <c:pt idx="1383">
                  <c:v>39322</c:v>
                </c:pt>
                <c:pt idx="1384">
                  <c:v>39323</c:v>
                </c:pt>
                <c:pt idx="1385">
                  <c:v>39324</c:v>
                </c:pt>
                <c:pt idx="1386">
                  <c:v>39325</c:v>
                </c:pt>
                <c:pt idx="1387">
                  <c:v>39328</c:v>
                </c:pt>
                <c:pt idx="1388">
                  <c:v>39329</c:v>
                </c:pt>
                <c:pt idx="1389">
                  <c:v>39330</c:v>
                </c:pt>
                <c:pt idx="1390">
                  <c:v>39331</c:v>
                </c:pt>
                <c:pt idx="1391">
                  <c:v>39335</c:v>
                </c:pt>
                <c:pt idx="1392">
                  <c:v>39336</c:v>
                </c:pt>
                <c:pt idx="1393">
                  <c:v>39337</c:v>
                </c:pt>
                <c:pt idx="1394">
                  <c:v>39338</c:v>
                </c:pt>
                <c:pt idx="1395">
                  <c:v>39339</c:v>
                </c:pt>
                <c:pt idx="1396">
                  <c:v>39342</c:v>
                </c:pt>
                <c:pt idx="1397">
                  <c:v>39343</c:v>
                </c:pt>
                <c:pt idx="1398">
                  <c:v>39344</c:v>
                </c:pt>
                <c:pt idx="1399">
                  <c:v>39345</c:v>
                </c:pt>
                <c:pt idx="1400">
                  <c:v>39346</c:v>
                </c:pt>
                <c:pt idx="1401">
                  <c:v>39349</c:v>
                </c:pt>
                <c:pt idx="1402">
                  <c:v>39350</c:v>
                </c:pt>
                <c:pt idx="1403">
                  <c:v>39351</c:v>
                </c:pt>
                <c:pt idx="1404">
                  <c:v>39352</c:v>
                </c:pt>
                <c:pt idx="1405">
                  <c:v>39353</c:v>
                </c:pt>
                <c:pt idx="1406">
                  <c:v>39356</c:v>
                </c:pt>
                <c:pt idx="1407">
                  <c:v>39357</c:v>
                </c:pt>
                <c:pt idx="1408">
                  <c:v>39358</c:v>
                </c:pt>
                <c:pt idx="1409">
                  <c:v>39359</c:v>
                </c:pt>
                <c:pt idx="1410">
                  <c:v>39360</c:v>
                </c:pt>
                <c:pt idx="1411">
                  <c:v>39363</c:v>
                </c:pt>
                <c:pt idx="1412">
                  <c:v>39364</c:v>
                </c:pt>
                <c:pt idx="1413">
                  <c:v>39365</c:v>
                </c:pt>
                <c:pt idx="1414">
                  <c:v>39366</c:v>
                </c:pt>
                <c:pt idx="1415">
                  <c:v>39370</c:v>
                </c:pt>
                <c:pt idx="1416">
                  <c:v>39371</c:v>
                </c:pt>
                <c:pt idx="1417">
                  <c:v>39372</c:v>
                </c:pt>
                <c:pt idx="1418">
                  <c:v>39373</c:v>
                </c:pt>
                <c:pt idx="1419">
                  <c:v>39374</c:v>
                </c:pt>
                <c:pt idx="1420">
                  <c:v>39377</c:v>
                </c:pt>
                <c:pt idx="1421">
                  <c:v>39378</c:v>
                </c:pt>
                <c:pt idx="1422">
                  <c:v>39379</c:v>
                </c:pt>
                <c:pt idx="1423">
                  <c:v>39380</c:v>
                </c:pt>
                <c:pt idx="1424">
                  <c:v>39381</c:v>
                </c:pt>
                <c:pt idx="1425">
                  <c:v>39384</c:v>
                </c:pt>
                <c:pt idx="1426">
                  <c:v>39385</c:v>
                </c:pt>
                <c:pt idx="1427">
                  <c:v>39386</c:v>
                </c:pt>
                <c:pt idx="1428">
                  <c:v>39387</c:v>
                </c:pt>
                <c:pt idx="1429">
                  <c:v>39391</c:v>
                </c:pt>
                <c:pt idx="1430">
                  <c:v>39392</c:v>
                </c:pt>
                <c:pt idx="1431">
                  <c:v>39393</c:v>
                </c:pt>
                <c:pt idx="1432">
                  <c:v>39394</c:v>
                </c:pt>
                <c:pt idx="1433">
                  <c:v>39395</c:v>
                </c:pt>
                <c:pt idx="1434">
                  <c:v>39398</c:v>
                </c:pt>
                <c:pt idx="1435">
                  <c:v>39399</c:v>
                </c:pt>
                <c:pt idx="1436">
                  <c:v>39400</c:v>
                </c:pt>
                <c:pt idx="1437">
                  <c:v>39402</c:v>
                </c:pt>
                <c:pt idx="1438">
                  <c:v>39405</c:v>
                </c:pt>
                <c:pt idx="1439">
                  <c:v>39407</c:v>
                </c:pt>
                <c:pt idx="1440">
                  <c:v>39408</c:v>
                </c:pt>
                <c:pt idx="1441">
                  <c:v>39409</c:v>
                </c:pt>
                <c:pt idx="1442">
                  <c:v>39412</c:v>
                </c:pt>
                <c:pt idx="1443">
                  <c:v>39413</c:v>
                </c:pt>
                <c:pt idx="1444">
                  <c:v>39414</c:v>
                </c:pt>
                <c:pt idx="1445">
                  <c:v>39415</c:v>
                </c:pt>
                <c:pt idx="1446">
                  <c:v>39416</c:v>
                </c:pt>
                <c:pt idx="1447">
                  <c:v>39419</c:v>
                </c:pt>
                <c:pt idx="1448">
                  <c:v>39420</c:v>
                </c:pt>
                <c:pt idx="1449">
                  <c:v>39421</c:v>
                </c:pt>
                <c:pt idx="1450">
                  <c:v>39422</c:v>
                </c:pt>
                <c:pt idx="1451">
                  <c:v>39423</c:v>
                </c:pt>
                <c:pt idx="1452">
                  <c:v>39426</c:v>
                </c:pt>
                <c:pt idx="1453">
                  <c:v>39427</c:v>
                </c:pt>
                <c:pt idx="1454">
                  <c:v>39428</c:v>
                </c:pt>
                <c:pt idx="1455">
                  <c:v>39429</c:v>
                </c:pt>
                <c:pt idx="1456">
                  <c:v>39430</c:v>
                </c:pt>
                <c:pt idx="1457">
                  <c:v>39433</c:v>
                </c:pt>
                <c:pt idx="1458">
                  <c:v>39434</c:v>
                </c:pt>
                <c:pt idx="1459">
                  <c:v>39435</c:v>
                </c:pt>
                <c:pt idx="1460">
                  <c:v>39436</c:v>
                </c:pt>
                <c:pt idx="1461">
                  <c:v>39437</c:v>
                </c:pt>
                <c:pt idx="1462">
                  <c:v>39442</c:v>
                </c:pt>
                <c:pt idx="1463">
                  <c:v>39443</c:v>
                </c:pt>
                <c:pt idx="1464">
                  <c:v>39444</c:v>
                </c:pt>
                <c:pt idx="1465">
                  <c:v>39449</c:v>
                </c:pt>
                <c:pt idx="1466">
                  <c:v>39450</c:v>
                </c:pt>
                <c:pt idx="1467">
                  <c:v>39451</c:v>
                </c:pt>
                <c:pt idx="1468">
                  <c:v>39454</c:v>
                </c:pt>
                <c:pt idx="1469">
                  <c:v>39455</c:v>
                </c:pt>
                <c:pt idx="1470">
                  <c:v>39456</c:v>
                </c:pt>
                <c:pt idx="1471">
                  <c:v>39457</c:v>
                </c:pt>
                <c:pt idx="1472">
                  <c:v>39458</c:v>
                </c:pt>
                <c:pt idx="1473">
                  <c:v>39461</c:v>
                </c:pt>
                <c:pt idx="1474">
                  <c:v>39462</c:v>
                </c:pt>
                <c:pt idx="1475">
                  <c:v>39463</c:v>
                </c:pt>
                <c:pt idx="1476">
                  <c:v>39464</c:v>
                </c:pt>
                <c:pt idx="1477">
                  <c:v>39465</c:v>
                </c:pt>
                <c:pt idx="1478">
                  <c:v>39468</c:v>
                </c:pt>
                <c:pt idx="1479">
                  <c:v>39469</c:v>
                </c:pt>
                <c:pt idx="1480">
                  <c:v>39470</c:v>
                </c:pt>
                <c:pt idx="1481">
                  <c:v>39471</c:v>
                </c:pt>
                <c:pt idx="1482">
                  <c:v>39475</c:v>
                </c:pt>
                <c:pt idx="1483">
                  <c:v>39476</c:v>
                </c:pt>
                <c:pt idx="1484">
                  <c:v>39477</c:v>
                </c:pt>
                <c:pt idx="1485">
                  <c:v>39478</c:v>
                </c:pt>
                <c:pt idx="1486">
                  <c:v>39479</c:v>
                </c:pt>
                <c:pt idx="1487">
                  <c:v>39484</c:v>
                </c:pt>
                <c:pt idx="1488">
                  <c:v>39485</c:v>
                </c:pt>
                <c:pt idx="1489">
                  <c:v>39486</c:v>
                </c:pt>
                <c:pt idx="1490">
                  <c:v>39489</c:v>
                </c:pt>
                <c:pt idx="1491">
                  <c:v>39490</c:v>
                </c:pt>
                <c:pt idx="1492">
                  <c:v>39491</c:v>
                </c:pt>
                <c:pt idx="1493">
                  <c:v>39492</c:v>
                </c:pt>
                <c:pt idx="1494">
                  <c:v>39493</c:v>
                </c:pt>
                <c:pt idx="1495">
                  <c:v>39496</c:v>
                </c:pt>
                <c:pt idx="1496">
                  <c:v>39497</c:v>
                </c:pt>
                <c:pt idx="1497">
                  <c:v>39498</c:v>
                </c:pt>
                <c:pt idx="1498">
                  <c:v>39499</c:v>
                </c:pt>
                <c:pt idx="1499">
                  <c:v>39500</c:v>
                </c:pt>
                <c:pt idx="1500">
                  <c:v>39503</c:v>
                </c:pt>
                <c:pt idx="1501">
                  <c:v>39504</c:v>
                </c:pt>
                <c:pt idx="1502">
                  <c:v>39505</c:v>
                </c:pt>
                <c:pt idx="1503">
                  <c:v>39506</c:v>
                </c:pt>
                <c:pt idx="1504">
                  <c:v>39507</c:v>
                </c:pt>
                <c:pt idx="1505">
                  <c:v>39510</c:v>
                </c:pt>
                <c:pt idx="1506">
                  <c:v>39511</c:v>
                </c:pt>
                <c:pt idx="1507">
                  <c:v>39512</c:v>
                </c:pt>
                <c:pt idx="1508">
                  <c:v>39513</c:v>
                </c:pt>
                <c:pt idx="1509">
                  <c:v>39514</c:v>
                </c:pt>
                <c:pt idx="1510">
                  <c:v>39517</c:v>
                </c:pt>
                <c:pt idx="1511">
                  <c:v>39518</c:v>
                </c:pt>
                <c:pt idx="1512">
                  <c:v>39519</c:v>
                </c:pt>
                <c:pt idx="1513">
                  <c:v>39520</c:v>
                </c:pt>
                <c:pt idx="1514">
                  <c:v>39521</c:v>
                </c:pt>
                <c:pt idx="1515">
                  <c:v>39524</c:v>
                </c:pt>
                <c:pt idx="1516">
                  <c:v>39525</c:v>
                </c:pt>
                <c:pt idx="1517">
                  <c:v>39526</c:v>
                </c:pt>
                <c:pt idx="1518">
                  <c:v>39527</c:v>
                </c:pt>
                <c:pt idx="1519">
                  <c:v>39531</c:v>
                </c:pt>
                <c:pt idx="1520">
                  <c:v>39532</c:v>
                </c:pt>
                <c:pt idx="1521">
                  <c:v>39533</c:v>
                </c:pt>
                <c:pt idx="1522">
                  <c:v>39534</c:v>
                </c:pt>
                <c:pt idx="1523">
                  <c:v>39535</c:v>
                </c:pt>
                <c:pt idx="1524">
                  <c:v>39538</c:v>
                </c:pt>
                <c:pt idx="1525">
                  <c:v>39539</c:v>
                </c:pt>
                <c:pt idx="1526">
                  <c:v>39540</c:v>
                </c:pt>
                <c:pt idx="1527">
                  <c:v>39541</c:v>
                </c:pt>
                <c:pt idx="1528">
                  <c:v>39542</c:v>
                </c:pt>
                <c:pt idx="1529">
                  <c:v>39545</c:v>
                </c:pt>
                <c:pt idx="1530">
                  <c:v>39546</c:v>
                </c:pt>
                <c:pt idx="1531">
                  <c:v>39547</c:v>
                </c:pt>
                <c:pt idx="1532">
                  <c:v>39548</c:v>
                </c:pt>
                <c:pt idx="1533">
                  <c:v>39549</c:v>
                </c:pt>
                <c:pt idx="1534">
                  <c:v>39552</c:v>
                </c:pt>
                <c:pt idx="1535">
                  <c:v>39553</c:v>
                </c:pt>
                <c:pt idx="1536">
                  <c:v>39554</c:v>
                </c:pt>
                <c:pt idx="1537">
                  <c:v>39555</c:v>
                </c:pt>
                <c:pt idx="1538">
                  <c:v>39556</c:v>
                </c:pt>
                <c:pt idx="1539">
                  <c:v>39560</c:v>
                </c:pt>
                <c:pt idx="1540">
                  <c:v>39561</c:v>
                </c:pt>
                <c:pt idx="1541">
                  <c:v>39562</c:v>
                </c:pt>
                <c:pt idx="1542">
                  <c:v>39563</c:v>
                </c:pt>
                <c:pt idx="1543">
                  <c:v>39566</c:v>
                </c:pt>
                <c:pt idx="1544">
                  <c:v>39567</c:v>
                </c:pt>
                <c:pt idx="1545">
                  <c:v>39568</c:v>
                </c:pt>
                <c:pt idx="1546">
                  <c:v>39570</c:v>
                </c:pt>
                <c:pt idx="1547">
                  <c:v>39573</c:v>
                </c:pt>
                <c:pt idx="1548">
                  <c:v>39574</c:v>
                </c:pt>
                <c:pt idx="1549">
                  <c:v>39575</c:v>
                </c:pt>
                <c:pt idx="1550">
                  <c:v>39576</c:v>
                </c:pt>
                <c:pt idx="1551">
                  <c:v>39577</c:v>
                </c:pt>
                <c:pt idx="1552">
                  <c:v>39580</c:v>
                </c:pt>
                <c:pt idx="1553">
                  <c:v>39581</c:v>
                </c:pt>
                <c:pt idx="1554">
                  <c:v>39582</c:v>
                </c:pt>
                <c:pt idx="1555">
                  <c:v>39583</c:v>
                </c:pt>
                <c:pt idx="1556">
                  <c:v>39584</c:v>
                </c:pt>
                <c:pt idx="1557">
                  <c:v>39587</c:v>
                </c:pt>
                <c:pt idx="1558">
                  <c:v>39588</c:v>
                </c:pt>
                <c:pt idx="1559">
                  <c:v>39589</c:v>
                </c:pt>
                <c:pt idx="1560">
                  <c:v>39591</c:v>
                </c:pt>
                <c:pt idx="1561">
                  <c:v>39594</c:v>
                </c:pt>
                <c:pt idx="1562">
                  <c:v>39595</c:v>
                </c:pt>
                <c:pt idx="1563">
                  <c:v>39596</c:v>
                </c:pt>
                <c:pt idx="1564">
                  <c:v>39597</c:v>
                </c:pt>
                <c:pt idx="1565">
                  <c:v>39598</c:v>
                </c:pt>
                <c:pt idx="1566">
                  <c:v>39601</c:v>
                </c:pt>
                <c:pt idx="1567">
                  <c:v>39602</c:v>
                </c:pt>
                <c:pt idx="1568">
                  <c:v>39603</c:v>
                </c:pt>
                <c:pt idx="1569">
                  <c:v>39604</c:v>
                </c:pt>
                <c:pt idx="1570">
                  <c:v>39605</c:v>
                </c:pt>
                <c:pt idx="1571">
                  <c:v>39608</c:v>
                </c:pt>
                <c:pt idx="1572">
                  <c:v>39609</c:v>
                </c:pt>
                <c:pt idx="1573">
                  <c:v>39610</c:v>
                </c:pt>
                <c:pt idx="1574">
                  <c:v>39611</c:v>
                </c:pt>
                <c:pt idx="1575">
                  <c:v>39612</c:v>
                </c:pt>
                <c:pt idx="1576">
                  <c:v>39615</c:v>
                </c:pt>
                <c:pt idx="1577">
                  <c:v>39616</c:v>
                </c:pt>
                <c:pt idx="1578">
                  <c:v>39617</c:v>
                </c:pt>
                <c:pt idx="1579">
                  <c:v>39618</c:v>
                </c:pt>
                <c:pt idx="1580">
                  <c:v>39619</c:v>
                </c:pt>
                <c:pt idx="1581">
                  <c:v>39622</c:v>
                </c:pt>
                <c:pt idx="1582">
                  <c:v>39623</c:v>
                </c:pt>
                <c:pt idx="1583">
                  <c:v>39624</c:v>
                </c:pt>
                <c:pt idx="1584">
                  <c:v>39625</c:v>
                </c:pt>
                <c:pt idx="1585">
                  <c:v>39626</c:v>
                </c:pt>
                <c:pt idx="1586">
                  <c:v>39629</c:v>
                </c:pt>
                <c:pt idx="1587">
                  <c:v>39630</c:v>
                </c:pt>
                <c:pt idx="1588">
                  <c:v>39631</c:v>
                </c:pt>
                <c:pt idx="1589">
                  <c:v>39632</c:v>
                </c:pt>
                <c:pt idx="1590">
                  <c:v>39633</c:v>
                </c:pt>
                <c:pt idx="1591">
                  <c:v>39636</c:v>
                </c:pt>
                <c:pt idx="1592">
                  <c:v>39637</c:v>
                </c:pt>
                <c:pt idx="1593">
                  <c:v>39639</c:v>
                </c:pt>
                <c:pt idx="1594">
                  <c:v>39640</c:v>
                </c:pt>
                <c:pt idx="1595">
                  <c:v>39643</c:v>
                </c:pt>
                <c:pt idx="1596">
                  <c:v>39644</c:v>
                </c:pt>
                <c:pt idx="1597">
                  <c:v>39645</c:v>
                </c:pt>
                <c:pt idx="1598">
                  <c:v>39646</c:v>
                </c:pt>
                <c:pt idx="1599">
                  <c:v>39647</c:v>
                </c:pt>
                <c:pt idx="1600">
                  <c:v>39650</c:v>
                </c:pt>
                <c:pt idx="1601">
                  <c:v>39651</c:v>
                </c:pt>
                <c:pt idx="1602">
                  <c:v>39652</c:v>
                </c:pt>
                <c:pt idx="1603">
                  <c:v>39653</c:v>
                </c:pt>
                <c:pt idx="1604">
                  <c:v>39654</c:v>
                </c:pt>
                <c:pt idx="1605">
                  <c:v>39657</c:v>
                </c:pt>
                <c:pt idx="1606">
                  <c:v>39658</c:v>
                </c:pt>
                <c:pt idx="1607">
                  <c:v>39659</c:v>
                </c:pt>
                <c:pt idx="1608">
                  <c:v>39660</c:v>
                </c:pt>
                <c:pt idx="1609">
                  <c:v>39661</c:v>
                </c:pt>
                <c:pt idx="1610">
                  <c:v>39664</c:v>
                </c:pt>
                <c:pt idx="1611">
                  <c:v>39665</c:v>
                </c:pt>
                <c:pt idx="1612">
                  <c:v>39666</c:v>
                </c:pt>
                <c:pt idx="1613">
                  <c:v>39667</c:v>
                </c:pt>
                <c:pt idx="1614">
                  <c:v>39668</c:v>
                </c:pt>
                <c:pt idx="1615">
                  <c:v>39671</c:v>
                </c:pt>
                <c:pt idx="1616">
                  <c:v>39672</c:v>
                </c:pt>
                <c:pt idx="1617">
                  <c:v>39673</c:v>
                </c:pt>
                <c:pt idx="1618">
                  <c:v>39674</c:v>
                </c:pt>
                <c:pt idx="1619">
                  <c:v>39675</c:v>
                </c:pt>
                <c:pt idx="1620">
                  <c:v>39678</c:v>
                </c:pt>
                <c:pt idx="1621">
                  <c:v>39679</c:v>
                </c:pt>
                <c:pt idx="1622">
                  <c:v>39680</c:v>
                </c:pt>
                <c:pt idx="1623">
                  <c:v>39681</c:v>
                </c:pt>
                <c:pt idx="1624">
                  <c:v>39682</c:v>
                </c:pt>
                <c:pt idx="1625">
                  <c:v>39685</c:v>
                </c:pt>
                <c:pt idx="1626">
                  <c:v>39686</c:v>
                </c:pt>
                <c:pt idx="1627">
                  <c:v>39687</c:v>
                </c:pt>
                <c:pt idx="1628">
                  <c:v>39688</c:v>
                </c:pt>
                <c:pt idx="1629">
                  <c:v>39689</c:v>
                </c:pt>
                <c:pt idx="1630">
                  <c:v>39692</c:v>
                </c:pt>
                <c:pt idx="1631">
                  <c:v>39693</c:v>
                </c:pt>
                <c:pt idx="1632">
                  <c:v>39694</c:v>
                </c:pt>
                <c:pt idx="1633">
                  <c:v>39695</c:v>
                </c:pt>
                <c:pt idx="1634">
                  <c:v>39696</c:v>
                </c:pt>
                <c:pt idx="1635">
                  <c:v>39699</c:v>
                </c:pt>
                <c:pt idx="1636">
                  <c:v>39700</c:v>
                </c:pt>
                <c:pt idx="1637">
                  <c:v>39701</c:v>
                </c:pt>
                <c:pt idx="1638">
                  <c:v>39702</c:v>
                </c:pt>
                <c:pt idx="1639">
                  <c:v>39703</c:v>
                </c:pt>
                <c:pt idx="1640">
                  <c:v>39706</c:v>
                </c:pt>
                <c:pt idx="1641">
                  <c:v>39707</c:v>
                </c:pt>
                <c:pt idx="1642">
                  <c:v>39708</c:v>
                </c:pt>
                <c:pt idx="1643">
                  <c:v>39709</c:v>
                </c:pt>
                <c:pt idx="1644">
                  <c:v>39710</c:v>
                </c:pt>
                <c:pt idx="1645">
                  <c:v>39713</c:v>
                </c:pt>
                <c:pt idx="1646">
                  <c:v>39714</c:v>
                </c:pt>
                <c:pt idx="1647">
                  <c:v>39715</c:v>
                </c:pt>
                <c:pt idx="1648">
                  <c:v>39716</c:v>
                </c:pt>
                <c:pt idx="1649">
                  <c:v>39717</c:v>
                </c:pt>
                <c:pt idx="1650">
                  <c:v>39720</c:v>
                </c:pt>
                <c:pt idx="1651">
                  <c:v>39721</c:v>
                </c:pt>
                <c:pt idx="1652">
                  <c:v>39722</c:v>
                </c:pt>
                <c:pt idx="1653">
                  <c:v>39723</c:v>
                </c:pt>
                <c:pt idx="1654">
                  <c:v>39724</c:v>
                </c:pt>
                <c:pt idx="1655">
                  <c:v>39727</c:v>
                </c:pt>
                <c:pt idx="1656">
                  <c:v>39728</c:v>
                </c:pt>
                <c:pt idx="1657">
                  <c:v>39729</c:v>
                </c:pt>
                <c:pt idx="1658">
                  <c:v>39730</c:v>
                </c:pt>
                <c:pt idx="1659">
                  <c:v>39731</c:v>
                </c:pt>
                <c:pt idx="1660">
                  <c:v>39734</c:v>
                </c:pt>
                <c:pt idx="1661">
                  <c:v>39735</c:v>
                </c:pt>
                <c:pt idx="1662">
                  <c:v>39736</c:v>
                </c:pt>
                <c:pt idx="1663">
                  <c:v>39737</c:v>
                </c:pt>
                <c:pt idx="1664">
                  <c:v>39738</c:v>
                </c:pt>
                <c:pt idx="1665">
                  <c:v>39741</c:v>
                </c:pt>
                <c:pt idx="1666">
                  <c:v>39742</c:v>
                </c:pt>
                <c:pt idx="1667">
                  <c:v>39743</c:v>
                </c:pt>
                <c:pt idx="1668">
                  <c:v>39744</c:v>
                </c:pt>
                <c:pt idx="1669">
                  <c:v>39745</c:v>
                </c:pt>
                <c:pt idx="1670">
                  <c:v>39748</c:v>
                </c:pt>
                <c:pt idx="1671">
                  <c:v>39749</c:v>
                </c:pt>
                <c:pt idx="1672">
                  <c:v>39750</c:v>
                </c:pt>
                <c:pt idx="1673">
                  <c:v>39751</c:v>
                </c:pt>
                <c:pt idx="1674">
                  <c:v>39752</c:v>
                </c:pt>
                <c:pt idx="1675">
                  <c:v>39755</c:v>
                </c:pt>
                <c:pt idx="1676">
                  <c:v>39756</c:v>
                </c:pt>
                <c:pt idx="1677">
                  <c:v>39757</c:v>
                </c:pt>
                <c:pt idx="1678">
                  <c:v>39758</c:v>
                </c:pt>
                <c:pt idx="1679">
                  <c:v>39759</c:v>
                </c:pt>
                <c:pt idx="1680">
                  <c:v>39762</c:v>
                </c:pt>
                <c:pt idx="1681">
                  <c:v>39763</c:v>
                </c:pt>
                <c:pt idx="1682">
                  <c:v>39764</c:v>
                </c:pt>
                <c:pt idx="1683">
                  <c:v>39765</c:v>
                </c:pt>
                <c:pt idx="1684">
                  <c:v>39766</c:v>
                </c:pt>
                <c:pt idx="1685">
                  <c:v>39769</c:v>
                </c:pt>
                <c:pt idx="1686">
                  <c:v>39770</c:v>
                </c:pt>
                <c:pt idx="1687">
                  <c:v>39771</c:v>
                </c:pt>
                <c:pt idx="1688">
                  <c:v>39773</c:v>
                </c:pt>
                <c:pt idx="1689">
                  <c:v>39776</c:v>
                </c:pt>
                <c:pt idx="1690">
                  <c:v>39777</c:v>
                </c:pt>
                <c:pt idx="1691">
                  <c:v>39778</c:v>
                </c:pt>
                <c:pt idx="1692">
                  <c:v>39779</c:v>
                </c:pt>
                <c:pt idx="1693">
                  <c:v>39780</c:v>
                </c:pt>
                <c:pt idx="1694">
                  <c:v>39783</c:v>
                </c:pt>
                <c:pt idx="1695">
                  <c:v>39784</c:v>
                </c:pt>
                <c:pt idx="1696">
                  <c:v>39785</c:v>
                </c:pt>
                <c:pt idx="1697">
                  <c:v>39786</c:v>
                </c:pt>
                <c:pt idx="1698">
                  <c:v>39787</c:v>
                </c:pt>
                <c:pt idx="1699">
                  <c:v>39790</c:v>
                </c:pt>
                <c:pt idx="1700">
                  <c:v>39791</c:v>
                </c:pt>
                <c:pt idx="1701">
                  <c:v>39792</c:v>
                </c:pt>
                <c:pt idx="1702">
                  <c:v>39793</c:v>
                </c:pt>
                <c:pt idx="1703">
                  <c:v>39794</c:v>
                </c:pt>
                <c:pt idx="1704">
                  <c:v>39797</c:v>
                </c:pt>
                <c:pt idx="1705">
                  <c:v>39798</c:v>
                </c:pt>
                <c:pt idx="1706">
                  <c:v>39799</c:v>
                </c:pt>
                <c:pt idx="1707">
                  <c:v>39800</c:v>
                </c:pt>
                <c:pt idx="1708">
                  <c:v>39801</c:v>
                </c:pt>
                <c:pt idx="1709">
                  <c:v>39804</c:v>
                </c:pt>
                <c:pt idx="1710">
                  <c:v>39805</c:v>
                </c:pt>
                <c:pt idx="1711">
                  <c:v>39808</c:v>
                </c:pt>
                <c:pt idx="1712">
                  <c:v>39811</c:v>
                </c:pt>
                <c:pt idx="1713">
                  <c:v>39812</c:v>
                </c:pt>
                <c:pt idx="1714">
                  <c:v>39815</c:v>
                </c:pt>
                <c:pt idx="1715">
                  <c:v>39818</c:v>
                </c:pt>
                <c:pt idx="1716">
                  <c:v>39819</c:v>
                </c:pt>
                <c:pt idx="1717">
                  <c:v>39820</c:v>
                </c:pt>
                <c:pt idx="1718">
                  <c:v>39821</c:v>
                </c:pt>
                <c:pt idx="1719">
                  <c:v>39822</c:v>
                </c:pt>
                <c:pt idx="1720">
                  <c:v>39825</c:v>
                </c:pt>
                <c:pt idx="1721">
                  <c:v>39826</c:v>
                </c:pt>
                <c:pt idx="1722">
                  <c:v>39827</c:v>
                </c:pt>
                <c:pt idx="1723">
                  <c:v>39828</c:v>
                </c:pt>
                <c:pt idx="1724">
                  <c:v>39829</c:v>
                </c:pt>
                <c:pt idx="1725">
                  <c:v>39832</c:v>
                </c:pt>
                <c:pt idx="1726">
                  <c:v>39833</c:v>
                </c:pt>
                <c:pt idx="1727">
                  <c:v>39834</c:v>
                </c:pt>
                <c:pt idx="1728">
                  <c:v>39835</c:v>
                </c:pt>
                <c:pt idx="1729">
                  <c:v>39836</c:v>
                </c:pt>
                <c:pt idx="1730">
                  <c:v>39839</c:v>
                </c:pt>
                <c:pt idx="1731">
                  <c:v>39840</c:v>
                </c:pt>
                <c:pt idx="1732">
                  <c:v>39841</c:v>
                </c:pt>
                <c:pt idx="1733">
                  <c:v>39842</c:v>
                </c:pt>
                <c:pt idx="1734">
                  <c:v>39843</c:v>
                </c:pt>
                <c:pt idx="1735">
                  <c:v>39846</c:v>
                </c:pt>
                <c:pt idx="1736">
                  <c:v>39847</c:v>
                </c:pt>
                <c:pt idx="1737">
                  <c:v>39848</c:v>
                </c:pt>
                <c:pt idx="1738">
                  <c:v>39849</c:v>
                </c:pt>
                <c:pt idx="1739">
                  <c:v>39850</c:v>
                </c:pt>
                <c:pt idx="1740">
                  <c:v>39853</c:v>
                </c:pt>
                <c:pt idx="1741">
                  <c:v>39854</c:v>
                </c:pt>
                <c:pt idx="1742">
                  <c:v>39855</c:v>
                </c:pt>
                <c:pt idx="1743">
                  <c:v>39856</c:v>
                </c:pt>
                <c:pt idx="1744">
                  <c:v>39857</c:v>
                </c:pt>
                <c:pt idx="1745">
                  <c:v>39860</c:v>
                </c:pt>
                <c:pt idx="1746">
                  <c:v>39861</c:v>
                </c:pt>
                <c:pt idx="1747">
                  <c:v>39862</c:v>
                </c:pt>
                <c:pt idx="1748">
                  <c:v>39863</c:v>
                </c:pt>
                <c:pt idx="1749">
                  <c:v>39864</c:v>
                </c:pt>
                <c:pt idx="1750">
                  <c:v>39869</c:v>
                </c:pt>
                <c:pt idx="1751">
                  <c:v>39870</c:v>
                </c:pt>
                <c:pt idx="1752">
                  <c:v>39871</c:v>
                </c:pt>
                <c:pt idx="1753">
                  <c:v>39874</c:v>
                </c:pt>
                <c:pt idx="1754">
                  <c:v>39875</c:v>
                </c:pt>
                <c:pt idx="1755">
                  <c:v>39876</c:v>
                </c:pt>
                <c:pt idx="1756">
                  <c:v>39877</c:v>
                </c:pt>
                <c:pt idx="1757">
                  <c:v>39878</c:v>
                </c:pt>
                <c:pt idx="1758">
                  <c:v>39881</c:v>
                </c:pt>
                <c:pt idx="1759">
                  <c:v>39882</c:v>
                </c:pt>
                <c:pt idx="1760">
                  <c:v>39883</c:v>
                </c:pt>
                <c:pt idx="1761">
                  <c:v>39884</c:v>
                </c:pt>
                <c:pt idx="1762">
                  <c:v>39885</c:v>
                </c:pt>
                <c:pt idx="1763">
                  <c:v>39888</c:v>
                </c:pt>
                <c:pt idx="1764">
                  <c:v>39889</c:v>
                </c:pt>
                <c:pt idx="1765">
                  <c:v>39890</c:v>
                </c:pt>
                <c:pt idx="1766">
                  <c:v>39891</c:v>
                </c:pt>
                <c:pt idx="1767">
                  <c:v>39892</c:v>
                </c:pt>
                <c:pt idx="1768">
                  <c:v>39895</c:v>
                </c:pt>
                <c:pt idx="1769">
                  <c:v>39896</c:v>
                </c:pt>
                <c:pt idx="1770">
                  <c:v>39897</c:v>
                </c:pt>
                <c:pt idx="1771">
                  <c:v>39898</c:v>
                </c:pt>
                <c:pt idx="1772">
                  <c:v>39899</c:v>
                </c:pt>
                <c:pt idx="1773">
                  <c:v>39902</c:v>
                </c:pt>
                <c:pt idx="1774">
                  <c:v>39903</c:v>
                </c:pt>
                <c:pt idx="1775">
                  <c:v>39904</c:v>
                </c:pt>
                <c:pt idx="1776">
                  <c:v>39905</c:v>
                </c:pt>
                <c:pt idx="1777">
                  <c:v>39906</c:v>
                </c:pt>
                <c:pt idx="1778">
                  <c:v>39909</c:v>
                </c:pt>
                <c:pt idx="1779">
                  <c:v>39910</c:v>
                </c:pt>
                <c:pt idx="1780">
                  <c:v>39911</c:v>
                </c:pt>
                <c:pt idx="1781">
                  <c:v>39912</c:v>
                </c:pt>
                <c:pt idx="1782">
                  <c:v>39916</c:v>
                </c:pt>
                <c:pt idx="1783">
                  <c:v>39917</c:v>
                </c:pt>
                <c:pt idx="1784">
                  <c:v>39918</c:v>
                </c:pt>
                <c:pt idx="1785">
                  <c:v>39919</c:v>
                </c:pt>
                <c:pt idx="1786">
                  <c:v>39920</c:v>
                </c:pt>
                <c:pt idx="1787">
                  <c:v>39923</c:v>
                </c:pt>
                <c:pt idx="1788">
                  <c:v>39925</c:v>
                </c:pt>
                <c:pt idx="1789">
                  <c:v>39926</c:v>
                </c:pt>
                <c:pt idx="1790">
                  <c:v>39927</c:v>
                </c:pt>
                <c:pt idx="1791">
                  <c:v>39930</c:v>
                </c:pt>
                <c:pt idx="1792">
                  <c:v>39931</c:v>
                </c:pt>
                <c:pt idx="1793">
                  <c:v>39932</c:v>
                </c:pt>
                <c:pt idx="1794">
                  <c:v>39933</c:v>
                </c:pt>
                <c:pt idx="1795">
                  <c:v>39937</c:v>
                </c:pt>
                <c:pt idx="1796">
                  <c:v>39938</c:v>
                </c:pt>
                <c:pt idx="1797">
                  <c:v>39939</c:v>
                </c:pt>
                <c:pt idx="1798">
                  <c:v>39940</c:v>
                </c:pt>
                <c:pt idx="1799">
                  <c:v>39941</c:v>
                </c:pt>
                <c:pt idx="1800">
                  <c:v>39944</c:v>
                </c:pt>
                <c:pt idx="1801">
                  <c:v>39945</c:v>
                </c:pt>
                <c:pt idx="1802">
                  <c:v>39946</c:v>
                </c:pt>
                <c:pt idx="1803">
                  <c:v>39947</c:v>
                </c:pt>
                <c:pt idx="1804">
                  <c:v>39948</c:v>
                </c:pt>
                <c:pt idx="1805">
                  <c:v>39951</c:v>
                </c:pt>
                <c:pt idx="1806">
                  <c:v>39952</c:v>
                </c:pt>
                <c:pt idx="1807">
                  <c:v>39953</c:v>
                </c:pt>
                <c:pt idx="1808">
                  <c:v>39954</c:v>
                </c:pt>
                <c:pt idx="1809">
                  <c:v>39955</c:v>
                </c:pt>
                <c:pt idx="1810">
                  <c:v>39958</c:v>
                </c:pt>
                <c:pt idx="1811">
                  <c:v>39959</c:v>
                </c:pt>
                <c:pt idx="1812">
                  <c:v>39960</c:v>
                </c:pt>
                <c:pt idx="1813">
                  <c:v>39961</c:v>
                </c:pt>
                <c:pt idx="1814">
                  <c:v>39962</c:v>
                </c:pt>
                <c:pt idx="1815">
                  <c:v>39965</c:v>
                </c:pt>
                <c:pt idx="1816">
                  <c:v>39966</c:v>
                </c:pt>
                <c:pt idx="1817">
                  <c:v>39967</c:v>
                </c:pt>
                <c:pt idx="1818">
                  <c:v>39968</c:v>
                </c:pt>
                <c:pt idx="1819">
                  <c:v>39969</c:v>
                </c:pt>
                <c:pt idx="1820">
                  <c:v>39972</c:v>
                </c:pt>
                <c:pt idx="1821">
                  <c:v>39973</c:v>
                </c:pt>
                <c:pt idx="1822">
                  <c:v>39974</c:v>
                </c:pt>
                <c:pt idx="1823">
                  <c:v>39976</c:v>
                </c:pt>
                <c:pt idx="1824">
                  <c:v>39979</c:v>
                </c:pt>
                <c:pt idx="1825">
                  <c:v>39980</c:v>
                </c:pt>
                <c:pt idx="1826">
                  <c:v>39981</c:v>
                </c:pt>
                <c:pt idx="1827">
                  <c:v>39982</c:v>
                </c:pt>
                <c:pt idx="1828">
                  <c:v>39983</c:v>
                </c:pt>
                <c:pt idx="1829">
                  <c:v>39986</c:v>
                </c:pt>
                <c:pt idx="1830">
                  <c:v>39987</c:v>
                </c:pt>
                <c:pt idx="1831">
                  <c:v>39988</c:v>
                </c:pt>
                <c:pt idx="1832">
                  <c:v>39989</c:v>
                </c:pt>
                <c:pt idx="1833">
                  <c:v>39990</c:v>
                </c:pt>
                <c:pt idx="1834">
                  <c:v>39993</c:v>
                </c:pt>
                <c:pt idx="1835">
                  <c:v>39994</c:v>
                </c:pt>
                <c:pt idx="1836">
                  <c:v>39995</c:v>
                </c:pt>
                <c:pt idx="1837">
                  <c:v>39996</c:v>
                </c:pt>
                <c:pt idx="1838">
                  <c:v>39997</c:v>
                </c:pt>
                <c:pt idx="1839">
                  <c:v>40000</c:v>
                </c:pt>
                <c:pt idx="1840">
                  <c:v>40001</c:v>
                </c:pt>
                <c:pt idx="1841">
                  <c:v>40002</c:v>
                </c:pt>
                <c:pt idx="1842">
                  <c:v>40004</c:v>
                </c:pt>
                <c:pt idx="1843">
                  <c:v>40007</c:v>
                </c:pt>
                <c:pt idx="1844">
                  <c:v>40008</c:v>
                </c:pt>
                <c:pt idx="1845">
                  <c:v>40009</c:v>
                </c:pt>
                <c:pt idx="1846">
                  <c:v>40010</c:v>
                </c:pt>
                <c:pt idx="1847">
                  <c:v>40011</c:v>
                </c:pt>
                <c:pt idx="1848">
                  <c:v>40014</c:v>
                </c:pt>
                <c:pt idx="1849">
                  <c:v>40015</c:v>
                </c:pt>
                <c:pt idx="1850">
                  <c:v>40016</c:v>
                </c:pt>
                <c:pt idx="1851">
                  <c:v>40017</c:v>
                </c:pt>
                <c:pt idx="1852">
                  <c:v>40018</c:v>
                </c:pt>
                <c:pt idx="1853">
                  <c:v>40021</c:v>
                </c:pt>
                <c:pt idx="1854">
                  <c:v>40022</c:v>
                </c:pt>
                <c:pt idx="1855">
                  <c:v>40023</c:v>
                </c:pt>
                <c:pt idx="1856">
                  <c:v>40024</c:v>
                </c:pt>
                <c:pt idx="1857">
                  <c:v>40025</c:v>
                </c:pt>
                <c:pt idx="1858">
                  <c:v>40028</c:v>
                </c:pt>
                <c:pt idx="1859">
                  <c:v>40029</c:v>
                </c:pt>
                <c:pt idx="1860">
                  <c:v>40030</c:v>
                </c:pt>
                <c:pt idx="1861">
                  <c:v>40031</c:v>
                </c:pt>
                <c:pt idx="1862">
                  <c:v>40032</c:v>
                </c:pt>
                <c:pt idx="1863">
                  <c:v>40035</c:v>
                </c:pt>
                <c:pt idx="1864">
                  <c:v>40036</c:v>
                </c:pt>
                <c:pt idx="1865">
                  <c:v>40037</c:v>
                </c:pt>
                <c:pt idx="1866">
                  <c:v>40038</c:v>
                </c:pt>
                <c:pt idx="1867">
                  <c:v>40039</c:v>
                </c:pt>
                <c:pt idx="1868">
                  <c:v>40042</c:v>
                </c:pt>
                <c:pt idx="1869">
                  <c:v>40043</c:v>
                </c:pt>
                <c:pt idx="1870">
                  <c:v>40044</c:v>
                </c:pt>
                <c:pt idx="1871">
                  <c:v>40045</c:v>
                </c:pt>
                <c:pt idx="1872">
                  <c:v>40046</c:v>
                </c:pt>
                <c:pt idx="1873">
                  <c:v>40049</c:v>
                </c:pt>
                <c:pt idx="1874">
                  <c:v>40050</c:v>
                </c:pt>
                <c:pt idx="1875">
                  <c:v>40051</c:v>
                </c:pt>
                <c:pt idx="1876">
                  <c:v>40052</c:v>
                </c:pt>
                <c:pt idx="1877">
                  <c:v>40053</c:v>
                </c:pt>
                <c:pt idx="1878">
                  <c:v>40056</c:v>
                </c:pt>
                <c:pt idx="1879">
                  <c:v>40057</c:v>
                </c:pt>
                <c:pt idx="1880">
                  <c:v>40058</c:v>
                </c:pt>
                <c:pt idx="1881">
                  <c:v>40059</c:v>
                </c:pt>
                <c:pt idx="1882">
                  <c:v>40060</c:v>
                </c:pt>
                <c:pt idx="1883">
                  <c:v>40064</c:v>
                </c:pt>
                <c:pt idx="1884">
                  <c:v>40065</c:v>
                </c:pt>
                <c:pt idx="1885">
                  <c:v>40066</c:v>
                </c:pt>
                <c:pt idx="1886">
                  <c:v>40067</c:v>
                </c:pt>
                <c:pt idx="1887">
                  <c:v>40070</c:v>
                </c:pt>
                <c:pt idx="1888">
                  <c:v>40071</c:v>
                </c:pt>
                <c:pt idx="1889">
                  <c:v>40072</c:v>
                </c:pt>
                <c:pt idx="1890">
                  <c:v>40073</c:v>
                </c:pt>
                <c:pt idx="1891">
                  <c:v>40074</c:v>
                </c:pt>
                <c:pt idx="1892">
                  <c:v>40077</c:v>
                </c:pt>
                <c:pt idx="1893">
                  <c:v>40078</c:v>
                </c:pt>
                <c:pt idx="1894">
                  <c:v>40079</c:v>
                </c:pt>
                <c:pt idx="1895">
                  <c:v>40080</c:v>
                </c:pt>
                <c:pt idx="1896">
                  <c:v>40081</c:v>
                </c:pt>
                <c:pt idx="1897">
                  <c:v>40084</c:v>
                </c:pt>
                <c:pt idx="1898">
                  <c:v>40085</c:v>
                </c:pt>
                <c:pt idx="1899">
                  <c:v>40086</c:v>
                </c:pt>
                <c:pt idx="1900">
                  <c:v>40087</c:v>
                </c:pt>
                <c:pt idx="1901">
                  <c:v>40088</c:v>
                </c:pt>
                <c:pt idx="1902">
                  <c:v>40091</c:v>
                </c:pt>
                <c:pt idx="1903">
                  <c:v>40092</c:v>
                </c:pt>
                <c:pt idx="1904">
                  <c:v>40093</c:v>
                </c:pt>
                <c:pt idx="1905">
                  <c:v>40094</c:v>
                </c:pt>
                <c:pt idx="1906">
                  <c:v>40095</c:v>
                </c:pt>
                <c:pt idx="1907">
                  <c:v>40099</c:v>
                </c:pt>
                <c:pt idx="1908">
                  <c:v>40100</c:v>
                </c:pt>
                <c:pt idx="1909">
                  <c:v>40101</c:v>
                </c:pt>
                <c:pt idx="1910">
                  <c:v>40102</c:v>
                </c:pt>
                <c:pt idx="1911">
                  <c:v>40105</c:v>
                </c:pt>
                <c:pt idx="1912">
                  <c:v>40106</c:v>
                </c:pt>
                <c:pt idx="1913">
                  <c:v>40107</c:v>
                </c:pt>
                <c:pt idx="1914">
                  <c:v>40108</c:v>
                </c:pt>
                <c:pt idx="1915">
                  <c:v>40109</c:v>
                </c:pt>
                <c:pt idx="1916">
                  <c:v>40112</c:v>
                </c:pt>
                <c:pt idx="1917">
                  <c:v>40113</c:v>
                </c:pt>
                <c:pt idx="1918">
                  <c:v>40114</c:v>
                </c:pt>
                <c:pt idx="1919">
                  <c:v>40115</c:v>
                </c:pt>
                <c:pt idx="1920">
                  <c:v>40116</c:v>
                </c:pt>
                <c:pt idx="1921">
                  <c:v>40120</c:v>
                </c:pt>
                <c:pt idx="1922">
                  <c:v>40121</c:v>
                </c:pt>
                <c:pt idx="1923">
                  <c:v>40122</c:v>
                </c:pt>
                <c:pt idx="1924">
                  <c:v>40123</c:v>
                </c:pt>
                <c:pt idx="1925">
                  <c:v>40126</c:v>
                </c:pt>
                <c:pt idx="1926">
                  <c:v>40127</c:v>
                </c:pt>
                <c:pt idx="1927">
                  <c:v>40128</c:v>
                </c:pt>
                <c:pt idx="1928">
                  <c:v>40129</c:v>
                </c:pt>
                <c:pt idx="1929">
                  <c:v>40130</c:v>
                </c:pt>
                <c:pt idx="1930">
                  <c:v>40133</c:v>
                </c:pt>
                <c:pt idx="1931">
                  <c:v>40134</c:v>
                </c:pt>
                <c:pt idx="1932">
                  <c:v>40135</c:v>
                </c:pt>
                <c:pt idx="1933">
                  <c:v>40136</c:v>
                </c:pt>
                <c:pt idx="1934">
                  <c:v>40140</c:v>
                </c:pt>
                <c:pt idx="1935">
                  <c:v>40141</c:v>
                </c:pt>
                <c:pt idx="1936">
                  <c:v>40142</c:v>
                </c:pt>
                <c:pt idx="1937">
                  <c:v>40143</c:v>
                </c:pt>
                <c:pt idx="1938">
                  <c:v>40144</c:v>
                </c:pt>
                <c:pt idx="1939">
                  <c:v>40147</c:v>
                </c:pt>
                <c:pt idx="1940">
                  <c:v>40148</c:v>
                </c:pt>
                <c:pt idx="1941">
                  <c:v>40149</c:v>
                </c:pt>
                <c:pt idx="1942">
                  <c:v>40150</c:v>
                </c:pt>
                <c:pt idx="1943">
                  <c:v>40151</c:v>
                </c:pt>
                <c:pt idx="1944">
                  <c:v>40154</c:v>
                </c:pt>
                <c:pt idx="1945">
                  <c:v>40155</c:v>
                </c:pt>
                <c:pt idx="1946">
                  <c:v>40156</c:v>
                </c:pt>
                <c:pt idx="1947">
                  <c:v>40157</c:v>
                </c:pt>
                <c:pt idx="1948">
                  <c:v>40158</c:v>
                </c:pt>
                <c:pt idx="1949">
                  <c:v>40161</c:v>
                </c:pt>
                <c:pt idx="1950">
                  <c:v>40162</c:v>
                </c:pt>
                <c:pt idx="1951">
                  <c:v>40163</c:v>
                </c:pt>
                <c:pt idx="1952">
                  <c:v>40164</c:v>
                </c:pt>
                <c:pt idx="1953">
                  <c:v>40165</c:v>
                </c:pt>
                <c:pt idx="1954">
                  <c:v>40168</c:v>
                </c:pt>
                <c:pt idx="1955">
                  <c:v>40169</c:v>
                </c:pt>
                <c:pt idx="1956">
                  <c:v>40170</c:v>
                </c:pt>
                <c:pt idx="1957">
                  <c:v>40175</c:v>
                </c:pt>
                <c:pt idx="1958">
                  <c:v>40176</c:v>
                </c:pt>
                <c:pt idx="1959">
                  <c:v>40177</c:v>
                </c:pt>
                <c:pt idx="1960">
                  <c:v>40182</c:v>
                </c:pt>
                <c:pt idx="1961">
                  <c:v>40183</c:v>
                </c:pt>
                <c:pt idx="1962">
                  <c:v>40184</c:v>
                </c:pt>
                <c:pt idx="1963">
                  <c:v>40185</c:v>
                </c:pt>
                <c:pt idx="1964">
                  <c:v>40186</c:v>
                </c:pt>
                <c:pt idx="1965">
                  <c:v>40189</c:v>
                </c:pt>
                <c:pt idx="1966">
                  <c:v>40190</c:v>
                </c:pt>
                <c:pt idx="1967">
                  <c:v>40191</c:v>
                </c:pt>
                <c:pt idx="1968">
                  <c:v>40192</c:v>
                </c:pt>
                <c:pt idx="1969">
                  <c:v>40193</c:v>
                </c:pt>
                <c:pt idx="1970">
                  <c:v>40196</c:v>
                </c:pt>
                <c:pt idx="1971">
                  <c:v>40197</c:v>
                </c:pt>
                <c:pt idx="1972">
                  <c:v>40198</c:v>
                </c:pt>
                <c:pt idx="1973">
                  <c:v>40199</c:v>
                </c:pt>
                <c:pt idx="1974">
                  <c:v>40200</c:v>
                </c:pt>
                <c:pt idx="1975">
                  <c:v>40204</c:v>
                </c:pt>
                <c:pt idx="1976">
                  <c:v>40205</c:v>
                </c:pt>
                <c:pt idx="1977">
                  <c:v>40206</c:v>
                </c:pt>
                <c:pt idx="1978">
                  <c:v>40207</c:v>
                </c:pt>
                <c:pt idx="1979">
                  <c:v>40210</c:v>
                </c:pt>
                <c:pt idx="1980">
                  <c:v>40211</c:v>
                </c:pt>
                <c:pt idx="1981">
                  <c:v>40212</c:v>
                </c:pt>
                <c:pt idx="1982">
                  <c:v>40213</c:v>
                </c:pt>
                <c:pt idx="1983">
                  <c:v>40214</c:v>
                </c:pt>
                <c:pt idx="1984">
                  <c:v>40217</c:v>
                </c:pt>
                <c:pt idx="1985">
                  <c:v>40218</c:v>
                </c:pt>
                <c:pt idx="1986">
                  <c:v>40219</c:v>
                </c:pt>
                <c:pt idx="1987">
                  <c:v>40220</c:v>
                </c:pt>
                <c:pt idx="1988">
                  <c:v>40221</c:v>
                </c:pt>
                <c:pt idx="1989">
                  <c:v>40226</c:v>
                </c:pt>
                <c:pt idx="1990">
                  <c:v>40227</c:v>
                </c:pt>
                <c:pt idx="1991">
                  <c:v>40228</c:v>
                </c:pt>
                <c:pt idx="1992">
                  <c:v>40231</c:v>
                </c:pt>
                <c:pt idx="1993">
                  <c:v>40232</c:v>
                </c:pt>
                <c:pt idx="1994">
                  <c:v>40233</c:v>
                </c:pt>
                <c:pt idx="1995">
                  <c:v>40234</c:v>
                </c:pt>
                <c:pt idx="1996">
                  <c:v>40235</c:v>
                </c:pt>
                <c:pt idx="1997">
                  <c:v>40238</c:v>
                </c:pt>
                <c:pt idx="1998">
                  <c:v>40239</c:v>
                </c:pt>
                <c:pt idx="1999">
                  <c:v>40240</c:v>
                </c:pt>
                <c:pt idx="2000">
                  <c:v>40241</c:v>
                </c:pt>
                <c:pt idx="2001">
                  <c:v>40242</c:v>
                </c:pt>
                <c:pt idx="2002">
                  <c:v>40245</c:v>
                </c:pt>
                <c:pt idx="2003">
                  <c:v>40246</c:v>
                </c:pt>
                <c:pt idx="2004">
                  <c:v>40247</c:v>
                </c:pt>
                <c:pt idx="2005">
                  <c:v>40248</c:v>
                </c:pt>
                <c:pt idx="2006">
                  <c:v>40249</c:v>
                </c:pt>
                <c:pt idx="2007">
                  <c:v>40252</c:v>
                </c:pt>
                <c:pt idx="2008">
                  <c:v>40253</c:v>
                </c:pt>
                <c:pt idx="2009">
                  <c:v>40254</c:v>
                </c:pt>
                <c:pt idx="2010">
                  <c:v>40255</c:v>
                </c:pt>
                <c:pt idx="2011">
                  <c:v>40256</c:v>
                </c:pt>
                <c:pt idx="2012">
                  <c:v>40259</c:v>
                </c:pt>
                <c:pt idx="2013">
                  <c:v>40260</c:v>
                </c:pt>
                <c:pt idx="2014">
                  <c:v>40261</c:v>
                </c:pt>
                <c:pt idx="2015">
                  <c:v>40262</c:v>
                </c:pt>
                <c:pt idx="2016">
                  <c:v>40263</c:v>
                </c:pt>
                <c:pt idx="2017">
                  <c:v>40266</c:v>
                </c:pt>
                <c:pt idx="2018">
                  <c:v>40267</c:v>
                </c:pt>
                <c:pt idx="2019">
                  <c:v>40268</c:v>
                </c:pt>
                <c:pt idx="2020">
                  <c:v>40269</c:v>
                </c:pt>
                <c:pt idx="2021">
                  <c:v>40273</c:v>
                </c:pt>
                <c:pt idx="2022">
                  <c:v>40274</c:v>
                </c:pt>
                <c:pt idx="2023">
                  <c:v>40275</c:v>
                </c:pt>
                <c:pt idx="2024">
                  <c:v>40276</c:v>
                </c:pt>
                <c:pt idx="2025">
                  <c:v>40277</c:v>
                </c:pt>
                <c:pt idx="2026">
                  <c:v>40280</c:v>
                </c:pt>
                <c:pt idx="2027">
                  <c:v>40281</c:v>
                </c:pt>
                <c:pt idx="2028">
                  <c:v>40282</c:v>
                </c:pt>
                <c:pt idx="2029">
                  <c:v>40283</c:v>
                </c:pt>
                <c:pt idx="2030">
                  <c:v>40284</c:v>
                </c:pt>
                <c:pt idx="2031">
                  <c:v>40287</c:v>
                </c:pt>
                <c:pt idx="2032">
                  <c:v>40288</c:v>
                </c:pt>
                <c:pt idx="2033">
                  <c:v>40290</c:v>
                </c:pt>
                <c:pt idx="2034">
                  <c:v>40291</c:v>
                </c:pt>
                <c:pt idx="2035">
                  <c:v>40294</c:v>
                </c:pt>
                <c:pt idx="2036">
                  <c:v>40295</c:v>
                </c:pt>
                <c:pt idx="2037">
                  <c:v>40296</c:v>
                </c:pt>
                <c:pt idx="2038">
                  <c:v>40297</c:v>
                </c:pt>
                <c:pt idx="2039">
                  <c:v>40298</c:v>
                </c:pt>
                <c:pt idx="2040">
                  <c:v>40301</c:v>
                </c:pt>
                <c:pt idx="2041">
                  <c:v>40302</c:v>
                </c:pt>
                <c:pt idx="2042">
                  <c:v>40303</c:v>
                </c:pt>
                <c:pt idx="2043">
                  <c:v>40304</c:v>
                </c:pt>
                <c:pt idx="2044">
                  <c:v>40305</c:v>
                </c:pt>
                <c:pt idx="2045">
                  <c:v>40308</c:v>
                </c:pt>
                <c:pt idx="2046">
                  <c:v>40309</c:v>
                </c:pt>
                <c:pt idx="2047">
                  <c:v>40310</c:v>
                </c:pt>
                <c:pt idx="2048">
                  <c:v>40311</c:v>
                </c:pt>
                <c:pt idx="2049">
                  <c:v>40312</c:v>
                </c:pt>
                <c:pt idx="2050">
                  <c:v>40315</c:v>
                </c:pt>
                <c:pt idx="2051">
                  <c:v>40316</c:v>
                </c:pt>
                <c:pt idx="2052">
                  <c:v>40317</c:v>
                </c:pt>
                <c:pt idx="2053">
                  <c:v>40318</c:v>
                </c:pt>
                <c:pt idx="2054">
                  <c:v>40319</c:v>
                </c:pt>
                <c:pt idx="2055">
                  <c:v>40322</c:v>
                </c:pt>
                <c:pt idx="2056">
                  <c:v>40323</c:v>
                </c:pt>
                <c:pt idx="2057">
                  <c:v>40324</c:v>
                </c:pt>
                <c:pt idx="2058">
                  <c:v>40325</c:v>
                </c:pt>
                <c:pt idx="2059">
                  <c:v>40326</c:v>
                </c:pt>
                <c:pt idx="2060">
                  <c:v>40329</c:v>
                </c:pt>
                <c:pt idx="2061">
                  <c:v>40330</c:v>
                </c:pt>
                <c:pt idx="2062">
                  <c:v>40331</c:v>
                </c:pt>
                <c:pt idx="2063">
                  <c:v>40333</c:v>
                </c:pt>
                <c:pt idx="2064">
                  <c:v>40336</c:v>
                </c:pt>
                <c:pt idx="2065">
                  <c:v>40337</c:v>
                </c:pt>
                <c:pt idx="2066">
                  <c:v>40338</c:v>
                </c:pt>
                <c:pt idx="2067">
                  <c:v>40339</c:v>
                </c:pt>
                <c:pt idx="2068">
                  <c:v>40340</c:v>
                </c:pt>
                <c:pt idx="2069">
                  <c:v>40343</c:v>
                </c:pt>
                <c:pt idx="2070">
                  <c:v>40344</c:v>
                </c:pt>
                <c:pt idx="2071">
                  <c:v>40345</c:v>
                </c:pt>
                <c:pt idx="2072">
                  <c:v>40346</c:v>
                </c:pt>
                <c:pt idx="2073">
                  <c:v>40347</c:v>
                </c:pt>
                <c:pt idx="2074">
                  <c:v>40350</c:v>
                </c:pt>
                <c:pt idx="2075">
                  <c:v>40351</c:v>
                </c:pt>
                <c:pt idx="2076">
                  <c:v>40352</c:v>
                </c:pt>
                <c:pt idx="2077">
                  <c:v>40353</c:v>
                </c:pt>
                <c:pt idx="2078">
                  <c:v>40354</c:v>
                </c:pt>
                <c:pt idx="2079">
                  <c:v>40357</c:v>
                </c:pt>
                <c:pt idx="2080">
                  <c:v>40358</c:v>
                </c:pt>
                <c:pt idx="2081">
                  <c:v>40359</c:v>
                </c:pt>
                <c:pt idx="2082">
                  <c:v>40360</c:v>
                </c:pt>
                <c:pt idx="2083">
                  <c:v>40361</c:v>
                </c:pt>
                <c:pt idx="2084">
                  <c:v>40364</c:v>
                </c:pt>
                <c:pt idx="2085">
                  <c:v>40365</c:v>
                </c:pt>
                <c:pt idx="2086">
                  <c:v>40366</c:v>
                </c:pt>
                <c:pt idx="2087">
                  <c:v>40367</c:v>
                </c:pt>
                <c:pt idx="2088">
                  <c:v>40371</c:v>
                </c:pt>
                <c:pt idx="2089">
                  <c:v>40372</c:v>
                </c:pt>
                <c:pt idx="2090">
                  <c:v>40373</c:v>
                </c:pt>
                <c:pt idx="2091">
                  <c:v>40374</c:v>
                </c:pt>
                <c:pt idx="2092">
                  <c:v>40375</c:v>
                </c:pt>
                <c:pt idx="2093">
                  <c:v>40378</c:v>
                </c:pt>
                <c:pt idx="2094">
                  <c:v>40379</c:v>
                </c:pt>
                <c:pt idx="2095">
                  <c:v>40380</c:v>
                </c:pt>
                <c:pt idx="2096">
                  <c:v>40381</c:v>
                </c:pt>
                <c:pt idx="2097">
                  <c:v>40382</c:v>
                </c:pt>
                <c:pt idx="2098">
                  <c:v>40385</c:v>
                </c:pt>
                <c:pt idx="2099">
                  <c:v>40386</c:v>
                </c:pt>
                <c:pt idx="2100">
                  <c:v>40387</c:v>
                </c:pt>
                <c:pt idx="2101">
                  <c:v>40388</c:v>
                </c:pt>
                <c:pt idx="2102">
                  <c:v>40389</c:v>
                </c:pt>
                <c:pt idx="2103">
                  <c:v>40392</c:v>
                </c:pt>
                <c:pt idx="2104">
                  <c:v>40393</c:v>
                </c:pt>
                <c:pt idx="2105">
                  <c:v>40394</c:v>
                </c:pt>
                <c:pt idx="2106">
                  <c:v>40395</c:v>
                </c:pt>
                <c:pt idx="2107">
                  <c:v>40396</c:v>
                </c:pt>
                <c:pt idx="2108">
                  <c:v>40399</c:v>
                </c:pt>
                <c:pt idx="2109">
                  <c:v>40400</c:v>
                </c:pt>
                <c:pt idx="2110">
                  <c:v>40401</c:v>
                </c:pt>
                <c:pt idx="2111">
                  <c:v>40402</c:v>
                </c:pt>
                <c:pt idx="2112">
                  <c:v>40403</c:v>
                </c:pt>
                <c:pt idx="2113">
                  <c:v>40406</c:v>
                </c:pt>
                <c:pt idx="2114">
                  <c:v>40407</c:v>
                </c:pt>
                <c:pt idx="2115">
                  <c:v>40408</c:v>
                </c:pt>
                <c:pt idx="2116">
                  <c:v>40409</c:v>
                </c:pt>
                <c:pt idx="2117">
                  <c:v>40410</c:v>
                </c:pt>
                <c:pt idx="2118">
                  <c:v>40413</c:v>
                </c:pt>
                <c:pt idx="2119">
                  <c:v>40414</c:v>
                </c:pt>
                <c:pt idx="2120">
                  <c:v>40415</c:v>
                </c:pt>
                <c:pt idx="2121">
                  <c:v>40416</c:v>
                </c:pt>
                <c:pt idx="2122">
                  <c:v>40417</c:v>
                </c:pt>
                <c:pt idx="2123">
                  <c:v>40420</c:v>
                </c:pt>
                <c:pt idx="2124">
                  <c:v>40421</c:v>
                </c:pt>
                <c:pt idx="2125">
                  <c:v>40422</c:v>
                </c:pt>
                <c:pt idx="2126">
                  <c:v>40423</c:v>
                </c:pt>
                <c:pt idx="2127">
                  <c:v>40424</c:v>
                </c:pt>
                <c:pt idx="2128">
                  <c:v>40427</c:v>
                </c:pt>
                <c:pt idx="2129">
                  <c:v>40429</c:v>
                </c:pt>
                <c:pt idx="2130">
                  <c:v>40430</c:v>
                </c:pt>
                <c:pt idx="2131">
                  <c:v>40431</c:v>
                </c:pt>
                <c:pt idx="2132">
                  <c:v>40434</c:v>
                </c:pt>
                <c:pt idx="2133">
                  <c:v>40435</c:v>
                </c:pt>
                <c:pt idx="2134">
                  <c:v>40436</c:v>
                </c:pt>
                <c:pt idx="2135">
                  <c:v>40437</c:v>
                </c:pt>
                <c:pt idx="2136">
                  <c:v>40438</c:v>
                </c:pt>
                <c:pt idx="2137">
                  <c:v>40441</c:v>
                </c:pt>
                <c:pt idx="2138">
                  <c:v>40442</c:v>
                </c:pt>
                <c:pt idx="2139">
                  <c:v>40443</c:v>
                </c:pt>
                <c:pt idx="2140">
                  <c:v>40444</c:v>
                </c:pt>
                <c:pt idx="2141">
                  <c:v>40445</c:v>
                </c:pt>
                <c:pt idx="2142">
                  <c:v>40448</c:v>
                </c:pt>
                <c:pt idx="2143">
                  <c:v>40449</c:v>
                </c:pt>
                <c:pt idx="2144">
                  <c:v>40450</c:v>
                </c:pt>
                <c:pt idx="2145">
                  <c:v>40451</c:v>
                </c:pt>
                <c:pt idx="2146">
                  <c:v>40452</c:v>
                </c:pt>
                <c:pt idx="2147">
                  <c:v>40455</c:v>
                </c:pt>
                <c:pt idx="2148">
                  <c:v>40456</c:v>
                </c:pt>
                <c:pt idx="2149">
                  <c:v>40457</c:v>
                </c:pt>
                <c:pt idx="2150">
                  <c:v>40458</c:v>
                </c:pt>
                <c:pt idx="2151">
                  <c:v>40459</c:v>
                </c:pt>
                <c:pt idx="2152">
                  <c:v>40462</c:v>
                </c:pt>
                <c:pt idx="2153">
                  <c:v>40464</c:v>
                </c:pt>
                <c:pt idx="2154">
                  <c:v>40465</c:v>
                </c:pt>
                <c:pt idx="2155">
                  <c:v>40466</c:v>
                </c:pt>
                <c:pt idx="2156">
                  <c:v>40469</c:v>
                </c:pt>
                <c:pt idx="2157">
                  <c:v>40470</c:v>
                </c:pt>
                <c:pt idx="2158">
                  <c:v>40471</c:v>
                </c:pt>
                <c:pt idx="2159">
                  <c:v>40472</c:v>
                </c:pt>
                <c:pt idx="2160">
                  <c:v>40473</c:v>
                </c:pt>
                <c:pt idx="2161">
                  <c:v>40476</c:v>
                </c:pt>
                <c:pt idx="2162">
                  <c:v>40477</c:v>
                </c:pt>
                <c:pt idx="2163">
                  <c:v>40478</c:v>
                </c:pt>
                <c:pt idx="2164">
                  <c:v>40479</c:v>
                </c:pt>
                <c:pt idx="2165">
                  <c:v>40480</c:v>
                </c:pt>
                <c:pt idx="2166">
                  <c:v>40483</c:v>
                </c:pt>
                <c:pt idx="2167">
                  <c:v>40485</c:v>
                </c:pt>
                <c:pt idx="2168">
                  <c:v>40486</c:v>
                </c:pt>
                <c:pt idx="2169">
                  <c:v>40487</c:v>
                </c:pt>
                <c:pt idx="2170">
                  <c:v>40490</c:v>
                </c:pt>
                <c:pt idx="2171">
                  <c:v>40491</c:v>
                </c:pt>
                <c:pt idx="2172">
                  <c:v>40492</c:v>
                </c:pt>
                <c:pt idx="2173">
                  <c:v>40493</c:v>
                </c:pt>
                <c:pt idx="2174">
                  <c:v>40494</c:v>
                </c:pt>
                <c:pt idx="2175">
                  <c:v>40498</c:v>
                </c:pt>
                <c:pt idx="2176">
                  <c:v>40499</c:v>
                </c:pt>
                <c:pt idx="2177">
                  <c:v>40500</c:v>
                </c:pt>
                <c:pt idx="2178">
                  <c:v>40501</c:v>
                </c:pt>
                <c:pt idx="2179">
                  <c:v>40504</c:v>
                </c:pt>
                <c:pt idx="2180">
                  <c:v>40505</c:v>
                </c:pt>
                <c:pt idx="2181">
                  <c:v>40506</c:v>
                </c:pt>
                <c:pt idx="2182">
                  <c:v>40507</c:v>
                </c:pt>
                <c:pt idx="2183">
                  <c:v>40508</c:v>
                </c:pt>
                <c:pt idx="2184">
                  <c:v>40511</c:v>
                </c:pt>
                <c:pt idx="2185">
                  <c:v>40512</c:v>
                </c:pt>
                <c:pt idx="2186">
                  <c:v>40513</c:v>
                </c:pt>
                <c:pt idx="2187">
                  <c:v>40514</c:v>
                </c:pt>
                <c:pt idx="2188">
                  <c:v>40515</c:v>
                </c:pt>
                <c:pt idx="2189">
                  <c:v>40518</c:v>
                </c:pt>
                <c:pt idx="2190">
                  <c:v>40519</c:v>
                </c:pt>
                <c:pt idx="2191">
                  <c:v>40520</c:v>
                </c:pt>
                <c:pt idx="2192">
                  <c:v>40521</c:v>
                </c:pt>
                <c:pt idx="2193">
                  <c:v>40522</c:v>
                </c:pt>
                <c:pt idx="2194">
                  <c:v>40525</c:v>
                </c:pt>
                <c:pt idx="2195">
                  <c:v>40526</c:v>
                </c:pt>
                <c:pt idx="2196">
                  <c:v>40527</c:v>
                </c:pt>
                <c:pt idx="2197">
                  <c:v>40528</c:v>
                </c:pt>
                <c:pt idx="2198">
                  <c:v>40529</c:v>
                </c:pt>
                <c:pt idx="2199">
                  <c:v>40532</c:v>
                </c:pt>
                <c:pt idx="2200">
                  <c:v>40533</c:v>
                </c:pt>
                <c:pt idx="2201">
                  <c:v>40534</c:v>
                </c:pt>
                <c:pt idx="2202">
                  <c:v>40535</c:v>
                </c:pt>
                <c:pt idx="2203">
                  <c:v>40539</c:v>
                </c:pt>
                <c:pt idx="2204">
                  <c:v>40540</c:v>
                </c:pt>
                <c:pt idx="2205">
                  <c:v>40541</c:v>
                </c:pt>
                <c:pt idx="2206">
                  <c:v>40542</c:v>
                </c:pt>
                <c:pt idx="2207">
                  <c:v>40546</c:v>
                </c:pt>
                <c:pt idx="2208">
                  <c:v>40547</c:v>
                </c:pt>
                <c:pt idx="2209">
                  <c:v>40548</c:v>
                </c:pt>
                <c:pt idx="2210">
                  <c:v>40549</c:v>
                </c:pt>
                <c:pt idx="2211">
                  <c:v>40550</c:v>
                </c:pt>
                <c:pt idx="2212">
                  <c:v>40553</c:v>
                </c:pt>
                <c:pt idx="2213">
                  <c:v>40554</c:v>
                </c:pt>
                <c:pt idx="2214">
                  <c:v>40555</c:v>
                </c:pt>
                <c:pt idx="2215">
                  <c:v>40556</c:v>
                </c:pt>
                <c:pt idx="2216">
                  <c:v>40557</c:v>
                </c:pt>
                <c:pt idx="2217">
                  <c:v>40560</c:v>
                </c:pt>
                <c:pt idx="2218">
                  <c:v>40561</c:v>
                </c:pt>
                <c:pt idx="2219">
                  <c:v>40562</c:v>
                </c:pt>
                <c:pt idx="2220">
                  <c:v>40563</c:v>
                </c:pt>
                <c:pt idx="2221">
                  <c:v>40564</c:v>
                </c:pt>
                <c:pt idx="2222">
                  <c:v>40567</c:v>
                </c:pt>
                <c:pt idx="2223">
                  <c:v>40569</c:v>
                </c:pt>
                <c:pt idx="2224">
                  <c:v>40570</c:v>
                </c:pt>
                <c:pt idx="2225">
                  <c:v>40571</c:v>
                </c:pt>
                <c:pt idx="2226">
                  <c:v>40574</c:v>
                </c:pt>
                <c:pt idx="2227">
                  <c:v>40575</c:v>
                </c:pt>
                <c:pt idx="2228">
                  <c:v>40576</c:v>
                </c:pt>
                <c:pt idx="2229">
                  <c:v>40577</c:v>
                </c:pt>
                <c:pt idx="2230">
                  <c:v>40578</c:v>
                </c:pt>
                <c:pt idx="2231">
                  <c:v>40581</c:v>
                </c:pt>
                <c:pt idx="2232">
                  <c:v>40582</c:v>
                </c:pt>
                <c:pt idx="2233">
                  <c:v>40583</c:v>
                </c:pt>
                <c:pt idx="2234">
                  <c:v>40584</c:v>
                </c:pt>
                <c:pt idx="2235">
                  <c:v>40585</c:v>
                </c:pt>
                <c:pt idx="2236">
                  <c:v>40588</c:v>
                </c:pt>
                <c:pt idx="2237">
                  <c:v>40589</c:v>
                </c:pt>
                <c:pt idx="2238">
                  <c:v>40590</c:v>
                </c:pt>
                <c:pt idx="2239">
                  <c:v>40591</c:v>
                </c:pt>
                <c:pt idx="2240">
                  <c:v>40592</c:v>
                </c:pt>
                <c:pt idx="2241">
                  <c:v>40595</c:v>
                </c:pt>
                <c:pt idx="2242">
                  <c:v>40596</c:v>
                </c:pt>
                <c:pt idx="2243">
                  <c:v>40597</c:v>
                </c:pt>
                <c:pt idx="2244">
                  <c:v>40598</c:v>
                </c:pt>
                <c:pt idx="2245">
                  <c:v>40599</c:v>
                </c:pt>
                <c:pt idx="2246">
                  <c:v>40602</c:v>
                </c:pt>
                <c:pt idx="2247">
                  <c:v>40603</c:v>
                </c:pt>
                <c:pt idx="2248">
                  <c:v>40604</c:v>
                </c:pt>
                <c:pt idx="2249">
                  <c:v>40605</c:v>
                </c:pt>
                <c:pt idx="2250">
                  <c:v>40606</c:v>
                </c:pt>
                <c:pt idx="2251">
                  <c:v>40611</c:v>
                </c:pt>
                <c:pt idx="2252">
                  <c:v>40612</c:v>
                </c:pt>
                <c:pt idx="2253">
                  <c:v>40613</c:v>
                </c:pt>
                <c:pt idx="2254">
                  <c:v>40616</c:v>
                </c:pt>
                <c:pt idx="2255">
                  <c:v>40617</c:v>
                </c:pt>
                <c:pt idx="2256">
                  <c:v>40618</c:v>
                </c:pt>
                <c:pt idx="2257">
                  <c:v>40619</c:v>
                </c:pt>
                <c:pt idx="2258">
                  <c:v>40620</c:v>
                </c:pt>
                <c:pt idx="2259">
                  <c:v>40623</c:v>
                </c:pt>
                <c:pt idx="2260">
                  <c:v>40624</c:v>
                </c:pt>
                <c:pt idx="2261">
                  <c:v>40625</c:v>
                </c:pt>
                <c:pt idx="2262">
                  <c:v>40626</c:v>
                </c:pt>
                <c:pt idx="2263">
                  <c:v>40627</c:v>
                </c:pt>
                <c:pt idx="2264">
                  <c:v>40630</c:v>
                </c:pt>
                <c:pt idx="2265">
                  <c:v>40631</c:v>
                </c:pt>
                <c:pt idx="2266">
                  <c:v>40632</c:v>
                </c:pt>
                <c:pt idx="2267">
                  <c:v>40633</c:v>
                </c:pt>
                <c:pt idx="2268">
                  <c:v>40634</c:v>
                </c:pt>
                <c:pt idx="2269">
                  <c:v>40637</c:v>
                </c:pt>
                <c:pt idx="2270">
                  <c:v>40638</c:v>
                </c:pt>
                <c:pt idx="2271">
                  <c:v>40639</c:v>
                </c:pt>
                <c:pt idx="2272">
                  <c:v>40640</c:v>
                </c:pt>
                <c:pt idx="2273">
                  <c:v>40641</c:v>
                </c:pt>
                <c:pt idx="2274">
                  <c:v>40644</c:v>
                </c:pt>
                <c:pt idx="2275">
                  <c:v>40645</c:v>
                </c:pt>
                <c:pt idx="2276">
                  <c:v>40646</c:v>
                </c:pt>
                <c:pt idx="2277">
                  <c:v>40647</c:v>
                </c:pt>
                <c:pt idx="2278">
                  <c:v>40648</c:v>
                </c:pt>
                <c:pt idx="2279">
                  <c:v>40651</c:v>
                </c:pt>
                <c:pt idx="2280">
                  <c:v>40652</c:v>
                </c:pt>
                <c:pt idx="2281">
                  <c:v>40653</c:v>
                </c:pt>
                <c:pt idx="2282">
                  <c:v>40658</c:v>
                </c:pt>
                <c:pt idx="2283">
                  <c:v>40659</c:v>
                </c:pt>
                <c:pt idx="2284">
                  <c:v>40660</c:v>
                </c:pt>
                <c:pt idx="2285">
                  <c:v>40661</c:v>
                </c:pt>
                <c:pt idx="2286">
                  <c:v>40662</c:v>
                </c:pt>
                <c:pt idx="2287">
                  <c:v>40665</c:v>
                </c:pt>
                <c:pt idx="2288">
                  <c:v>40666</c:v>
                </c:pt>
                <c:pt idx="2289">
                  <c:v>40667</c:v>
                </c:pt>
                <c:pt idx="2290">
                  <c:v>40668</c:v>
                </c:pt>
                <c:pt idx="2291">
                  <c:v>40669</c:v>
                </c:pt>
                <c:pt idx="2292">
                  <c:v>40672</c:v>
                </c:pt>
                <c:pt idx="2293">
                  <c:v>40673</c:v>
                </c:pt>
                <c:pt idx="2294">
                  <c:v>40674</c:v>
                </c:pt>
                <c:pt idx="2295">
                  <c:v>40675</c:v>
                </c:pt>
                <c:pt idx="2296">
                  <c:v>40676</c:v>
                </c:pt>
                <c:pt idx="2297">
                  <c:v>40679</c:v>
                </c:pt>
                <c:pt idx="2298">
                  <c:v>40680</c:v>
                </c:pt>
                <c:pt idx="2299">
                  <c:v>40681</c:v>
                </c:pt>
                <c:pt idx="2300">
                  <c:v>40682</c:v>
                </c:pt>
                <c:pt idx="2301">
                  <c:v>40683</c:v>
                </c:pt>
                <c:pt idx="2302">
                  <c:v>40686</c:v>
                </c:pt>
                <c:pt idx="2303">
                  <c:v>40687</c:v>
                </c:pt>
                <c:pt idx="2304">
                  <c:v>40688</c:v>
                </c:pt>
                <c:pt idx="2305">
                  <c:v>40689</c:v>
                </c:pt>
                <c:pt idx="2306">
                  <c:v>40690</c:v>
                </c:pt>
                <c:pt idx="2307">
                  <c:v>40693</c:v>
                </c:pt>
                <c:pt idx="2308">
                  <c:v>40694</c:v>
                </c:pt>
                <c:pt idx="2309">
                  <c:v>40695</c:v>
                </c:pt>
                <c:pt idx="2310">
                  <c:v>40696</c:v>
                </c:pt>
                <c:pt idx="2311">
                  <c:v>40697</c:v>
                </c:pt>
                <c:pt idx="2312">
                  <c:v>40700</c:v>
                </c:pt>
                <c:pt idx="2313">
                  <c:v>40701</c:v>
                </c:pt>
                <c:pt idx="2314">
                  <c:v>40702</c:v>
                </c:pt>
                <c:pt idx="2315">
                  <c:v>40703</c:v>
                </c:pt>
                <c:pt idx="2316">
                  <c:v>40704</c:v>
                </c:pt>
                <c:pt idx="2317">
                  <c:v>40707</c:v>
                </c:pt>
                <c:pt idx="2318">
                  <c:v>40708</c:v>
                </c:pt>
                <c:pt idx="2319">
                  <c:v>40709</c:v>
                </c:pt>
                <c:pt idx="2320">
                  <c:v>40710</c:v>
                </c:pt>
                <c:pt idx="2321">
                  <c:v>40711</c:v>
                </c:pt>
                <c:pt idx="2322">
                  <c:v>40714</c:v>
                </c:pt>
                <c:pt idx="2323">
                  <c:v>40715</c:v>
                </c:pt>
                <c:pt idx="2324">
                  <c:v>40716</c:v>
                </c:pt>
                <c:pt idx="2325">
                  <c:v>40718</c:v>
                </c:pt>
                <c:pt idx="2326">
                  <c:v>40721</c:v>
                </c:pt>
                <c:pt idx="2327">
                  <c:v>40722</c:v>
                </c:pt>
                <c:pt idx="2328">
                  <c:v>40723</c:v>
                </c:pt>
                <c:pt idx="2329">
                  <c:v>40724</c:v>
                </c:pt>
                <c:pt idx="2330">
                  <c:v>40725</c:v>
                </c:pt>
                <c:pt idx="2331">
                  <c:v>40728</c:v>
                </c:pt>
                <c:pt idx="2332">
                  <c:v>40729</c:v>
                </c:pt>
                <c:pt idx="2333">
                  <c:v>40730</c:v>
                </c:pt>
                <c:pt idx="2334">
                  <c:v>40731</c:v>
                </c:pt>
                <c:pt idx="2335">
                  <c:v>40732</c:v>
                </c:pt>
                <c:pt idx="2336">
                  <c:v>40735</c:v>
                </c:pt>
                <c:pt idx="2337">
                  <c:v>40736</c:v>
                </c:pt>
                <c:pt idx="2338">
                  <c:v>40737</c:v>
                </c:pt>
                <c:pt idx="2339">
                  <c:v>40738</c:v>
                </c:pt>
                <c:pt idx="2340">
                  <c:v>40739</c:v>
                </c:pt>
                <c:pt idx="2341">
                  <c:v>40742</c:v>
                </c:pt>
                <c:pt idx="2342">
                  <c:v>40743</c:v>
                </c:pt>
                <c:pt idx="2343">
                  <c:v>40744</c:v>
                </c:pt>
                <c:pt idx="2344">
                  <c:v>40745</c:v>
                </c:pt>
                <c:pt idx="2345">
                  <c:v>40746</c:v>
                </c:pt>
                <c:pt idx="2346">
                  <c:v>40749</c:v>
                </c:pt>
                <c:pt idx="2347">
                  <c:v>40750</c:v>
                </c:pt>
                <c:pt idx="2348">
                  <c:v>40751</c:v>
                </c:pt>
                <c:pt idx="2349">
                  <c:v>40752</c:v>
                </c:pt>
                <c:pt idx="2350">
                  <c:v>40753</c:v>
                </c:pt>
                <c:pt idx="2351">
                  <c:v>40756</c:v>
                </c:pt>
                <c:pt idx="2352">
                  <c:v>40757</c:v>
                </c:pt>
                <c:pt idx="2353">
                  <c:v>40758</c:v>
                </c:pt>
                <c:pt idx="2354">
                  <c:v>40759</c:v>
                </c:pt>
                <c:pt idx="2355">
                  <c:v>40760</c:v>
                </c:pt>
                <c:pt idx="2356">
                  <c:v>40763</c:v>
                </c:pt>
                <c:pt idx="2357">
                  <c:v>40764</c:v>
                </c:pt>
                <c:pt idx="2358">
                  <c:v>40765</c:v>
                </c:pt>
                <c:pt idx="2359">
                  <c:v>40766</c:v>
                </c:pt>
                <c:pt idx="2360">
                  <c:v>40767</c:v>
                </c:pt>
                <c:pt idx="2361">
                  <c:v>40770</c:v>
                </c:pt>
                <c:pt idx="2362">
                  <c:v>40771</c:v>
                </c:pt>
                <c:pt idx="2363">
                  <c:v>40772</c:v>
                </c:pt>
                <c:pt idx="2364">
                  <c:v>40773</c:v>
                </c:pt>
                <c:pt idx="2365">
                  <c:v>40774</c:v>
                </c:pt>
                <c:pt idx="2366">
                  <c:v>40777</c:v>
                </c:pt>
                <c:pt idx="2367">
                  <c:v>40778</c:v>
                </c:pt>
                <c:pt idx="2368">
                  <c:v>40779</c:v>
                </c:pt>
                <c:pt idx="2369">
                  <c:v>40780</c:v>
                </c:pt>
                <c:pt idx="2370">
                  <c:v>40781</c:v>
                </c:pt>
                <c:pt idx="2371">
                  <c:v>40784</c:v>
                </c:pt>
                <c:pt idx="2372">
                  <c:v>40785</c:v>
                </c:pt>
                <c:pt idx="2373">
                  <c:v>40786</c:v>
                </c:pt>
                <c:pt idx="2374">
                  <c:v>40787</c:v>
                </c:pt>
                <c:pt idx="2375">
                  <c:v>40788</c:v>
                </c:pt>
                <c:pt idx="2376">
                  <c:v>40791</c:v>
                </c:pt>
                <c:pt idx="2377">
                  <c:v>40792</c:v>
                </c:pt>
                <c:pt idx="2378">
                  <c:v>40794</c:v>
                </c:pt>
                <c:pt idx="2379">
                  <c:v>40795</c:v>
                </c:pt>
                <c:pt idx="2380">
                  <c:v>40798</c:v>
                </c:pt>
                <c:pt idx="2381">
                  <c:v>40799</c:v>
                </c:pt>
                <c:pt idx="2382">
                  <c:v>40800</c:v>
                </c:pt>
                <c:pt idx="2383">
                  <c:v>40801</c:v>
                </c:pt>
                <c:pt idx="2384">
                  <c:v>40802</c:v>
                </c:pt>
                <c:pt idx="2385">
                  <c:v>40805</c:v>
                </c:pt>
                <c:pt idx="2386">
                  <c:v>40806</c:v>
                </c:pt>
                <c:pt idx="2387">
                  <c:v>40807</c:v>
                </c:pt>
                <c:pt idx="2388">
                  <c:v>40808</c:v>
                </c:pt>
                <c:pt idx="2389">
                  <c:v>40809</c:v>
                </c:pt>
                <c:pt idx="2390">
                  <c:v>40812</c:v>
                </c:pt>
                <c:pt idx="2391">
                  <c:v>40813</c:v>
                </c:pt>
                <c:pt idx="2392">
                  <c:v>40814</c:v>
                </c:pt>
                <c:pt idx="2393">
                  <c:v>40815</c:v>
                </c:pt>
                <c:pt idx="2394">
                  <c:v>40816</c:v>
                </c:pt>
                <c:pt idx="2395">
                  <c:v>40819</c:v>
                </c:pt>
                <c:pt idx="2396">
                  <c:v>40820</c:v>
                </c:pt>
                <c:pt idx="2397">
                  <c:v>40821</c:v>
                </c:pt>
                <c:pt idx="2398">
                  <c:v>40822</c:v>
                </c:pt>
                <c:pt idx="2399">
                  <c:v>40823</c:v>
                </c:pt>
                <c:pt idx="2400">
                  <c:v>40826</c:v>
                </c:pt>
                <c:pt idx="2401">
                  <c:v>40827</c:v>
                </c:pt>
                <c:pt idx="2402">
                  <c:v>40829</c:v>
                </c:pt>
                <c:pt idx="2403">
                  <c:v>40830</c:v>
                </c:pt>
                <c:pt idx="2404">
                  <c:v>40833</c:v>
                </c:pt>
                <c:pt idx="2405">
                  <c:v>40834</c:v>
                </c:pt>
                <c:pt idx="2406">
                  <c:v>40835</c:v>
                </c:pt>
                <c:pt idx="2407">
                  <c:v>40836</c:v>
                </c:pt>
                <c:pt idx="2408">
                  <c:v>40837</c:v>
                </c:pt>
                <c:pt idx="2409">
                  <c:v>40840</c:v>
                </c:pt>
                <c:pt idx="2410">
                  <c:v>40841</c:v>
                </c:pt>
                <c:pt idx="2411">
                  <c:v>40842</c:v>
                </c:pt>
                <c:pt idx="2412">
                  <c:v>40843</c:v>
                </c:pt>
                <c:pt idx="2413">
                  <c:v>40844</c:v>
                </c:pt>
                <c:pt idx="2414">
                  <c:v>40847</c:v>
                </c:pt>
                <c:pt idx="2415">
                  <c:v>40848</c:v>
                </c:pt>
                <c:pt idx="2416">
                  <c:v>40850</c:v>
                </c:pt>
                <c:pt idx="2417">
                  <c:v>40851</c:v>
                </c:pt>
                <c:pt idx="2418">
                  <c:v>40854</c:v>
                </c:pt>
                <c:pt idx="2419">
                  <c:v>40855</c:v>
                </c:pt>
                <c:pt idx="2420">
                  <c:v>40856</c:v>
                </c:pt>
                <c:pt idx="2421">
                  <c:v>40857</c:v>
                </c:pt>
                <c:pt idx="2422">
                  <c:v>40858</c:v>
                </c:pt>
                <c:pt idx="2423">
                  <c:v>40861</c:v>
                </c:pt>
                <c:pt idx="2424">
                  <c:v>40863</c:v>
                </c:pt>
                <c:pt idx="2425">
                  <c:v>40864</c:v>
                </c:pt>
                <c:pt idx="2426">
                  <c:v>40865</c:v>
                </c:pt>
                <c:pt idx="2427">
                  <c:v>40868</c:v>
                </c:pt>
                <c:pt idx="2428">
                  <c:v>40869</c:v>
                </c:pt>
                <c:pt idx="2429">
                  <c:v>40870</c:v>
                </c:pt>
                <c:pt idx="2430">
                  <c:v>40871</c:v>
                </c:pt>
                <c:pt idx="2431">
                  <c:v>40872</c:v>
                </c:pt>
                <c:pt idx="2432">
                  <c:v>40875</c:v>
                </c:pt>
                <c:pt idx="2433">
                  <c:v>40876</c:v>
                </c:pt>
                <c:pt idx="2434">
                  <c:v>40877</c:v>
                </c:pt>
                <c:pt idx="2435">
                  <c:v>40878</c:v>
                </c:pt>
                <c:pt idx="2436">
                  <c:v>40879</c:v>
                </c:pt>
                <c:pt idx="2437">
                  <c:v>40882</c:v>
                </c:pt>
                <c:pt idx="2438">
                  <c:v>40883</c:v>
                </c:pt>
                <c:pt idx="2439">
                  <c:v>40884</c:v>
                </c:pt>
                <c:pt idx="2440">
                  <c:v>40885</c:v>
                </c:pt>
                <c:pt idx="2441">
                  <c:v>40886</c:v>
                </c:pt>
                <c:pt idx="2442">
                  <c:v>40889</c:v>
                </c:pt>
                <c:pt idx="2443">
                  <c:v>40890</c:v>
                </c:pt>
                <c:pt idx="2444">
                  <c:v>40891</c:v>
                </c:pt>
                <c:pt idx="2445">
                  <c:v>40892</c:v>
                </c:pt>
                <c:pt idx="2446">
                  <c:v>40893</c:v>
                </c:pt>
                <c:pt idx="2447">
                  <c:v>40896</c:v>
                </c:pt>
                <c:pt idx="2448">
                  <c:v>40897</c:v>
                </c:pt>
                <c:pt idx="2449">
                  <c:v>40898</c:v>
                </c:pt>
                <c:pt idx="2450">
                  <c:v>40899</c:v>
                </c:pt>
                <c:pt idx="2451">
                  <c:v>40900</c:v>
                </c:pt>
                <c:pt idx="2452">
                  <c:v>40903</c:v>
                </c:pt>
                <c:pt idx="2453">
                  <c:v>40904</c:v>
                </c:pt>
                <c:pt idx="2454">
                  <c:v>40905</c:v>
                </c:pt>
                <c:pt idx="2455">
                  <c:v>40906</c:v>
                </c:pt>
                <c:pt idx="2456">
                  <c:v>40910</c:v>
                </c:pt>
                <c:pt idx="2457">
                  <c:v>40911</c:v>
                </c:pt>
                <c:pt idx="2458">
                  <c:v>40912</c:v>
                </c:pt>
                <c:pt idx="2459">
                  <c:v>40913</c:v>
                </c:pt>
                <c:pt idx="2460">
                  <c:v>40914</c:v>
                </c:pt>
                <c:pt idx="2461">
                  <c:v>40917</c:v>
                </c:pt>
                <c:pt idx="2462">
                  <c:v>40918</c:v>
                </c:pt>
                <c:pt idx="2463">
                  <c:v>40919</c:v>
                </c:pt>
                <c:pt idx="2464">
                  <c:v>40920</c:v>
                </c:pt>
                <c:pt idx="2465">
                  <c:v>40921</c:v>
                </c:pt>
                <c:pt idx="2466">
                  <c:v>40924</c:v>
                </c:pt>
                <c:pt idx="2467">
                  <c:v>40925</c:v>
                </c:pt>
                <c:pt idx="2468">
                  <c:v>40926</c:v>
                </c:pt>
                <c:pt idx="2469">
                  <c:v>40927</c:v>
                </c:pt>
                <c:pt idx="2470">
                  <c:v>40928</c:v>
                </c:pt>
                <c:pt idx="2471">
                  <c:v>40931</c:v>
                </c:pt>
                <c:pt idx="2472">
                  <c:v>40932</c:v>
                </c:pt>
                <c:pt idx="2473">
                  <c:v>40934</c:v>
                </c:pt>
                <c:pt idx="2474">
                  <c:v>40935</c:v>
                </c:pt>
                <c:pt idx="2475">
                  <c:v>40938</c:v>
                </c:pt>
                <c:pt idx="2476">
                  <c:v>40939</c:v>
                </c:pt>
                <c:pt idx="2477">
                  <c:v>40940</c:v>
                </c:pt>
                <c:pt idx="2478">
                  <c:v>40941</c:v>
                </c:pt>
                <c:pt idx="2479">
                  <c:v>40942</c:v>
                </c:pt>
                <c:pt idx="2480">
                  <c:v>40945</c:v>
                </c:pt>
                <c:pt idx="2481">
                  <c:v>40946</c:v>
                </c:pt>
                <c:pt idx="2482">
                  <c:v>40947</c:v>
                </c:pt>
                <c:pt idx="2483">
                  <c:v>40948</c:v>
                </c:pt>
                <c:pt idx="2484">
                  <c:v>40949</c:v>
                </c:pt>
                <c:pt idx="2485">
                  <c:v>40952</c:v>
                </c:pt>
                <c:pt idx="2486">
                  <c:v>40953</c:v>
                </c:pt>
                <c:pt idx="2487">
                  <c:v>40954</c:v>
                </c:pt>
                <c:pt idx="2488">
                  <c:v>40955</c:v>
                </c:pt>
                <c:pt idx="2489">
                  <c:v>40956</c:v>
                </c:pt>
                <c:pt idx="2490">
                  <c:v>40961</c:v>
                </c:pt>
                <c:pt idx="2491">
                  <c:v>40962</c:v>
                </c:pt>
                <c:pt idx="2492">
                  <c:v>40963</c:v>
                </c:pt>
                <c:pt idx="2493">
                  <c:v>40966</c:v>
                </c:pt>
                <c:pt idx="2494">
                  <c:v>40967</c:v>
                </c:pt>
                <c:pt idx="2495">
                  <c:v>40968</c:v>
                </c:pt>
                <c:pt idx="2496">
                  <c:v>40969</c:v>
                </c:pt>
                <c:pt idx="2497">
                  <c:v>40970</c:v>
                </c:pt>
                <c:pt idx="2498">
                  <c:v>40973</c:v>
                </c:pt>
                <c:pt idx="2499">
                  <c:v>40974</c:v>
                </c:pt>
                <c:pt idx="2500">
                  <c:v>40975</c:v>
                </c:pt>
                <c:pt idx="2501">
                  <c:v>40976</c:v>
                </c:pt>
                <c:pt idx="2502">
                  <c:v>40977</c:v>
                </c:pt>
                <c:pt idx="2503">
                  <c:v>40980</c:v>
                </c:pt>
                <c:pt idx="2504">
                  <c:v>40981</c:v>
                </c:pt>
                <c:pt idx="2505">
                  <c:v>40982</c:v>
                </c:pt>
                <c:pt idx="2506">
                  <c:v>40983</c:v>
                </c:pt>
                <c:pt idx="2507">
                  <c:v>40984</c:v>
                </c:pt>
                <c:pt idx="2508">
                  <c:v>40987</c:v>
                </c:pt>
                <c:pt idx="2509">
                  <c:v>40988</c:v>
                </c:pt>
                <c:pt idx="2510">
                  <c:v>40989</c:v>
                </c:pt>
                <c:pt idx="2511">
                  <c:v>40990</c:v>
                </c:pt>
                <c:pt idx="2512">
                  <c:v>40991</c:v>
                </c:pt>
                <c:pt idx="2513">
                  <c:v>40994</c:v>
                </c:pt>
                <c:pt idx="2514">
                  <c:v>40995</c:v>
                </c:pt>
                <c:pt idx="2515">
                  <c:v>40996</c:v>
                </c:pt>
                <c:pt idx="2516">
                  <c:v>40997</c:v>
                </c:pt>
                <c:pt idx="2517">
                  <c:v>40998</c:v>
                </c:pt>
                <c:pt idx="2518">
                  <c:v>41001</c:v>
                </c:pt>
                <c:pt idx="2519">
                  <c:v>41002</c:v>
                </c:pt>
                <c:pt idx="2520">
                  <c:v>41003</c:v>
                </c:pt>
                <c:pt idx="2521">
                  <c:v>41004</c:v>
                </c:pt>
                <c:pt idx="2522">
                  <c:v>41008</c:v>
                </c:pt>
                <c:pt idx="2523">
                  <c:v>41009</c:v>
                </c:pt>
                <c:pt idx="2524">
                  <c:v>41010</c:v>
                </c:pt>
                <c:pt idx="2525">
                  <c:v>41011</c:v>
                </c:pt>
                <c:pt idx="2526">
                  <c:v>41012</c:v>
                </c:pt>
                <c:pt idx="2527">
                  <c:v>41015</c:v>
                </c:pt>
                <c:pt idx="2528">
                  <c:v>41016</c:v>
                </c:pt>
                <c:pt idx="2529">
                  <c:v>41017</c:v>
                </c:pt>
                <c:pt idx="2530">
                  <c:v>41018</c:v>
                </c:pt>
                <c:pt idx="2531">
                  <c:v>41019</c:v>
                </c:pt>
                <c:pt idx="2532">
                  <c:v>41022</c:v>
                </c:pt>
                <c:pt idx="2533">
                  <c:v>41023</c:v>
                </c:pt>
                <c:pt idx="2534">
                  <c:v>41024</c:v>
                </c:pt>
                <c:pt idx="2535">
                  <c:v>41025</c:v>
                </c:pt>
                <c:pt idx="2536">
                  <c:v>41026</c:v>
                </c:pt>
                <c:pt idx="2537">
                  <c:v>41029</c:v>
                </c:pt>
                <c:pt idx="2538">
                  <c:v>41031</c:v>
                </c:pt>
                <c:pt idx="2539">
                  <c:v>41032</c:v>
                </c:pt>
                <c:pt idx="2540">
                  <c:v>41033</c:v>
                </c:pt>
                <c:pt idx="2541">
                  <c:v>41036</c:v>
                </c:pt>
                <c:pt idx="2542">
                  <c:v>41037</c:v>
                </c:pt>
                <c:pt idx="2543">
                  <c:v>41038</c:v>
                </c:pt>
                <c:pt idx="2544">
                  <c:v>41039</c:v>
                </c:pt>
                <c:pt idx="2545">
                  <c:v>41040</c:v>
                </c:pt>
                <c:pt idx="2546">
                  <c:v>41043</c:v>
                </c:pt>
                <c:pt idx="2547">
                  <c:v>41044</c:v>
                </c:pt>
                <c:pt idx="2548">
                  <c:v>41045</c:v>
                </c:pt>
                <c:pt idx="2549">
                  <c:v>41046</c:v>
                </c:pt>
                <c:pt idx="2550">
                  <c:v>41047</c:v>
                </c:pt>
                <c:pt idx="2551">
                  <c:v>41050</c:v>
                </c:pt>
                <c:pt idx="2552">
                  <c:v>41051</c:v>
                </c:pt>
                <c:pt idx="2553">
                  <c:v>41052</c:v>
                </c:pt>
                <c:pt idx="2554">
                  <c:v>41053</c:v>
                </c:pt>
                <c:pt idx="2555">
                  <c:v>41054</c:v>
                </c:pt>
                <c:pt idx="2556">
                  <c:v>41057</c:v>
                </c:pt>
                <c:pt idx="2557">
                  <c:v>41058</c:v>
                </c:pt>
                <c:pt idx="2558">
                  <c:v>41059</c:v>
                </c:pt>
                <c:pt idx="2559">
                  <c:v>41060</c:v>
                </c:pt>
                <c:pt idx="2560">
                  <c:v>41061</c:v>
                </c:pt>
                <c:pt idx="2561">
                  <c:v>41064</c:v>
                </c:pt>
                <c:pt idx="2562">
                  <c:v>41065</c:v>
                </c:pt>
                <c:pt idx="2563">
                  <c:v>41066</c:v>
                </c:pt>
                <c:pt idx="2564">
                  <c:v>41068</c:v>
                </c:pt>
                <c:pt idx="2565">
                  <c:v>41071</c:v>
                </c:pt>
                <c:pt idx="2566">
                  <c:v>41072</c:v>
                </c:pt>
                <c:pt idx="2567">
                  <c:v>41073</c:v>
                </c:pt>
                <c:pt idx="2568">
                  <c:v>41074</c:v>
                </c:pt>
                <c:pt idx="2569">
                  <c:v>41075</c:v>
                </c:pt>
                <c:pt idx="2570">
                  <c:v>41078</c:v>
                </c:pt>
                <c:pt idx="2571">
                  <c:v>41079</c:v>
                </c:pt>
                <c:pt idx="2572">
                  <c:v>41080</c:v>
                </c:pt>
                <c:pt idx="2573">
                  <c:v>41081</c:v>
                </c:pt>
                <c:pt idx="2574">
                  <c:v>41082</c:v>
                </c:pt>
                <c:pt idx="2575">
                  <c:v>41085</c:v>
                </c:pt>
                <c:pt idx="2576">
                  <c:v>41086</c:v>
                </c:pt>
                <c:pt idx="2577">
                  <c:v>41087</c:v>
                </c:pt>
                <c:pt idx="2578">
                  <c:v>41088</c:v>
                </c:pt>
                <c:pt idx="2579">
                  <c:v>41089</c:v>
                </c:pt>
                <c:pt idx="2580">
                  <c:v>41092</c:v>
                </c:pt>
                <c:pt idx="2581">
                  <c:v>41093</c:v>
                </c:pt>
                <c:pt idx="2582">
                  <c:v>41094</c:v>
                </c:pt>
                <c:pt idx="2583">
                  <c:v>41095</c:v>
                </c:pt>
                <c:pt idx="2584">
                  <c:v>41096</c:v>
                </c:pt>
                <c:pt idx="2585">
                  <c:v>41100</c:v>
                </c:pt>
                <c:pt idx="2586">
                  <c:v>41101</c:v>
                </c:pt>
                <c:pt idx="2587">
                  <c:v>41102</c:v>
                </c:pt>
                <c:pt idx="2588">
                  <c:v>41103</c:v>
                </c:pt>
                <c:pt idx="2589">
                  <c:v>41106</c:v>
                </c:pt>
                <c:pt idx="2590">
                  <c:v>41107</c:v>
                </c:pt>
                <c:pt idx="2591">
                  <c:v>41108</c:v>
                </c:pt>
                <c:pt idx="2592">
                  <c:v>41109</c:v>
                </c:pt>
                <c:pt idx="2593">
                  <c:v>41110</c:v>
                </c:pt>
                <c:pt idx="2594">
                  <c:v>41113</c:v>
                </c:pt>
                <c:pt idx="2595">
                  <c:v>41114</c:v>
                </c:pt>
                <c:pt idx="2596">
                  <c:v>41115</c:v>
                </c:pt>
                <c:pt idx="2597">
                  <c:v>41116</c:v>
                </c:pt>
                <c:pt idx="2598">
                  <c:v>41117</c:v>
                </c:pt>
                <c:pt idx="2599">
                  <c:v>41120</c:v>
                </c:pt>
                <c:pt idx="2600">
                  <c:v>41121</c:v>
                </c:pt>
                <c:pt idx="2601">
                  <c:v>41122</c:v>
                </c:pt>
                <c:pt idx="2602">
                  <c:v>41123</c:v>
                </c:pt>
                <c:pt idx="2603">
                  <c:v>41124</c:v>
                </c:pt>
                <c:pt idx="2604">
                  <c:v>41127</c:v>
                </c:pt>
                <c:pt idx="2605">
                  <c:v>41128</c:v>
                </c:pt>
                <c:pt idx="2606">
                  <c:v>41129</c:v>
                </c:pt>
                <c:pt idx="2607">
                  <c:v>41130</c:v>
                </c:pt>
                <c:pt idx="2608">
                  <c:v>41131</c:v>
                </c:pt>
                <c:pt idx="2609">
                  <c:v>41134</c:v>
                </c:pt>
                <c:pt idx="2610">
                  <c:v>41135</c:v>
                </c:pt>
                <c:pt idx="2611">
                  <c:v>41136</c:v>
                </c:pt>
                <c:pt idx="2612">
                  <c:v>41137</c:v>
                </c:pt>
                <c:pt idx="2613">
                  <c:v>41138</c:v>
                </c:pt>
                <c:pt idx="2614">
                  <c:v>41141</c:v>
                </c:pt>
                <c:pt idx="2615">
                  <c:v>41142</c:v>
                </c:pt>
                <c:pt idx="2616">
                  <c:v>41143</c:v>
                </c:pt>
                <c:pt idx="2617">
                  <c:v>41144</c:v>
                </c:pt>
                <c:pt idx="2618">
                  <c:v>41145</c:v>
                </c:pt>
                <c:pt idx="2619">
                  <c:v>41148</c:v>
                </c:pt>
                <c:pt idx="2620">
                  <c:v>41149</c:v>
                </c:pt>
                <c:pt idx="2621">
                  <c:v>41150</c:v>
                </c:pt>
                <c:pt idx="2622">
                  <c:v>41151</c:v>
                </c:pt>
                <c:pt idx="2623">
                  <c:v>41152</c:v>
                </c:pt>
                <c:pt idx="2624">
                  <c:v>41155</c:v>
                </c:pt>
                <c:pt idx="2625">
                  <c:v>41156</c:v>
                </c:pt>
                <c:pt idx="2626">
                  <c:v>41157</c:v>
                </c:pt>
                <c:pt idx="2627">
                  <c:v>41158</c:v>
                </c:pt>
                <c:pt idx="2628">
                  <c:v>41162</c:v>
                </c:pt>
                <c:pt idx="2629">
                  <c:v>41163</c:v>
                </c:pt>
                <c:pt idx="2630">
                  <c:v>41164</c:v>
                </c:pt>
                <c:pt idx="2631">
                  <c:v>41165</c:v>
                </c:pt>
                <c:pt idx="2632">
                  <c:v>41166</c:v>
                </c:pt>
                <c:pt idx="2633">
                  <c:v>41169</c:v>
                </c:pt>
                <c:pt idx="2634">
                  <c:v>41170</c:v>
                </c:pt>
                <c:pt idx="2635">
                  <c:v>41171</c:v>
                </c:pt>
                <c:pt idx="2636">
                  <c:v>41172</c:v>
                </c:pt>
                <c:pt idx="2637">
                  <c:v>41173</c:v>
                </c:pt>
                <c:pt idx="2638">
                  <c:v>41176</c:v>
                </c:pt>
                <c:pt idx="2639">
                  <c:v>41177</c:v>
                </c:pt>
                <c:pt idx="2640">
                  <c:v>41178</c:v>
                </c:pt>
                <c:pt idx="2641">
                  <c:v>41179</c:v>
                </c:pt>
                <c:pt idx="2642">
                  <c:v>41180</c:v>
                </c:pt>
                <c:pt idx="2643">
                  <c:v>41183</c:v>
                </c:pt>
                <c:pt idx="2644">
                  <c:v>41184</c:v>
                </c:pt>
                <c:pt idx="2645">
                  <c:v>41185</c:v>
                </c:pt>
                <c:pt idx="2646">
                  <c:v>41186</c:v>
                </c:pt>
                <c:pt idx="2647">
                  <c:v>41187</c:v>
                </c:pt>
                <c:pt idx="2648">
                  <c:v>41190</c:v>
                </c:pt>
                <c:pt idx="2649">
                  <c:v>41191</c:v>
                </c:pt>
                <c:pt idx="2650">
                  <c:v>41192</c:v>
                </c:pt>
                <c:pt idx="2651">
                  <c:v>41193</c:v>
                </c:pt>
                <c:pt idx="2652">
                  <c:v>41197</c:v>
                </c:pt>
                <c:pt idx="2653">
                  <c:v>41198</c:v>
                </c:pt>
                <c:pt idx="2654">
                  <c:v>41199</c:v>
                </c:pt>
                <c:pt idx="2655">
                  <c:v>41200</c:v>
                </c:pt>
                <c:pt idx="2656">
                  <c:v>41201</c:v>
                </c:pt>
                <c:pt idx="2657">
                  <c:v>41204</c:v>
                </c:pt>
                <c:pt idx="2658">
                  <c:v>41205</c:v>
                </c:pt>
                <c:pt idx="2659">
                  <c:v>41206</c:v>
                </c:pt>
                <c:pt idx="2660">
                  <c:v>41207</c:v>
                </c:pt>
                <c:pt idx="2661">
                  <c:v>41208</c:v>
                </c:pt>
                <c:pt idx="2662">
                  <c:v>41211</c:v>
                </c:pt>
                <c:pt idx="2663">
                  <c:v>41212</c:v>
                </c:pt>
                <c:pt idx="2664">
                  <c:v>41213</c:v>
                </c:pt>
                <c:pt idx="2665">
                  <c:v>41214</c:v>
                </c:pt>
                <c:pt idx="2666">
                  <c:v>41218</c:v>
                </c:pt>
                <c:pt idx="2667">
                  <c:v>41219</c:v>
                </c:pt>
                <c:pt idx="2668">
                  <c:v>41220</c:v>
                </c:pt>
                <c:pt idx="2669">
                  <c:v>41221</c:v>
                </c:pt>
                <c:pt idx="2670">
                  <c:v>41222</c:v>
                </c:pt>
                <c:pt idx="2671">
                  <c:v>41225</c:v>
                </c:pt>
                <c:pt idx="2672">
                  <c:v>41226</c:v>
                </c:pt>
                <c:pt idx="2673">
                  <c:v>41227</c:v>
                </c:pt>
                <c:pt idx="2674">
                  <c:v>41229</c:v>
                </c:pt>
                <c:pt idx="2675">
                  <c:v>41232</c:v>
                </c:pt>
                <c:pt idx="2676">
                  <c:v>41234</c:v>
                </c:pt>
                <c:pt idx="2677">
                  <c:v>41235</c:v>
                </c:pt>
                <c:pt idx="2678">
                  <c:v>41236</c:v>
                </c:pt>
                <c:pt idx="2679">
                  <c:v>41239</c:v>
                </c:pt>
                <c:pt idx="2680">
                  <c:v>41240</c:v>
                </c:pt>
                <c:pt idx="2681">
                  <c:v>41241</c:v>
                </c:pt>
                <c:pt idx="2682">
                  <c:v>41242</c:v>
                </c:pt>
                <c:pt idx="2683">
                  <c:v>41243</c:v>
                </c:pt>
                <c:pt idx="2684">
                  <c:v>41246</c:v>
                </c:pt>
                <c:pt idx="2685">
                  <c:v>41247</c:v>
                </c:pt>
                <c:pt idx="2686">
                  <c:v>41248</c:v>
                </c:pt>
                <c:pt idx="2687">
                  <c:v>41249</c:v>
                </c:pt>
                <c:pt idx="2688">
                  <c:v>41250</c:v>
                </c:pt>
                <c:pt idx="2689">
                  <c:v>41253</c:v>
                </c:pt>
                <c:pt idx="2690">
                  <c:v>41254</c:v>
                </c:pt>
                <c:pt idx="2691">
                  <c:v>41255</c:v>
                </c:pt>
                <c:pt idx="2692">
                  <c:v>41256</c:v>
                </c:pt>
                <c:pt idx="2693">
                  <c:v>41257</c:v>
                </c:pt>
                <c:pt idx="2694">
                  <c:v>41260</c:v>
                </c:pt>
                <c:pt idx="2695">
                  <c:v>41261</c:v>
                </c:pt>
                <c:pt idx="2696">
                  <c:v>41262</c:v>
                </c:pt>
                <c:pt idx="2697">
                  <c:v>41263</c:v>
                </c:pt>
                <c:pt idx="2698">
                  <c:v>41264</c:v>
                </c:pt>
                <c:pt idx="2699">
                  <c:v>41269</c:v>
                </c:pt>
                <c:pt idx="2700">
                  <c:v>41270</c:v>
                </c:pt>
                <c:pt idx="2701">
                  <c:v>41271</c:v>
                </c:pt>
                <c:pt idx="2702">
                  <c:v>41276</c:v>
                </c:pt>
                <c:pt idx="2703">
                  <c:v>41277</c:v>
                </c:pt>
                <c:pt idx="2704">
                  <c:v>41278</c:v>
                </c:pt>
                <c:pt idx="2705">
                  <c:v>41281</c:v>
                </c:pt>
                <c:pt idx="2706">
                  <c:v>41282</c:v>
                </c:pt>
                <c:pt idx="2707">
                  <c:v>41283</c:v>
                </c:pt>
                <c:pt idx="2708">
                  <c:v>41284</c:v>
                </c:pt>
                <c:pt idx="2709">
                  <c:v>41285</c:v>
                </c:pt>
                <c:pt idx="2710">
                  <c:v>41288</c:v>
                </c:pt>
                <c:pt idx="2711">
                  <c:v>41289</c:v>
                </c:pt>
                <c:pt idx="2712">
                  <c:v>41290</c:v>
                </c:pt>
                <c:pt idx="2713">
                  <c:v>41291</c:v>
                </c:pt>
                <c:pt idx="2714">
                  <c:v>41292</c:v>
                </c:pt>
                <c:pt idx="2715">
                  <c:v>41295</c:v>
                </c:pt>
                <c:pt idx="2716">
                  <c:v>41296</c:v>
                </c:pt>
                <c:pt idx="2717">
                  <c:v>41297</c:v>
                </c:pt>
                <c:pt idx="2718">
                  <c:v>41298</c:v>
                </c:pt>
                <c:pt idx="2719">
                  <c:v>41302</c:v>
                </c:pt>
                <c:pt idx="2720">
                  <c:v>41303</c:v>
                </c:pt>
                <c:pt idx="2721">
                  <c:v>41304</c:v>
                </c:pt>
                <c:pt idx="2722">
                  <c:v>41305</c:v>
                </c:pt>
                <c:pt idx="2723">
                  <c:v>41306</c:v>
                </c:pt>
                <c:pt idx="2724">
                  <c:v>41309</c:v>
                </c:pt>
                <c:pt idx="2725">
                  <c:v>41310</c:v>
                </c:pt>
                <c:pt idx="2726">
                  <c:v>41311</c:v>
                </c:pt>
                <c:pt idx="2727">
                  <c:v>41312</c:v>
                </c:pt>
                <c:pt idx="2728">
                  <c:v>41313</c:v>
                </c:pt>
                <c:pt idx="2729">
                  <c:v>41318</c:v>
                </c:pt>
                <c:pt idx="2730">
                  <c:v>41319</c:v>
                </c:pt>
                <c:pt idx="2731">
                  <c:v>41320</c:v>
                </c:pt>
                <c:pt idx="2732">
                  <c:v>41323</c:v>
                </c:pt>
                <c:pt idx="2733">
                  <c:v>41324</c:v>
                </c:pt>
                <c:pt idx="2734">
                  <c:v>41325</c:v>
                </c:pt>
                <c:pt idx="2735">
                  <c:v>41326</c:v>
                </c:pt>
                <c:pt idx="2736">
                  <c:v>41327</c:v>
                </c:pt>
                <c:pt idx="2737">
                  <c:v>41330</c:v>
                </c:pt>
                <c:pt idx="2738">
                  <c:v>41331</c:v>
                </c:pt>
                <c:pt idx="2739">
                  <c:v>41332</c:v>
                </c:pt>
                <c:pt idx="2740">
                  <c:v>41333</c:v>
                </c:pt>
                <c:pt idx="2741">
                  <c:v>41334</c:v>
                </c:pt>
                <c:pt idx="2742">
                  <c:v>41337</c:v>
                </c:pt>
                <c:pt idx="2743">
                  <c:v>41338</c:v>
                </c:pt>
                <c:pt idx="2744">
                  <c:v>41339</c:v>
                </c:pt>
                <c:pt idx="2745">
                  <c:v>41340</c:v>
                </c:pt>
                <c:pt idx="2746">
                  <c:v>41341</c:v>
                </c:pt>
                <c:pt idx="2747">
                  <c:v>41344</c:v>
                </c:pt>
                <c:pt idx="2748">
                  <c:v>41345</c:v>
                </c:pt>
                <c:pt idx="2749">
                  <c:v>41346</c:v>
                </c:pt>
                <c:pt idx="2750">
                  <c:v>41347</c:v>
                </c:pt>
                <c:pt idx="2751">
                  <c:v>41348</c:v>
                </c:pt>
                <c:pt idx="2752">
                  <c:v>41351</c:v>
                </c:pt>
                <c:pt idx="2753">
                  <c:v>41352</c:v>
                </c:pt>
                <c:pt idx="2754">
                  <c:v>41353</c:v>
                </c:pt>
                <c:pt idx="2755">
                  <c:v>41354</c:v>
                </c:pt>
                <c:pt idx="2756">
                  <c:v>41355</c:v>
                </c:pt>
                <c:pt idx="2757">
                  <c:v>41358</c:v>
                </c:pt>
                <c:pt idx="2758">
                  <c:v>41359</c:v>
                </c:pt>
                <c:pt idx="2759">
                  <c:v>41360</c:v>
                </c:pt>
                <c:pt idx="2760">
                  <c:v>41361</c:v>
                </c:pt>
                <c:pt idx="2761">
                  <c:v>41365</c:v>
                </c:pt>
                <c:pt idx="2762">
                  <c:v>41366</c:v>
                </c:pt>
                <c:pt idx="2763">
                  <c:v>41367</c:v>
                </c:pt>
                <c:pt idx="2764">
                  <c:v>41368</c:v>
                </c:pt>
                <c:pt idx="2765">
                  <c:v>41369</c:v>
                </c:pt>
                <c:pt idx="2766">
                  <c:v>41372</c:v>
                </c:pt>
                <c:pt idx="2767">
                  <c:v>41373</c:v>
                </c:pt>
                <c:pt idx="2768">
                  <c:v>41374</c:v>
                </c:pt>
                <c:pt idx="2769">
                  <c:v>41375</c:v>
                </c:pt>
                <c:pt idx="2770">
                  <c:v>41376</c:v>
                </c:pt>
                <c:pt idx="2771">
                  <c:v>41379</c:v>
                </c:pt>
                <c:pt idx="2772">
                  <c:v>41380</c:v>
                </c:pt>
                <c:pt idx="2773">
                  <c:v>41381</c:v>
                </c:pt>
                <c:pt idx="2774">
                  <c:v>41382</c:v>
                </c:pt>
                <c:pt idx="2775">
                  <c:v>41383</c:v>
                </c:pt>
                <c:pt idx="2776">
                  <c:v>41386</c:v>
                </c:pt>
                <c:pt idx="2777">
                  <c:v>41387</c:v>
                </c:pt>
                <c:pt idx="2778">
                  <c:v>41388</c:v>
                </c:pt>
                <c:pt idx="2779">
                  <c:v>41389</c:v>
                </c:pt>
                <c:pt idx="2780">
                  <c:v>41390</c:v>
                </c:pt>
                <c:pt idx="2781">
                  <c:v>41393</c:v>
                </c:pt>
                <c:pt idx="2782">
                  <c:v>41394</c:v>
                </c:pt>
                <c:pt idx="2783">
                  <c:v>41396</c:v>
                </c:pt>
                <c:pt idx="2784">
                  <c:v>41397</c:v>
                </c:pt>
                <c:pt idx="2785">
                  <c:v>41400</c:v>
                </c:pt>
                <c:pt idx="2786">
                  <c:v>41401</c:v>
                </c:pt>
                <c:pt idx="2787">
                  <c:v>41402</c:v>
                </c:pt>
                <c:pt idx="2788">
                  <c:v>41403</c:v>
                </c:pt>
                <c:pt idx="2789">
                  <c:v>41404</c:v>
                </c:pt>
                <c:pt idx="2790">
                  <c:v>41407</c:v>
                </c:pt>
                <c:pt idx="2791">
                  <c:v>41408</c:v>
                </c:pt>
                <c:pt idx="2792">
                  <c:v>41409</c:v>
                </c:pt>
                <c:pt idx="2793">
                  <c:v>41410</c:v>
                </c:pt>
                <c:pt idx="2794">
                  <c:v>41411</c:v>
                </c:pt>
                <c:pt idx="2795">
                  <c:v>41414</c:v>
                </c:pt>
                <c:pt idx="2796">
                  <c:v>41415</c:v>
                </c:pt>
                <c:pt idx="2797">
                  <c:v>41416</c:v>
                </c:pt>
                <c:pt idx="2798">
                  <c:v>41417</c:v>
                </c:pt>
                <c:pt idx="2799">
                  <c:v>41418</c:v>
                </c:pt>
                <c:pt idx="2800">
                  <c:v>41421</c:v>
                </c:pt>
                <c:pt idx="2801">
                  <c:v>41422</c:v>
                </c:pt>
                <c:pt idx="2802">
                  <c:v>41423</c:v>
                </c:pt>
                <c:pt idx="2803">
                  <c:v>41425</c:v>
                </c:pt>
                <c:pt idx="2804">
                  <c:v>41428</c:v>
                </c:pt>
                <c:pt idx="2805">
                  <c:v>41429</c:v>
                </c:pt>
                <c:pt idx="2806">
                  <c:v>41430</c:v>
                </c:pt>
                <c:pt idx="2807">
                  <c:v>41431</c:v>
                </c:pt>
                <c:pt idx="2808">
                  <c:v>41432</c:v>
                </c:pt>
                <c:pt idx="2809">
                  <c:v>41435</c:v>
                </c:pt>
                <c:pt idx="2810">
                  <c:v>41436</c:v>
                </c:pt>
                <c:pt idx="2811">
                  <c:v>41437</c:v>
                </c:pt>
                <c:pt idx="2812">
                  <c:v>41438</c:v>
                </c:pt>
                <c:pt idx="2813">
                  <c:v>41439</c:v>
                </c:pt>
                <c:pt idx="2814">
                  <c:v>41442</c:v>
                </c:pt>
                <c:pt idx="2815">
                  <c:v>41443</c:v>
                </c:pt>
                <c:pt idx="2816">
                  <c:v>41444</c:v>
                </c:pt>
                <c:pt idx="2817">
                  <c:v>41445</c:v>
                </c:pt>
                <c:pt idx="2818">
                  <c:v>41446</c:v>
                </c:pt>
                <c:pt idx="2819">
                  <c:v>41449</c:v>
                </c:pt>
                <c:pt idx="2820">
                  <c:v>41450</c:v>
                </c:pt>
                <c:pt idx="2821">
                  <c:v>41451</c:v>
                </c:pt>
                <c:pt idx="2822">
                  <c:v>41452</c:v>
                </c:pt>
                <c:pt idx="2823">
                  <c:v>41453</c:v>
                </c:pt>
                <c:pt idx="2824">
                  <c:v>41456</c:v>
                </c:pt>
                <c:pt idx="2825">
                  <c:v>41457</c:v>
                </c:pt>
                <c:pt idx="2826">
                  <c:v>41458</c:v>
                </c:pt>
                <c:pt idx="2827">
                  <c:v>41459</c:v>
                </c:pt>
                <c:pt idx="2828">
                  <c:v>41460</c:v>
                </c:pt>
                <c:pt idx="2829">
                  <c:v>41463</c:v>
                </c:pt>
                <c:pt idx="2830">
                  <c:v>41465</c:v>
                </c:pt>
                <c:pt idx="2831">
                  <c:v>41466</c:v>
                </c:pt>
                <c:pt idx="2832">
                  <c:v>41467</c:v>
                </c:pt>
                <c:pt idx="2833">
                  <c:v>41470</c:v>
                </c:pt>
                <c:pt idx="2834">
                  <c:v>41471</c:v>
                </c:pt>
                <c:pt idx="2835">
                  <c:v>41472</c:v>
                </c:pt>
                <c:pt idx="2836">
                  <c:v>41473</c:v>
                </c:pt>
                <c:pt idx="2837">
                  <c:v>41474</c:v>
                </c:pt>
                <c:pt idx="2838">
                  <c:v>41477</c:v>
                </c:pt>
                <c:pt idx="2839">
                  <c:v>41478</c:v>
                </c:pt>
                <c:pt idx="2840">
                  <c:v>41479</c:v>
                </c:pt>
                <c:pt idx="2841">
                  <c:v>41480</c:v>
                </c:pt>
                <c:pt idx="2842">
                  <c:v>41481</c:v>
                </c:pt>
                <c:pt idx="2843">
                  <c:v>41484</c:v>
                </c:pt>
                <c:pt idx="2844">
                  <c:v>41485</c:v>
                </c:pt>
                <c:pt idx="2845">
                  <c:v>41486</c:v>
                </c:pt>
                <c:pt idx="2846">
                  <c:v>41487</c:v>
                </c:pt>
                <c:pt idx="2847">
                  <c:v>41488</c:v>
                </c:pt>
                <c:pt idx="2848">
                  <c:v>41491</c:v>
                </c:pt>
                <c:pt idx="2849">
                  <c:v>41492</c:v>
                </c:pt>
                <c:pt idx="2850">
                  <c:v>41493</c:v>
                </c:pt>
                <c:pt idx="2851">
                  <c:v>41494</c:v>
                </c:pt>
                <c:pt idx="2852">
                  <c:v>41495</c:v>
                </c:pt>
                <c:pt idx="2853">
                  <c:v>41498</c:v>
                </c:pt>
                <c:pt idx="2854">
                  <c:v>41499</c:v>
                </c:pt>
                <c:pt idx="2855">
                  <c:v>41500</c:v>
                </c:pt>
                <c:pt idx="2856">
                  <c:v>41501</c:v>
                </c:pt>
                <c:pt idx="2857">
                  <c:v>41502</c:v>
                </c:pt>
                <c:pt idx="2858">
                  <c:v>41505</c:v>
                </c:pt>
                <c:pt idx="2859">
                  <c:v>41506</c:v>
                </c:pt>
                <c:pt idx="2860">
                  <c:v>41507</c:v>
                </c:pt>
                <c:pt idx="2861">
                  <c:v>41508</c:v>
                </c:pt>
                <c:pt idx="2862">
                  <c:v>41509</c:v>
                </c:pt>
                <c:pt idx="2863">
                  <c:v>41512</c:v>
                </c:pt>
                <c:pt idx="2864">
                  <c:v>41513</c:v>
                </c:pt>
                <c:pt idx="2865">
                  <c:v>41514</c:v>
                </c:pt>
                <c:pt idx="2866">
                  <c:v>41515</c:v>
                </c:pt>
                <c:pt idx="2867">
                  <c:v>41516</c:v>
                </c:pt>
                <c:pt idx="2868">
                  <c:v>41519</c:v>
                </c:pt>
                <c:pt idx="2869">
                  <c:v>41520</c:v>
                </c:pt>
                <c:pt idx="2870">
                  <c:v>41521</c:v>
                </c:pt>
                <c:pt idx="2871">
                  <c:v>41522</c:v>
                </c:pt>
                <c:pt idx="2872">
                  <c:v>41523</c:v>
                </c:pt>
                <c:pt idx="2873">
                  <c:v>41526</c:v>
                </c:pt>
                <c:pt idx="2874">
                  <c:v>41527</c:v>
                </c:pt>
                <c:pt idx="2875">
                  <c:v>41528</c:v>
                </c:pt>
                <c:pt idx="2876">
                  <c:v>41529</c:v>
                </c:pt>
                <c:pt idx="2877">
                  <c:v>41530</c:v>
                </c:pt>
                <c:pt idx="2878">
                  <c:v>41533</c:v>
                </c:pt>
                <c:pt idx="2879">
                  <c:v>41534</c:v>
                </c:pt>
                <c:pt idx="2880">
                  <c:v>41535</c:v>
                </c:pt>
                <c:pt idx="2881">
                  <c:v>41536</c:v>
                </c:pt>
                <c:pt idx="2882">
                  <c:v>41537</c:v>
                </c:pt>
                <c:pt idx="2883">
                  <c:v>41540</c:v>
                </c:pt>
                <c:pt idx="2884">
                  <c:v>41541</c:v>
                </c:pt>
                <c:pt idx="2885">
                  <c:v>41542</c:v>
                </c:pt>
                <c:pt idx="2886">
                  <c:v>41543</c:v>
                </c:pt>
                <c:pt idx="2887">
                  <c:v>41544</c:v>
                </c:pt>
                <c:pt idx="2888">
                  <c:v>41547</c:v>
                </c:pt>
                <c:pt idx="2889">
                  <c:v>41548</c:v>
                </c:pt>
                <c:pt idx="2890">
                  <c:v>41549</c:v>
                </c:pt>
                <c:pt idx="2891">
                  <c:v>41550</c:v>
                </c:pt>
                <c:pt idx="2892">
                  <c:v>41551</c:v>
                </c:pt>
                <c:pt idx="2893">
                  <c:v>41554</c:v>
                </c:pt>
                <c:pt idx="2894">
                  <c:v>41555</c:v>
                </c:pt>
                <c:pt idx="2895">
                  <c:v>41556</c:v>
                </c:pt>
                <c:pt idx="2896">
                  <c:v>41557</c:v>
                </c:pt>
                <c:pt idx="2897">
                  <c:v>41558</c:v>
                </c:pt>
                <c:pt idx="2898">
                  <c:v>41561</c:v>
                </c:pt>
                <c:pt idx="2899">
                  <c:v>41562</c:v>
                </c:pt>
                <c:pt idx="2900">
                  <c:v>41563</c:v>
                </c:pt>
                <c:pt idx="2901">
                  <c:v>41564</c:v>
                </c:pt>
                <c:pt idx="2902">
                  <c:v>41565</c:v>
                </c:pt>
                <c:pt idx="2903">
                  <c:v>41568</c:v>
                </c:pt>
                <c:pt idx="2904">
                  <c:v>41569</c:v>
                </c:pt>
                <c:pt idx="2905">
                  <c:v>41570</c:v>
                </c:pt>
                <c:pt idx="2906">
                  <c:v>41571</c:v>
                </c:pt>
                <c:pt idx="2907">
                  <c:v>41572</c:v>
                </c:pt>
                <c:pt idx="2908">
                  <c:v>41575</c:v>
                </c:pt>
                <c:pt idx="2909">
                  <c:v>41576</c:v>
                </c:pt>
                <c:pt idx="2910">
                  <c:v>41577</c:v>
                </c:pt>
                <c:pt idx="2911">
                  <c:v>41578</c:v>
                </c:pt>
                <c:pt idx="2912">
                  <c:v>41579</c:v>
                </c:pt>
                <c:pt idx="2913">
                  <c:v>41582</c:v>
                </c:pt>
                <c:pt idx="2914">
                  <c:v>41583</c:v>
                </c:pt>
                <c:pt idx="2915">
                  <c:v>41584</c:v>
                </c:pt>
                <c:pt idx="2916">
                  <c:v>41585</c:v>
                </c:pt>
                <c:pt idx="2917">
                  <c:v>41586</c:v>
                </c:pt>
                <c:pt idx="2918">
                  <c:v>41589</c:v>
                </c:pt>
                <c:pt idx="2919">
                  <c:v>41590</c:v>
                </c:pt>
                <c:pt idx="2920">
                  <c:v>41591</c:v>
                </c:pt>
                <c:pt idx="2921">
                  <c:v>41592</c:v>
                </c:pt>
                <c:pt idx="2922">
                  <c:v>41596</c:v>
                </c:pt>
                <c:pt idx="2923">
                  <c:v>41597</c:v>
                </c:pt>
                <c:pt idx="2924">
                  <c:v>41599</c:v>
                </c:pt>
                <c:pt idx="2925">
                  <c:v>41600</c:v>
                </c:pt>
                <c:pt idx="2926">
                  <c:v>41603</c:v>
                </c:pt>
                <c:pt idx="2927">
                  <c:v>41604</c:v>
                </c:pt>
                <c:pt idx="2928">
                  <c:v>41605</c:v>
                </c:pt>
                <c:pt idx="2929">
                  <c:v>41606</c:v>
                </c:pt>
                <c:pt idx="2930">
                  <c:v>41607</c:v>
                </c:pt>
                <c:pt idx="2931">
                  <c:v>41610</c:v>
                </c:pt>
                <c:pt idx="2932">
                  <c:v>41611</c:v>
                </c:pt>
                <c:pt idx="2933">
                  <c:v>41612</c:v>
                </c:pt>
                <c:pt idx="2934">
                  <c:v>41613</c:v>
                </c:pt>
                <c:pt idx="2935">
                  <c:v>41614</c:v>
                </c:pt>
                <c:pt idx="2936">
                  <c:v>41617</c:v>
                </c:pt>
                <c:pt idx="2937">
                  <c:v>41618</c:v>
                </c:pt>
                <c:pt idx="2938">
                  <c:v>41619</c:v>
                </c:pt>
                <c:pt idx="2939">
                  <c:v>41620</c:v>
                </c:pt>
                <c:pt idx="2940">
                  <c:v>41621</c:v>
                </c:pt>
                <c:pt idx="2941">
                  <c:v>41624</c:v>
                </c:pt>
                <c:pt idx="2942">
                  <c:v>41625</c:v>
                </c:pt>
                <c:pt idx="2943">
                  <c:v>41626</c:v>
                </c:pt>
                <c:pt idx="2944">
                  <c:v>41627</c:v>
                </c:pt>
                <c:pt idx="2945">
                  <c:v>41628</c:v>
                </c:pt>
                <c:pt idx="2946">
                  <c:v>41631</c:v>
                </c:pt>
                <c:pt idx="2947">
                  <c:v>41634</c:v>
                </c:pt>
                <c:pt idx="2948">
                  <c:v>41635</c:v>
                </c:pt>
                <c:pt idx="2949">
                  <c:v>41638</c:v>
                </c:pt>
                <c:pt idx="2950">
                  <c:v>41641</c:v>
                </c:pt>
                <c:pt idx="2951">
                  <c:v>41642</c:v>
                </c:pt>
                <c:pt idx="2952">
                  <c:v>41645</c:v>
                </c:pt>
                <c:pt idx="2953">
                  <c:v>41646</c:v>
                </c:pt>
                <c:pt idx="2954">
                  <c:v>41647</c:v>
                </c:pt>
                <c:pt idx="2955">
                  <c:v>41648</c:v>
                </c:pt>
                <c:pt idx="2956">
                  <c:v>41649</c:v>
                </c:pt>
                <c:pt idx="2957">
                  <c:v>41652</c:v>
                </c:pt>
                <c:pt idx="2958">
                  <c:v>41653</c:v>
                </c:pt>
                <c:pt idx="2959">
                  <c:v>41654</c:v>
                </c:pt>
                <c:pt idx="2960">
                  <c:v>41655</c:v>
                </c:pt>
                <c:pt idx="2961">
                  <c:v>41656</c:v>
                </c:pt>
                <c:pt idx="2962">
                  <c:v>41659</c:v>
                </c:pt>
                <c:pt idx="2963">
                  <c:v>41660</c:v>
                </c:pt>
                <c:pt idx="2964">
                  <c:v>41661</c:v>
                </c:pt>
                <c:pt idx="2965">
                  <c:v>41662</c:v>
                </c:pt>
                <c:pt idx="2966">
                  <c:v>41663</c:v>
                </c:pt>
                <c:pt idx="2967">
                  <c:v>41666</c:v>
                </c:pt>
                <c:pt idx="2968">
                  <c:v>41667</c:v>
                </c:pt>
                <c:pt idx="2969">
                  <c:v>41668</c:v>
                </c:pt>
                <c:pt idx="2970">
                  <c:v>41669</c:v>
                </c:pt>
                <c:pt idx="2971">
                  <c:v>41670</c:v>
                </c:pt>
                <c:pt idx="2972">
                  <c:v>41673</c:v>
                </c:pt>
                <c:pt idx="2973">
                  <c:v>41674</c:v>
                </c:pt>
                <c:pt idx="2974">
                  <c:v>41675</c:v>
                </c:pt>
                <c:pt idx="2975">
                  <c:v>41676</c:v>
                </c:pt>
                <c:pt idx="2976">
                  <c:v>41677</c:v>
                </c:pt>
                <c:pt idx="2977">
                  <c:v>41680</c:v>
                </c:pt>
                <c:pt idx="2978">
                  <c:v>41681</c:v>
                </c:pt>
                <c:pt idx="2979">
                  <c:v>41682</c:v>
                </c:pt>
                <c:pt idx="2980">
                  <c:v>41683</c:v>
                </c:pt>
                <c:pt idx="2981">
                  <c:v>41684</c:v>
                </c:pt>
                <c:pt idx="2982">
                  <c:v>41687</c:v>
                </c:pt>
                <c:pt idx="2983">
                  <c:v>41688</c:v>
                </c:pt>
                <c:pt idx="2984">
                  <c:v>41689</c:v>
                </c:pt>
                <c:pt idx="2985">
                  <c:v>41690</c:v>
                </c:pt>
                <c:pt idx="2986">
                  <c:v>41691</c:v>
                </c:pt>
                <c:pt idx="2987">
                  <c:v>41694</c:v>
                </c:pt>
                <c:pt idx="2988">
                  <c:v>41695</c:v>
                </c:pt>
                <c:pt idx="2989">
                  <c:v>41696</c:v>
                </c:pt>
                <c:pt idx="2990">
                  <c:v>41697</c:v>
                </c:pt>
                <c:pt idx="2991">
                  <c:v>41698</c:v>
                </c:pt>
                <c:pt idx="2992">
                  <c:v>41703</c:v>
                </c:pt>
                <c:pt idx="2993">
                  <c:v>41704</c:v>
                </c:pt>
                <c:pt idx="2994">
                  <c:v>41705</c:v>
                </c:pt>
                <c:pt idx="2995">
                  <c:v>41708</c:v>
                </c:pt>
                <c:pt idx="2996">
                  <c:v>41709</c:v>
                </c:pt>
                <c:pt idx="2997">
                  <c:v>41710</c:v>
                </c:pt>
                <c:pt idx="2998">
                  <c:v>41711</c:v>
                </c:pt>
                <c:pt idx="2999">
                  <c:v>41712</c:v>
                </c:pt>
                <c:pt idx="3000">
                  <c:v>41715</c:v>
                </c:pt>
                <c:pt idx="3001">
                  <c:v>41716</c:v>
                </c:pt>
                <c:pt idx="3002">
                  <c:v>41717</c:v>
                </c:pt>
                <c:pt idx="3003">
                  <c:v>41718</c:v>
                </c:pt>
                <c:pt idx="3004">
                  <c:v>41719</c:v>
                </c:pt>
                <c:pt idx="3005">
                  <c:v>41722</c:v>
                </c:pt>
                <c:pt idx="3006">
                  <c:v>41723</c:v>
                </c:pt>
                <c:pt idx="3007">
                  <c:v>41724</c:v>
                </c:pt>
                <c:pt idx="3008">
                  <c:v>41725</c:v>
                </c:pt>
                <c:pt idx="3009">
                  <c:v>41726</c:v>
                </c:pt>
                <c:pt idx="3010">
                  <c:v>41729</c:v>
                </c:pt>
                <c:pt idx="3011">
                  <c:v>41730</c:v>
                </c:pt>
                <c:pt idx="3012">
                  <c:v>41731</c:v>
                </c:pt>
                <c:pt idx="3013">
                  <c:v>41732</c:v>
                </c:pt>
                <c:pt idx="3014">
                  <c:v>41733</c:v>
                </c:pt>
                <c:pt idx="3015">
                  <c:v>41736</c:v>
                </c:pt>
                <c:pt idx="3016">
                  <c:v>41737</c:v>
                </c:pt>
                <c:pt idx="3017">
                  <c:v>41738</c:v>
                </c:pt>
                <c:pt idx="3018">
                  <c:v>41739</c:v>
                </c:pt>
                <c:pt idx="3019">
                  <c:v>41740</c:v>
                </c:pt>
                <c:pt idx="3020">
                  <c:v>41743</c:v>
                </c:pt>
                <c:pt idx="3021">
                  <c:v>41744</c:v>
                </c:pt>
                <c:pt idx="3022">
                  <c:v>41745</c:v>
                </c:pt>
                <c:pt idx="3023">
                  <c:v>41746</c:v>
                </c:pt>
                <c:pt idx="3024">
                  <c:v>41751</c:v>
                </c:pt>
                <c:pt idx="3025">
                  <c:v>41752</c:v>
                </c:pt>
                <c:pt idx="3026">
                  <c:v>41753</c:v>
                </c:pt>
                <c:pt idx="3027">
                  <c:v>41754</c:v>
                </c:pt>
                <c:pt idx="3028">
                  <c:v>41757</c:v>
                </c:pt>
                <c:pt idx="3029">
                  <c:v>41758</c:v>
                </c:pt>
                <c:pt idx="3030">
                  <c:v>41759</c:v>
                </c:pt>
                <c:pt idx="3031">
                  <c:v>41761</c:v>
                </c:pt>
                <c:pt idx="3032">
                  <c:v>41764</c:v>
                </c:pt>
                <c:pt idx="3033">
                  <c:v>41765</c:v>
                </c:pt>
                <c:pt idx="3034">
                  <c:v>41766</c:v>
                </c:pt>
                <c:pt idx="3035">
                  <c:v>41767</c:v>
                </c:pt>
                <c:pt idx="3036">
                  <c:v>41768</c:v>
                </c:pt>
                <c:pt idx="3037">
                  <c:v>41771</c:v>
                </c:pt>
                <c:pt idx="3038">
                  <c:v>41772</c:v>
                </c:pt>
                <c:pt idx="3039">
                  <c:v>41773</c:v>
                </c:pt>
                <c:pt idx="3040">
                  <c:v>41774</c:v>
                </c:pt>
                <c:pt idx="3041">
                  <c:v>41775</c:v>
                </c:pt>
                <c:pt idx="3042">
                  <c:v>41778</c:v>
                </c:pt>
                <c:pt idx="3043">
                  <c:v>41779</c:v>
                </c:pt>
                <c:pt idx="3044">
                  <c:v>41780</c:v>
                </c:pt>
                <c:pt idx="3045">
                  <c:v>41781</c:v>
                </c:pt>
                <c:pt idx="3046">
                  <c:v>41782</c:v>
                </c:pt>
                <c:pt idx="3047">
                  <c:v>41785</c:v>
                </c:pt>
                <c:pt idx="3048">
                  <c:v>41786</c:v>
                </c:pt>
                <c:pt idx="3049">
                  <c:v>41787</c:v>
                </c:pt>
                <c:pt idx="3050">
                  <c:v>41788</c:v>
                </c:pt>
                <c:pt idx="3051">
                  <c:v>41789</c:v>
                </c:pt>
                <c:pt idx="3052">
                  <c:v>41792</c:v>
                </c:pt>
                <c:pt idx="3053">
                  <c:v>41793</c:v>
                </c:pt>
                <c:pt idx="3054">
                  <c:v>41794</c:v>
                </c:pt>
                <c:pt idx="3055">
                  <c:v>41795</c:v>
                </c:pt>
                <c:pt idx="3056">
                  <c:v>41796</c:v>
                </c:pt>
                <c:pt idx="3057">
                  <c:v>41799</c:v>
                </c:pt>
                <c:pt idx="3058">
                  <c:v>41800</c:v>
                </c:pt>
                <c:pt idx="3059">
                  <c:v>41801</c:v>
                </c:pt>
                <c:pt idx="3060">
                  <c:v>41803</c:v>
                </c:pt>
                <c:pt idx="3061">
                  <c:v>41806</c:v>
                </c:pt>
                <c:pt idx="3062">
                  <c:v>41807</c:v>
                </c:pt>
                <c:pt idx="3063">
                  <c:v>41808</c:v>
                </c:pt>
                <c:pt idx="3064">
                  <c:v>41810</c:v>
                </c:pt>
                <c:pt idx="3065">
                  <c:v>41813</c:v>
                </c:pt>
                <c:pt idx="3066">
                  <c:v>41814</c:v>
                </c:pt>
                <c:pt idx="3067">
                  <c:v>41815</c:v>
                </c:pt>
                <c:pt idx="3068">
                  <c:v>41816</c:v>
                </c:pt>
                <c:pt idx="3069">
                  <c:v>41817</c:v>
                </c:pt>
                <c:pt idx="3070">
                  <c:v>41820</c:v>
                </c:pt>
                <c:pt idx="3071">
                  <c:v>41821</c:v>
                </c:pt>
                <c:pt idx="3072">
                  <c:v>41822</c:v>
                </c:pt>
                <c:pt idx="3073">
                  <c:v>41823</c:v>
                </c:pt>
                <c:pt idx="3074">
                  <c:v>41824</c:v>
                </c:pt>
                <c:pt idx="3075">
                  <c:v>41827</c:v>
                </c:pt>
                <c:pt idx="3076">
                  <c:v>41828</c:v>
                </c:pt>
                <c:pt idx="3077">
                  <c:v>41830</c:v>
                </c:pt>
                <c:pt idx="3078">
                  <c:v>41831</c:v>
                </c:pt>
                <c:pt idx="3079">
                  <c:v>41834</c:v>
                </c:pt>
                <c:pt idx="3080">
                  <c:v>41835</c:v>
                </c:pt>
                <c:pt idx="3081">
                  <c:v>41836</c:v>
                </c:pt>
                <c:pt idx="3082">
                  <c:v>41837</c:v>
                </c:pt>
                <c:pt idx="3083">
                  <c:v>41838</c:v>
                </c:pt>
                <c:pt idx="3084">
                  <c:v>41841</c:v>
                </c:pt>
                <c:pt idx="3085">
                  <c:v>41842</c:v>
                </c:pt>
                <c:pt idx="3086">
                  <c:v>41843</c:v>
                </c:pt>
                <c:pt idx="3087">
                  <c:v>41844</c:v>
                </c:pt>
                <c:pt idx="3088">
                  <c:v>41845</c:v>
                </c:pt>
                <c:pt idx="3089">
                  <c:v>41848</c:v>
                </c:pt>
                <c:pt idx="3090">
                  <c:v>41849</c:v>
                </c:pt>
                <c:pt idx="3091">
                  <c:v>41850</c:v>
                </c:pt>
                <c:pt idx="3092">
                  <c:v>41851</c:v>
                </c:pt>
                <c:pt idx="3093">
                  <c:v>41852</c:v>
                </c:pt>
                <c:pt idx="3094">
                  <c:v>41855</c:v>
                </c:pt>
                <c:pt idx="3095">
                  <c:v>41856</c:v>
                </c:pt>
                <c:pt idx="3096">
                  <c:v>41857</c:v>
                </c:pt>
                <c:pt idx="3097">
                  <c:v>41858</c:v>
                </c:pt>
                <c:pt idx="3098">
                  <c:v>41859</c:v>
                </c:pt>
                <c:pt idx="3099">
                  <c:v>41862</c:v>
                </c:pt>
                <c:pt idx="3100">
                  <c:v>41863</c:v>
                </c:pt>
                <c:pt idx="3101">
                  <c:v>41864</c:v>
                </c:pt>
                <c:pt idx="3102">
                  <c:v>41865</c:v>
                </c:pt>
                <c:pt idx="3103">
                  <c:v>41866</c:v>
                </c:pt>
                <c:pt idx="3104">
                  <c:v>41869</c:v>
                </c:pt>
                <c:pt idx="3105">
                  <c:v>41870</c:v>
                </c:pt>
                <c:pt idx="3106">
                  <c:v>41871</c:v>
                </c:pt>
                <c:pt idx="3107">
                  <c:v>41872</c:v>
                </c:pt>
                <c:pt idx="3108">
                  <c:v>41873</c:v>
                </c:pt>
                <c:pt idx="3109">
                  <c:v>41876</c:v>
                </c:pt>
                <c:pt idx="3110">
                  <c:v>41877</c:v>
                </c:pt>
                <c:pt idx="3111">
                  <c:v>41878</c:v>
                </c:pt>
                <c:pt idx="3112">
                  <c:v>41879</c:v>
                </c:pt>
                <c:pt idx="3113">
                  <c:v>41880</c:v>
                </c:pt>
                <c:pt idx="3114">
                  <c:v>41883</c:v>
                </c:pt>
                <c:pt idx="3115">
                  <c:v>41884</c:v>
                </c:pt>
                <c:pt idx="3116">
                  <c:v>41885</c:v>
                </c:pt>
                <c:pt idx="3117">
                  <c:v>41886</c:v>
                </c:pt>
                <c:pt idx="3118">
                  <c:v>41887</c:v>
                </c:pt>
                <c:pt idx="3119">
                  <c:v>41890</c:v>
                </c:pt>
                <c:pt idx="3120">
                  <c:v>41891</c:v>
                </c:pt>
                <c:pt idx="3121">
                  <c:v>41892</c:v>
                </c:pt>
                <c:pt idx="3122">
                  <c:v>41893</c:v>
                </c:pt>
                <c:pt idx="3123">
                  <c:v>41894</c:v>
                </c:pt>
                <c:pt idx="3124">
                  <c:v>41897</c:v>
                </c:pt>
                <c:pt idx="3125">
                  <c:v>41898</c:v>
                </c:pt>
                <c:pt idx="3126">
                  <c:v>41899</c:v>
                </c:pt>
                <c:pt idx="3127">
                  <c:v>41900</c:v>
                </c:pt>
                <c:pt idx="3128">
                  <c:v>41901</c:v>
                </c:pt>
                <c:pt idx="3129">
                  <c:v>41904</c:v>
                </c:pt>
                <c:pt idx="3130">
                  <c:v>41905</c:v>
                </c:pt>
                <c:pt idx="3131">
                  <c:v>41906</c:v>
                </c:pt>
                <c:pt idx="3132">
                  <c:v>41907</c:v>
                </c:pt>
                <c:pt idx="3133">
                  <c:v>41908</c:v>
                </c:pt>
                <c:pt idx="3134">
                  <c:v>41911</c:v>
                </c:pt>
                <c:pt idx="3135">
                  <c:v>41912</c:v>
                </c:pt>
                <c:pt idx="3136">
                  <c:v>41913</c:v>
                </c:pt>
                <c:pt idx="3137">
                  <c:v>41914</c:v>
                </c:pt>
                <c:pt idx="3138">
                  <c:v>41915</c:v>
                </c:pt>
                <c:pt idx="3139">
                  <c:v>41918</c:v>
                </c:pt>
                <c:pt idx="3140">
                  <c:v>41919</c:v>
                </c:pt>
                <c:pt idx="3141">
                  <c:v>41920</c:v>
                </c:pt>
                <c:pt idx="3142">
                  <c:v>41921</c:v>
                </c:pt>
                <c:pt idx="3143">
                  <c:v>41922</c:v>
                </c:pt>
                <c:pt idx="3144">
                  <c:v>41925</c:v>
                </c:pt>
                <c:pt idx="3145">
                  <c:v>41926</c:v>
                </c:pt>
                <c:pt idx="3146">
                  <c:v>41927</c:v>
                </c:pt>
                <c:pt idx="3147">
                  <c:v>41928</c:v>
                </c:pt>
                <c:pt idx="3148">
                  <c:v>41929</c:v>
                </c:pt>
                <c:pt idx="3149">
                  <c:v>41932</c:v>
                </c:pt>
                <c:pt idx="3150">
                  <c:v>41933</c:v>
                </c:pt>
                <c:pt idx="3151">
                  <c:v>41934</c:v>
                </c:pt>
                <c:pt idx="3152">
                  <c:v>41935</c:v>
                </c:pt>
                <c:pt idx="3153">
                  <c:v>41936</c:v>
                </c:pt>
                <c:pt idx="3154">
                  <c:v>41939</c:v>
                </c:pt>
                <c:pt idx="3155">
                  <c:v>41940</c:v>
                </c:pt>
                <c:pt idx="3156">
                  <c:v>41941</c:v>
                </c:pt>
                <c:pt idx="3157">
                  <c:v>41942</c:v>
                </c:pt>
                <c:pt idx="3158">
                  <c:v>41943</c:v>
                </c:pt>
                <c:pt idx="3159">
                  <c:v>41946</c:v>
                </c:pt>
                <c:pt idx="3160">
                  <c:v>41947</c:v>
                </c:pt>
                <c:pt idx="3161">
                  <c:v>41948</c:v>
                </c:pt>
                <c:pt idx="3162">
                  <c:v>41949</c:v>
                </c:pt>
                <c:pt idx="3163">
                  <c:v>41950</c:v>
                </c:pt>
                <c:pt idx="3164">
                  <c:v>41953</c:v>
                </c:pt>
                <c:pt idx="3165">
                  <c:v>41954</c:v>
                </c:pt>
                <c:pt idx="3166">
                  <c:v>41955</c:v>
                </c:pt>
                <c:pt idx="3167">
                  <c:v>41956</c:v>
                </c:pt>
                <c:pt idx="3168">
                  <c:v>41957</c:v>
                </c:pt>
                <c:pt idx="3169">
                  <c:v>41960</c:v>
                </c:pt>
                <c:pt idx="3170">
                  <c:v>41961</c:v>
                </c:pt>
                <c:pt idx="3171">
                  <c:v>41962</c:v>
                </c:pt>
                <c:pt idx="3172">
                  <c:v>41964</c:v>
                </c:pt>
                <c:pt idx="3173">
                  <c:v>41967</c:v>
                </c:pt>
                <c:pt idx="3174">
                  <c:v>41968</c:v>
                </c:pt>
                <c:pt idx="3175">
                  <c:v>41969</c:v>
                </c:pt>
                <c:pt idx="3176">
                  <c:v>41970</c:v>
                </c:pt>
                <c:pt idx="3177">
                  <c:v>41971</c:v>
                </c:pt>
                <c:pt idx="3178">
                  <c:v>41974</c:v>
                </c:pt>
                <c:pt idx="3179">
                  <c:v>41975</c:v>
                </c:pt>
                <c:pt idx="3180">
                  <c:v>41976</c:v>
                </c:pt>
                <c:pt idx="3181">
                  <c:v>41977</c:v>
                </c:pt>
                <c:pt idx="3182">
                  <c:v>41978</c:v>
                </c:pt>
                <c:pt idx="3183">
                  <c:v>41981</c:v>
                </c:pt>
                <c:pt idx="3184">
                  <c:v>41982</c:v>
                </c:pt>
                <c:pt idx="3185">
                  <c:v>41983</c:v>
                </c:pt>
                <c:pt idx="3186">
                  <c:v>41984</c:v>
                </c:pt>
                <c:pt idx="3187">
                  <c:v>41985</c:v>
                </c:pt>
                <c:pt idx="3188">
                  <c:v>41988</c:v>
                </c:pt>
                <c:pt idx="3189">
                  <c:v>41989</c:v>
                </c:pt>
                <c:pt idx="3190">
                  <c:v>41990</c:v>
                </c:pt>
                <c:pt idx="3191">
                  <c:v>41991</c:v>
                </c:pt>
                <c:pt idx="3192">
                  <c:v>41992</c:v>
                </c:pt>
                <c:pt idx="3193">
                  <c:v>41995</c:v>
                </c:pt>
                <c:pt idx="3194">
                  <c:v>41996</c:v>
                </c:pt>
                <c:pt idx="3195">
                  <c:v>41999</c:v>
                </c:pt>
                <c:pt idx="3196">
                  <c:v>42002</c:v>
                </c:pt>
                <c:pt idx="3197">
                  <c:v>42003</c:v>
                </c:pt>
                <c:pt idx="3198">
                  <c:v>42006</c:v>
                </c:pt>
                <c:pt idx="3199">
                  <c:v>42009</c:v>
                </c:pt>
                <c:pt idx="3200">
                  <c:v>42010</c:v>
                </c:pt>
                <c:pt idx="3201">
                  <c:v>42011</c:v>
                </c:pt>
                <c:pt idx="3202">
                  <c:v>42012</c:v>
                </c:pt>
                <c:pt idx="3203">
                  <c:v>42013</c:v>
                </c:pt>
                <c:pt idx="3204">
                  <c:v>42016</c:v>
                </c:pt>
                <c:pt idx="3205">
                  <c:v>42017</c:v>
                </c:pt>
                <c:pt idx="3206">
                  <c:v>42018</c:v>
                </c:pt>
                <c:pt idx="3207">
                  <c:v>42019</c:v>
                </c:pt>
                <c:pt idx="3208">
                  <c:v>42020</c:v>
                </c:pt>
                <c:pt idx="3209">
                  <c:v>42023</c:v>
                </c:pt>
                <c:pt idx="3210">
                  <c:v>42024</c:v>
                </c:pt>
                <c:pt idx="3211">
                  <c:v>42025</c:v>
                </c:pt>
                <c:pt idx="3212">
                  <c:v>42026</c:v>
                </c:pt>
                <c:pt idx="3213">
                  <c:v>42027</c:v>
                </c:pt>
                <c:pt idx="3214">
                  <c:v>42030</c:v>
                </c:pt>
                <c:pt idx="3215">
                  <c:v>42031</c:v>
                </c:pt>
                <c:pt idx="3216">
                  <c:v>42032</c:v>
                </c:pt>
                <c:pt idx="3217">
                  <c:v>42033</c:v>
                </c:pt>
                <c:pt idx="3218">
                  <c:v>42034</c:v>
                </c:pt>
                <c:pt idx="3219">
                  <c:v>42037</c:v>
                </c:pt>
                <c:pt idx="3220">
                  <c:v>42038</c:v>
                </c:pt>
                <c:pt idx="3221">
                  <c:v>42039</c:v>
                </c:pt>
                <c:pt idx="3222">
                  <c:v>42040</c:v>
                </c:pt>
                <c:pt idx="3223">
                  <c:v>42041</c:v>
                </c:pt>
                <c:pt idx="3224">
                  <c:v>42044</c:v>
                </c:pt>
                <c:pt idx="3225">
                  <c:v>42045</c:v>
                </c:pt>
                <c:pt idx="3226">
                  <c:v>42046</c:v>
                </c:pt>
                <c:pt idx="3227">
                  <c:v>42047</c:v>
                </c:pt>
                <c:pt idx="3228">
                  <c:v>42048</c:v>
                </c:pt>
                <c:pt idx="3229">
                  <c:v>42053</c:v>
                </c:pt>
                <c:pt idx="3230">
                  <c:v>42054</c:v>
                </c:pt>
                <c:pt idx="3231">
                  <c:v>42055</c:v>
                </c:pt>
                <c:pt idx="3232">
                  <c:v>42058</c:v>
                </c:pt>
                <c:pt idx="3233">
                  <c:v>42059</c:v>
                </c:pt>
                <c:pt idx="3234">
                  <c:v>42060</c:v>
                </c:pt>
                <c:pt idx="3235">
                  <c:v>42061</c:v>
                </c:pt>
                <c:pt idx="3236">
                  <c:v>42062</c:v>
                </c:pt>
                <c:pt idx="3237">
                  <c:v>42065</c:v>
                </c:pt>
                <c:pt idx="3238">
                  <c:v>42066</c:v>
                </c:pt>
                <c:pt idx="3239">
                  <c:v>42067</c:v>
                </c:pt>
                <c:pt idx="3240">
                  <c:v>42068</c:v>
                </c:pt>
                <c:pt idx="3241">
                  <c:v>42069</c:v>
                </c:pt>
                <c:pt idx="3242">
                  <c:v>42072</c:v>
                </c:pt>
                <c:pt idx="3243">
                  <c:v>42073</c:v>
                </c:pt>
                <c:pt idx="3244">
                  <c:v>42074</c:v>
                </c:pt>
                <c:pt idx="3245">
                  <c:v>42075</c:v>
                </c:pt>
                <c:pt idx="3246">
                  <c:v>42076</c:v>
                </c:pt>
                <c:pt idx="3247">
                  <c:v>42079</c:v>
                </c:pt>
                <c:pt idx="3248">
                  <c:v>42080</c:v>
                </c:pt>
                <c:pt idx="3249">
                  <c:v>42081</c:v>
                </c:pt>
                <c:pt idx="3250">
                  <c:v>42082</c:v>
                </c:pt>
                <c:pt idx="3251">
                  <c:v>42083</c:v>
                </c:pt>
                <c:pt idx="3252">
                  <c:v>42086</c:v>
                </c:pt>
                <c:pt idx="3253">
                  <c:v>42087</c:v>
                </c:pt>
                <c:pt idx="3254">
                  <c:v>42088</c:v>
                </c:pt>
                <c:pt idx="3255">
                  <c:v>42089</c:v>
                </c:pt>
                <c:pt idx="3256">
                  <c:v>42090</c:v>
                </c:pt>
                <c:pt idx="3257">
                  <c:v>42093</c:v>
                </c:pt>
                <c:pt idx="3258">
                  <c:v>42094</c:v>
                </c:pt>
                <c:pt idx="3259">
                  <c:v>42095</c:v>
                </c:pt>
                <c:pt idx="3260">
                  <c:v>42096</c:v>
                </c:pt>
                <c:pt idx="3261">
                  <c:v>42100</c:v>
                </c:pt>
                <c:pt idx="3262">
                  <c:v>42101</c:v>
                </c:pt>
                <c:pt idx="3263">
                  <c:v>42102</c:v>
                </c:pt>
                <c:pt idx="3264">
                  <c:v>42103</c:v>
                </c:pt>
                <c:pt idx="3265">
                  <c:v>42104</c:v>
                </c:pt>
                <c:pt idx="3266">
                  <c:v>42107</c:v>
                </c:pt>
                <c:pt idx="3267">
                  <c:v>42108</c:v>
                </c:pt>
                <c:pt idx="3268">
                  <c:v>42109</c:v>
                </c:pt>
                <c:pt idx="3269">
                  <c:v>42110</c:v>
                </c:pt>
                <c:pt idx="3270">
                  <c:v>42111</c:v>
                </c:pt>
                <c:pt idx="3271">
                  <c:v>42114</c:v>
                </c:pt>
                <c:pt idx="3272">
                  <c:v>42116</c:v>
                </c:pt>
                <c:pt idx="3273">
                  <c:v>42117</c:v>
                </c:pt>
                <c:pt idx="3274">
                  <c:v>42118</c:v>
                </c:pt>
                <c:pt idx="3275">
                  <c:v>42121</c:v>
                </c:pt>
                <c:pt idx="3276">
                  <c:v>42122</c:v>
                </c:pt>
                <c:pt idx="3277">
                  <c:v>42123</c:v>
                </c:pt>
                <c:pt idx="3278">
                  <c:v>42124</c:v>
                </c:pt>
                <c:pt idx="3279">
                  <c:v>42128</c:v>
                </c:pt>
                <c:pt idx="3280">
                  <c:v>42129</c:v>
                </c:pt>
                <c:pt idx="3281">
                  <c:v>42130</c:v>
                </c:pt>
                <c:pt idx="3282">
                  <c:v>42131</c:v>
                </c:pt>
                <c:pt idx="3283">
                  <c:v>42132</c:v>
                </c:pt>
                <c:pt idx="3284">
                  <c:v>42135</c:v>
                </c:pt>
                <c:pt idx="3285">
                  <c:v>42136</c:v>
                </c:pt>
                <c:pt idx="3286">
                  <c:v>42137</c:v>
                </c:pt>
                <c:pt idx="3287">
                  <c:v>42138</c:v>
                </c:pt>
                <c:pt idx="3288">
                  <c:v>42139</c:v>
                </c:pt>
                <c:pt idx="3289">
                  <c:v>42142</c:v>
                </c:pt>
                <c:pt idx="3290">
                  <c:v>42143</c:v>
                </c:pt>
                <c:pt idx="3291">
                  <c:v>42144</c:v>
                </c:pt>
                <c:pt idx="3292">
                  <c:v>42145</c:v>
                </c:pt>
                <c:pt idx="3293">
                  <c:v>42146</c:v>
                </c:pt>
                <c:pt idx="3294">
                  <c:v>42149</c:v>
                </c:pt>
                <c:pt idx="3295">
                  <c:v>42150</c:v>
                </c:pt>
                <c:pt idx="3296">
                  <c:v>42151</c:v>
                </c:pt>
                <c:pt idx="3297">
                  <c:v>42152</c:v>
                </c:pt>
                <c:pt idx="3298">
                  <c:v>42153</c:v>
                </c:pt>
                <c:pt idx="3299">
                  <c:v>42156</c:v>
                </c:pt>
                <c:pt idx="3300">
                  <c:v>42157</c:v>
                </c:pt>
                <c:pt idx="3301">
                  <c:v>42158</c:v>
                </c:pt>
                <c:pt idx="3302">
                  <c:v>42160</c:v>
                </c:pt>
                <c:pt idx="3303">
                  <c:v>42163</c:v>
                </c:pt>
                <c:pt idx="3304">
                  <c:v>42164</c:v>
                </c:pt>
                <c:pt idx="3305">
                  <c:v>42165</c:v>
                </c:pt>
                <c:pt idx="3306">
                  <c:v>42166</c:v>
                </c:pt>
                <c:pt idx="3307">
                  <c:v>42167</c:v>
                </c:pt>
                <c:pt idx="3308">
                  <c:v>42170</c:v>
                </c:pt>
                <c:pt idx="3309">
                  <c:v>42171</c:v>
                </c:pt>
                <c:pt idx="3310">
                  <c:v>42172</c:v>
                </c:pt>
                <c:pt idx="3311">
                  <c:v>42173</c:v>
                </c:pt>
                <c:pt idx="3312">
                  <c:v>42174</c:v>
                </c:pt>
                <c:pt idx="3313">
                  <c:v>42177</c:v>
                </c:pt>
                <c:pt idx="3314">
                  <c:v>42178</c:v>
                </c:pt>
                <c:pt idx="3315">
                  <c:v>42179</c:v>
                </c:pt>
                <c:pt idx="3316">
                  <c:v>42180</c:v>
                </c:pt>
                <c:pt idx="3317">
                  <c:v>42181</c:v>
                </c:pt>
                <c:pt idx="3318">
                  <c:v>42184</c:v>
                </c:pt>
                <c:pt idx="3319">
                  <c:v>42185</c:v>
                </c:pt>
                <c:pt idx="3320">
                  <c:v>42186</c:v>
                </c:pt>
                <c:pt idx="3321">
                  <c:v>42187</c:v>
                </c:pt>
                <c:pt idx="3322">
                  <c:v>42188</c:v>
                </c:pt>
                <c:pt idx="3323">
                  <c:v>42191</c:v>
                </c:pt>
                <c:pt idx="3324">
                  <c:v>42192</c:v>
                </c:pt>
                <c:pt idx="3325">
                  <c:v>42193</c:v>
                </c:pt>
                <c:pt idx="3326">
                  <c:v>42195</c:v>
                </c:pt>
                <c:pt idx="3327">
                  <c:v>42198</c:v>
                </c:pt>
                <c:pt idx="3328">
                  <c:v>42199</c:v>
                </c:pt>
                <c:pt idx="3329">
                  <c:v>42200</c:v>
                </c:pt>
                <c:pt idx="3330">
                  <c:v>42201</c:v>
                </c:pt>
                <c:pt idx="3331">
                  <c:v>42202</c:v>
                </c:pt>
                <c:pt idx="3332">
                  <c:v>42205</c:v>
                </c:pt>
                <c:pt idx="3333">
                  <c:v>42206</c:v>
                </c:pt>
                <c:pt idx="3334">
                  <c:v>42207</c:v>
                </c:pt>
                <c:pt idx="3335">
                  <c:v>42208</c:v>
                </c:pt>
                <c:pt idx="3336">
                  <c:v>42209</c:v>
                </c:pt>
                <c:pt idx="3337">
                  <c:v>42212</c:v>
                </c:pt>
                <c:pt idx="3338">
                  <c:v>42213</c:v>
                </c:pt>
                <c:pt idx="3339">
                  <c:v>42214</c:v>
                </c:pt>
                <c:pt idx="3340">
                  <c:v>42215</c:v>
                </c:pt>
                <c:pt idx="3341">
                  <c:v>42216</c:v>
                </c:pt>
                <c:pt idx="3342">
                  <c:v>42219</c:v>
                </c:pt>
                <c:pt idx="3343">
                  <c:v>42220</c:v>
                </c:pt>
                <c:pt idx="3344">
                  <c:v>42221</c:v>
                </c:pt>
                <c:pt idx="3345">
                  <c:v>42222</c:v>
                </c:pt>
                <c:pt idx="3346">
                  <c:v>42223</c:v>
                </c:pt>
                <c:pt idx="3347">
                  <c:v>42226</c:v>
                </c:pt>
                <c:pt idx="3348">
                  <c:v>42227</c:v>
                </c:pt>
                <c:pt idx="3349">
                  <c:v>42228</c:v>
                </c:pt>
                <c:pt idx="3350">
                  <c:v>42229</c:v>
                </c:pt>
                <c:pt idx="3351">
                  <c:v>42230</c:v>
                </c:pt>
                <c:pt idx="3352">
                  <c:v>42233</c:v>
                </c:pt>
                <c:pt idx="3353">
                  <c:v>42234</c:v>
                </c:pt>
                <c:pt idx="3354">
                  <c:v>42235</c:v>
                </c:pt>
                <c:pt idx="3355">
                  <c:v>42236</c:v>
                </c:pt>
                <c:pt idx="3356">
                  <c:v>42237</c:v>
                </c:pt>
                <c:pt idx="3357">
                  <c:v>42240</c:v>
                </c:pt>
                <c:pt idx="3358">
                  <c:v>42241</c:v>
                </c:pt>
                <c:pt idx="3359">
                  <c:v>42242</c:v>
                </c:pt>
                <c:pt idx="3360">
                  <c:v>42243</c:v>
                </c:pt>
                <c:pt idx="3361">
                  <c:v>42244</c:v>
                </c:pt>
                <c:pt idx="3362">
                  <c:v>42247</c:v>
                </c:pt>
                <c:pt idx="3363">
                  <c:v>42248</c:v>
                </c:pt>
                <c:pt idx="3364">
                  <c:v>42249</c:v>
                </c:pt>
                <c:pt idx="3365">
                  <c:v>42250</c:v>
                </c:pt>
                <c:pt idx="3366">
                  <c:v>42251</c:v>
                </c:pt>
                <c:pt idx="3367">
                  <c:v>42255</c:v>
                </c:pt>
                <c:pt idx="3368">
                  <c:v>42256</c:v>
                </c:pt>
                <c:pt idx="3369">
                  <c:v>42257</c:v>
                </c:pt>
                <c:pt idx="3370">
                  <c:v>42258</c:v>
                </c:pt>
                <c:pt idx="3371">
                  <c:v>42261</c:v>
                </c:pt>
                <c:pt idx="3372">
                  <c:v>42262</c:v>
                </c:pt>
                <c:pt idx="3373">
                  <c:v>42263</c:v>
                </c:pt>
                <c:pt idx="3374">
                  <c:v>42264</c:v>
                </c:pt>
                <c:pt idx="3375">
                  <c:v>42265</c:v>
                </c:pt>
                <c:pt idx="3376">
                  <c:v>42268</c:v>
                </c:pt>
                <c:pt idx="3377">
                  <c:v>42269</c:v>
                </c:pt>
                <c:pt idx="3378">
                  <c:v>42270</c:v>
                </c:pt>
                <c:pt idx="3379">
                  <c:v>42271</c:v>
                </c:pt>
                <c:pt idx="3380">
                  <c:v>42272</c:v>
                </c:pt>
                <c:pt idx="3381">
                  <c:v>42275</c:v>
                </c:pt>
                <c:pt idx="3382">
                  <c:v>42276</c:v>
                </c:pt>
                <c:pt idx="3383">
                  <c:v>42277</c:v>
                </c:pt>
                <c:pt idx="3384">
                  <c:v>42278</c:v>
                </c:pt>
                <c:pt idx="3385">
                  <c:v>42279</c:v>
                </c:pt>
                <c:pt idx="3386">
                  <c:v>42282</c:v>
                </c:pt>
                <c:pt idx="3387">
                  <c:v>42283</c:v>
                </c:pt>
                <c:pt idx="3388">
                  <c:v>42284</c:v>
                </c:pt>
                <c:pt idx="3389">
                  <c:v>42285</c:v>
                </c:pt>
                <c:pt idx="3390">
                  <c:v>42286</c:v>
                </c:pt>
                <c:pt idx="3391">
                  <c:v>42290</c:v>
                </c:pt>
                <c:pt idx="3392">
                  <c:v>42291</c:v>
                </c:pt>
                <c:pt idx="3393">
                  <c:v>42292</c:v>
                </c:pt>
                <c:pt idx="3394">
                  <c:v>42293</c:v>
                </c:pt>
                <c:pt idx="3395">
                  <c:v>42296</c:v>
                </c:pt>
                <c:pt idx="3396">
                  <c:v>42297</c:v>
                </c:pt>
                <c:pt idx="3397">
                  <c:v>42298</c:v>
                </c:pt>
                <c:pt idx="3398">
                  <c:v>42299</c:v>
                </c:pt>
                <c:pt idx="3399">
                  <c:v>42300</c:v>
                </c:pt>
                <c:pt idx="3400">
                  <c:v>42303</c:v>
                </c:pt>
                <c:pt idx="3401">
                  <c:v>42304</c:v>
                </c:pt>
                <c:pt idx="3402">
                  <c:v>42305</c:v>
                </c:pt>
                <c:pt idx="3403">
                  <c:v>42306</c:v>
                </c:pt>
                <c:pt idx="3404">
                  <c:v>42307</c:v>
                </c:pt>
                <c:pt idx="3405">
                  <c:v>42311</c:v>
                </c:pt>
                <c:pt idx="3406">
                  <c:v>42312</c:v>
                </c:pt>
                <c:pt idx="3407">
                  <c:v>42313</c:v>
                </c:pt>
                <c:pt idx="3408">
                  <c:v>42314</c:v>
                </c:pt>
                <c:pt idx="3409">
                  <c:v>42317</c:v>
                </c:pt>
                <c:pt idx="3410">
                  <c:v>42318</c:v>
                </c:pt>
                <c:pt idx="3411">
                  <c:v>42319</c:v>
                </c:pt>
                <c:pt idx="3412">
                  <c:v>42320</c:v>
                </c:pt>
                <c:pt idx="3413">
                  <c:v>42321</c:v>
                </c:pt>
                <c:pt idx="3414">
                  <c:v>42324</c:v>
                </c:pt>
                <c:pt idx="3415">
                  <c:v>42325</c:v>
                </c:pt>
                <c:pt idx="3416">
                  <c:v>42326</c:v>
                </c:pt>
                <c:pt idx="3417">
                  <c:v>42327</c:v>
                </c:pt>
                <c:pt idx="3418">
                  <c:v>42331</c:v>
                </c:pt>
                <c:pt idx="3419">
                  <c:v>42332</c:v>
                </c:pt>
                <c:pt idx="3420">
                  <c:v>42333</c:v>
                </c:pt>
                <c:pt idx="3421">
                  <c:v>42334</c:v>
                </c:pt>
                <c:pt idx="3422">
                  <c:v>42335</c:v>
                </c:pt>
                <c:pt idx="3423">
                  <c:v>42338</c:v>
                </c:pt>
                <c:pt idx="3424">
                  <c:v>42339</c:v>
                </c:pt>
                <c:pt idx="3425">
                  <c:v>42340</c:v>
                </c:pt>
                <c:pt idx="3426">
                  <c:v>42341</c:v>
                </c:pt>
                <c:pt idx="3427">
                  <c:v>42342</c:v>
                </c:pt>
                <c:pt idx="3428">
                  <c:v>42345</c:v>
                </c:pt>
                <c:pt idx="3429">
                  <c:v>42346</c:v>
                </c:pt>
                <c:pt idx="3430">
                  <c:v>42347</c:v>
                </c:pt>
                <c:pt idx="3431">
                  <c:v>42348</c:v>
                </c:pt>
                <c:pt idx="3432">
                  <c:v>42349</c:v>
                </c:pt>
                <c:pt idx="3433">
                  <c:v>42352</c:v>
                </c:pt>
                <c:pt idx="3434">
                  <c:v>42353</c:v>
                </c:pt>
                <c:pt idx="3435">
                  <c:v>42354</c:v>
                </c:pt>
                <c:pt idx="3436">
                  <c:v>42355</c:v>
                </c:pt>
                <c:pt idx="3437">
                  <c:v>42356</c:v>
                </c:pt>
                <c:pt idx="3438">
                  <c:v>42359</c:v>
                </c:pt>
                <c:pt idx="3439">
                  <c:v>42360</c:v>
                </c:pt>
                <c:pt idx="3440">
                  <c:v>42361</c:v>
                </c:pt>
                <c:pt idx="3441">
                  <c:v>42366</c:v>
                </c:pt>
                <c:pt idx="3442">
                  <c:v>42367</c:v>
                </c:pt>
                <c:pt idx="3443">
                  <c:v>42368</c:v>
                </c:pt>
                <c:pt idx="3444">
                  <c:v>42373</c:v>
                </c:pt>
                <c:pt idx="3445">
                  <c:v>42374</c:v>
                </c:pt>
                <c:pt idx="3446">
                  <c:v>42375</c:v>
                </c:pt>
                <c:pt idx="3447">
                  <c:v>42376</c:v>
                </c:pt>
                <c:pt idx="3448">
                  <c:v>42377</c:v>
                </c:pt>
                <c:pt idx="3449">
                  <c:v>42380</c:v>
                </c:pt>
                <c:pt idx="3450">
                  <c:v>42381</c:v>
                </c:pt>
                <c:pt idx="3451">
                  <c:v>42382</c:v>
                </c:pt>
                <c:pt idx="3452">
                  <c:v>42383</c:v>
                </c:pt>
                <c:pt idx="3453">
                  <c:v>42384</c:v>
                </c:pt>
                <c:pt idx="3454">
                  <c:v>42387</c:v>
                </c:pt>
                <c:pt idx="3455">
                  <c:v>42388</c:v>
                </c:pt>
                <c:pt idx="3456">
                  <c:v>42389</c:v>
                </c:pt>
                <c:pt idx="3457">
                  <c:v>42390</c:v>
                </c:pt>
                <c:pt idx="3458">
                  <c:v>42391</c:v>
                </c:pt>
                <c:pt idx="3459">
                  <c:v>42395</c:v>
                </c:pt>
                <c:pt idx="3460">
                  <c:v>42396</c:v>
                </c:pt>
                <c:pt idx="3461">
                  <c:v>42397</c:v>
                </c:pt>
                <c:pt idx="3462">
                  <c:v>42398</c:v>
                </c:pt>
                <c:pt idx="3463">
                  <c:v>42401</c:v>
                </c:pt>
                <c:pt idx="3464">
                  <c:v>42402</c:v>
                </c:pt>
                <c:pt idx="3465">
                  <c:v>42403</c:v>
                </c:pt>
                <c:pt idx="3466">
                  <c:v>42404</c:v>
                </c:pt>
                <c:pt idx="3467">
                  <c:v>42405</c:v>
                </c:pt>
                <c:pt idx="3468">
                  <c:v>42410</c:v>
                </c:pt>
                <c:pt idx="3469">
                  <c:v>42411</c:v>
                </c:pt>
                <c:pt idx="3470">
                  <c:v>42412</c:v>
                </c:pt>
                <c:pt idx="3471">
                  <c:v>42415</c:v>
                </c:pt>
                <c:pt idx="3472">
                  <c:v>42416</c:v>
                </c:pt>
                <c:pt idx="3473">
                  <c:v>42417</c:v>
                </c:pt>
                <c:pt idx="3474">
                  <c:v>42418</c:v>
                </c:pt>
                <c:pt idx="3475">
                  <c:v>42419</c:v>
                </c:pt>
                <c:pt idx="3476">
                  <c:v>42422</c:v>
                </c:pt>
                <c:pt idx="3477">
                  <c:v>42423</c:v>
                </c:pt>
                <c:pt idx="3478">
                  <c:v>42424</c:v>
                </c:pt>
                <c:pt idx="3479">
                  <c:v>42425</c:v>
                </c:pt>
                <c:pt idx="3480">
                  <c:v>42426</c:v>
                </c:pt>
                <c:pt idx="3481">
                  <c:v>42429</c:v>
                </c:pt>
                <c:pt idx="3482">
                  <c:v>42430</c:v>
                </c:pt>
                <c:pt idx="3483">
                  <c:v>42431</c:v>
                </c:pt>
                <c:pt idx="3484">
                  <c:v>42432</c:v>
                </c:pt>
                <c:pt idx="3485">
                  <c:v>42433</c:v>
                </c:pt>
                <c:pt idx="3486">
                  <c:v>42436</c:v>
                </c:pt>
                <c:pt idx="3487">
                  <c:v>42437</c:v>
                </c:pt>
                <c:pt idx="3488">
                  <c:v>42438</c:v>
                </c:pt>
                <c:pt idx="3489">
                  <c:v>42439</c:v>
                </c:pt>
                <c:pt idx="3490">
                  <c:v>42440</c:v>
                </c:pt>
                <c:pt idx="3491">
                  <c:v>42443</c:v>
                </c:pt>
                <c:pt idx="3492">
                  <c:v>42444</c:v>
                </c:pt>
                <c:pt idx="3493">
                  <c:v>42445</c:v>
                </c:pt>
                <c:pt idx="3494">
                  <c:v>42446</c:v>
                </c:pt>
                <c:pt idx="3495">
                  <c:v>42447</c:v>
                </c:pt>
                <c:pt idx="3496">
                  <c:v>42450</c:v>
                </c:pt>
                <c:pt idx="3497">
                  <c:v>42451</c:v>
                </c:pt>
                <c:pt idx="3498">
                  <c:v>42452</c:v>
                </c:pt>
                <c:pt idx="3499">
                  <c:v>42453</c:v>
                </c:pt>
                <c:pt idx="3500">
                  <c:v>42457</c:v>
                </c:pt>
                <c:pt idx="3501">
                  <c:v>42458</c:v>
                </c:pt>
                <c:pt idx="3502">
                  <c:v>42459</c:v>
                </c:pt>
                <c:pt idx="3503">
                  <c:v>42460</c:v>
                </c:pt>
                <c:pt idx="3504">
                  <c:v>42461</c:v>
                </c:pt>
                <c:pt idx="3505">
                  <c:v>42464</c:v>
                </c:pt>
                <c:pt idx="3506">
                  <c:v>42465</c:v>
                </c:pt>
                <c:pt idx="3507">
                  <c:v>42466</c:v>
                </c:pt>
                <c:pt idx="3508">
                  <c:v>42467</c:v>
                </c:pt>
                <c:pt idx="3509">
                  <c:v>42468</c:v>
                </c:pt>
                <c:pt idx="3510">
                  <c:v>42471</c:v>
                </c:pt>
                <c:pt idx="3511">
                  <c:v>42472</c:v>
                </c:pt>
                <c:pt idx="3512">
                  <c:v>42473</c:v>
                </c:pt>
                <c:pt idx="3513">
                  <c:v>42474</c:v>
                </c:pt>
                <c:pt idx="3514">
                  <c:v>42475</c:v>
                </c:pt>
                <c:pt idx="3515">
                  <c:v>42478</c:v>
                </c:pt>
                <c:pt idx="3516">
                  <c:v>42479</c:v>
                </c:pt>
                <c:pt idx="3517">
                  <c:v>42480</c:v>
                </c:pt>
                <c:pt idx="3518">
                  <c:v>42482</c:v>
                </c:pt>
                <c:pt idx="3519">
                  <c:v>42485</c:v>
                </c:pt>
                <c:pt idx="3520">
                  <c:v>42486</c:v>
                </c:pt>
                <c:pt idx="3521">
                  <c:v>42487</c:v>
                </c:pt>
                <c:pt idx="3522">
                  <c:v>42488</c:v>
                </c:pt>
                <c:pt idx="3523">
                  <c:v>42489</c:v>
                </c:pt>
                <c:pt idx="3524">
                  <c:v>42492</c:v>
                </c:pt>
                <c:pt idx="3525">
                  <c:v>42493</c:v>
                </c:pt>
                <c:pt idx="3526">
                  <c:v>42494</c:v>
                </c:pt>
                <c:pt idx="3527">
                  <c:v>42495</c:v>
                </c:pt>
                <c:pt idx="3528">
                  <c:v>42496</c:v>
                </c:pt>
                <c:pt idx="3529">
                  <c:v>42499</c:v>
                </c:pt>
                <c:pt idx="3530">
                  <c:v>42500</c:v>
                </c:pt>
                <c:pt idx="3531">
                  <c:v>42501</c:v>
                </c:pt>
                <c:pt idx="3532">
                  <c:v>42502</c:v>
                </c:pt>
                <c:pt idx="3533">
                  <c:v>42503</c:v>
                </c:pt>
                <c:pt idx="3534">
                  <c:v>42506</c:v>
                </c:pt>
                <c:pt idx="3535">
                  <c:v>42507</c:v>
                </c:pt>
                <c:pt idx="3536">
                  <c:v>42508</c:v>
                </c:pt>
                <c:pt idx="3537">
                  <c:v>42509</c:v>
                </c:pt>
                <c:pt idx="3538">
                  <c:v>42510</c:v>
                </c:pt>
                <c:pt idx="3539">
                  <c:v>42513</c:v>
                </c:pt>
                <c:pt idx="3540">
                  <c:v>42514</c:v>
                </c:pt>
                <c:pt idx="3541">
                  <c:v>42515</c:v>
                </c:pt>
                <c:pt idx="3542">
                  <c:v>42517</c:v>
                </c:pt>
                <c:pt idx="3543">
                  <c:v>42520</c:v>
                </c:pt>
                <c:pt idx="3544">
                  <c:v>42521</c:v>
                </c:pt>
                <c:pt idx="3545">
                  <c:v>42522</c:v>
                </c:pt>
                <c:pt idx="3546">
                  <c:v>42523</c:v>
                </c:pt>
                <c:pt idx="3547">
                  <c:v>42524</c:v>
                </c:pt>
                <c:pt idx="3548">
                  <c:v>42527</c:v>
                </c:pt>
                <c:pt idx="3549">
                  <c:v>42528</c:v>
                </c:pt>
                <c:pt idx="3550">
                  <c:v>42529</c:v>
                </c:pt>
                <c:pt idx="3551">
                  <c:v>42530</c:v>
                </c:pt>
                <c:pt idx="3552">
                  <c:v>42531</c:v>
                </c:pt>
                <c:pt idx="3553">
                  <c:v>42534</c:v>
                </c:pt>
                <c:pt idx="3554">
                  <c:v>42535</c:v>
                </c:pt>
                <c:pt idx="3555">
                  <c:v>42536</c:v>
                </c:pt>
                <c:pt idx="3556">
                  <c:v>42537</c:v>
                </c:pt>
                <c:pt idx="3557">
                  <c:v>42538</c:v>
                </c:pt>
                <c:pt idx="3558">
                  <c:v>42541</c:v>
                </c:pt>
                <c:pt idx="3559">
                  <c:v>42542</c:v>
                </c:pt>
                <c:pt idx="3560">
                  <c:v>42543</c:v>
                </c:pt>
                <c:pt idx="3561">
                  <c:v>42544</c:v>
                </c:pt>
                <c:pt idx="3562">
                  <c:v>42545</c:v>
                </c:pt>
                <c:pt idx="3563">
                  <c:v>42548</c:v>
                </c:pt>
                <c:pt idx="3564">
                  <c:v>42549</c:v>
                </c:pt>
                <c:pt idx="3565">
                  <c:v>42550</c:v>
                </c:pt>
                <c:pt idx="3566">
                  <c:v>42551</c:v>
                </c:pt>
                <c:pt idx="3567">
                  <c:v>42552</c:v>
                </c:pt>
                <c:pt idx="3568">
                  <c:v>42555</c:v>
                </c:pt>
                <c:pt idx="3569">
                  <c:v>42556</c:v>
                </c:pt>
                <c:pt idx="3570">
                  <c:v>42557</c:v>
                </c:pt>
                <c:pt idx="3571">
                  <c:v>42558</c:v>
                </c:pt>
                <c:pt idx="3572">
                  <c:v>42559</c:v>
                </c:pt>
                <c:pt idx="3573">
                  <c:v>42562</c:v>
                </c:pt>
                <c:pt idx="3574">
                  <c:v>42563</c:v>
                </c:pt>
                <c:pt idx="3575">
                  <c:v>42564</c:v>
                </c:pt>
                <c:pt idx="3576">
                  <c:v>42565</c:v>
                </c:pt>
                <c:pt idx="3577">
                  <c:v>42566</c:v>
                </c:pt>
                <c:pt idx="3578">
                  <c:v>42569</c:v>
                </c:pt>
                <c:pt idx="3579">
                  <c:v>42570</c:v>
                </c:pt>
                <c:pt idx="3580">
                  <c:v>42571</c:v>
                </c:pt>
                <c:pt idx="3581">
                  <c:v>42572</c:v>
                </c:pt>
                <c:pt idx="3582">
                  <c:v>42573</c:v>
                </c:pt>
                <c:pt idx="3583">
                  <c:v>42576</c:v>
                </c:pt>
                <c:pt idx="3584">
                  <c:v>42577</c:v>
                </c:pt>
                <c:pt idx="3585">
                  <c:v>42578</c:v>
                </c:pt>
                <c:pt idx="3586">
                  <c:v>42579</c:v>
                </c:pt>
                <c:pt idx="3587">
                  <c:v>42580</c:v>
                </c:pt>
                <c:pt idx="3588">
                  <c:v>42583</c:v>
                </c:pt>
                <c:pt idx="3589">
                  <c:v>42584</c:v>
                </c:pt>
                <c:pt idx="3590">
                  <c:v>42585</c:v>
                </c:pt>
                <c:pt idx="3591">
                  <c:v>42586</c:v>
                </c:pt>
                <c:pt idx="3592">
                  <c:v>42587</c:v>
                </c:pt>
                <c:pt idx="3593">
                  <c:v>42590</c:v>
                </c:pt>
                <c:pt idx="3594">
                  <c:v>42591</c:v>
                </c:pt>
                <c:pt idx="3595">
                  <c:v>42592</c:v>
                </c:pt>
                <c:pt idx="3596">
                  <c:v>42593</c:v>
                </c:pt>
                <c:pt idx="3597">
                  <c:v>42594</c:v>
                </c:pt>
                <c:pt idx="3598">
                  <c:v>42597</c:v>
                </c:pt>
                <c:pt idx="3599">
                  <c:v>42598</c:v>
                </c:pt>
                <c:pt idx="3600">
                  <c:v>42599</c:v>
                </c:pt>
                <c:pt idx="3601">
                  <c:v>42600</c:v>
                </c:pt>
                <c:pt idx="3602">
                  <c:v>42601</c:v>
                </c:pt>
                <c:pt idx="3603">
                  <c:v>42604</c:v>
                </c:pt>
                <c:pt idx="3604">
                  <c:v>42605</c:v>
                </c:pt>
                <c:pt idx="3605">
                  <c:v>42606</c:v>
                </c:pt>
                <c:pt idx="3606">
                  <c:v>42607</c:v>
                </c:pt>
                <c:pt idx="3607">
                  <c:v>42608</c:v>
                </c:pt>
                <c:pt idx="3608">
                  <c:v>42611</c:v>
                </c:pt>
                <c:pt idx="3609">
                  <c:v>42612</c:v>
                </c:pt>
                <c:pt idx="3610">
                  <c:v>42613</c:v>
                </c:pt>
                <c:pt idx="3611">
                  <c:v>42614</c:v>
                </c:pt>
                <c:pt idx="3612">
                  <c:v>42615</c:v>
                </c:pt>
                <c:pt idx="3613">
                  <c:v>42618</c:v>
                </c:pt>
                <c:pt idx="3614">
                  <c:v>42619</c:v>
                </c:pt>
                <c:pt idx="3615">
                  <c:v>42621</c:v>
                </c:pt>
                <c:pt idx="3616">
                  <c:v>42622</c:v>
                </c:pt>
                <c:pt idx="3617">
                  <c:v>42625</c:v>
                </c:pt>
                <c:pt idx="3618">
                  <c:v>42626</c:v>
                </c:pt>
                <c:pt idx="3619">
                  <c:v>42627</c:v>
                </c:pt>
                <c:pt idx="3620">
                  <c:v>42628</c:v>
                </c:pt>
                <c:pt idx="3621">
                  <c:v>42629</c:v>
                </c:pt>
                <c:pt idx="3622">
                  <c:v>42632</c:v>
                </c:pt>
                <c:pt idx="3623">
                  <c:v>42633</c:v>
                </c:pt>
                <c:pt idx="3624">
                  <c:v>42634</c:v>
                </c:pt>
                <c:pt idx="3625">
                  <c:v>42635</c:v>
                </c:pt>
                <c:pt idx="3626">
                  <c:v>42636</c:v>
                </c:pt>
                <c:pt idx="3627">
                  <c:v>42639</c:v>
                </c:pt>
                <c:pt idx="3628">
                  <c:v>42640</c:v>
                </c:pt>
                <c:pt idx="3629">
                  <c:v>42641</c:v>
                </c:pt>
                <c:pt idx="3630">
                  <c:v>42642</c:v>
                </c:pt>
                <c:pt idx="3631">
                  <c:v>42643</c:v>
                </c:pt>
                <c:pt idx="3632">
                  <c:v>42646</c:v>
                </c:pt>
                <c:pt idx="3633">
                  <c:v>42647</c:v>
                </c:pt>
                <c:pt idx="3634">
                  <c:v>42648</c:v>
                </c:pt>
                <c:pt idx="3635">
                  <c:v>42649</c:v>
                </c:pt>
                <c:pt idx="3636">
                  <c:v>42650</c:v>
                </c:pt>
                <c:pt idx="3637">
                  <c:v>42653</c:v>
                </c:pt>
                <c:pt idx="3638">
                  <c:v>42654</c:v>
                </c:pt>
                <c:pt idx="3639">
                  <c:v>42656</c:v>
                </c:pt>
                <c:pt idx="3640">
                  <c:v>42657</c:v>
                </c:pt>
                <c:pt idx="3641">
                  <c:v>42660</c:v>
                </c:pt>
                <c:pt idx="3642">
                  <c:v>42661</c:v>
                </c:pt>
                <c:pt idx="3643">
                  <c:v>42662</c:v>
                </c:pt>
                <c:pt idx="3644">
                  <c:v>42663</c:v>
                </c:pt>
                <c:pt idx="3645">
                  <c:v>42664</c:v>
                </c:pt>
                <c:pt idx="3646">
                  <c:v>42667</c:v>
                </c:pt>
                <c:pt idx="3647">
                  <c:v>42668</c:v>
                </c:pt>
                <c:pt idx="3648">
                  <c:v>42669</c:v>
                </c:pt>
                <c:pt idx="3649">
                  <c:v>42670</c:v>
                </c:pt>
                <c:pt idx="3650">
                  <c:v>42671</c:v>
                </c:pt>
                <c:pt idx="3651">
                  <c:v>42674</c:v>
                </c:pt>
                <c:pt idx="3652">
                  <c:v>42675</c:v>
                </c:pt>
                <c:pt idx="3653">
                  <c:v>42677</c:v>
                </c:pt>
                <c:pt idx="3654">
                  <c:v>42678</c:v>
                </c:pt>
                <c:pt idx="3655">
                  <c:v>42681</c:v>
                </c:pt>
                <c:pt idx="3656">
                  <c:v>42682</c:v>
                </c:pt>
                <c:pt idx="3657">
                  <c:v>42683</c:v>
                </c:pt>
                <c:pt idx="3658">
                  <c:v>42684</c:v>
                </c:pt>
                <c:pt idx="3659">
                  <c:v>42685</c:v>
                </c:pt>
                <c:pt idx="3660">
                  <c:v>42688</c:v>
                </c:pt>
                <c:pt idx="3661">
                  <c:v>42690</c:v>
                </c:pt>
                <c:pt idx="3662">
                  <c:v>42691</c:v>
                </c:pt>
                <c:pt idx="3663">
                  <c:v>42692</c:v>
                </c:pt>
                <c:pt idx="3664">
                  <c:v>42695</c:v>
                </c:pt>
                <c:pt idx="3665">
                  <c:v>42696</c:v>
                </c:pt>
                <c:pt idx="3666">
                  <c:v>42697</c:v>
                </c:pt>
                <c:pt idx="3667">
                  <c:v>42698</c:v>
                </c:pt>
                <c:pt idx="3668">
                  <c:v>42699</c:v>
                </c:pt>
                <c:pt idx="3669">
                  <c:v>42702</c:v>
                </c:pt>
                <c:pt idx="3670">
                  <c:v>42703</c:v>
                </c:pt>
                <c:pt idx="3671">
                  <c:v>42704</c:v>
                </c:pt>
                <c:pt idx="3672">
                  <c:v>42705</c:v>
                </c:pt>
                <c:pt idx="3673">
                  <c:v>42706</c:v>
                </c:pt>
                <c:pt idx="3674">
                  <c:v>42709</c:v>
                </c:pt>
                <c:pt idx="3675">
                  <c:v>42710</c:v>
                </c:pt>
                <c:pt idx="3676">
                  <c:v>42711</c:v>
                </c:pt>
                <c:pt idx="3677">
                  <c:v>42712</c:v>
                </c:pt>
                <c:pt idx="3678">
                  <c:v>42713</c:v>
                </c:pt>
                <c:pt idx="3679">
                  <c:v>42716</c:v>
                </c:pt>
                <c:pt idx="3680">
                  <c:v>42717</c:v>
                </c:pt>
                <c:pt idx="3681">
                  <c:v>42718</c:v>
                </c:pt>
                <c:pt idx="3682">
                  <c:v>42719</c:v>
                </c:pt>
                <c:pt idx="3683">
                  <c:v>42720</c:v>
                </c:pt>
                <c:pt idx="3684">
                  <c:v>42723</c:v>
                </c:pt>
                <c:pt idx="3685">
                  <c:v>42724</c:v>
                </c:pt>
                <c:pt idx="3686">
                  <c:v>42725</c:v>
                </c:pt>
                <c:pt idx="3687">
                  <c:v>42726</c:v>
                </c:pt>
                <c:pt idx="3688">
                  <c:v>42727</c:v>
                </c:pt>
                <c:pt idx="3689">
                  <c:v>42730</c:v>
                </c:pt>
                <c:pt idx="3690">
                  <c:v>42731</c:v>
                </c:pt>
                <c:pt idx="3691">
                  <c:v>42732</c:v>
                </c:pt>
                <c:pt idx="3692">
                  <c:v>42733</c:v>
                </c:pt>
                <c:pt idx="3693">
                  <c:v>42737</c:v>
                </c:pt>
                <c:pt idx="3694">
                  <c:v>42738</c:v>
                </c:pt>
                <c:pt idx="3695">
                  <c:v>42739</c:v>
                </c:pt>
                <c:pt idx="3696">
                  <c:v>42740</c:v>
                </c:pt>
                <c:pt idx="3697">
                  <c:v>42741</c:v>
                </c:pt>
                <c:pt idx="3698">
                  <c:v>42744</c:v>
                </c:pt>
                <c:pt idx="3699">
                  <c:v>42745</c:v>
                </c:pt>
                <c:pt idx="3700">
                  <c:v>42746</c:v>
                </c:pt>
                <c:pt idx="3701">
                  <c:v>42747</c:v>
                </c:pt>
                <c:pt idx="3702">
                  <c:v>42748</c:v>
                </c:pt>
                <c:pt idx="3703">
                  <c:v>42751</c:v>
                </c:pt>
                <c:pt idx="3704">
                  <c:v>42752</c:v>
                </c:pt>
                <c:pt idx="3705">
                  <c:v>42753</c:v>
                </c:pt>
                <c:pt idx="3706">
                  <c:v>42754</c:v>
                </c:pt>
                <c:pt idx="3707">
                  <c:v>42755</c:v>
                </c:pt>
                <c:pt idx="3708">
                  <c:v>42758</c:v>
                </c:pt>
                <c:pt idx="3709">
                  <c:v>42759</c:v>
                </c:pt>
                <c:pt idx="3710">
                  <c:v>42761</c:v>
                </c:pt>
                <c:pt idx="3711">
                  <c:v>42762</c:v>
                </c:pt>
                <c:pt idx="3712">
                  <c:v>42765</c:v>
                </c:pt>
                <c:pt idx="3713">
                  <c:v>42766</c:v>
                </c:pt>
                <c:pt idx="3714">
                  <c:v>42767</c:v>
                </c:pt>
                <c:pt idx="3715">
                  <c:v>42768</c:v>
                </c:pt>
                <c:pt idx="3716">
                  <c:v>42769</c:v>
                </c:pt>
                <c:pt idx="3717">
                  <c:v>42772</c:v>
                </c:pt>
                <c:pt idx="3718">
                  <c:v>42773</c:v>
                </c:pt>
                <c:pt idx="3719">
                  <c:v>42774</c:v>
                </c:pt>
                <c:pt idx="3720">
                  <c:v>42775</c:v>
                </c:pt>
                <c:pt idx="3721">
                  <c:v>42776</c:v>
                </c:pt>
                <c:pt idx="3722">
                  <c:v>42779</c:v>
                </c:pt>
                <c:pt idx="3723">
                  <c:v>42780</c:v>
                </c:pt>
                <c:pt idx="3724">
                  <c:v>42781</c:v>
                </c:pt>
                <c:pt idx="3725">
                  <c:v>42782</c:v>
                </c:pt>
                <c:pt idx="3726">
                  <c:v>42783</c:v>
                </c:pt>
                <c:pt idx="3727">
                  <c:v>42786</c:v>
                </c:pt>
                <c:pt idx="3728">
                  <c:v>42787</c:v>
                </c:pt>
                <c:pt idx="3729">
                  <c:v>42788</c:v>
                </c:pt>
                <c:pt idx="3730">
                  <c:v>42789</c:v>
                </c:pt>
                <c:pt idx="3731">
                  <c:v>42790</c:v>
                </c:pt>
                <c:pt idx="3732">
                  <c:v>42795</c:v>
                </c:pt>
                <c:pt idx="3733">
                  <c:v>42796</c:v>
                </c:pt>
                <c:pt idx="3734">
                  <c:v>42797</c:v>
                </c:pt>
                <c:pt idx="3735">
                  <c:v>42800</c:v>
                </c:pt>
                <c:pt idx="3736">
                  <c:v>42801</c:v>
                </c:pt>
                <c:pt idx="3737">
                  <c:v>42802</c:v>
                </c:pt>
                <c:pt idx="3738">
                  <c:v>42803</c:v>
                </c:pt>
                <c:pt idx="3739">
                  <c:v>42804</c:v>
                </c:pt>
                <c:pt idx="3740">
                  <c:v>42807</c:v>
                </c:pt>
                <c:pt idx="3741">
                  <c:v>42808</c:v>
                </c:pt>
                <c:pt idx="3742">
                  <c:v>42809</c:v>
                </c:pt>
                <c:pt idx="3743">
                  <c:v>42810</c:v>
                </c:pt>
                <c:pt idx="3744">
                  <c:v>42811</c:v>
                </c:pt>
                <c:pt idx="3745">
                  <c:v>42814</c:v>
                </c:pt>
                <c:pt idx="3746">
                  <c:v>42815</c:v>
                </c:pt>
                <c:pt idx="3747">
                  <c:v>42816</c:v>
                </c:pt>
                <c:pt idx="3748">
                  <c:v>42817</c:v>
                </c:pt>
                <c:pt idx="3749">
                  <c:v>42818</c:v>
                </c:pt>
                <c:pt idx="3750">
                  <c:v>42821</c:v>
                </c:pt>
                <c:pt idx="3751">
                  <c:v>42822</c:v>
                </c:pt>
                <c:pt idx="3752">
                  <c:v>42823</c:v>
                </c:pt>
                <c:pt idx="3753">
                  <c:v>42824</c:v>
                </c:pt>
                <c:pt idx="3754">
                  <c:v>42825</c:v>
                </c:pt>
                <c:pt idx="3755">
                  <c:v>42828</c:v>
                </c:pt>
                <c:pt idx="3756">
                  <c:v>42829</c:v>
                </c:pt>
                <c:pt idx="3757">
                  <c:v>42830</c:v>
                </c:pt>
                <c:pt idx="3758">
                  <c:v>42831</c:v>
                </c:pt>
                <c:pt idx="3759">
                  <c:v>42832</c:v>
                </c:pt>
                <c:pt idx="3760">
                  <c:v>42835</c:v>
                </c:pt>
                <c:pt idx="3761">
                  <c:v>42836</c:v>
                </c:pt>
                <c:pt idx="3762">
                  <c:v>42837</c:v>
                </c:pt>
                <c:pt idx="3763">
                  <c:v>42838</c:v>
                </c:pt>
                <c:pt idx="3764">
                  <c:v>42842</c:v>
                </c:pt>
                <c:pt idx="3765">
                  <c:v>42843</c:v>
                </c:pt>
                <c:pt idx="3766">
                  <c:v>42844</c:v>
                </c:pt>
                <c:pt idx="3767">
                  <c:v>42845</c:v>
                </c:pt>
                <c:pt idx="3768">
                  <c:v>42849</c:v>
                </c:pt>
                <c:pt idx="3769">
                  <c:v>42850</c:v>
                </c:pt>
                <c:pt idx="3770">
                  <c:v>42851</c:v>
                </c:pt>
                <c:pt idx="3771">
                  <c:v>42852</c:v>
                </c:pt>
                <c:pt idx="3772">
                  <c:v>42853</c:v>
                </c:pt>
                <c:pt idx="3773">
                  <c:v>42857</c:v>
                </c:pt>
                <c:pt idx="3774">
                  <c:v>42858</c:v>
                </c:pt>
                <c:pt idx="3775">
                  <c:v>42859</c:v>
                </c:pt>
                <c:pt idx="3776">
                  <c:v>42860</c:v>
                </c:pt>
                <c:pt idx="3777">
                  <c:v>42863</c:v>
                </c:pt>
                <c:pt idx="3778">
                  <c:v>42864</c:v>
                </c:pt>
                <c:pt idx="3779">
                  <c:v>42865</c:v>
                </c:pt>
                <c:pt idx="3780">
                  <c:v>42866</c:v>
                </c:pt>
                <c:pt idx="3781">
                  <c:v>42867</c:v>
                </c:pt>
                <c:pt idx="3782">
                  <c:v>42870</c:v>
                </c:pt>
                <c:pt idx="3783">
                  <c:v>42871</c:v>
                </c:pt>
                <c:pt idx="3784">
                  <c:v>42872</c:v>
                </c:pt>
                <c:pt idx="3785">
                  <c:v>42873</c:v>
                </c:pt>
                <c:pt idx="3786">
                  <c:v>42874</c:v>
                </c:pt>
                <c:pt idx="3787">
                  <c:v>42877</c:v>
                </c:pt>
                <c:pt idx="3788">
                  <c:v>42878</c:v>
                </c:pt>
                <c:pt idx="3789">
                  <c:v>42879</c:v>
                </c:pt>
                <c:pt idx="3790">
                  <c:v>42880</c:v>
                </c:pt>
                <c:pt idx="3791">
                  <c:v>42881</c:v>
                </c:pt>
                <c:pt idx="3792">
                  <c:v>42884</c:v>
                </c:pt>
                <c:pt idx="3793">
                  <c:v>42885</c:v>
                </c:pt>
                <c:pt idx="3794">
                  <c:v>42886</c:v>
                </c:pt>
                <c:pt idx="3795">
                  <c:v>42887</c:v>
                </c:pt>
                <c:pt idx="3796">
                  <c:v>42888</c:v>
                </c:pt>
                <c:pt idx="3797">
                  <c:v>42891</c:v>
                </c:pt>
                <c:pt idx="3798">
                  <c:v>42892</c:v>
                </c:pt>
                <c:pt idx="3799">
                  <c:v>42893</c:v>
                </c:pt>
                <c:pt idx="3800">
                  <c:v>42894</c:v>
                </c:pt>
                <c:pt idx="3801">
                  <c:v>42895</c:v>
                </c:pt>
                <c:pt idx="3802">
                  <c:v>42898</c:v>
                </c:pt>
                <c:pt idx="3803">
                  <c:v>42899</c:v>
                </c:pt>
                <c:pt idx="3804">
                  <c:v>42900</c:v>
                </c:pt>
                <c:pt idx="3805">
                  <c:v>42902</c:v>
                </c:pt>
                <c:pt idx="3806">
                  <c:v>42905</c:v>
                </c:pt>
                <c:pt idx="3807">
                  <c:v>42906</c:v>
                </c:pt>
                <c:pt idx="3808">
                  <c:v>42907</c:v>
                </c:pt>
                <c:pt idx="3809">
                  <c:v>42908</c:v>
                </c:pt>
                <c:pt idx="3810">
                  <c:v>42909</c:v>
                </c:pt>
                <c:pt idx="3811">
                  <c:v>42912</c:v>
                </c:pt>
                <c:pt idx="3812">
                  <c:v>42913</c:v>
                </c:pt>
                <c:pt idx="3813">
                  <c:v>42914</c:v>
                </c:pt>
                <c:pt idx="3814">
                  <c:v>42915</c:v>
                </c:pt>
                <c:pt idx="3815">
                  <c:v>42916</c:v>
                </c:pt>
                <c:pt idx="3816">
                  <c:v>42919</c:v>
                </c:pt>
                <c:pt idx="3817">
                  <c:v>42920</c:v>
                </c:pt>
                <c:pt idx="3818">
                  <c:v>42921</c:v>
                </c:pt>
                <c:pt idx="3819">
                  <c:v>42922</c:v>
                </c:pt>
                <c:pt idx="3820">
                  <c:v>42923</c:v>
                </c:pt>
                <c:pt idx="3821">
                  <c:v>42926</c:v>
                </c:pt>
                <c:pt idx="3822">
                  <c:v>42927</c:v>
                </c:pt>
                <c:pt idx="3823">
                  <c:v>42928</c:v>
                </c:pt>
                <c:pt idx="3824">
                  <c:v>42929</c:v>
                </c:pt>
                <c:pt idx="3825">
                  <c:v>42930</c:v>
                </c:pt>
                <c:pt idx="3826">
                  <c:v>42933</c:v>
                </c:pt>
                <c:pt idx="3827">
                  <c:v>42934</c:v>
                </c:pt>
                <c:pt idx="3828">
                  <c:v>42935</c:v>
                </c:pt>
                <c:pt idx="3829">
                  <c:v>42936</c:v>
                </c:pt>
                <c:pt idx="3830">
                  <c:v>42937</c:v>
                </c:pt>
                <c:pt idx="3831">
                  <c:v>42940</c:v>
                </c:pt>
                <c:pt idx="3832">
                  <c:v>42941</c:v>
                </c:pt>
                <c:pt idx="3833">
                  <c:v>42942</c:v>
                </c:pt>
                <c:pt idx="3834">
                  <c:v>42943</c:v>
                </c:pt>
                <c:pt idx="3835">
                  <c:v>42944</c:v>
                </c:pt>
                <c:pt idx="3836">
                  <c:v>42947</c:v>
                </c:pt>
                <c:pt idx="3837">
                  <c:v>42948</c:v>
                </c:pt>
                <c:pt idx="3838">
                  <c:v>42949</c:v>
                </c:pt>
                <c:pt idx="3839">
                  <c:v>42950</c:v>
                </c:pt>
                <c:pt idx="3840">
                  <c:v>42951</c:v>
                </c:pt>
                <c:pt idx="3841">
                  <c:v>42954</c:v>
                </c:pt>
                <c:pt idx="3842">
                  <c:v>42955</c:v>
                </c:pt>
                <c:pt idx="3843">
                  <c:v>42956</c:v>
                </c:pt>
                <c:pt idx="3844">
                  <c:v>42957</c:v>
                </c:pt>
                <c:pt idx="3845">
                  <c:v>42958</c:v>
                </c:pt>
                <c:pt idx="3846">
                  <c:v>42961</c:v>
                </c:pt>
                <c:pt idx="3847">
                  <c:v>42962</c:v>
                </c:pt>
                <c:pt idx="3848">
                  <c:v>42963</c:v>
                </c:pt>
                <c:pt idx="3849">
                  <c:v>42964</c:v>
                </c:pt>
                <c:pt idx="3850">
                  <c:v>42965</c:v>
                </c:pt>
                <c:pt idx="3851">
                  <c:v>42968</c:v>
                </c:pt>
                <c:pt idx="3852">
                  <c:v>42969</c:v>
                </c:pt>
                <c:pt idx="3853">
                  <c:v>42970</c:v>
                </c:pt>
                <c:pt idx="3854">
                  <c:v>42971</c:v>
                </c:pt>
                <c:pt idx="3855">
                  <c:v>42972</c:v>
                </c:pt>
                <c:pt idx="3856">
                  <c:v>42975</c:v>
                </c:pt>
                <c:pt idx="3857">
                  <c:v>42976</c:v>
                </c:pt>
                <c:pt idx="3858">
                  <c:v>42977</c:v>
                </c:pt>
                <c:pt idx="3859">
                  <c:v>42978</c:v>
                </c:pt>
                <c:pt idx="3860">
                  <c:v>42979</c:v>
                </c:pt>
                <c:pt idx="3861">
                  <c:v>42982</c:v>
                </c:pt>
                <c:pt idx="3862">
                  <c:v>42983</c:v>
                </c:pt>
                <c:pt idx="3863">
                  <c:v>42984</c:v>
                </c:pt>
                <c:pt idx="3864">
                  <c:v>42986</c:v>
                </c:pt>
                <c:pt idx="3865">
                  <c:v>42989</c:v>
                </c:pt>
                <c:pt idx="3866">
                  <c:v>42990</c:v>
                </c:pt>
                <c:pt idx="3867">
                  <c:v>42991</c:v>
                </c:pt>
                <c:pt idx="3868">
                  <c:v>42992</c:v>
                </c:pt>
                <c:pt idx="3869">
                  <c:v>42993</c:v>
                </c:pt>
                <c:pt idx="3870">
                  <c:v>42996</c:v>
                </c:pt>
                <c:pt idx="3871">
                  <c:v>42997</c:v>
                </c:pt>
                <c:pt idx="3872">
                  <c:v>42998</c:v>
                </c:pt>
                <c:pt idx="3873">
                  <c:v>42999</c:v>
                </c:pt>
                <c:pt idx="3874">
                  <c:v>43000</c:v>
                </c:pt>
                <c:pt idx="3875">
                  <c:v>43003</c:v>
                </c:pt>
                <c:pt idx="3876">
                  <c:v>43004</c:v>
                </c:pt>
                <c:pt idx="3877">
                  <c:v>43005</c:v>
                </c:pt>
                <c:pt idx="3878">
                  <c:v>43006</c:v>
                </c:pt>
                <c:pt idx="3879">
                  <c:v>43007</c:v>
                </c:pt>
                <c:pt idx="3880">
                  <c:v>43010</c:v>
                </c:pt>
                <c:pt idx="3881">
                  <c:v>43011</c:v>
                </c:pt>
                <c:pt idx="3882">
                  <c:v>43012</c:v>
                </c:pt>
                <c:pt idx="3883">
                  <c:v>43013</c:v>
                </c:pt>
                <c:pt idx="3884">
                  <c:v>43014</c:v>
                </c:pt>
                <c:pt idx="3885">
                  <c:v>43017</c:v>
                </c:pt>
                <c:pt idx="3886">
                  <c:v>43018</c:v>
                </c:pt>
                <c:pt idx="3887">
                  <c:v>43019</c:v>
                </c:pt>
                <c:pt idx="3888">
                  <c:v>43021</c:v>
                </c:pt>
                <c:pt idx="3889">
                  <c:v>43024</c:v>
                </c:pt>
                <c:pt idx="3890">
                  <c:v>43025</c:v>
                </c:pt>
                <c:pt idx="3891">
                  <c:v>43026</c:v>
                </c:pt>
                <c:pt idx="3892">
                  <c:v>43027</c:v>
                </c:pt>
                <c:pt idx="3893">
                  <c:v>43028</c:v>
                </c:pt>
                <c:pt idx="3894">
                  <c:v>43031</c:v>
                </c:pt>
                <c:pt idx="3895">
                  <c:v>43032</c:v>
                </c:pt>
                <c:pt idx="3896">
                  <c:v>43033</c:v>
                </c:pt>
                <c:pt idx="3897">
                  <c:v>43034</c:v>
                </c:pt>
                <c:pt idx="3898">
                  <c:v>43035</c:v>
                </c:pt>
                <c:pt idx="3899">
                  <c:v>43038</c:v>
                </c:pt>
                <c:pt idx="3900">
                  <c:v>43039</c:v>
                </c:pt>
                <c:pt idx="3901">
                  <c:v>43040</c:v>
                </c:pt>
                <c:pt idx="3902">
                  <c:v>43042</c:v>
                </c:pt>
                <c:pt idx="3903">
                  <c:v>43045</c:v>
                </c:pt>
                <c:pt idx="3904">
                  <c:v>43046</c:v>
                </c:pt>
                <c:pt idx="3905">
                  <c:v>43047</c:v>
                </c:pt>
                <c:pt idx="3906">
                  <c:v>43048</c:v>
                </c:pt>
                <c:pt idx="3907">
                  <c:v>43049</c:v>
                </c:pt>
                <c:pt idx="3908">
                  <c:v>43052</c:v>
                </c:pt>
                <c:pt idx="3909">
                  <c:v>43053</c:v>
                </c:pt>
                <c:pt idx="3910">
                  <c:v>43055</c:v>
                </c:pt>
                <c:pt idx="3911">
                  <c:v>43056</c:v>
                </c:pt>
                <c:pt idx="3912">
                  <c:v>43060</c:v>
                </c:pt>
                <c:pt idx="3913">
                  <c:v>43061</c:v>
                </c:pt>
                <c:pt idx="3914">
                  <c:v>43062</c:v>
                </c:pt>
                <c:pt idx="3915">
                  <c:v>43063</c:v>
                </c:pt>
                <c:pt idx="3916">
                  <c:v>43066</c:v>
                </c:pt>
                <c:pt idx="3917">
                  <c:v>43067</c:v>
                </c:pt>
                <c:pt idx="3918">
                  <c:v>43068</c:v>
                </c:pt>
                <c:pt idx="3919">
                  <c:v>43069</c:v>
                </c:pt>
                <c:pt idx="3920">
                  <c:v>43070</c:v>
                </c:pt>
                <c:pt idx="3921">
                  <c:v>43073</c:v>
                </c:pt>
                <c:pt idx="3922">
                  <c:v>43074</c:v>
                </c:pt>
                <c:pt idx="3923">
                  <c:v>43075</c:v>
                </c:pt>
                <c:pt idx="3924">
                  <c:v>43076</c:v>
                </c:pt>
                <c:pt idx="3925">
                  <c:v>43077</c:v>
                </c:pt>
                <c:pt idx="3926">
                  <c:v>43080</c:v>
                </c:pt>
                <c:pt idx="3927">
                  <c:v>43081</c:v>
                </c:pt>
                <c:pt idx="3928">
                  <c:v>43082</c:v>
                </c:pt>
                <c:pt idx="3929">
                  <c:v>43083</c:v>
                </c:pt>
                <c:pt idx="3930">
                  <c:v>43084</c:v>
                </c:pt>
                <c:pt idx="3931">
                  <c:v>43087</c:v>
                </c:pt>
                <c:pt idx="3932">
                  <c:v>43088</c:v>
                </c:pt>
                <c:pt idx="3933">
                  <c:v>43089</c:v>
                </c:pt>
                <c:pt idx="3934">
                  <c:v>43090</c:v>
                </c:pt>
                <c:pt idx="3935">
                  <c:v>43091</c:v>
                </c:pt>
                <c:pt idx="3936">
                  <c:v>43095</c:v>
                </c:pt>
                <c:pt idx="3937">
                  <c:v>43096</c:v>
                </c:pt>
                <c:pt idx="3938">
                  <c:v>43097</c:v>
                </c:pt>
                <c:pt idx="3939">
                  <c:v>43102</c:v>
                </c:pt>
                <c:pt idx="3940">
                  <c:v>43103</c:v>
                </c:pt>
                <c:pt idx="3941">
                  <c:v>43104</c:v>
                </c:pt>
                <c:pt idx="3942">
                  <c:v>43105</c:v>
                </c:pt>
                <c:pt idx="3943">
                  <c:v>43108</c:v>
                </c:pt>
                <c:pt idx="3944">
                  <c:v>43109</c:v>
                </c:pt>
                <c:pt idx="3945">
                  <c:v>43110</c:v>
                </c:pt>
                <c:pt idx="3946">
                  <c:v>43111</c:v>
                </c:pt>
                <c:pt idx="3947">
                  <c:v>43112</c:v>
                </c:pt>
                <c:pt idx="3948">
                  <c:v>43115</c:v>
                </c:pt>
                <c:pt idx="3949">
                  <c:v>43116</c:v>
                </c:pt>
                <c:pt idx="3950">
                  <c:v>43117</c:v>
                </c:pt>
                <c:pt idx="3951">
                  <c:v>43118</c:v>
                </c:pt>
                <c:pt idx="3952">
                  <c:v>43119</c:v>
                </c:pt>
                <c:pt idx="3953">
                  <c:v>43122</c:v>
                </c:pt>
                <c:pt idx="3954">
                  <c:v>43123</c:v>
                </c:pt>
                <c:pt idx="3955">
                  <c:v>43124</c:v>
                </c:pt>
                <c:pt idx="3956">
                  <c:v>43126</c:v>
                </c:pt>
                <c:pt idx="3957">
                  <c:v>43129</c:v>
                </c:pt>
                <c:pt idx="3958">
                  <c:v>43130</c:v>
                </c:pt>
                <c:pt idx="3959">
                  <c:v>43131</c:v>
                </c:pt>
                <c:pt idx="3960">
                  <c:v>43132</c:v>
                </c:pt>
                <c:pt idx="3961">
                  <c:v>43133</c:v>
                </c:pt>
                <c:pt idx="3962">
                  <c:v>43136</c:v>
                </c:pt>
                <c:pt idx="3963">
                  <c:v>43137</c:v>
                </c:pt>
                <c:pt idx="3964">
                  <c:v>43138</c:v>
                </c:pt>
                <c:pt idx="3965">
                  <c:v>43139</c:v>
                </c:pt>
                <c:pt idx="3966">
                  <c:v>43140</c:v>
                </c:pt>
                <c:pt idx="3967">
                  <c:v>43145</c:v>
                </c:pt>
                <c:pt idx="3968">
                  <c:v>43146</c:v>
                </c:pt>
                <c:pt idx="3969">
                  <c:v>43147</c:v>
                </c:pt>
                <c:pt idx="3970">
                  <c:v>43150</c:v>
                </c:pt>
                <c:pt idx="3971">
                  <c:v>43151</c:v>
                </c:pt>
                <c:pt idx="3972">
                  <c:v>43152</c:v>
                </c:pt>
                <c:pt idx="3973">
                  <c:v>43153</c:v>
                </c:pt>
                <c:pt idx="3974">
                  <c:v>43154</c:v>
                </c:pt>
                <c:pt idx="3975">
                  <c:v>43157</c:v>
                </c:pt>
                <c:pt idx="3976">
                  <c:v>43158</c:v>
                </c:pt>
                <c:pt idx="3977">
                  <c:v>43159</c:v>
                </c:pt>
                <c:pt idx="3978">
                  <c:v>43160</c:v>
                </c:pt>
                <c:pt idx="3979">
                  <c:v>43161</c:v>
                </c:pt>
                <c:pt idx="3980">
                  <c:v>43164</c:v>
                </c:pt>
                <c:pt idx="3981">
                  <c:v>43165</c:v>
                </c:pt>
                <c:pt idx="3982">
                  <c:v>43166</c:v>
                </c:pt>
                <c:pt idx="3983">
                  <c:v>43167</c:v>
                </c:pt>
                <c:pt idx="3984">
                  <c:v>43168</c:v>
                </c:pt>
                <c:pt idx="3985">
                  <c:v>43171</c:v>
                </c:pt>
                <c:pt idx="3986">
                  <c:v>43172</c:v>
                </c:pt>
                <c:pt idx="3987">
                  <c:v>43173</c:v>
                </c:pt>
                <c:pt idx="3988">
                  <c:v>43174</c:v>
                </c:pt>
                <c:pt idx="3989">
                  <c:v>43175</c:v>
                </c:pt>
                <c:pt idx="3990">
                  <c:v>43178</c:v>
                </c:pt>
                <c:pt idx="3991">
                  <c:v>43179</c:v>
                </c:pt>
                <c:pt idx="3992">
                  <c:v>43180</c:v>
                </c:pt>
                <c:pt idx="3993">
                  <c:v>43181</c:v>
                </c:pt>
                <c:pt idx="3994">
                  <c:v>43182</c:v>
                </c:pt>
                <c:pt idx="3995">
                  <c:v>43185</c:v>
                </c:pt>
                <c:pt idx="3996">
                  <c:v>43186</c:v>
                </c:pt>
                <c:pt idx="3997">
                  <c:v>43187</c:v>
                </c:pt>
                <c:pt idx="3998">
                  <c:v>43188</c:v>
                </c:pt>
                <c:pt idx="3999">
                  <c:v>43192</c:v>
                </c:pt>
                <c:pt idx="4000">
                  <c:v>43193</c:v>
                </c:pt>
                <c:pt idx="4001">
                  <c:v>43194</c:v>
                </c:pt>
                <c:pt idx="4002">
                  <c:v>43195</c:v>
                </c:pt>
                <c:pt idx="4003">
                  <c:v>43196</c:v>
                </c:pt>
                <c:pt idx="4004">
                  <c:v>43199</c:v>
                </c:pt>
                <c:pt idx="4005">
                  <c:v>43200</c:v>
                </c:pt>
                <c:pt idx="4006">
                  <c:v>43201</c:v>
                </c:pt>
                <c:pt idx="4007">
                  <c:v>43202</c:v>
                </c:pt>
                <c:pt idx="4008">
                  <c:v>43203</c:v>
                </c:pt>
                <c:pt idx="4009">
                  <c:v>43206</c:v>
                </c:pt>
                <c:pt idx="4010">
                  <c:v>43207</c:v>
                </c:pt>
                <c:pt idx="4011">
                  <c:v>43208</c:v>
                </c:pt>
                <c:pt idx="4012">
                  <c:v>43209</c:v>
                </c:pt>
                <c:pt idx="4013">
                  <c:v>43210</c:v>
                </c:pt>
                <c:pt idx="4014">
                  <c:v>43213</c:v>
                </c:pt>
                <c:pt idx="4015">
                  <c:v>43214</c:v>
                </c:pt>
                <c:pt idx="4016">
                  <c:v>43215</c:v>
                </c:pt>
                <c:pt idx="4017">
                  <c:v>43216</c:v>
                </c:pt>
                <c:pt idx="4018">
                  <c:v>43217</c:v>
                </c:pt>
                <c:pt idx="4019">
                  <c:v>43220</c:v>
                </c:pt>
                <c:pt idx="4020">
                  <c:v>43222</c:v>
                </c:pt>
                <c:pt idx="4021">
                  <c:v>43223</c:v>
                </c:pt>
                <c:pt idx="4022">
                  <c:v>43224</c:v>
                </c:pt>
                <c:pt idx="4023">
                  <c:v>43227</c:v>
                </c:pt>
                <c:pt idx="4024">
                  <c:v>43228</c:v>
                </c:pt>
                <c:pt idx="4025">
                  <c:v>43229</c:v>
                </c:pt>
                <c:pt idx="4026">
                  <c:v>43230</c:v>
                </c:pt>
                <c:pt idx="4027">
                  <c:v>43231</c:v>
                </c:pt>
                <c:pt idx="4028">
                  <c:v>43234</c:v>
                </c:pt>
                <c:pt idx="4029">
                  <c:v>43235</c:v>
                </c:pt>
                <c:pt idx="4030">
                  <c:v>43236</c:v>
                </c:pt>
                <c:pt idx="4031">
                  <c:v>43237</c:v>
                </c:pt>
                <c:pt idx="4032">
                  <c:v>43238</c:v>
                </c:pt>
                <c:pt idx="4033">
                  <c:v>43241</c:v>
                </c:pt>
                <c:pt idx="4034">
                  <c:v>43242</c:v>
                </c:pt>
                <c:pt idx="4035">
                  <c:v>43243</c:v>
                </c:pt>
                <c:pt idx="4036">
                  <c:v>43244</c:v>
                </c:pt>
                <c:pt idx="4037">
                  <c:v>43245</c:v>
                </c:pt>
                <c:pt idx="4038">
                  <c:v>43248</c:v>
                </c:pt>
                <c:pt idx="4039">
                  <c:v>43249</c:v>
                </c:pt>
                <c:pt idx="4040">
                  <c:v>43250</c:v>
                </c:pt>
                <c:pt idx="4041">
                  <c:v>43252</c:v>
                </c:pt>
                <c:pt idx="4042">
                  <c:v>43255</c:v>
                </c:pt>
                <c:pt idx="4043">
                  <c:v>43256</c:v>
                </c:pt>
                <c:pt idx="4044">
                  <c:v>43257</c:v>
                </c:pt>
                <c:pt idx="4045">
                  <c:v>43258</c:v>
                </c:pt>
                <c:pt idx="4046">
                  <c:v>43259</c:v>
                </c:pt>
                <c:pt idx="4047">
                  <c:v>43262</c:v>
                </c:pt>
                <c:pt idx="4048">
                  <c:v>43263</c:v>
                </c:pt>
                <c:pt idx="4049">
                  <c:v>43264</c:v>
                </c:pt>
                <c:pt idx="4050">
                  <c:v>43265</c:v>
                </c:pt>
                <c:pt idx="4051">
                  <c:v>43266</c:v>
                </c:pt>
                <c:pt idx="4052">
                  <c:v>43269</c:v>
                </c:pt>
                <c:pt idx="4053">
                  <c:v>43270</c:v>
                </c:pt>
                <c:pt idx="4054">
                  <c:v>43271</c:v>
                </c:pt>
                <c:pt idx="4055">
                  <c:v>43272</c:v>
                </c:pt>
                <c:pt idx="4056">
                  <c:v>43273</c:v>
                </c:pt>
                <c:pt idx="4057">
                  <c:v>43276</c:v>
                </c:pt>
                <c:pt idx="4058">
                  <c:v>43277</c:v>
                </c:pt>
                <c:pt idx="4059">
                  <c:v>43278</c:v>
                </c:pt>
                <c:pt idx="4060">
                  <c:v>43279</c:v>
                </c:pt>
                <c:pt idx="4061">
                  <c:v>43280</c:v>
                </c:pt>
                <c:pt idx="4062">
                  <c:v>43283</c:v>
                </c:pt>
                <c:pt idx="4063">
                  <c:v>43284</c:v>
                </c:pt>
                <c:pt idx="4064">
                  <c:v>43285</c:v>
                </c:pt>
                <c:pt idx="4065">
                  <c:v>43286</c:v>
                </c:pt>
                <c:pt idx="4066">
                  <c:v>43287</c:v>
                </c:pt>
                <c:pt idx="4067">
                  <c:v>43291</c:v>
                </c:pt>
                <c:pt idx="4068">
                  <c:v>43292</c:v>
                </c:pt>
                <c:pt idx="4069">
                  <c:v>43293</c:v>
                </c:pt>
                <c:pt idx="4070">
                  <c:v>43294</c:v>
                </c:pt>
                <c:pt idx="4071">
                  <c:v>43297</c:v>
                </c:pt>
                <c:pt idx="4072">
                  <c:v>43298</c:v>
                </c:pt>
                <c:pt idx="4073">
                  <c:v>43299</c:v>
                </c:pt>
                <c:pt idx="4074">
                  <c:v>43300</c:v>
                </c:pt>
                <c:pt idx="4075">
                  <c:v>43301</c:v>
                </c:pt>
                <c:pt idx="4076">
                  <c:v>43304</c:v>
                </c:pt>
                <c:pt idx="4077">
                  <c:v>43305</c:v>
                </c:pt>
                <c:pt idx="4078">
                  <c:v>43306</c:v>
                </c:pt>
                <c:pt idx="4079">
                  <c:v>43307</c:v>
                </c:pt>
                <c:pt idx="4080">
                  <c:v>43308</c:v>
                </c:pt>
                <c:pt idx="4081">
                  <c:v>43311</c:v>
                </c:pt>
                <c:pt idx="4082">
                  <c:v>43312</c:v>
                </c:pt>
                <c:pt idx="4083">
                  <c:v>43313</c:v>
                </c:pt>
                <c:pt idx="4084">
                  <c:v>43314</c:v>
                </c:pt>
                <c:pt idx="4085">
                  <c:v>43315</c:v>
                </c:pt>
                <c:pt idx="4086">
                  <c:v>43318</c:v>
                </c:pt>
                <c:pt idx="4087">
                  <c:v>43319</c:v>
                </c:pt>
                <c:pt idx="4088">
                  <c:v>43320</c:v>
                </c:pt>
                <c:pt idx="4089">
                  <c:v>43321</c:v>
                </c:pt>
                <c:pt idx="4090">
                  <c:v>43322</c:v>
                </c:pt>
                <c:pt idx="4091">
                  <c:v>43325</c:v>
                </c:pt>
                <c:pt idx="4092">
                  <c:v>43326</c:v>
                </c:pt>
                <c:pt idx="4093">
                  <c:v>43327</c:v>
                </c:pt>
                <c:pt idx="4094">
                  <c:v>43328</c:v>
                </c:pt>
                <c:pt idx="4095">
                  <c:v>43329</c:v>
                </c:pt>
                <c:pt idx="4096">
                  <c:v>43332</c:v>
                </c:pt>
                <c:pt idx="4097">
                  <c:v>43333</c:v>
                </c:pt>
                <c:pt idx="4098">
                  <c:v>43334</c:v>
                </c:pt>
                <c:pt idx="4099">
                  <c:v>43335</c:v>
                </c:pt>
                <c:pt idx="4100">
                  <c:v>43336</c:v>
                </c:pt>
                <c:pt idx="4101">
                  <c:v>43339</c:v>
                </c:pt>
                <c:pt idx="4102">
                  <c:v>43340</c:v>
                </c:pt>
                <c:pt idx="4103">
                  <c:v>43341</c:v>
                </c:pt>
                <c:pt idx="4104">
                  <c:v>43342</c:v>
                </c:pt>
                <c:pt idx="4105">
                  <c:v>43343</c:v>
                </c:pt>
                <c:pt idx="4106">
                  <c:v>43346</c:v>
                </c:pt>
                <c:pt idx="4107">
                  <c:v>43347</c:v>
                </c:pt>
                <c:pt idx="4108">
                  <c:v>43348</c:v>
                </c:pt>
                <c:pt idx="4109">
                  <c:v>43349</c:v>
                </c:pt>
                <c:pt idx="4110">
                  <c:v>43353</c:v>
                </c:pt>
                <c:pt idx="4111">
                  <c:v>43354</c:v>
                </c:pt>
                <c:pt idx="4112">
                  <c:v>43355</c:v>
                </c:pt>
                <c:pt idx="4113">
                  <c:v>43356</c:v>
                </c:pt>
                <c:pt idx="4114">
                  <c:v>43357</c:v>
                </c:pt>
                <c:pt idx="4115">
                  <c:v>43360</c:v>
                </c:pt>
                <c:pt idx="4116">
                  <c:v>43361</c:v>
                </c:pt>
                <c:pt idx="4117">
                  <c:v>43362</c:v>
                </c:pt>
                <c:pt idx="4118">
                  <c:v>43363</c:v>
                </c:pt>
                <c:pt idx="4119">
                  <c:v>43364</c:v>
                </c:pt>
                <c:pt idx="4120">
                  <c:v>43367</c:v>
                </c:pt>
                <c:pt idx="4121">
                  <c:v>43368</c:v>
                </c:pt>
                <c:pt idx="4122">
                  <c:v>43369</c:v>
                </c:pt>
                <c:pt idx="4123">
                  <c:v>43370</c:v>
                </c:pt>
                <c:pt idx="4124">
                  <c:v>43371</c:v>
                </c:pt>
                <c:pt idx="4125">
                  <c:v>43374</c:v>
                </c:pt>
                <c:pt idx="4126">
                  <c:v>43375</c:v>
                </c:pt>
                <c:pt idx="4127">
                  <c:v>43376</c:v>
                </c:pt>
                <c:pt idx="4128">
                  <c:v>43377</c:v>
                </c:pt>
                <c:pt idx="4129">
                  <c:v>43378</c:v>
                </c:pt>
                <c:pt idx="4130">
                  <c:v>43381</c:v>
                </c:pt>
                <c:pt idx="4131">
                  <c:v>43382</c:v>
                </c:pt>
                <c:pt idx="4132">
                  <c:v>43383</c:v>
                </c:pt>
                <c:pt idx="4133">
                  <c:v>43384</c:v>
                </c:pt>
                <c:pt idx="4134">
                  <c:v>43388</c:v>
                </c:pt>
                <c:pt idx="4135">
                  <c:v>43389</c:v>
                </c:pt>
                <c:pt idx="4136">
                  <c:v>43390</c:v>
                </c:pt>
                <c:pt idx="4137">
                  <c:v>43391</c:v>
                </c:pt>
                <c:pt idx="4138">
                  <c:v>43392</c:v>
                </c:pt>
                <c:pt idx="4139">
                  <c:v>43395</c:v>
                </c:pt>
                <c:pt idx="4140">
                  <c:v>43396</c:v>
                </c:pt>
                <c:pt idx="4141">
                  <c:v>43397</c:v>
                </c:pt>
                <c:pt idx="4142">
                  <c:v>43398</c:v>
                </c:pt>
                <c:pt idx="4143">
                  <c:v>43399</c:v>
                </c:pt>
                <c:pt idx="4144">
                  <c:v>43402</c:v>
                </c:pt>
                <c:pt idx="4145">
                  <c:v>43403</c:v>
                </c:pt>
                <c:pt idx="4146">
                  <c:v>43404</c:v>
                </c:pt>
                <c:pt idx="4147">
                  <c:v>43405</c:v>
                </c:pt>
                <c:pt idx="4148">
                  <c:v>43409</c:v>
                </c:pt>
                <c:pt idx="4149">
                  <c:v>43410</c:v>
                </c:pt>
                <c:pt idx="4150">
                  <c:v>43411</c:v>
                </c:pt>
                <c:pt idx="4151">
                  <c:v>43412</c:v>
                </c:pt>
                <c:pt idx="4152">
                  <c:v>43413</c:v>
                </c:pt>
                <c:pt idx="4153">
                  <c:v>43416</c:v>
                </c:pt>
                <c:pt idx="4154">
                  <c:v>43417</c:v>
                </c:pt>
                <c:pt idx="4155">
                  <c:v>43418</c:v>
                </c:pt>
                <c:pt idx="4156">
                  <c:v>43420</c:v>
                </c:pt>
                <c:pt idx="4157">
                  <c:v>43423</c:v>
                </c:pt>
                <c:pt idx="4158">
                  <c:v>43425</c:v>
                </c:pt>
                <c:pt idx="4159">
                  <c:v>43426</c:v>
                </c:pt>
                <c:pt idx="4160">
                  <c:v>43427</c:v>
                </c:pt>
                <c:pt idx="4161">
                  <c:v>43430</c:v>
                </c:pt>
                <c:pt idx="4162">
                  <c:v>43431</c:v>
                </c:pt>
                <c:pt idx="4163">
                  <c:v>43432</c:v>
                </c:pt>
                <c:pt idx="4164">
                  <c:v>43433</c:v>
                </c:pt>
                <c:pt idx="4165">
                  <c:v>43434</c:v>
                </c:pt>
                <c:pt idx="4166">
                  <c:v>43437</c:v>
                </c:pt>
                <c:pt idx="4167">
                  <c:v>43438</c:v>
                </c:pt>
                <c:pt idx="4168">
                  <c:v>43439</c:v>
                </c:pt>
                <c:pt idx="4169">
                  <c:v>43440</c:v>
                </c:pt>
                <c:pt idx="4170">
                  <c:v>43441</c:v>
                </c:pt>
                <c:pt idx="4171">
                  <c:v>43444</c:v>
                </c:pt>
                <c:pt idx="4172">
                  <c:v>43445</c:v>
                </c:pt>
                <c:pt idx="4173">
                  <c:v>43446</c:v>
                </c:pt>
                <c:pt idx="4174">
                  <c:v>43447</c:v>
                </c:pt>
                <c:pt idx="4175">
                  <c:v>43448</c:v>
                </c:pt>
                <c:pt idx="4176">
                  <c:v>43451</c:v>
                </c:pt>
                <c:pt idx="4177">
                  <c:v>43452</c:v>
                </c:pt>
                <c:pt idx="4178">
                  <c:v>43453</c:v>
                </c:pt>
                <c:pt idx="4179">
                  <c:v>43454</c:v>
                </c:pt>
                <c:pt idx="4180">
                  <c:v>43455</c:v>
                </c:pt>
                <c:pt idx="4181">
                  <c:v>43460</c:v>
                </c:pt>
                <c:pt idx="4182">
                  <c:v>43461</c:v>
                </c:pt>
                <c:pt idx="4183">
                  <c:v>43462</c:v>
                </c:pt>
                <c:pt idx="4184">
                  <c:v>43467</c:v>
                </c:pt>
                <c:pt idx="4185">
                  <c:v>43468</c:v>
                </c:pt>
                <c:pt idx="4186">
                  <c:v>43469</c:v>
                </c:pt>
                <c:pt idx="4187">
                  <c:v>43472</c:v>
                </c:pt>
                <c:pt idx="4188">
                  <c:v>43473</c:v>
                </c:pt>
                <c:pt idx="4189">
                  <c:v>43474</c:v>
                </c:pt>
                <c:pt idx="4190">
                  <c:v>43475</c:v>
                </c:pt>
                <c:pt idx="4191">
                  <c:v>43476</c:v>
                </c:pt>
                <c:pt idx="4192">
                  <c:v>43479</c:v>
                </c:pt>
                <c:pt idx="4193">
                  <c:v>43480</c:v>
                </c:pt>
                <c:pt idx="4194">
                  <c:v>43481</c:v>
                </c:pt>
                <c:pt idx="4195">
                  <c:v>43482</c:v>
                </c:pt>
                <c:pt idx="4196">
                  <c:v>43483</c:v>
                </c:pt>
                <c:pt idx="4197">
                  <c:v>43486</c:v>
                </c:pt>
                <c:pt idx="4198">
                  <c:v>43487</c:v>
                </c:pt>
                <c:pt idx="4199">
                  <c:v>43488</c:v>
                </c:pt>
                <c:pt idx="4200">
                  <c:v>43489</c:v>
                </c:pt>
                <c:pt idx="4201">
                  <c:v>43493</c:v>
                </c:pt>
                <c:pt idx="4202">
                  <c:v>43494</c:v>
                </c:pt>
                <c:pt idx="4203">
                  <c:v>43495</c:v>
                </c:pt>
                <c:pt idx="4204">
                  <c:v>43496</c:v>
                </c:pt>
                <c:pt idx="4205">
                  <c:v>43497</c:v>
                </c:pt>
                <c:pt idx="4206">
                  <c:v>43500</c:v>
                </c:pt>
                <c:pt idx="4207">
                  <c:v>43501</c:v>
                </c:pt>
                <c:pt idx="4208">
                  <c:v>43502</c:v>
                </c:pt>
                <c:pt idx="4209">
                  <c:v>43503</c:v>
                </c:pt>
                <c:pt idx="4210">
                  <c:v>43504</c:v>
                </c:pt>
                <c:pt idx="4211">
                  <c:v>43507</c:v>
                </c:pt>
                <c:pt idx="4212">
                  <c:v>43508</c:v>
                </c:pt>
                <c:pt idx="4213">
                  <c:v>43509</c:v>
                </c:pt>
                <c:pt idx="4214">
                  <c:v>43510</c:v>
                </c:pt>
                <c:pt idx="4215">
                  <c:v>43511</c:v>
                </c:pt>
                <c:pt idx="4216">
                  <c:v>43514</c:v>
                </c:pt>
                <c:pt idx="4217">
                  <c:v>43515</c:v>
                </c:pt>
                <c:pt idx="4218">
                  <c:v>43516</c:v>
                </c:pt>
                <c:pt idx="4219">
                  <c:v>43517</c:v>
                </c:pt>
                <c:pt idx="4220">
                  <c:v>43518</c:v>
                </c:pt>
                <c:pt idx="4221">
                  <c:v>43521</c:v>
                </c:pt>
                <c:pt idx="4222">
                  <c:v>43522</c:v>
                </c:pt>
                <c:pt idx="4223">
                  <c:v>43523</c:v>
                </c:pt>
                <c:pt idx="4224">
                  <c:v>43524</c:v>
                </c:pt>
                <c:pt idx="4225">
                  <c:v>43525</c:v>
                </c:pt>
                <c:pt idx="4226">
                  <c:v>43530</c:v>
                </c:pt>
                <c:pt idx="4227">
                  <c:v>43531</c:v>
                </c:pt>
                <c:pt idx="4228">
                  <c:v>43532</c:v>
                </c:pt>
                <c:pt idx="4229">
                  <c:v>43535</c:v>
                </c:pt>
                <c:pt idx="4230">
                  <c:v>43536</c:v>
                </c:pt>
                <c:pt idx="4231">
                  <c:v>43537</c:v>
                </c:pt>
                <c:pt idx="4232">
                  <c:v>43538</c:v>
                </c:pt>
                <c:pt idx="4233">
                  <c:v>43539</c:v>
                </c:pt>
                <c:pt idx="4234">
                  <c:v>43542</c:v>
                </c:pt>
                <c:pt idx="4235">
                  <c:v>43543</c:v>
                </c:pt>
                <c:pt idx="4236">
                  <c:v>43544</c:v>
                </c:pt>
                <c:pt idx="4237">
                  <c:v>43545</c:v>
                </c:pt>
                <c:pt idx="4238">
                  <c:v>43546</c:v>
                </c:pt>
                <c:pt idx="4239">
                  <c:v>43549</c:v>
                </c:pt>
                <c:pt idx="4240">
                  <c:v>43550</c:v>
                </c:pt>
                <c:pt idx="4241">
                  <c:v>43551</c:v>
                </c:pt>
                <c:pt idx="4242">
                  <c:v>43552</c:v>
                </c:pt>
                <c:pt idx="4243">
                  <c:v>43553</c:v>
                </c:pt>
                <c:pt idx="4244">
                  <c:v>43556</c:v>
                </c:pt>
                <c:pt idx="4245">
                  <c:v>43557</c:v>
                </c:pt>
                <c:pt idx="4246">
                  <c:v>43558</c:v>
                </c:pt>
                <c:pt idx="4247">
                  <c:v>43559</c:v>
                </c:pt>
                <c:pt idx="4248">
                  <c:v>43560</c:v>
                </c:pt>
                <c:pt idx="4249">
                  <c:v>43563</c:v>
                </c:pt>
                <c:pt idx="4250">
                  <c:v>43564</c:v>
                </c:pt>
                <c:pt idx="4251">
                  <c:v>43565</c:v>
                </c:pt>
                <c:pt idx="4252">
                  <c:v>43566</c:v>
                </c:pt>
                <c:pt idx="4253">
                  <c:v>43567</c:v>
                </c:pt>
                <c:pt idx="4254">
                  <c:v>43570</c:v>
                </c:pt>
                <c:pt idx="4255">
                  <c:v>43571</c:v>
                </c:pt>
                <c:pt idx="4256">
                  <c:v>43572</c:v>
                </c:pt>
                <c:pt idx="4257">
                  <c:v>43573</c:v>
                </c:pt>
                <c:pt idx="4258">
                  <c:v>43577</c:v>
                </c:pt>
                <c:pt idx="4259">
                  <c:v>43578</c:v>
                </c:pt>
                <c:pt idx="4260">
                  <c:v>43579</c:v>
                </c:pt>
                <c:pt idx="4261">
                  <c:v>43580</c:v>
                </c:pt>
                <c:pt idx="4262">
                  <c:v>43581</c:v>
                </c:pt>
                <c:pt idx="4263">
                  <c:v>43584</c:v>
                </c:pt>
                <c:pt idx="4264">
                  <c:v>43585</c:v>
                </c:pt>
                <c:pt idx="4265">
                  <c:v>43587</c:v>
                </c:pt>
                <c:pt idx="4266">
                  <c:v>43588</c:v>
                </c:pt>
                <c:pt idx="4267">
                  <c:v>43591</c:v>
                </c:pt>
                <c:pt idx="4268">
                  <c:v>43592</c:v>
                </c:pt>
                <c:pt idx="4269">
                  <c:v>43593</c:v>
                </c:pt>
                <c:pt idx="4270">
                  <c:v>43594</c:v>
                </c:pt>
                <c:pt idx="4271">
                  <c:v>43595</c:v>
                </c:pt>
                <c:pt idx="4272">
                  <c:v>43598</c:v>
                </c:pt>
                <c:pt idx="4273">
                  <c:v>43599</c:v>
                </c:pt>
                <c:pt idx="4274">
                  <c:v>43600</c:v>
                </c:pt>
                <c:pt idx="4275">
                  <c:v>43601</c:v>
                </c:pt>
                <c:pt idx="4276">
                  <c:v>43602</c:v>
                </c:pt>
                <c:pt idx="4277">
                  <c:v>43605</c:v>
                </c:pt>
                <c:pt idx="4278">
                  <c:v>43606</c:v>
                </c:pt>
                <c:pt idx="4279">
                  <c:v>43607</c:v>
                </c:pt>
                <c:pt idx="4280">
                  <c:v>43608</c:v>
                </c:pt>
                <c:pt idx="4281">
                  <c:v>43609</c:v>
                </c:pt>
                <c:pt idx="4282">
                  <c:v>43612</c:v>
                </c:pt>
                <c:pt idx="4283">
                  <c:v>43613</c:v>
                </c:pt>
                <c:pt idx="4284">
                  <c:v>43614</c:v>
                </c:pt>
                <c:pt idx="4285">
                  <c:v>43615</c:v>
                </c:pt>
                <c:pt idx="4286">
                  <c:v>43616</c:v>
                </c:pt>
                <c:pt idx="4287">
                  <c:v>43619</c:v>
                </c:pt>
                <c:pt idx="4288">
                  <c:v>43620</c:v>
                </c:pt>
                <c:pt idx="4289">
                  <c:v>43621</c:v>
                </c:pt>
                <c:pt idx="4290">
                  <c:v>43622</c:v>
                </c:pt>
                <c:pt idx="4291">
                  <c:v>43623</c:v>
                </c:pt>
                <c:pt idx="4292">
                  <c:v>43626</c:v>
                </c:pt>
                <c:pt idx="4293">
                  <c:v>43627</c:v>
                </c:pt>
                <c:pt idx="4294">
                  <c:v>43628</c:v>
                </c:pt>
                <c:pt idx="4295">
                  <c:v>43629</c:v>
                </c:pt>
                <c:pt idx="4296">
                  <c:v>43630</c:v>
                </c:pt>
                <c:pt idx="4297">
                  <c:v>43633</c:v>
                </c:pt>
                <c:pt idx="4298">
                  <c:v>43634</c:v>
                </c:pt>
                <c:pt idx="4299">
                  <c:v>43635</c:v>
                </c:pt>
                <c:pt idx="4300">
                  <c:v>43637</c:v>
                </c:pt>
                <c:pt idx="4301">
                  <c:v>43640</c:v>
                </c:pt>
                <c:pt idx="4302">
                  <c:v>43641</c:v>
                </c:pt>
                <c:pt idx="4303">
                  <c:v>43642</c:v>
                </c:pt>
                <c:pt idx="4304">
                  <c:v>43643</c:v>
                </c:pt>
                <c:pt idx="4305">
                  <c:v>43644</c:v>
                </c:pt>
                <c:pt idx="4306">
                  <c:v>43647</c:v>
                </c:pt>
                <c:pt idx="4307">
                  <c:v>43648</c:v>
                </c:pt>
                <c:pt idx="4308">
                  <c:v>43649</c:v>
                </c:pt>
                <c:pt idx="4309">
                  <c:v>43650</c:v>
                </c:pt>
                <c:pt idx="4310">
                  <c:v>43651</c:v>
                </c:pt>
                <c:pt idx="4311">
                  <c:v>43654</c:v>
                </c:pt>
                <c:pt idx="4312">
                  <c:v>43656</c:v>
                </c:pt>
                <c:pt idx="4313">
                  <c:v>43657</c:v>
                </c:pt>
                <c:pt idx="4314">
                  <c:v>43658</c:v>
                </c:pt>
                <c:pt idx="4315">
                  <c:v>43661</c:v>
                </c:pt>
                <c:pt idx="4316">
                  <c:v>43662</c:v>
                </c:pt>
                <c:pt idx="4317">
                  <c:v>43663</c:v>
                </c:pt>
                <c:pt idx="4318">
                  <c:v>43664</c:v>
                </c:pt>
                <c:pt idx="4319">
                  <c:v>43665</c:v>
                </c:pt>
                <c:pt idx="4320">
                  <c:v>43668</c:v>
                </c:pt>
                <c:pt idx="4321">
                  <c:v>43669</c:v>
                </c:pt>
                <c:pt idx="4322">
                  <c:v>43670</c:v>
                </c:pt>
                <c:pt idx="4323">
                  <c:v>43671</c:v>
                </c:pt>
                <c:pt idx="4324">
                  <c:v>43672</c:v>
                </c:pt>
                <c:pt idx="4325">
                  <c:v>43675</c:v>
                </c:pt>
                <c:pt idx="4326">
                  <c:v>43676</c:v>
                </c:pt>
                <c:pt idx="4327">
                  <c:v>43677</c:v>
                </c:pt>
                <c:pt idx="4328">
                  <c:v>43678</c:v>
                </c:pt>
                <c:pt idx="4329">
                  <c:v>43679</c:v>
                </c:pt>
                <c:pt idx="4330">
                  <c:v>43682</c:v>
                </c:pt>
                <c:pt idx="4331">
                  <c:v>43683</c:v>
                </c:pt>
                <c:pt idx="4332">
                  <c:v>43684</c:v>
                </c:pt>
                <c:pt idx="4333">
                  <c:v>43685</c:v>
                </c:pt>
                <c:pt idx="4334">
                  <c:v>43686</c:v>
                </c:pt>
                <c:pt idx="4335">
                  <c:v>43689</c:v>
                </c:pt>
                <c:pt idx="4336">
                  <c:v>43690</c:v>
                </c:pt>
                <c:pt idx="4337">
                  <c:v>43691</c:v>
                </c:pt>
                <c:pt idx="4338">
                  <c:v>43692</c:v>
                </c:pt>
                <c:pt idx="4339">
                  <c:v>43693</c:v>
                </c:pt>
                <c:pt idx="4340">
                  <c:v>43696</c:v>
                </c:pt>
                <c:pt idx="4341">
                  <c:v>43697</c:v>
                </c:pt>
                <c:pt idx="4342">
                  <c:v>43698</c:v>
                </c:pt>
                <c:pt idx="4343">
                  <c:v>43699</c:v>
                </c:pt>
                <c:pt idx="4344">
                  <c:v>43700</c:v>
                </c:pt>
                <c:pt idx="4345">
                  <c:v>43703</c:v>
                </c:pt>
                <c:pt idx="4346">
                  <c:v>43704</c:v>
                </c:pt>
                <c:pt idx="4347">
                  <c:v>43705</c:v>
                </c:pt>
                <c:pt idx="4348">
                  <c:v>43706</c:v>
                </c:pt>
                <c:pt idx="4349">
                  <c:v>43707</c:v>
                </c:pt>
                <c:pt idx="4350">
                  <c:v>43710</c:v>
                </c:pt>
                <c:pt idx="4351">
                  <c:v>43711</c:v>
                </c:pt>
                <c:pt idx="4352">
                  <c:v>43712</c:v>
                </c:pt>
                <c:pt idx="4353">
                  <c:v>43713</c:v>
                </c:pt>
                <c:pt idx="4354">
                  <c:v>43714</c:v>
                </c:pt>
                <c:pt idx="4355">
                  <c:v>43717</c:v>
                </c:pt>
                <c:pt idx="4356">
                  <c:v>43718</c:v>
                </c:pt>
                <c:pt idx="4357">
                  <c:v>43719</c:v>
                </c:pt>
                <c:pt idx="4358">
                  <c:v>43720</c:v>
                </c:pt>
                <c:pt idx="4359">
                  <c:v>43721</c:v>
                </c:pt>
                <c:pt idx="4360">
                  <c:v>43724</c:v>
                </c:pt>
                <c:pt idx="4361">
                  <c:v>43725</c:v>
                </c:pt>
                <c:pt idx="4362">
                  <c:v>43726</c:v>
                </c:pt>
                <c:pt idx="4363">
                  <c:v>43727</c:v>
                </c:pt>
                <c:pt idx="4364">
                  <c:v>43728</c:v>
                </c:pt>
                <c:pt idx="4365">
                  <c:v>43731</c:v>
                </c:pt>
                <c:pt idx="4366">
                  <c:v>43732</c:v>
                </c:pt>
                <c:pt idx="4367">
                  <c:v>43733</c:v>
                </c:pt>
                <c:pt idx="4368">
                  <c:v>43734</c:v>
                </c:pt>
                <c:pt idx="4369">
                  <c:v>43735</c:v>
                </c:pt>
                <c:pt idx="4370">
                  <c:v>43738</c:v>
                </c:pt>
                <c:pt idx="4371">
                  <c:v>43739</c:v>
                </c:pt>
                <c:pt idx="4372">
                  <c:v>43740</c:v>
                </c:pt>
                <c:pt idx="4373">
                  <c:v>43741</c:v>
                </c:pt>
                <c:pt idx="4374">
                  <c:v>43742</c:v>
                </c:pt>
                <c:pt idx="4375">
                  <c:v>43745</c:v>
                </c:pt>
                <c:pt idx="4376">
                  <c:v>43746</c:v>
                </c:pt>
                <c:pt idx="4377">
                  <c:v>43747</c:v>
                </c:pt>
                <c:pt idx="4378">
                  <c:v>43748</c:v>
                </c:pt>
                <c:pt idx="4379">
                  <c:v>43749</c:v>
                </c:pt>
                <c:pt idx="4380">
                  <c:v>43752</c:v>
                </c:pt>
                <c:pt idx="4381">
                  <c:v>43753</c:v>
                </c:pt>
                <c:pt idx="4382">
                  <c:v>43754</c:v>
                </c:pt>
                <c:pt idx="4383">
                  <c:v>43755</c:v>
                </c:pt>
                <c:pt idx="4384">
                  <c:v>43756</c:v>
                </c:pt>
                <c:pt idx="4385">
                  <c:v>43759</c:v>
                </c:pt>
                <c:pt idx="4386">
                  <c:v>43760</c:v>
                </c:pt>
                <c:pt idx="4387">
                  <c:v>43761</c:v>
                </c:pt>
                <c:pt idx="4388">
                  <c:v>43762</c:v>
                </c:pt>
                <c:pt idx="4389">
                  <c:v>43763</c:v>
                </c:pt>
                <c:pt idx="4390">
                  <c:v>43766</c:v>
                </c:pt>
                <c:pt idx="4391">
                  <c:v>43767</c:v>
                </c:pt>
                <c:pt idx="4392">
                  <c:v>43768</c:v>
                </c:pt>
                <c:pt idx="4393">
                  <c:v>43769</c:v>
                </c:pt>
                <c:pt idx="4394">
                  <c:v>43770</c:v>
                </c:pt>
                <c:pt idx="4395">
                  <c:v>43773</c:v>
                </c:pt>
                <c:pt idx="4396">
                  <c:v>43774</c:v>
                </c:pt>
                <c:pt idx="4397">
                  <c:v>43775</c:v>
                </c:pt>
                <c:pt idx="4398">
                  <c:v>43776</c:v>
                </c:pt>
                <c:pt idx="4399">
                  <c:v>43777</c:v>
                </c:pt>
                <c:pt idx="4400">
                  <c:v>43780</c:v>
                </c:pt>
                <c:pt idx="4401">
                  <c:v>43781</c:v>
                </c:pt>
                <c:pt idx="4402">
                  <c:v>43782</c:v>
                </c:pt>
                <c:pt idx="4403">
                  <c:v>43783</c:v>
                </c:pt>
                <c:pt idx="4404">
                  <c:v>43787</c:v>
                </c:pt>
                <c:pt idx="4405">
                  <c:v>43788</c:v>
                </c:pt>
                <c:pt idx="4406">
                  <c:v>43790</c:v>
                </c:pt>
                <c:pt idx="4407">
                  <c:v>43791</c:v>
                </c:pt>
                <c:pt idx="4408">
                  <c:v>43794</c:v>
                </c:pt>
                <c:pt idx="4409">
                  <c:v>43795</c:v>
                </c:pt>
                <c:pt idx="4410">
                  <c:v>43796</c:v>
                </c:pt>
                <c:pt idx="4411">
                  <c:v>43797</c:v>
                </c:pt>
                <c:pt idx="4412">
                  <c:v>43798</c:v>
                </c:pt>
                <c:pt idx="4413">
                  <c:v>43801</c:v>
                </c:pt>
                <c:pt idx="4414">
                  <c:v>43802</c:v>
                </c:pt>
                <c:pt idx="4415">
                  <c:v>43803</c:v>
                </c:pt>
                <c:pt idx="4416">
                  <c:v>43804</c:v>
                </c:pt>
                <c:pt idx="4417">
                  <c:v>43805</c:v>
                </c:pt>
                <c:pt idx="4418">
                  <c:v>43808</c:v>
                </c:pt>
                <c:pt idx="4419">
                  <c:v>43809</c:v>
                </c:pt>
                <c:pt idx="4420">
                  <c:v>43810</c:v>
                </c:pt>
                <c:pt idx="4421">
                  <c:v>43811</c:v>
                </c:pt>
                <c:pt idx="4422">
                  <c:v>43812</c:v>
                </c:pt>
                <c:pt idx="4423">
                  <c:v>43815</c:v>
                </c:pt>
                <c:pt idx="4424">
                  <c:v>43816</c:v>
                </c:pt>
                <c:pt idx="4425">
                  <c:v>43817</c:v>
                </c:pt>
                <c:pt idx="4426">
                  <c:v>43818</c:v>
                </c:pt>
                <c:pt idx="4427">
                  <c:v>43819</c:v>
                </c:pt>
                <c:pt idx="4428">
                  <c:v>43822</c:v>
                </c:pt>
                <c:pt idx="4429">
                  <c:v>43825</c:v>
                </c:pt>
                <c:pt idx="4430">
                  <c:v>43826</c:v>
                </c:pt>
                <c:pt idx="4431">
                  <c:v>43829</c:v>
                </c:pt>
                <c:pt idx="4432">
                  <c:v>43832</c:v>
                </c:pt>
                <c:pt idx="4433">
                  <c:v>43833</c:v>
                </c:pt>
                <c:pt idx="4434">
                  <c:v>43836</c:v>
                </c:pt>
                <c:pt idx="4435">
                  <c:v>43837</c:v>
                </c:pt>
                <c:pt idx="4436">
                  <c:v>43838</c:v>
                </c:pt>
                <c:pt idx="4437">
                  <c:v>43839</c:v>
                </c:pt>
                <c:pt idx="4438">
                  <c:v>43840</c:v>
                </c:pt>
                <c:pt idx="4439">
                  <c:v>43843</c:v>
                </c:pt>
                <c:pt idx="4440">
                  <c:v>43844</c:v>
                </c:pt>
                <c:pt idx="4441">
                  <c:v>43845</c:v>
                </c:pt>
                <c:pt idx="4442">
                  <c:v>43846</c:v>
                </c:pt>
                <c:pt idx="4443">
                  <c:v>43847</c:v>
                </c:pt>
                <c:pt idx="4444">
                  <c:v>43850</c:v>
                </c:pt>
                <c:pt idx="4445">
                  <c:v>43851</c:v>
                </c:pt>
                <c:pt idx="4446">
                  <c:v>43852</c:v>
                </c:pt>
                <c:pt idx="4447">
                  <c:v>43853</c:v>
                </c:pt>
                <c:pt idx="4448">
                  <c:v>43854</c:v>
                </c:pt>
                <c:pt idx="4449">
                  <c:v>43857</c:v>
                </c:pt>
                <c:pt idx="4450">
                  <c:v>43858</c:v>
                </c:pt>
                <c:pt idx="4451">
                  <c:v>43859</c:v>
                </c:pt>
                <c:pt idx="4452">
                  <c:v>43860</c:v>
                </c:pt>
                <c:pt idx="4453">
                  <c:v>43861</c:v>
                </c:pt>
                <c:pt idx="4454">
                  <c:v>43864</c:v>
                </c:pt>
                <c:pt idx="4455">
                  <c:v>43865</c:v>
                </c:pt>
                <c:pt idx="4456">
                  <c:v>43866</c:v>
                </c:pt>
                <c:pt idx="4457">
                  <c:v>43867</c:v>
                </c:pt>
                <c:pt idx="4458">
                  <c:v>43868</c:v>
                </c:pt>
                <c:pt idx="4459">
                  <c:v>43871</c:v>
                </c:pt>
                <c:pt idx="4460">
                  <c:v>43872</c:v>
                </c:pt>
                <c:pt idx="4461">
                  <c:v>43873</c:v>
                </c:pt>
                <c:pt idx="4462">
                  <c:v>43874</c:v>
                </c:pt>
                <c:pt idx="4463">
                  <c:v>43875</c:v>
                </c:pt>
                <c:pt idx="4464">
                  <c:v>43878</c:v>
                </c:pt>
                <c:pt idx="4465">
                  <c:v>43879</c:v>
                </c:pt>
                <c:pt idx="4466">
                  <c:v>43880</c:v>
                </c:pt>
                <c:pt idx="4467">
                  <c:v>43881</c:v>
                </c:pt>
                <c:pt idx="4468">
                  <c:v>43882</c:v>
                </c:pt>
                <c:pt idx="4469">
                  <c:v>43887</c:v>
                </c:pt>
                <c:pt idx="4470">
                  <c:v>43888</c:v>
                </c:pt>
                <c:pt idx="4471">
                  <c:v>43889</c:v>
                </c:pt>
                <c:pt idx="4472">
                  <c:v>43892</c:v>
                </c:pt>
                <c:pt idx="4473">
                  <c:v>43893</c:v>
                </c:pt>
                <c:pt idx="4474">
                  <c:v>43894</c:v>
                </c:pt>
                <c:pt idx="4475">
                  <c:v>43895</c:v>
                </c:pt>
                <c:pt idx="4476">
                  <c:v>43896</c:v>
                </c:pt>
                <c:pt idx="4477">
                  <c:v>43899</c:v>
                </c:pt>
                <c:pt idx="4478">
                  <c:v>43900</c:v>
                </c:pt>
                <c:pt idx="4479">
                  <c:v>43901</c:v>
                </c:pt>
                <c:pt idx="4480">
                  <c:v>43902</c:v>
                </c:pt>
                <c:pt idx="4481">
                  <c:v>43903</c:v>
                </c:pt>
                <c:pt idx="4482">
                  <c:v>43906</c:v>
                </c:pt>
                <c:pt idx="4483">
                  <c:v>43907</c:v>
                </c:pt>
                <c:pt idx="4484">
                  <c:v>43908</c:v>
                </c:pt>
                <c:pt idx="4485">
                  <c:v>43909</c:v>
                </c:pt>
                <c:pt idx="4486">
                  <c:v>43910</c:v>
                </c:pt>
                <c:pt idx="4487">
                  <c:v>43913</c:v>
                </c:pt>
                <c:pt idx="4488">
                  <c:v>43914</c:v>
                </c:pt>
                <c:pt idx="4489">
                  <c:v>43915</c:v>
                </c:pt>
                <c:pt idx="4490">
                  <c:v>43916</c:v>
                </c:pt>
                <c:pt idx="4491">
                  <c:v>43917</c:v>
                </c:pt>
                <c:pt idx="4492">
                  <c:v>43920</c:v>
                </c:pt>
                <c:pt idx="4493">
                  <c:v>43921</c:v>
                </c:pt>
                <c:pt idx="4494">
                  <c:v>43922</c:v>
                </c:pt>
                <c:pt idx="4495">
                  <c:v>43923</c:v>
                </c:pt>
                <c:pt idx="4496">
                  <c:v>43924</c:v>
                </c:pt>
                <c:pt idx="4497">
                  <c:v>43927</c:v>
                </c:pt>
                <c:pt idx="4498">
                  <c:v>43928</c:v>
                </c:pt>
                <c:pt idx="4499">
                  <c:v>43929</c:v>
                </c:pt>
                <c:pt idx="4500">
                  <c:v>43930</c:v>
                </c:pt>
                <c:pt idx="4501">
                  <c:v>43934</c:v>
                </c:pt>
                <c:pt idx="4502">
                  <c:v>43935</c:v>
                </c:pt>
                <c:pt idx="4503">
                  <c:v>43936</c:v>
                </c:pt>
                <c:pt idx="4504">
                  <c:v>43937</c:v>
                </c:pt>
                <c:pt idx="4505">
                  <c:v>43938</c:v>
                </c:pt>
                <c:pt idx="4506">
                  <c:v>43941</c:v>
                </c:pt>
                <c:pt idx="4507">
                  <c:v>43943</c:v>
                </c:pt>
                <c:pt idx="4508">
                  <c:v>43944</c:v>
                </c:pt>
                <c:pt idx="4509">
                  <c:v>43945</c:v>
                </c:pt>
                <c:pt idx="4510">
                  <c:v>43948</c:v>
                </c:pt>
                <c:pt idx="4511">
                  <c:v>43949</c:v>
                </c:pt>
                <c:pt idx="4512">
                  <c:v>43950</c:v>
                </c:pt>
                <c:pt idx="4513">
                  <c:v>43951</c:v>
                </c:pt>
                <c:pt idx="4514">
                  <c:v>43955</c:v>
                </c:pt>
                <c:pt idx="4515">
                  <c:v>43956</c:v>
                </c:pt>
                <c:pt idx="4516">
                  <c:v>43957</c:v>
                </c:pt>
                <c:pt idx="4517">
                  <c:v>43958</c:v>
                </c:pt>
                <c:pt idx="4518">
                  <c:v>43959</c:v>
                </c:pt>
                <c:pt idx="4519">
                  <c:v>43962</c:v>
                </c:pt>
                <c:pt idx="4520">
                  <c:v>43963</c:v>
                </c:pt>
                <c:pt idx="4521">
                  <c:v>43964</c:v>
                </c:pt>
                <c:pt idx="4522">
                  <c:v>43965</c:v>
                </c:pt>
                <c:pt idx="4523">
                  <c:v>43966</c:v>
                </c:pt>
                <c:pt idx="4524">
                  <c:v>43969</c:v>
                </c:pt>
                <c:pt idx="4525">
                  <c:v>43970</c:v>
                </c:pt>
                <c:pt idx="4526">
                  <c:v>43971</c:v>
                </c:pt>
                <c:pt idx="4527">
                  <c:v>43972</c:v>
                </c:pt>
                <c:pt idx="4528">
                  <c:v>43973</c:v>
                </c:pt>
                <c:pt idx="4529">
                  <c:v>43976</c:v>
                </c:pt>
                <c:pt idx="4530">
                  <c:v>43977</c:v>
                </c:pt>
                <c:pt idx="4531">
                  <c:v>43978</c:v>
                </c:pt>
                <c:pt idx="4532">
                  <c:v>43979</c:v>
                </c:pt>
                <c:pt idx="4533">
                  <c:v>43980</c:v>
                </c:pt>
                <c:pt idx="4534">
                  <c:v>43983</c:v>
                </c:pt>
                <c:pt idx="4535">
                  <c:v>43984</c:v>
                </c:pt>
                <c:pt idx="4536">
                  <c:v>43985</c:v>
                </c:pt>
                <c:pt idx="4537">
                  <c:v>43986</c:v>
                </c:pt>
                <c:pt idx="4538">
                  <c:v>43987</c:v>
                </c:pt>
                <c:pt idx="4539">
                  <c:v>43990</c:v>
                </c:pt>
                <c:pt idx="4540">
                  <c:v>43991</c:v>
                </c:pt>
                <c:pt idx="4541">
                  <c:v>43992</c:v>
                </c:pt>
                <c:pt idx="4542">
                  <c:v>43994</c:v>
                </c:pt>
                <c:pt idx="4543">
                  <c:v>43997</c:v>
                </c:pt>
                <c:pt idx="4544">
                  <c:v>43998</c:v>
                </c:pt>
                <c:pt idx="4545">
                  <c:v>43999</c:v>
                </c:pt>
                <c:pt idx="4546">
                  <c:v>44000</c:v>
                </c:pt>
                <c:pt idx="4547">
                  <c:v>44001</c:v>
                </c:pt>
                <c:pt idx="4548">
                  <c:v>44004</c:v>
                </c:pt>
                <c:pt idx="4549">
                  <c:v>44005</c:v>
                </c:pt>
                <c:pt idx="4550">
                  <c:v>44006</c:v>
                </c:pt>
                <c:pt idx="4551">
                  <c:v>44007</c:v>
                </c:pt>
                <c:pt idx="4552">
                  <c:v>44008</c:v>
                </c:pt>
                <c:pt idx="4553">
                  <c:v>44011</c:v>
                </c:pt>
                <c:pt idx="4554">
                  <c:v>44012</c:v>
                </c:pt>
                <c:pt idx="4555">
                  <c:v>44013</c:v>
                </c:pt>
                <c:pt idx="4556">
                  <c:v>44014</c:v>
                </c:pt>
                <c:pt idx="4557">
                  <c:v>44015</c:v>
                </c:pt>
                <c:pt idx="4558">
                  <c:v>44018</c:v>
                </c:pt>
                <c:pt idx="4559">
                  <c:v>44019</c:v>
                </c:pt>
                <c:pt idx="4560">
                  <c:v>44020</c:v>
                </c:pt>
                <c:pt idx="4561">
                  <c:v>44021</c:v>
                </c:pt>
                <c:pt idx="4562">
                  <c:v>44022</c:v>
                </c:pt>
                <c:pt idx="4563">
                  <c:v>44025</c:v>
                </c:pt>
                <c:pt idx="4564">
                  <c:v>44026</c:v>
                </c:pt>
                <c:pt idx="4565">
                  <c:v>44027</c:v>
                </c:pt>
                <c:pt idx="4566">
                  <c:v>44028</c:v>
                </c:pt>
                <c:pt idx="4567">
                  <c:v>44029</c:v>
                </c:pt>
                <c:pt idx="4568">
                  <c:v>44032</c:v>
                </c:pt>
                <c:pt idx="4569">
                  <c:v>44033</c:v>
                </c:pt>
                <c:pt idx="4570">
                  <c:v>44034</c:v>
                </c:pt>
                <c:pt idx="4571">
                  <c:v>44035</c:v>
                </c:pt>
                <c:pt idx="4572">
                  <c:v>44036</c:v>
                </c:pt>
                <c:pt idx="4573">
                  <c:v>44039</c:v>
                </c:pt>
                <c:pt idx="4574">
                  <c:v>44040</c:v>
                </c:pt>
                <c:pt idx="4575">
                  <c:v>44041</c:v>
                </c:pt>
                <c:pt idx="4576">
                  <c:v>44042</c:v>
                </c:pt>
                <c:pt idx="4577">
                  <c:v>44043</c:v>
                </c:pt>
                <c:pt idx="4578">
                  <c:v>44046</c:v>
                </c:pt>
                <c:pt idx="4579">
                  <c:v>44047</c:v>
                </c:pt>
                <c:pt idx="4580">
                  <c:v>44048</c:v>
                </c:pt>
                <c:pt idx="4581">
                  <c:v>44049</c:v>
                </c:pt>
                <c:pt idx="4582">
                  <c:v>44050</c:v>
                </c:pt>
                <c:pt idx="4583">
                  <c:v>44053</c:v>
                </c:pt>
                <c:pt idx="4584">
                  <c:v>44054</c:v>
                </c:pt>
                <c:pt idx="4585">
                  <c:v>44055</c:v>
                </c:pt>
                <c:pt idx="4586">
                  <c:v>44056</c:v>
                </c:pt>
                <c:pt idx="4587">
                  <c:v>44057</c:v>
                </c:pt>
                <c:pt idx="4588">
                  <c:v>44060</c:v>
                </c:pt>
                <c:pt idx="4589">
                  <c:v>44061</c:v>
                </c:pt>
                <c:pt idx="4590">
                  <c:v>44062</c:v>
                </c:pt>
                <c:pt idx="4591">
                  <c:v>44063</c:v>
                </c:pt>
                <c:pt idx="4592">
                  <c:v>44064</c:v>
                </c:pt>
                <c:pt idx="4593">
                  <c:v>44067</c:v>
                </c:pt>
                <c:pt idx="4594">
                  <c:v>44068</c:v>
                </c:pt>
                <c:pt idx="4595">
                  <c:v>44069</c:v>
                </c:pt>
                <c:pt idx="4596">
                  <c:v>44070</c:v>
                </c:pt>
                <c:pt idx="4597">
                  <c:v>44071</c:v>
                </c:pt>
                <c:pt idx="4598">
                  <c:v>44074</c:v>
                </c:pt>
                <c:pt idx="4599">
                  <c:v>44075</c:v>
                </c:pt>
                <c:pt idx="4600">
                  <c:v>44076</c:v>
                </c:pt>
                <c:pt idx="4601">
                  <c:v>44077</c:v>
                </c:pt>
                <c:pt idx="4602">
                  <c:v>44078</c:v>
                </c:pt>
                <c:pt idx="4603">
                  <c:v>44082</c:v>
                </c:pt>
                <c:pt idx="4604">
                  <c:v>44083</c:v>
                </c:pt>
                <c:pt idx="4605">
                  <c:v>44084</c:v>
                </c:pt>
                <c:pt idx="4606">
                  <c:v>44085</c:v>
                </c:pt>
                <c:pt idx="4607">
                  <c:v>44088</c:v>
                </c:pt>
                <c:pt idx="4608">
                  <c:v>44089</c:v>
                </c:pt>
                <c:pt idx="4609">
                  <c:v>44090</c:v>
                </c:pt>
                <c:pt idx="4610">
                  <c:v>44091</c:v>
                </c:pt>
                <c:pt idx="4611">
                  <c:v>44092</c:v>
                </c:pt>
                <c:pt idx="4612">
                  <c:v>44095</c:v>
                </c:pt>
                <c:pt idx="4613">
                  <c:v>44096</c:v>
                </c:pt>
                <c:pt idx="4614">
                  <c:v>44097</c:v>
                </c:pt>
                <c:pt idx="4615">
                  <c:v>44098</c:v>
                </c:pt>
                <c:pt idx="4616">
                  <c:v>44099</c:v>
                </c:pt>
                <c:pt idx="4617">
                  <c:v>44102</c:v>
                </c:pt>
                <c:pt idx="4618">
                  <c:v>44103</c:v>
                </c:pt>
                <c:pt idx="4619">
                  <c:v>44104</c:v>
                </c:pt>
                <c:pt idx="4620">
                  <c:v>44105</c:v>
                </c:pt>
                <c:pt idx="4621">
                  <c:v>44106</c:v>
                </c:pt>
                <c:pt idx="4622">
                  <c:v>44109</c:v>
                </c:pt>
                <c:pt idx="4623">
                  <c:v>44110</c:v>
                </c:pt>
                <c:pt idx="4624">
                  <c:v>44111</c:v>
                </c:pt>
                <c:pt idx="4625">
                  <c:v>44112</c:v>
                </c:pt>
                <c:pt idx="4626">
                  <c:v>44113</c:v>
                </c:pt>
                <c:pt idx="4627">
                  <c:v>44117</c:v>
                </c:pt>
                <c:pt idx="4628">
                  <c:v>44118</c:v>
                </c:pt>
                <c:pt idx="4629">
                  <c:v>44119</c:v>
                </c:pt>
                <c:pt idx="4630">
                  <c:v>44120</c:v>
                </c:pt>
                <c:pt idx="4631">
                  <c:v>44123</c:v>
                </c:pt>
                <c:pt idx="4632">
                  <c:v>44124</c:v>
                </c:pt>
                <c:pt idx="4633">
                  <c:v>44125</c:v>
                </c:pt>
                <c:pt idx="4634">
                  <c:v>44126</c:v>
                </c:pt>
                <c:pt idx="4635">
                  <c:v>44127</c:v>
                </c:pt>
                <c:pt idx="4636">
                  <c:v>44130</c:v>
                </c:pt>
                <c:pt idx="4637">
                  <c:v>44131</c:v>
                </c:pt>
                <c:pt idx="4638">
                  <c:v>44132</c:v>
                </c:pt>
                <c:pt idx="4639">
                  <c:v>44133</c:v>
                </c:pt>
                <c:pt idx="4640">
                  <c:v>44134</c:v>
                </c:pt>
                <c:pt idx="4641">
                  <c:v>44138</c:v>
                </c:pt>
                <c:pt idx="4642">
                  <c:v>44139</c:v>
                </c:pt>
                <c:pt idx="4643">
                  <c:v>44140</c:v>
                </c:pt>
                <c:pt idx="4644">
                  <c:v>44141</c:v>
                </c:pt>
                <c:pt idx="4645">
                  <c:v>44144</c:v>
                </c:pt>
                <c:pt idx="4646">
                  <c:v>44145</c:v>
                </c:pt>
                <c:pt idx="4647">
                  <c:v>44146</c:v>
                </c:pt>
                <c:pt idx="4648">
                  <c:v>44147</c:v>
                </c:pt>
                <c:pt idx="4649">
                  <c:v>44148</c:v>
                </c:pt>
                <c:pt idx="4650">
                  <c:v>44151</c:v>
                </c:pt>
                <c:pt idx="4651">
                  <c:v>44152</c:v>
                </c:pt>
                <c:pt idx="4652">
                  <c:v>44153</c:v>
                </c:pt>
                <c:pt idx="4653">
                  <c:v>44154</c:v>
                </c:pt>
                <c:pt idx="4654">
                  <c:v>44155</c:v>
                </c:pt>
                <c:pt idx="4655">
                  <c:v>44158</c:v>
                </c:pt>
                <c:pt idx="4656">
                  <c:v>44159</c:v>
                </c:pt>
                <c:pt idx="4657">
                  <c:v>44160</c:v>
                </c:pt>
                <c:pt idx="4658">
                  <c:v>44161</c:v>
                </c:pt>
                <c:pt idx="4659">
                  <c:v>44162</c:v>
                </c:pt>
                <c:pt idx="4660">
                  <c:v>44165</c:v>
                </c:pt>
                <c:pt idx="4661">
                  <c:v>44166</c:v>
                </c:pt>
                <c:pt idx="4662">
                  <c:v>44167</c:v>
                </c:pt>
                <c:pt idx="4663">
                  <c:v>44168</c:v>
                </c:pt>
                <c:pt idx="4664">
                  <c:v>44169</c:v>
                </c:pt>
                <c:pt idx="4665">
                  <c:v>44172</c:v>
                </c:pt>
                <c:pt idx="4666">
                  <c:v>44173</c:v>
                </c:pt>
                <c:pt idx="4667">
                  <c:v>44174</c:v>
                </c:pt>
                <c:pt idx="4668">
                  <c:v>44175</c:v>
                </c:pt>
                <c:pt idx="4669">
                  <c:v>44176</c:v>
                </c:pt>
                <c:pt idx="4670">
                  <c:v>44179</c:v>
                </c:pt>
                <c:pt idx="4671">
                  <c:v>44180</c:v>
                </c:pt>
                <c:pt idx="4672">
                  <c:v>44181</c:v>
                </c:pt>
                <c:pt idx="4673">
                  <c:v>44182</c:v>
                </c:pt>
                <c:pt idx="4674">
                  <c:v>44183</c:v>
                </c:pt>
                <c:pt idx="4675">
                  <c:v>44186</c:v>
                </c:pt>
                <c:pt idx="4676">
                  <c:v>44187</c:v>
                </c:pt>
                <c:pt idx="4677">
                  <c:v>44188</c:v>
                </c:pt>
                <c:pt idx="4678">
                  <c:v>44193</c:v>
                </c:pt>
                <c:pt idx="4679">
                  <c:v>44194</c:v>
                </c:pt>
                <c:pt idx="4680">
                  <c:v>44195</c:v>
                </c:pt>
                <c:pt idx="4681">
                  <c:v>44200</c:v>
                </c:pt>
                <c:pt idx="4682">
                  <c:v>44201</c:v>
                </c:pt>
                <c:pt idx="4683">
                  <c:v>44202</c:v>
                </c:pt>
                <c:pt idx="4684">
                  <c:v>44203</c:v>
                </c:pt>
                <c:pt idx="4685">
                  <c:v>44204</c:v>
                </c:pt>
                <c:pt idx="4686">
                  <c:v>44207</c:v>
                </c:pt>
                <c:pt idx="4687">
                  <c:v>44208</c:v>
                </c:pt>
                <c:pt idx="4688">
                  <c:v>44209</c:v>
                </c:pt>
                <c:pt idx="4689">
                  <c:v>44210</c:v>
                </c:pt>
                <c:pt idx="4690">
                  <c:v>44211</c:v>
                </c:pt>
                <c:pt idx="4691">
                  <c:v>44214</c:v>
                </c:pt>
                <c:pt idx="4692">
                  <c:v>44215</c:v>
                </c:pt>
                <c:pt idx="4693">
                  <c:v>44216</c:v>
                </c:pt>
                <c:pt idx="4694">
                  <c:v>44217</c:v>
                </c:pt>
                <c:pt idx="4695">
                  <c:v>44218</c:v>
                </c:pt>
                <c:pt idx="4696">
                  <c:v>44222</c:v>
                </c:pt>
                <c:pt idx="4697">
                  <c:v>44223</c:v>
                </c:pt>
                <c:pt idx="4698">
                  <c:v>44224</c:v>
                </c:pt>
                <c:pt idx="4699">
                  <c:v>44225</c:v>
                </c:pt>
                <c:pt idx="4700">
                  <c:v>44228</c:v>
                </c:pt>
                <c:pt idx="4701">
                  <c:v>44229</c:v>
                </c:pt>
                <c:pt idx="4702">
                  <c:v>44230</c:v>
                </c:pt>
                <c:pt idx="4703">
                  <c:v>44231</c:v>
                </c:pt>
                <c:pt idx="4704">
                  <c:v>44232</c:v>
                </c:pt>
                <c:pt idx="4705">
                  <c:v>44235</c:v>
                </c:pt>
                <c:pt idx="4706">
                  <c:v>44236</c:v>
                </c:pt>
                <c:pt idx="4707">
                  <c:v>44237</c:v>
                </c:pt>
                <c:pt idx="4708">
                  <c:v>44238</c:v>
                </c:pt>
                <c:pt idx="4709">
                  <c:v>44239</c:v>
                </c:pt>
                <c:pt idx="4710">
                  <c:v>44244</c:v>
                </c:pt>
                <c:pt idx="4711">
                  <c:v>44245</c:v>
                </c:pt>
                <c:pt idx="4712">
                  <c:v>44246</c:v>
                </c:pt>
                <c:pt idx="4713">
                  <c:v>44249</c:v>
                </c:pt>
                <c:pt idx="4714">
                  <c:v>44250</c:v>
                </c:pt>
                <c:pt idx="4715">
                  <c:v>44251</c:v>
                </c:pt>
                <c:pt idx="4716">
                  <c:v>44252</c:v>
                </c:pt>
                <c:pt idx="4717">
                  <c:v>44253</c:v>
                </c:pt>
                <c:pt idx="4718">
                  <c:v>44256</c:v>
                </c:pt>
                <c:pt idx="4719">
                  <c:v>44257</c:v>
                </c:pt>
                <c:pt idx="4720">
                  <c:v>44258</c:v>
                </c:pt>
                <c:pt idx="4721">
                  <c:v>44259</c:v>
                </c:pt>
                <c:pt idx="4722">
                  <c:v>44260</c:v>
                </c:pt>
                <c:pt idx="4723">
                  <c:v>44263</c:v>
                </c:pt>
                <c:pt idx="4724">
                  <c:v>44264</c:v>
                </c:pt>
                <c:pt idx="4725">
                  <c:v>44265</c:v>
                </c:pt>
                <c:pt idx="4726">
                  <c:v>44266</c:v>
                </c:pt>
                <c:pt idx="4727">
                  <c:v>44267</c:v>
                </c:pt>
                <c:pt idx="4728">
                  <c:v>44270</c:v>
                </c:pt>
                <c:pt idx="4729">
                  <c:v>44271</c:v>
                </c:pt>
                <c:pt idx="4730">
                  <c:v>44272</c:v>
                </c:pt>
                <c:pt idx="4731">
                  <c:v>44273</c:v>
                </c:pt>
                <c:pt idx="4732">
                  <c:v>44274</c:v>
                </c:pt>
                <c:pt idx="4733">
                  <c:v>44277</c:v>
                </c:pt>
                <c:pt idx="4734">
                  <c:v>44278</c:v>
                </c:pt>
                <c:pt idx="4735">
                  <c:v>44279</c:v>
                </c:pt>
                <c:pt idx="4736">
                  <c:v>44280</c:v>
                </c:pt>
                <c:pt idx="4737">
                  <c:v>44281</c:v>
                </c:pt>
                <c:pt idx="4738">
                  <c:v>44284</c:v>
                </c:pt>
                <c:pt idx="4739">
                  <c:v>44285</c:v>
                </c:pt>
                <c:pt idx="4740">
                  <c:v>44286</c:v>
                </c:pt>
                <c:pt idx="4741">
                  <c:v>44287</c:v>
                </c:pt>
                <c:pt idx="4742">
                  <c:v>44291</c:v>
                </c:pt>
                <c:pt idx="4743">
                  <c:v>44292</c:v>
                </c:pt>
                <c:pt idx="4744">
                  <c:v>44293</c:v>
                </c:pt>
                <c:pt idx="4745">
                  <c:v>44294</c:v>
                </c:pt>
                <c:pt idx="4746">
                  <c:v>44295</c:v>
                </c:pt>
                <c:pt idx="4747">
                  <c:v>44298</c:v>
                </c:pt>
                <c:pt idx="4748">
                  <c:v>44299</c:v>
                </c:pt>
                <c:pt idx="4749">
                  <c:v>44300</c:v>
                </c:pt>
                <c:pt idx="4750">
                  <c:v>44301</c:v>
                </c:pt>
                <c:pt idx="4751">
                  <c:v>44302</c:v>
                </c:pt>
                <c:pt idx="4752">
                  <c:v>44305</c:v>
                </c:pt>
                <c:pt idx="4753">
                  <c:v>44306</c:v>
                </c:pt>
                <c:pt idx="4754">
                  <c:v>44308</c:v>
                </c:pt>
                <c:pt idx="4755">
                  <c:v>44309</c:v>
                </c:pt>
                <c:pt idx="4756">
                  <c:v>44312</c:v>
                </c:pt>
                <c:pt idx="4757">
                  <c:v>44313</c:v>
                </c:pt>
                <c:pt idx="4758">
                  <c:v>44314</c:v>
                </c:pt>
                <c:pt idx="4759">
                  <c:v>44315</c:v>
                </c:pt>
                <c:pt idx="4760">
                  <c:v>44316</c:v>
                </c:pt>
                <c:pt idx="4761">
                  <c:v>44319</c:v>
                </c:pt>
                <c:pt idx="4762">
                  <c:v>44320</c:v>
                </c:pt>
                <c:pt idx="4763">
                  <c:v>44321</c:v>
                </c:pt>
                <c:pt idx="4764">
                  <c:v>44322</c:v>
                </c:pt>
                <c:pt idx="4765">
                  <c:v>44323</c:v>
                </c:pt>
                <c:pt idx="4766">
                  <c:v>44326</c:v>
                </c:pt>
                <c:pt idx="4767">
                  <c:v>44327</c:v>
                </c:pt>
                <c:pt idx="4768">
                  <c:v>44328</c:v>
                </c:pt>
                <c:pt idx="4769">
                  <c:v>44329</c:v>
                </c:pt>
                <c:pt idx="4770">
                  <c:v>44330</c:v>
                </c:pt>
                <c:pt idx="4771">
                  <c:v>44333</c:v>
                </c:pt>
                <c:pt idx="4772">
                  <c:v>44334</c:v>
                </c:pt>
                <c:pt idx="4773">
                  <c:v>44335</c:v>
                </c:pt>
                <c:pt idx="4774">
                  <c:v>44336</c:v>
                </c:pt>
                <c:pt idx="4775">
                  <c:v>44337</c:v>
                </c:pt>
                <c:pt idx="4776">
                  <c:v>44340</c:v>
                </c:pt>
                <c:pt idx="4777">
                  <c:v>44341</c:v>
                </c:pt>
                <c:pt idx="4778">
                  <c:v>44342</c:v>
                </c:pt>
                <c:pt idx="4779">
                  <c:v>44343</c:v>
                </c:pt>
                <c:pt idx="4780">
                  <c:v>44344</c:v>
                </c:pt>
                <c:pt idx="4781">
                  <c:v>44347</c:v>
                </c:pt>
                <c:pt idx="4782">
                  <c:v>44348</c:v>
                </c:pt>
                <c:pt idx="4783">
                  <c:v>44349</c:v>
                </c:pt>
                <c:pt idx="4784">
                  <c:v>44351</c:v>
                </c:pt>
                <c:pt idx="4785">
                  <c:v>44354</c:v>
                </c:pt>
                <c:pt idx="4786">
                  <c:v>44355</c:v>
                </c:pt>
                <c:pt idx="4787">
                  <c:v>44356</c:v>
                </c:pt>
                <c:pt idx="4788">
                  <c:v>44357</c:v>
                </c:pt>
                <c:pt idx="4789">
                  <c:v>44358</c:v>
                </c:pt>
                <c:pt idx="4790">
                  <c:v>44361</c:v>
                </c:pt>
                <c:pt idx="4791">
                  <c:v>44362</c:v>
                </c:pt>
                <c:pt idx="4792">
                  <c:v>44363</c:v>
                </c:pt>
                <c:pt idx="4793">
                  <c:v>44364</c:v>
                </c:pt>
                <c:pt idx="4794">
                  <c:v>44365</c:v>
                </c:pt>
                <c:pt idx="4795">
                  <c:v>44368</c:v>
                </c:pt>
                <c:pt idx="4796">
                  <c:v>44369</c:v>
                </c:pt>
                <c:pt idx="4797">
                  <c:v>44370</c:v>
                </c:pt>
                <c:pt idx="4798">
                  <c:v>44371</c:v>
                </c:pt>
                <c:pt idx="4799">
                  <c:v>44372</c:v>
                </c:pt>
                <c:pt idx="4800">
                  <c:v>44375</c:v>
                </c:pt>
                <c:pt idx="4801">
                  <c:v>44376</c:v>
                </c:pt>
                <c:pt idx="4802">
                  <c:v>44377</c:v>
                </c:pt>
                <c:pt idx="4803">
                  <c:v>44378</c:v>
                </c:pt>
                <c:pt idx="4804">
                  <c:v>44379</c:v>
                </c:pt>
                <c:pt idx="4805">
                  <c:v>44382</c:v>
                </c:pt>
                <c:pt idx="4806">
                  <c:v>44383</c:v>
                </c:pt>
                <c:pt idx="4807">
                  <c:v>44384</c:v>
                </c:pt>
                <c:pt idx="4808">
                  <c:v>44385</c:v>
                </c:pt>
                <c:pt idx="4809">
                  <c:v>44389</c:v>
                </c:pt>
                <c:pt idx="4810">
                  <c:v>44390</c:v>
                </c:pt>
                <c:pt idx="4811">
                  <c:v>44391</c:v>
                </c:pt>
                <c:pt idx="4812">
                  <c:v>44392</c:v>
                </c:pt>
                <c:pt idx="4813">
                  <c:v>44393</c:v>
                </c:pt>
                <c:pt idx="4814">
                  <c:v>44396</c:v>
                </c:pt>
                <c:pt idx="4815">
                  <c:v>44397</c:v>
                </c:pt>
                <c:pt idx="4816">
                  <c:v>44398</c:v>
                </c:pt>
                <c:pt idx="4817">
                  <c:v>44399</c:v>
                </c:pt>
                <c:pt idx="4818">
                  <c:v>44400</c:v>
                </c:pt>
                <c:pt idx="4819">
                  <c:v>44403</c:v>
                </c:pt>
                <c:pt idx="4820">
                  <c:v>44404</c:v>
                </c:pt>
                <c:pt idx="4821">
                  <c:v>44405</c:v>
                </c:pt>
                <c:pt idx="4822">
                  <c:v>44406</c:v>
                </c:pt>
                <c:pt idx="4823">
                  <c:v>44407</c:v>
                </c:pt>
                <c:pt idx="4824">
                  <c:v>44410</c:v>
                </c:pt>
                <c:pt idx="4825">
                  <c:v>44411</c:v>
                </c:pt>
                <c:pt idx="4826">
                  <c:v>44412</c:v>
                </c:pt>
                <c:pt idx="4827">
                  <c:v>44413</c:v>
                </c:pt>
                <c:pt idx="4828">
                  <c:v>44414</c:v>
                </c:pt>
                <c:pt idx="4829">
                  <c:v>44417</c:v>
                </c:pt>
                <c:pt idx="4830">
                  <c:v>44418</c:v>
                </c:pt>
                <c:pt idx="4831">
                  <c:v>44419</c:v>
                </c:pt>
                <c:pt idx="4832">
                  <c:v>44420</c:v>
                </c:pt>
                <c:pt idx="4833">
                  <c:v>44421</c:v>
                </c:pt>
                <c:pt idx="4834">
                  <c:v>44424</c:v>
                </c:pt>
                <c:pt idx="4835">
                  <c:v>44425</c:v>
                </c:pt>
                <c:pt idx="4836">
                  <c:v>44426</c:v>
                </c:pt>
                <c:pt idx="4837">
                  <c:v>44427</c:v>
                </c:pt>
                <c:pt idx="4838">
                  <c:v>44428</c:v>
                </c:pt>
                <c:pt idx="4839">
                  <c:v>44431</c:v>
                </c:pt>
                <c:pt idx="4840">
                  <c:v>44432</c:v>
                </c:pt>
                <c:pt idx="4841">
                  <c:v>44433</c:v>
                </c:pt>
                <c:pt idx="4842">
                  <c:v>44434</c:v>
                </c:pt>
                <c:pt idx="4843">
                  <c:v>44435</c:v>
                </c:pt>
                <c:pt idx="4844">
                  <c:v>44438</c:v>
                </c:pt>
                <c:pt idx="4845">
                  <c:v>44439</c:v>
                </c:pt>
                <c:pt idx="4846">
                  <c:v>44440</c:v>
                </c:pt>
                <c:pt idx="4847">
                  <c:v>44441</c:v>
                </c:pt>
                <c:pt idx="4848">
                  <c:v>44442</c:v>
                </c:pt>
                <c:pt idx="4849">
                  <c:v>44445</c:v>
                </c:pt>
                <c:pt idx="4850">
                  <c:v>44447</c:v>
                </c:pt>
                <c:pt idx="4851">
                  <c:v>44448</c:v>
                </c:pt>
                <c:pt idx="4852">
                  <c:v>44449</c:v>
                </c:pt>
                <c:pt idx="4853">
                  <c:v>44452</c:v>
                </c:pt>
                <c:pt idx="4854">
                  <c:v>44453</c:v>
                </c:pt>
                <c:pt idx="4855">
                  <c:v>44454</c:v>
                </c:pt>
                <c:pt idx="4856">
                  <c:v>44455</c:v>
                </c:pt>
                <c:pt idx="4857">
                  <c:v>44456</c:v>
                </c:pt>
                <c:pt idx="4858">
                  <c:v>44459</c:v>
                </c:pt>
                <c:pt idx="4859">
                  <c:v>44460</c:v>
                </c:pt>
                <c:pt idx="4860">
                  <c:v>44461</c:v>
                </c:pt>
                <c:pt idx="4861">
                  <c:v>44462</c:v>
                </c:pt>
                <c:pt idx="4862">
                  <c:v>44463</c:v>
                </c:pt>
                <c:pt idx="4863">
                  <c:v>44466</c:v>
                </c:pt>
                <c:pt idx="4864">
                  <c:v>44467</c:v>
                </c:pt>
                <c:pt idx="4865">
                  <c:v>44468</c:v>
                </c:pt>
                <c:pt idx="4866">
                  <c:v>44469</c:v>
                </c:pt>
                <c:pt idx="4867">
                  <c:v>44470</c:v>
                </c:pt>
                <c:pt idx="4868">
                  <c:v>44473</c:v>
                </c:pt>
                <c:pt idx="4869">
                  <c:v>44474</c:v>
                </c:pt>
                <c:pt idx="4870">
                  <c:v>44475</c:v>
                </c:pt>
                <c:pt idx="4871">
                  <c:v>44476</c:v>
                </c:pt>
                <c:pt idx="4872">
                  <c:v>44477</c:v>
                </c:pt>
                <c:pt idx="4873">
                  <c:v>44480</c:v>
                </c:pt>
                <c:pt idx="4874">
                  <c:v>44482</c:v>
                </c:pt>
                <c:pt idx="4875">
                  <c:v>44483</c:v>
                </c:pt>
                <c:pt idx="4876">
                  <c:v>44484</c:v>
                </c:pt>
                <c:pt idx="4877">
                  <c:v>44487</c:v>
                </c:pt>
                <c:pt idx="4878">
                  <c:v>44488</c:v>
                </c:pt>
                <c:pt idx="4879">
                  <c:v>44489</c:v>
                </c:pt>
                <c:pt idx="4880">
                  <c:v>44490</c:v>
                </c:pt>
                <c:pt idx="4881">
                  <c:v>44491</c:v>
                </c:pt>
                <c:pt idx="4882">
                  <c:v>44494</c:v>
                </c:pt>
                <c:pt idx="4883">
                  <c:v>44495</c:v>
                </c:pt>
                <c:pt idx="4884">
                  <c:v>44496</c:v>
                </c:pt>
                <c:pt idx="4885">
                  <c:v>44497</c:v>
                </c:pt>
                <c:pt idx="4886">
                  <c:v>44498</c:v>
                </c:pt>
                <c:pt idx="4887">
                  <c:v>44501</c:v>
                </c:pt>
                <c:pt idx="4888">
                  <c:v>44503</c:v>
                </c:pt>
                <c:pt idx="4889">
                  <c:v>44504</c:v>
                </c:pt>
                <c:pt idx="4890">
                  <c:v>44505</c:v>
                </c:pt>
                <c:pt idx="4891">
                  <c:v>44508</c:v>
                </c:pt>
                <c:pt idx="4892">
                  <c:v>44509</c:v>
                </c:pt>
                <c:pt idx="4893">
                  <c:v>44510</c:v>
                </c:pt>
                <c:pt idx="4894">
                  <c:v>44511</c:v>
                </c:pt>
                <c:pt idx="4895">
                  <c:v>44512</c:v>
                </c:pt>
                <c:pt idx="4896">
                  <c:v>44516</c:v>
                </c:pt>
                <c:pt idx="4897">
                  <c:v>44517</c:v>
                </c:pt>
                <c:pt idx="4898">
                  <c:v>44518</c:v>
                </c:pt>
                <c:pt idx="4899">
                  <c:v>44519</c:v>
                </c:pt>
                <c:pt idx="4900">
                  <c:v>44522</c:v>
                </c:pt>
                <c:pt idx="4901">
                  <c:v>44523</c:v>
                </c:pt>
                <c:pt idx="4902">
                  <c:v>44524</c:v>
                </c:pt>
                <c:pt idx="4903">
                  <c:v>44525</c:v>
                </c:pt>
                <c:pt idx="4904">
                  <c:v>44526</c:v>
                </c:pt>
                <c:pt idx="4905">
                  <c:v>44529</c:v>
                </c:pt>
                <c:pt idx="4906">
                  <c:v>44530</c:v>
                </c:pt>
                <c:pt idx="4907">
                  <c:v>44531</c:v>
                </c:pt>
                <c:pt idx="4908">
                  <c:v>44532</c:v>
                </c:pt>
                <c:pt idx="4909">
                  <c:v>44533</c:v>
                </c:pt>
                <c:pt idx="4910">
                  <c:v>44536</c:v>
                </c:pt>
                <c:pt idx="4911">
                  <c:v>44537</c:v>
                </c:pt>
                <c:pt idx="4912">
                  <c:v>44538</c:v>
                </c:pt>
                <c:pt idx="4913">
                  <c:v>44539</c:v>
                </c:pt>
                <c:pt idx="4914">
                  <c:v>44540</c:v>
                </c:pt>
                <c:pt idx="4915">
                  <c:v>44543</c:v>
                </c:pt>
                <c:pt idx="4916">
                  <c:v>44544</c:v>
                </c:pt>
                <c:pt idx="4917">
                  <c:v>44545</c:v>
                </c:pt>
                <c:pt idx="4918">
                  <c:v>44546</c:v>
                </c:pt>
                <c:pt idx="4919">
                  <c:v>44547</c:v>
                </c:pt>
                <c:pt idx="4920">
                  <c:v>44550</c:v>
                </c:pt>
                <c:pt idx="4921">
                  <c:v>44551</c:v>
                </c:pt>
                <c:pt idx="4922">
                  <c:v>44552</c:v>
                </c:pt>
                <c:pt idx="4923">
                  <c:v>44553</c:v>
                </c:pt>
                <c:pt idx="4924">
                  <c:v>44557</c:v>
                </c:pt>
                <c:pt idx="4925">
                  <c:v>44558</c:v>
                </c:pt>
                <c:pt idx="4926">
                  <c:v>44559</c:v>
                </c:pt>
                <c:pt idx="4927">
                  <c:v>44560</c:v>
                </c:pt>
                <c:pt idx="4928">
                  <c:v>44564</c:v>
                </c:pt>
                <c:pt idx="4929">
                  <c:v>44565</c:v>
                </c:pt>
                <c:pt idx="4930">
                  <c:v>44566</c:v>
                </c:pt>
                <c:pt idx="4931">
                  <c:v>44567</c:v>
                </c:pt>
                <c:pt idx="4932">
                  <c:v>44568</c:v>
                </c:pt>
                <c:pt idx="4933">
                  <c:v>44571</c:v>
                </c:pt>
                <c:pt idx="4934">
                  <c:v>44572</c:v>
                </c:pt>
                <c:pt idx="4935">
                  <c:v>44573</c:v>
                </c:pt>
                <c:pt idx="4936">
                  <c:v>44574</c:v>
                </c:pt>
                <c:pt idx="4937">
                  <c:v>44575</c:v>
                </c:pt>
                <c:pt idx="4938">
                  <c:v>44578</c:v>
                </c:pt>
                <c:pt idx="4939">
                  <c:v>44579</c:v>
                </c:pt>
                <c:pt idx="4940">
                  <c:v>44580</c:v>
                </c:pt>
                <c:pt idx="4941">
                  <c:v>44581</c:v>
                </c:pt>
                <c:pt idx="4942">
                  <c:v>44582</c:v>
                </c:pt>
                <c:pt idx="4943">
                  <c:v>44585</c:v>
                </c:pt>
                <c:pt idx="4944">
                  <c:v>44586</c:v>
                </c:pt>
                <c:pt idx="4945">
                  <c:v>44587</c:v>
                </c:pt>
                <c:pt idx="4946">
                  <c:v>44588</c:v>
                </c:pt>
                <c:pt idx="4947">
                  <c:v>44589</c:v>
                </c:pt>
                <c:pt idx="4948">
                  <c:v>44592</c:v>
                </c:pt>
                <c:pt idx="4949">
                  <c:v>44593</c:v>
                </c:pt>
                <c:pt idx="4950">
                  <c:v>44594</c:v>
                </c:pt>
                <c:pt idx="4951">
                  <c:v>44595</c:v>
                </c:pt>
                <c:pt idx="4952">
                  <c:v>44596</c:v>
                </c:pt>
                <c:pt idx="4953">
                  <c:v>44599</c:v>
                </c:pt>
                <c:pt idx="4954">
                  <c:v>44600</c:v>
                </c:pt>
                <c:pt idx="4955">
                  <c:v>44601</c:v>
                </c:pt>
                <c:pt idx="4956">
                  <c:v>44602</c:v>
                </c:pt>
                <c:pt idx="4957">
                  <c:v>44603</c:v>
                </c:pt>
                <c:pt idx="4958">
                  <c:v>44606</c:v>
                </c:pt>
                <c:pt idx="4959">
                  <c:v>44607</c:v>
                </c:pt>
                <c:pt idx="4960">
                  <c:v>44608</c:v>
                </c:pt>
                <c:pt idx="4961">
                  <c:v>44609</c:v>
                </c:pt>
                <c:pt idx="4962">
                  <c:v>44610</c:v>
                </c:pt>
                <c:pt idx="4963">
                  <c:v>44613</c:v>
                </c:pt>
                <c:pt idx="4964">
                  <c:v>44614</c:v>
                </c:pt>
                <c:pt idx="4965">
                  <c:v>44615</c:v>
                </c:pt>
                <c:pt idx="4966">
                  <c:v>44616</c:v>
                </c:pt>
                <c:pt idx="4967">
                  <c:v>44617</c:v>
                </c:pt>
                <c:pt idx="4968">
                  <c:v>44622</c:v>
                </c:pt>
                <c:pt idx="4969">
                  <c:v>44623</c:v>
                </c:pt>
                <c:pt idx="4970">
                  <c:v>44624</c:v>
                </c:pt>
                <c:pt idx="4971">
                  <c:v>44627</c:v>
                </c:pt>
                <c:pt idx="4972">
                  <c:v>44628</c:v>
                </c:pt>
                <c:pt idx="4973">
                  <c:v>44629</c:v>
                </c:pt>
                <c:pt idx="4974">
                  <c:v>44630</c:v>
                </c:pt>
                <c:pt idx="4975">
                  <c:v>44631</c:v>
                </c:pt>
                <c:pt idx="4976">
                  <c:v>44634</c:v>
                </c:pt>
                <c:pt idx="4977">
                  <c:v>44635</c:v>
                </c:pt>
                <c:pt idx="4978">
                  <c:v>44636</c:v>
                </c:pt>
                <c:pt idx="4979">
                  <c:v>44637</c:v>
                </c:pt>
                <c:pt idx="4980">
                  <c:v>44638</c:v>
                </c:pt>
                <c:pt idx="4981">
                  <c:v>44641</c:v>
                </c:pt>
                <c:pt idx="4982">
                  <c:v>44642</c:v>
                </c:pt>
                <c:pt idx="4983">
                  <c:v>44643</c:v>
                </c:pt>
                <c:pt idx="4984">
                  <c:v>44644</c:v>
                </c:pt>
                <c:pt idx="4985">
                  <c:v>44645</c:v>
                </c:pt>
                <c:pt idx="4986">
                  <c:v>44648</c:v>
                </c:pt>
                <c:pt idx="4987">
                  <c:v>44649</c:v>
                </c:pt>
                <c:pt idx="4988">
                  <c:v>44650</c:v>
                </c:pt>
                <c:pt idx="4989">
                  <c:v>44651</c:v>
                </c:pt>
                <c:pt idx="4990">
                  <c:v>44652</c:v>
                </c:pt>
                <c:pt idx="4991">
                  <c:v>44655</c:v>
                </c:pt>
                <c:pt idx="4992">
                  <c:v>44656</c:v>
                </c:pt>
                <c:pt idx="4993">
                  <c:v>44657</c:v>
                </c:pt>
                <c:pt idx="4994">
                  <c:v>44658</c:v>
                </c:pt>
                <c:pt idx="4995">
                  <c:v>44659</c:v>
                </c:pt>
                <c:pt idx="4996">
                  <c:v>44662</c:v>
                </c:pt>
                <c:pt idx="4997">
                  <c:v>44663</c:v>
                </c:pt>
                <c:pt idx="4998">
                  <c:v>44664</c:v>
                </c:pt>
                <c:pt idx="4999">
                  <c:v>44665</c:v>
                </c:pt>
                <c:pt idx="5000">
                  <c:v>44669</c:v>
                </c:pt>
                <c:pt idx="5001">
                  <c:v>44670</c:v>
                </c:pt>
                <c:pt idx="5002">
                  <c:v>44671</c:v>
                </c:pt>
                <c:pt idx="5003">
                  <c:v>44673</c:v>
                </c:pt>
                <c:pt idx="5004">
                  <c:v>44676</c:v>
                </c:pt>
                <c:pt idx="5005">
                  <c:v>44677</c:v>
                </c:pt>
                <c:pt idx="5006">
                  <c:v>44678</c:v>
                </c:pt>
                <c:pt idx="5007">
                  <c:v>44679</c:v>
                </c:pt>
                <c:pt idx="5008">
                  <c:v>44680</c:v>
                </c:pt>
                <c:pt idx="5009">
                  <c:v>44683</c:v>
                </c:pt>
                <c:pt idx="5010">
                  <c:v>44684</c:v>
                </c:pt>
                <c:pt idx="5011">
                  <c:v>44685</c:v>
                </c:pt>
                <c:pt idx="5012">
                  <c:v>44686</c:v>
                </c:pt>
                <c:pt idx="5013">
                  <c:v>44687</c:v>
                </c:pt>
                <c:pt idx="5014">
                  <c:v>44690</c:v>
                </c:pt>
                <c:pt idx="5015">
                  <c:v>44691</c:v>
                </c:pt>
                <c:pt idx="5016">
                  <c:v>44692</c:v>
                </c:pt>
                <c:pt idx="5017">
                  <c:v>44693</c:v>
                </c:pt>
                <c:pt idx="5018">
                  <c:v>44694</c:v>
                </c:pt>
                <c:pt idx="5019">
                  <c:v>44697</c:v>
                </c:pt>
                <c:pt idx="5020">
                  <c:v>44698</c:v>
                </c:pt>
                <c:pt idx="5021">
                  <c:v>44699</c:v>
                </c:pt>
                <c:pt idx="5022">
                  <c:v>44700</c:v>
                </c:pt>
                <c:pt idx="5023">
                  <c:v>44701</c:v>
                </c:pt>
                <c:pt idx="5024">
                  <c:v>44704</c:v>
                </c:pt>
                <c:pt idx="5025">
                  <c:v>44705</c:v>
                </c:pt>
                <c:pt idx="5026">
                  <c:v>44706</c:v>
                </c:pt>
                <c:pt idx="5027">
                  <c:v>44707</c:v>
                </c:pt>
                <c:pt idx="5028">
                  <c:v>44708</c:v>
                </c:pt>
                <c:pt idx="5029">
                  <c:v>44711</c:v>
                </c:pt>
                <c:pt idx="5030">
                  <c:v>44712</c:v>
                </c:pt>
                <c:pt idx="5031">
                  <c:v>44713</c:v>
                </c:pt>
                <c:pt idx="5032">
                  <c:v>44714</c:v>
                </c:pt>
                <c:pt idx="5033">
                  <c:v>44715</c:v>
                </c:pt>
                <c:pt idx="5034">
                  <c:v>44718</c:v>
                </c:pt>
                <c:pt idx="5035">
                  <c:v>44719</c:v>
                </c:pt>
                <c:pt idx="5036">
                  <c:v>44720</c:v>
                </c:pt>
                <c:pt idx="5037">
                  <c:v>44721</c:v>
                </c:pt>
                <c:pt idx="5038">
                  <c:v>44722</c:v>
                </c:pt>
                <c:pt idx="5039">
                  <c:v>44725</c:v>
                </c:pt>
                <c:pt idx="5040">
                  <c:v>44726</c:v>
                </c:pt>
                <c:pt idx="5041">
                  <c:v>44727</c:v>
                </c:pt>
                <c:pt idx="5042">
                  <c:v>44729</c:v>
                </c:pt>
                <c:pt idx="5043">
                  <c:v>44732</c:v>
                </c:pt>
                <c:pt idx="5044">
                  <c:v>44733</c:v>
                </c:pt>
                <c:pt idx="5045">
                  <c:v>44734</c:v>
                </c:pt>
                <c:pt idx="5046">
                  <c:v>44735</c:v>
                </c:pt>
                <c:pt idx="5047">
                  <c:v>44736</c:v>
                </c:pt>
                <c:pt idx="5048">
                  <c:v>44739</c:v>
                </c:pt>
                <c:pt idx="5049">
                  <c:v>44740</c:v>
                </c:pt>
                <c:pt idx="5050">
                  <c:v>44741</c:v>
                </c:pt>
                <c:pt idx="5051">
                  <c:v>44742</c:v>
                </c:pt>
                <c:pt idx="5052">
                  <c:v>44743</c:v>
                </c:pt>
                <c:pt idx="5053">
                  <c:v>44746</c:v>
                </c:pt>
                <c:pt idx="5054">
                  <c:v>44747</c:v>
                </c:pt>
                <c:pt idx="5055">
                  <c:v>44748</c:v>
                </c:pt>
                <c:pt idx="5056">
                  <c:v>44749</c:v>
                </c:pt>
                <c:pt idx="5057">
                  <c:v>44750</c:v>
                </c:pt>
                <c:pt idx="5058">
                  <c:v>44753</c:v>
                </c:pt>
                <c:pt idx="5059">
                  <c:v>44754</c:v>
                </c:pt>
                <c:pt idx="5060">
                  <c:v>44755</c:v>
                </c:pt>
                <c:pt idx="5061">
                  <c:v>44756</c:v>
                </c:pt>
                <c:pt idx="5062">
                  <c:v>44757</c:v>
                </c:pt>
                <c:pt idx="5063">
                  <c:v>44760</c:v>
                </c:pt>
                <c:pt idx="5064">
                  <c:v>44761</c:v>
                </c:pt>
                <c:pt idx="5065">
                  <c:v>44762</c:v>
                </c:pt>
                <c:pt idx="5066">
                  <c:v>44763</c:v>
                </c:pt>
                <c:pt idx="5067">
                  <c:v>44764</c:v>
                </c:pt>
                <c:pt idx="5068">
                  <c:v>44767</c:v>
                </c:pt>
                <c:pt idx="5069">
                  <c:v>44768</c:v>
                </c:pt>
                <c:pt idx="5070">
                  <c:v>44769</c:v>
                </c:pt>
                <c:pt idx="5071">
                  <c:v>44770</c:v>
                </c:pt>
                <c:pt idx="5072">
                  <c:v>44771</c:v>
                </c:pt>
                <c:pt idx="5073">
                  <c:v>44774</c:v>
                </c:pt>
                <c:pt idx="5074">
                  <c:v>44775</c:v>
                </c:pt>
                <c:pt idx="5075">
                  <c:v>44776</c:v>
                </c:pt>
                <c:pt idx="5076">
                  <c:v>44777</c:v>
                </c:pt>
                <c:pt idx="5077">
                  <c:v>44778</c:v>
                </c:pt>
                <c:pt idx="5078">
                  <c:v>44781</c:v>
                </c:pt>
                <c:pt idx="5079">
                  <c:v>44782</c:v>
                </c:pt>
                <c:pt idx="5080">
                  <c:v>44783</c:v>
                </c:pt>
                <c:pt idx="5081">
                  <c:v>44784</c:v>
                </c:pt>
                <c:pt idx="5082">
                  <c:v>44785</c:v>
                </c:pt>
                <c:pt idx="5083">
                  <c:v>44788</c:v>
                </c:pt>
                <c:pt idx="5084">
                  <c:v>44789</c:v>
                </c:pt>
                <c:pt idx="5085">
                  <c:v>44790</c:v>
                </c:pt>
                <c:pt idx="5086">
                  <c:v>44791</c:v>
                </c:pt>
                <c:pt idx="5087">
                  <c:v>44792</c:v>
                </c:pt>
                <c:pt idx="5088">
                  <c:v>44795</c:v>
                </c:pt>
                <c:pt idx="5089">
                  <c:v>44796</c:v>
                </c:pt>
                <c:pt idx="5090">
                  <c:v>44797</c:v>
                </c:pt>
                <c:pt idx="5091">
                  <c:v>44798</c:v>
                </c:pt>
                <c:pt idx="5092">
                  <c:v>44799</c:v>
                </c:pt>
                <c:pt idx="5093">
                  <c:v>44802</c:v>
                </c:pt>
                <c:pt idx="5094">
                  <c:v>44803</c:v>
                </c:pt>
                <c:pt idx="5095">
                  <c:v>44804</c:v>
                </c:pt>
                <c:pt idx="5096">
                  <c:v>44805</c:v>
                </c:pt>
                <c:pt idx="5097">
                  <c:v>44806</c:v>
                </c:pt>
                <c:pt idx="5098">
                  <c:v>44809</c:v>
                </c:pt>
                <c:pt idx="5099">
                  <c:v>44810</c:v>
                </c:pt>
                <c:pt idx="5100">
                  <c:v>44812</c:v>
                </c:pt>
                <c:pt idx="5101">
                  <c:v>44813</c:v>
                </c:pt>
                <c:pt idx="5102">
                  <c:v>44816</c:v>
                </c:pt>
                <c:pt idx="5103">
                  <c:v>44817</c:v>
                </c:pt>
                <c:pt idx="5104">
                  <c:v>44818</c:v>
                </c:pt>
                <c:pt idx="5105">
                  <c:v>44819</c:v>
                </c:pt>
                <c:pt idx="5106">
                  <c:v>44820</c:v>
                </c:pt>
                <c:pt idx="5107">
                  <c:v>44823</c:v>
                </c:pt>
                <c:pt idx="5108">
                  <c:v>44824</c:v>
                </c:pt>
                <c:pt idx="5109">
                  <c:v>44825</c:v>
                </c:pt>
                <c:pt idx="5110">
                  <c:v>44826</c:v>
                </c:pt>
                <c:pt idx="5111">
                  <c:v>44827</c:v>
                </c:pt>
                <c:pt idx="5112">
                  <c:v>44830</c:v>
                </c:pt>
                <c:pt idx="5113">
                  <c:v>44831</c:v>
                </c:pt>
                <c:pt idx="5114">
                  <c:v>44832</c:v>
                </c:pt>
                <c:pt idx="5115">
                  <c:v>44833</c:v>
                </c:pt>
                <c:pt idx="5116">
                  <c:v>44834</c:v>
                </c:pt>
                <c:pt idx="5117">
                  <c:v>44837</c:v>
                </c:pt>
                <c:pt idx="5118">
                  <c:v>44838</c:v>
                </c:pt>
                <c:pt idx="5119">
                  <c:v>44839</c:v>
                </c:pt>
                <c:pt idx="5120">
                  <c:v>44840</c:v>
                </c:pt>
                <c:pt idx="5121">
                  <c:v>44841</c:v>
                </c:pt>
                <c:pt idx="5122">
                  <c:v>44844</c:v>
                </c:pt>
                <c:pt idx="5123">
                  <c:v>44845</c:v>
                </c:pt>
                <c:pt idx="5124">
                  <c:v>44847</c:v>
                </c:pt>
                <c:pt idx="5125">
                  <c:v>44848</c:v>
                </c:pt>
                <c:pt idx="5126">
                  <c:v>44851</c:v>
                </c:pt>
                <c:pt idx="5127">
                  <c:v>44852</c:v>
                </c:pt>
                <c:pt idx="5128">
                  <c:v>44853</c:v>
                </c:pt>
                <c:pt idx="5129">
                  <c:v>44854</c:v>
                </c:pt>
                <c:pt idx="5130">
                  <c:v>44855</c:v>
                </c:pt>
                <c:pt idx="5131">
                  <c:v>44858</c:v>
                </c:pt>
                <c:pt idx="5132">
                  <c:v>44859</c:v>
                </c:pt>
                <c:pt idx="5133">
                  <c:v>44860</c:v>
                </c:pt>
                <c:pt idx="5134">
                  <c:v>44861</c:v>
                </c:pt>
                <c:pt idx="5135">
                  <c:v>44862</c:v>
                </c:pt>
                <c:pt idx="5136">
                  <c:v>44865</c:v>
                </c:pt>
                <c:pt idx="5137">
                  <c:v>44866</c:v>
                </c:pt>
                <c:pt idx="5138">
                  <c:v>44868</c:v>
                </c:pt>
                <c:pt idx="5139">
                  <c:v>44869</c:v>
                </c:pt>
                <c:pt idx="5140">
                  <c:v>44872</c:v>
                </c:pt>
                <c:pt idx="5141">
                  <c:v>44873</c:v>
                </c:pt>
                <c:pt idx="5142">
                  <c:v>44874</c:v>
                </c:pt>
                <c:pt idx="5143">
                  <c:v>44875</c:v>
                </c:pt>
                <c:pt idx="5144">
                  <c:v>44876</c:v>
                </c:pt>
                <c:pt idx="5145">
                  <c:v>44879</c:v>
                </c:pt>
                <c:pt idx="5146">
                  <c:v>44881</c:v>
                </c:pt>
                <c:pt idx="5147">
                  <c:v>44882</c:v>
                </c:pt>
                <c:pt idx="5148">
                  <c:v>44883</c:v>
                </c:pt>
                <c:pt idx="5149">
                  <c:v>44886</c:v>
                </c:pt>
                <c:pt idx="5150">
                  <c:v>44887</c:v>
                </c:pt>
                <c:pt idx="5151">
                  <c:v>44888</c:v>
                </c:pt>
                <c:pt idx="5152">
                  <c:v>44889</c:v>
                </c:pt>
                <c:pt idx="5153">
                  <c:v>44890</c:v>
                </c:pt>
                <c:pt idx="5154">
                  <c:v>44893</c:v>
                </c:pt>
                <c:pt idx="5155">
                  <c:v>44894</c:v>
                </c:pt>
                <c:pt idx="5156">
                  <c:v>44895</c:v>
                </c:pt>
                <c:pt idx="5157">
                  <c:v>44896</c:v>
                </c:pt>
                <c:pt idx="5158">
                  <c:v>44897</c:v>
                </c:pt>
                <c:pt idx="5159">
                  <c:v>44900</c:v>
                </c:pt>
                <c:pt idx="5160">
                  <c:v>44901</c:v>
                </c:pt>
                <c:pt idx="5161">
                  <c:v>44902</c:v>
                </c:pt>
                <c:pt idx="5162">
                  <c:v>44903</c:v>
                </c:pt>
                <c:pt idx="5163">
                  <c:v>44904</c:v>
                </c:pt>
                <c:pt idx="5164">
                  <c:v>44907</c:v>
                </c:pt>
                <c:pt idx="5165">
                  <c:v>44908</c:v>
                </c:pt>
                <c:pt idx="5166">
                  <c:v>44909</c:v>
                </c:pt>
                <c:pt idx="5167">
                  <c:v>44910</c:v>
                </c:pt>
                <c:pt idx="5168">
                  <c:v>44911</c:v>
                </c:pt>
                <c:pt idx="5169">
                  <c:v>44914</c:v>
                </c:pt>
                <c:pt idx="5170">
                  <c:v>44915</c:v>
                </c:pt>
                <c:pt idx="5171">
                  <c:v>44916</c:v>
                </c:pt>
                <c:pt idx="5172">
                  <c:v>44917</c:v>
                </c:pt>
                <c:pt idx="5173">
                  <c:v>44918</c:v>
                </c:pt>
                <c:pt idx="5174">
                  <c:v>44921</c:v>
                </c:pt>
                <c:pt idx="5175">
                  <c:v>44922</c:v>
                </c:pt>
                <c:pt idx="5176">
                  <c:v>44923</c:v>
                </c:pt>
                <c:pt idx="5177">
                  <c:v>44924</c:v>
                </c:pt>
                <c:pt idx="5178">
                  <c:v>44928</c:v>
                </c:pt>
                <c:pt idx="5179">
                  <c:v>44929</c:v>
                </c:pt>
                <c:pt idx="5180">
                  <c:v>44930</c:v>
                </c:pt>
                <c:pt idx="5181">
                  <c:v>44931</c:v>
                </c:pt>
                <c:pt idx="5182">
                  <c:v>44932</c:v>
                </c:pt>
                <c:pt idx="5183">
                  <c:v>44935</c:v>
                </c:pt>
                <c:pt idx="5184">
                  <c:v>44936</c:v>
                </c:pt>
                <c:pt idx="5185">
                  <c:v>44937</c:v>
                </c:pt>
                <c:pt idx="5186">
                  <c:v>44938</c:v>
                </c:pt>
                <c:pt idx="5187">
                  <c:v>44939</c:v>
                </c:pt>
                <c:pt idx="5188">
                  <c:v>44942</c:v>
                </c:pt>
                <c:pt idx="5189">
                  <c:v>44943</c:v>
                </c:pt>
                <c:pt idx="5190">
                  <c:v>44944</c:v>
                </c:pt>
                <c:pt idx="5191">
                  <c:v>44945</c:v>
                </c:pt>
                <c:pt idx="5192">
                  <c:v>44946</c:v>
                </c:pt>
                <c:pt idx="5193">
                  <c:v>44949</c:v>
                </c:pt>
                <c:pt idx="5194">
                  <c:v>44950</c:v>
                </c:pt>
                <c:pt idx="5195">
                  <c:v>44951</c:v>
                </c:pt>
                <c:pt idx="5196">
                  <c:v>44952</c:v>
                </c:pt>
                <c:pt idx="5197">
                  <c:v>44953</c:v>
                </c:pt>
                <c:pt idx="5198">
                  <c:v>44956</c:v>
                </c:pt>
                <c:pt idx="5199">
                  <c:v>44957</c:v>
                </c:pt>
                <c:pt idx="5200">
                  <c:v>44958</c:v>
                </c:pt>
                <c:pt idx="5201">
                  <c:v>44959</c:v>
                </c:pt>
                <c:pt idx="5202">
                  <c:v>44960</c:v>
                </c:pt>
                <c:pt idx="5203">
                  <c:v>44963</c:v>
                </c:pt>
                <c:pt idx="5204">
                  <c:v>44964</c:v>
                </c:pt>
                <c:pt idx="5205">
                  <c:v>44965</c:v>
                </c:pt>
                <c:pt idx="5206">
                  <c:v>44966</c:v>
                </c:pt>
                <c:pt idx="5207">
                  <c:v>44967</c:v>
                </c:pt>
                <c:pt idx="5208">
                  <c:v>44970</c:v>
                </c:pt>
                <c:pt idx="5209">
                  <c:v>44971</c:v>
                </c:pt>
                <c:pt idx="5210">
                  <c:v>44972</c:v>
                </c:pt>
                <c:pt idx="5211">
                  <c:v>44973</c:v>
                </c:pt>
                <c:pt idx="5212">
                  <c:v>44974</c:v>
                </c:pt>
                <c:pt idx="5213">
                  <c:v>44979</c:v>
                </c:pt>
                <c:pt idx="5214">
                  <c:v>44980</c:v>
                </c:pt>
                <c:pt idx="5215">
                  <c:v>44981</c:v>
                </c:pt>
                <c:pt idx="5216">
                  <c:v>44984</c:v>
                </c:pt>
                <c:pt idx="5217">
                  <c:v>44985</c:v>
                </c:pt>
                <c:pt idx="5218">
                  <c:v>44986</c:v>
                </c:pt>
                <c:pt idx="5219">
                  <c:v>44987</c:v>
                </c:pt>
                <c:pt idx="5220">
                  <c:v>44988</c:v>
                </c:pt>
                <c:pt idx="5221">
                  <c:v>44991</c:v>
                </c:pt>
                <c:pt idx="5222">
                  <c:v>44992</c:v>
                </c:pt>
                <c:pt idx="5223">
                  <c:v>44993</c:v>
                </c:pt>
                <c:pt idx="5224">
                  <c:v>44994</c:v>
                </c:pt>
                <c:pt idx="5225">
                  <c:v>44995</c:v>
                </c:pt>
                <c:pt idx="5226">
                  <c:v>44998</c:v>
                </c:pt>
                <c:pt idx="5227">
                  <c:v>44999</c:v>
                </c:pt>
                <c:pt idx="5228">
                  <c:v>45000</c:v>
                </c:pt>
                <c:pt idx="5229">
                  <c:v>45001</c:v>
                </c:pt>
                <c:pt idx="5230">
                  <c:v>45002</c:v>
                </c:pt>
                <c:pt idx="5231">
                  <c:v>45005</c:v>
                </c:pt>
                <c:pt idx="5232">
                  <c:v>45006</c:v>
                </c:pt>
                <c:pt idx="5233">
                  <c:v>45007</c:v>
                </c:pt>
                <c:pt idx="5234">
                  <c:v>45008</c:v>
                </c:pt>
                <c:pt idx="5235">
                  <c:v>45009</c:v>
                </c:pt>
                <c:pt idx="5236">
                  <c:v>45012</c:v>
                </c:pt>
                <c:pt idx="5237">
                  <c:v>45013</c:v>
                </c:pt>
                <c:pt idx="5238">
                  <c:v>45014</c:v>
                </c:pt>
                <c:pt idx="5239">
                  <c:v>45015</c:v>
                </c:pt>
                <c:pt idx="5240">
                  <c:v>45016</c:v>
                </c:pt>
                <c:pt idx="5241">
                  <c:v>45019</c:v>
                </c:pt>
                <c:pt idx="5242">
                  <c:v>45020</c:v>
                </c:pt>
                <c:pt idx="5243">
                  <c:v>45021</c:v>
                </c:pt>
                <c:pt idx="5244">
                  <c:v>45022</c:v>
                </c:pt>
                <c:pt idx="5245">
                  <c:v>45026</c:v>
                </c:pt>
                <c:pt idx="5246">
                  <c:v>45027</c:v>
                </c:pt>
                <c:pt idx="5247">
                  <c:v>45028</c:v>
                </c:pt>
                <c:pt idx="5248">
                  <c:v>45029</c:v>
                </c:pt>
                <c:pt idx="5249">
                  <c:v>45030</c:v>
                </c:pt>
                <c:pt idx="5250">
                  <c:v>45033</c:v>
                </c:pt>
                <c:pt idx="5251">
                  <c:v>45034</c:v>
                </c:pt>
                <c:pt idx="5252">
                  <c:v>45035</c:v>
                </c:pt>
                <c:pt idx="5253">
                  <c:v>45036</c:v>
                </c:pt>
                <c:pt idx="5254">
                  <c:v>45040</c:v>
                </c:pt>
                <c:pt idx="5255">
                  <c:v>45041</c:v>
                </c:pt>
                <c:pt idx="5256">
                  <c:v>45042</c:v>
                </c:pt>
                <c:pt idx="5257">
                  <c:v>45043</c:v>
                </c:pt>
                <c:pt idx="5258">
                  <c:v>45044</c:v>
                </c:pt>
                <c:pt idx="5259">
                  <c:v>45048</c:v>
                </c:pt>
                <c:pt idx="5260">
                  <c:v>45049</c:v>
                </c:pt>
                <c:pt idx="5261">
                  <c:v>45050</c:v>
                </c:pt>
                <c:pt idx="5262">
                  <c:v>45051</c:v>
                </c:pt>
                <c:pt idx="5263">
                  <c:v>45054</c:v>
                </c:pt>
                <c:pt idx="5264">
                  <c:v>45055</c:v>
                </c:pt>
                <c:pt idx="5265">
                  <c:v>45056</c:v>
                </c:pt>
                <c:pt idx="5266">
                  <c:v>45057</c:v>
                </c:pt>
                <c:pt idx="5267">
                  <c:v>45058</c:v>
                </c:pt>
                <c:pt idx="5268">
                  <c:v>45061</c:v>
                </c:pt>
                <c:pt idx="5269">
                  <c:v>45062</c:v>
                </c:pt>
                <c:pt idx="5270">
                  <c:v>45063</c:v>
                </c:pt>
                <c:pt idx="5271">
                  <c:v>45064</c:v>
                </c:pt>
                <c:pt idx="5272">
                  <c:v>45065</c:v>
                </c:pt>
                <c:pt idx="5273">
                  <c:v>45068</c:v>
                </c:pt>
                <c:pt idx="5274">
                  <c:v>45069</c:v>
                </c:pt>
                <c:pt idx="5275">
                  <c:v>45070</c:v>
                </c:pt>
                <c:pt idx="5276">
                  <c:v>45071</c:v>
                </c:pt>
                <c:pt idx="5277">
                  <c:v>45072</c:v>
                </c:pt>
                <c:pt idx="5278">
                  <c:v>45075</c:v>
                </c:pt>
                <c:pt idx="5279">
                  <c:v>45076</c:v>
                </c:pt>
                <c:pt idx="5280">
                  <c:v>45077</c:v>
                </c:pt>
                <c:pt idx="5281">
                  <c:v>45078</c:v>
                </c:pt>
                <c:pt idx="5282">
                  <c:v>45079</c:v>
                </c:pt>
                <c:pt idx="5283">
                  <c:v>45082</c:v>
                </c:pt>
                <c:pt idx="5284">
                  <c:v>45083</c:v>
                </c:pt>
                <c:pt idx="5285">
                  <c:v>45084</c:v>
                </c:pt>
                <c:pt idx="5286">
                  <c:v>45086</c:v>
                </c:pt>
                <c:pt idx="5287">
                  <c:v>45089</c:v>
                </c:pt>
                <c:pt idx="5288">
                  <c:v>45090</c:v>
                </c:pt>
                <c:pt idx="5289">
                  <c:v>45091</c:v>
                </c:pt>
                <c:pt idx="5290">
                  <c:v>45092</c:v>
                </c:pt>
                <c:pt idx="5291">
                  <c:v>45093</c:v>
                </c:pt>
                <c:pt idx="5292">
                  <c:v>45096</c:v>
                </c:pt>
                <c:pt idx="5293">
                  <c:v>45097</c:v>
                </c:pt>
                <c:pt idx="5294">
                  <c:v>45098</c:v>
                </c:pt>
                <c:pt idx="5295">
                  <c:v>45099</c:v>
                </c:pt>
                <c:pt idx="5296">
                  <c:v>45100</c:v>
                </c:pt>
                <c:pt idx="5297">
                  <c:v>45103</c:v>
                </c:pt>
                <c:pt idx="5298">
                  <c:v>45104</c:v>
                </c:pt>
                <c:pt idx="5299">
                  <c:v>45105</c:v>
                </c:pt>
                <c:pt idx="5300">
                  <c:v>45106</c:v>
                </c:pt>
                <c:pt idx="5301">
                  <c:v>45107</c:v>
                </c:pt>
                <c:pt idx="5302">
                  <c:v>45110</c:v>
                </c:pt>
                <c:pt idx="5303">
                  <c:v>45111</c:v>
                </c:pt>
                <c:pt idx="5304">
                  <c:v>45112</c:v>
                </c:pt>
                <c:pt idx="5305">
                  <c:v>45113</c:v>
                </c:pt>
                <c:pt idx="5306">
                  <c:v>45114</c:v>
                </c:pt>
                <c:pt idx="5307">
                  <c:v>45117</c:v>
                </c:pt>
                <c:pt idx="5308">
                  <c:v>45118</c:v>
                </c:pt>
                <c:pt idx="5309">
                  <c:v>45119</c:v>
                </c:pt>
                <c:pt idx="5310">
                  <c:v>45120</c:v>
                </c:pt>
                <c:pt idx="5311">
                  <c:v>45121</c:v>
                </c:pt>
                <c:pt idx="5312">
                  <c:v>45124</c:v>
                </c:pt>
                <c:pt idx="5313">
                  <c:v>45125</c:v>
                </c:pt>
                <c:pt idx="5314">
                  <c:v>45126</c:v>
                </c:pt>
                <c:pt idx="5315">
                  <c:v>45127</c:v>
                </c:pt>
                <c:pt idx="5316">
                  <c:v>45128</c:v>
                </c:pt>
                <c:pt idx="5317">
                  <c:v>45131</c:v>
                </c:pt>
                <c:pt idx="5318">
                  <c:v>45132</c:v>
                </c:pt>
                <c:pt idx="5319">
                  <c:v>45133</c:v>
                </c:pt>
                <c:pt idx="5320">
                  <c:v>45134</c:v>
                </c:pt>
                <c:pt idx="5321">
                  <c:v>45135</c:v>
                </c:pt>
                <c:pt idx="5322">
                  <c:v>45138</c:v>
                </c:pt>
                <c:pt idx="5323">
                  <c:v>45139</c:v>
                </c:pt>
                <c:pt idx="5324">
                  <c:v>45140</c:v>
                </c:pt>
                <c:pt idx="5325">
                  <c:v>45141</c:v>
                </c:pt>
                <c:pt idx="5326">
                  <c:v>45142</c:v>
                </c:pt>
                <c:pt idx="5327">
                  <c:v>45145</c:v>
                </c:pt>
                <c:pt idx="5328">
                  <c:v>45146</c:v>
                </c:pt>
                <c:pt idx="5329">
                  <c:v>45147</c:v>
                </c:pt>
                <c:pt idx="5330">
                  <c:v>45148</c:v>
                </c:pt>
                <c:pt idx="5331">
                  <c:v>45149</c:v>
                </c:pt>
                <c:pt idx="5332">
                  <c:v>45152</c:v>
                </c:pt>
                <c:pt idx="5333">
                  <c:v>45153</c:v>
                </c:pt>
                <c:pt idx="5334">
                  <c:v>45154</c:v>
                </c:pt>
                <c:pt idx="5335">
                  <c:v>45155</c:v>
                </c:pt>
                <c:pt idx="5336">
                  <c:v>45156</c:v>
                </c:pt>
                <c:pt idx="5337">
                  <c:v>45159</c:v>
                </c:pt>
                <c:pt idx="5338">
                  <c:v>45160</c:v>
                </c:pt>
                <c:pt idx="5339">
                  <c:v>45161</c:v>
                </c:pt>
                <c:pt idx="5340">
                  <c:v>45162</c:v>
                </c:pt>
                <c:pt idx="5341">
                  <c:v>45163</c:v>
                </c:pt>
                <c:pt idx="5342">
                  <c:v>45166</c:v>
                </c:pt>
                <c:pt idx="5343">
                  <c:v>45167</c:v>
                </c:pt>
                <c:pt idx="5344">
                  <c:v>45168</c:v>
                </c:pt>
                <c:pt idx="5345">
                  <c:v>45169</c:v>
                </c:pt>
                <c:pt idx="5346">
                  <c:v>45170</c:v>
                </c:pt>
                <c:pt idx="5347">
                  <c:v>45173</c:v>
                </c:pt>
                <c:pt idx="5348">
                  <c:v>45174</c:v>
                </c:pt>
                <c:pt idx="5349">
                  <c:v>45175</c:v>
                </c:pt>
                <c:pt idx="5350">
                  <c:v>45177</c:v>
                </c:pt>
                <c:pt idx="5351">
                  <c:v>45180</c:v>
                </c:pt>
                <c:pt idx="5352">
                  <c:v>45181</c:v>
                </c:pt>
                <c:pt idx="5353">
                  <c:v>45182</c:v>
                </c:pt>
                <c:pt idx="5354">
                  <c:v>45183</c:v>
                </c:pt>
                <c:pt idx="5355">
                  <c:v>45184</c:v>
                </c:pt>
                <c:pt idx="5356">
                  <c:v>45187</c:v>
                </c:pt>
                <c:pt idx="5357">
                  <c:v>45188</c:v>
                </c:pt>
                <c:pt idx="5358">
                  <c:v>45189</c:v>
                </c:pt>
                <c:pt idx="5359">
                  <c:v>45190</c:v>
                </c:pt>
                <c:pt idx="5360">
                  <c:v>45191</c:v>
                </c:pt>
                <c:pt idx="5361">
                  <c:v>45194</c:v>
                </c:pt>
                <c:pt idx="5362">
                  <c:v>45195</c:v>
                </c:pt>
                <c:pt idx="5363">
                  <c:v>45196</c:v>
                </c:pt>
                <c:pt idx="5364">
                  <c:v>45197</c:v>
                </c:pt>
                <c:pt idx="5365">
                  <c:v>45198</c:v>
                </c:pt>
                <c:pt idx="5366">
                  <c:v>45201</c:v>
                </c:pt>
                <c:pt idx="5367">
                  <c:v>45202</c:v>
                </c:pt>
                <c:pt idx="5368">
                  <c:v>45203</c:v>
                </c:pt>
                <c:pt idx="5369">
                  <c:v>45204</c:v>
                </c:pt>
                <c:pt idx="5370">
                  <c:v>45205</c:v>
                </c:pt>
                <c:pt idx="5371">
                  <c:v>45208</c:v>
                </c:pt>
                <c:pt idx="5372">
                  <c:v>45209</c:v>
                </c:pt>
                <c:pt idx="5373">
                  <c:v>45210</c:v>
                </c:pt>
                <c:pt idx="5374">
                  <c:v>45212</c:v>
                </c:pt>
                <c:pt idx="5375">
                  <c:v>45215</c:v>
                </c:pt>
                <c:pt idx="5376">
                  <c:v>45216</c:v>
                </c:pt>
                <c:pt idx="5377">
                  <c:v>45217</c:v>
                </c:pt>
                <c:pt idx="5378">
                  <c:v>45218</c:v>
                </c:pt>
                <c:pt idx="5379">
                  <c:v>45219</c:v>
                </c:pt>
                <c:pt idx="5380">
                  <c:v>45222</c:v>
                </c:pt>
                <c:pt idx="5381">
                  <c:v>45223</c:v>
                </c:pt>
                <c:pt idx="5382">
                  <c:v>45224</c:v>
                </c:pt>
                <c:pt idx="5383">
                  <c:v>45225</c:v>
                </c:pt>
                <c:pt idx="5384">
                  <c:v>45226</c:v>
                </c:pt>
                <c:pt idx="5385">
                  <c:v>45229</c:v>
                </c:pt>
                <c:pt idx="5386">
                  <c:v>45230</c:v>
                </c:pt>
                <c:pt idx="5387">
                  <c:v>45231</c:v>
                </c:pt>
                <c:pt idx="5388">
                  <c:v>45233</c:v>
                </c:pt>
                <c:pt idx="5389">
                  <c:v>45236</c:v>
                </c:pt>
                <c:pt idx="5390">
                  <c:v>45237</c:v>
                </c:pt>
                <c:pt idx="5391">
                  <c:v>45238</c:v>
                </c:pt>
                <c:pt idx="5392">
                  <c:v>45239</c:v>
                </c:pt>
                <c:pt idx="5393">
                  <c:v>45240</c:v>
                </c:pt>
                <c:pt idx="5394">
                  <c:v>45243</c:v>
                </c:pt>
                <c:pt idx="5395">
                  <c:v>45244</c:v>
                </c:pt>
                <c:pt idx="5396">
                  <c:v>45246</c:v>
                </c:pt>
                <c:pt idx="5397">
                  <c:v>45247</c:v>
                </c:pt>
                <c:pt idx="5398">
                  <c:v>45250</c:v>
                </c:pt>
                <c:pt idx="5399">
                  <c:v>45251</c:v>
                </c:pt>
                <c:pt idx="5400">
                  <c:v>45252</c:v>
                </c:pt>
                <c:pt idx="5401">
                  <c:v>45253</c:v>
                </c:pt>
                <c:pt idx="5402">
                  <c:v>45254</c:v>
                </c:pt>
                <c:pt idx="5403">
                  <c:v>45257</c:v>
                </c:pt>
                <c:pt idx="5404">
                  <c:v>45258</c:v>
                </c:pt>
                <c:pt idx="5405">
                  <c:v>45259</c:v>
                </c:pt>
                <c:pt idx="5406">
                  <c:v>45260</c:v>
                </c:pt>
                <c:pt idx="5407">
                  <c:v>45261</c:v>
                </c:pt>
                <c:pt idx="5408">
                  <c:v>45264</c:v>
                </c:pt>
                <c:pt idx="5409">
                  <c:v>45265</c:v>
                </c:pt>
                <c:pt idx="5410">
                  <c:v>45266</c:v>
                </c:pt>
                <c:pt idx="5411">
                  <c:v>45267</c:v>
                </c:pt>
                <c:pt idx="5412">
                  <c:v>45268</c:v>
                </c:pt>
                <c:pt idx="5413">
                  <c:v>45271</c:v>
                </c:pt>
                <c:pt idx="5414">
                  <c:v>45272</c:v>
                </c:pt>
                <c:pt idx="5415">
                  <c:v>45273</c:v>
                </c:pt>
                <c:pt idx="5416">
                  <c:v>45274</c:v>
                </c:pt>
                <c:pt idx="5417">
                  <c:v>45275</c:v>
                </c:pt>
                <c:pt idx="5418">
                  <c:v>45278</c:v>
                </c:pt>
                <c:pt idx="5419">
                  <c:v>45279</c:v>
                </c:pt>
                <c:pt idx="5420">
                  <c:v>45280</c:v>
                </c:pt>
                <c:pt idx="5421">
                  <c:v>45281</c:v>
                </c:pt>
                <c:pt idx="5422">
                  <c:v>45282</c:v>
                </c:pt>
                <c:pt idx="5423">
                  <c:v>45286</c:v>
                </c:pt>
                <c:pt idx="5424">
                  <c:v>45287</c:v>
                </c:pt>
                <c:pt idx="5425">
                  <c:v>45288</c:v>
                </c:pt>
                <c:pt idx="5426">
                  <c:v>45293</c:v>
                </c:pt>
                <c:pt idx="5427">
                  <c:v>45294</c:v>
                </c:pt>
                <c:pt idx="5428">
                  <c:v>45295</c:v>
                </c:pt>
                <c:pt idx="5429">
                  <c:v>45296</c:v>
                </c:pt>
                <c:pt idx="5430">
                  <c:v>45299</c:v>
                </c:pt>
                <c:pt idx="5431">
                  <c:v>45300</c:v>
                </c:pt>
                <c:pt idx="5432">
                  <c:v>45301</c:v>
                </c:pt>
                <c:pt idx="5433">
                  <c:v>45302</c:v>
                </c:pt>
                <c:pt idx="5434">
                  <c:v>45303</c:v>
                </c:pt>
                <c:pt idx="5435">
                  <c:v>45306</c:v>
                </c:pt>
                <c:pt idx="5436">
                  <c:v>45307</c:v>
                </c:pt>
                <c:pt idx="5437">
                  <c:v>45308</c:v>
                </c:pt>
                <c:pt idx="5438">
                  <c:v>45309</c:v>
                </c:pt>
                <c:pt idx="5439">
                  <c:v>45310</c:v>
                </c:pt>
                <c:pt idx="5440">
                  <c:v>45313</c:v>
                </c:pt>
                <c:pt idx="5441">
                  <c:v>45314</c:v>
                </c:pt>
                <c:pt idx="5442">
                  <c:v>45315</c:v>
                </c:pt>
                <c:pt idx="5443">
                  <c:v>45316</c:v>
                </c:pt>
                <c:pt idx="5444">
                  <c:v>45317</c:v>
                </c:pt>
                <c:pt idx="5445">
                  <c:v>45320</c:v>
                </c:pt>
                <c:pt idx="5446">
                  <c:v>45321</c:v>
                </c:pt>
                <c:pt idx="5447">
                  <c:v>45322</c:v>
                </c:pt>
                <c:pt idx="5448">
                  <c:v>45323</c:v>
                </c:pt>
                <c:pt idx="5449">
                  <c:v>45324</c:v>
                </c:pt>
                <c:pt idx="5450">
                  <c:v>45327</c:v>
                </c:pt>
                <c:pt idx="5451">
                  <c:v>45328</c:v>
                </c:pt>
                <c:pt idx="5452">
                  <c:v>45329</c:v>
                </c:pt>
                <c:pt idx="5453">
                  <c:v>45330</c:v>
                </c:pt>
                <c:pt idx="5454">
                  <c:v>45331</c:v>
                </c:pt>
                <c:pt idx="5455">
                  <c:v>45336</c:v>
                </c:pt>
                <c:pt idx="5456">
                  <c:v>45337</c:v>
                </c:pt>
                <c:pt idx="5457">
                  <c:v>45338</c:v>
                </c:pt>
                <c:pt idx="5458">
                  <c:v>45341</c:v>
                </c:pt>
                <c:pt idx="5459">
                  <c:v>45342</c:v>
                </c:pt>
                <c:pt idx="5460">
                  <c:v>45343</c:v>
                </c:pt>
                <c:pt idx="5461">
                  <c:v>45344</c:v>
                </c:pt>
                <c:pt idx="5462">
                  <c:v>45345</c:v>
                </c:pt>
                <c:pt idx="5463">
                  <c:v>45348</c:v>
                </c:pt>
                <c:pt idx="5464">
                  <c:v>45349</c:v>
                </c:pt>
                <c:pt idx="5465">
                  <c:v>45350</c:v>
                </c:pt>
                <c:pt idx="5466">
                  <c:v>45351</c:v>
                </c:pt>
                <c:pt idx="5467">
                  <c:v>45352</c:v>
                </c:pt>
                <c:pt idx="5468">
                  <c:v>45355</c:v>
                </c:pt>
                <c:pt idx="5469">
                  <c:v>45356</c:v>
                </c:pt>
                <c:pt idx="5470">
                  <c:v>45357</c:v>
                </c:pt>
                <c:pt idx="5471">
                  <c:v>45358</c:v>
                </c:pt>
                <c:pt idx="5472">
                  <c:v>45359</c:v>
                </c:pt>
                <c:pt idx="5473">
                  <c:v>45362</c:v>
                </c:pt>
                <c:pt idx="5474">
                  <c:v>45363</c:v>
                </c:pt>
                <c:pt idx="5475">
                  <c:v>45364</c:v>
                </c:pt>
                <c:pt idx="5476">
                  <c:v>45365</c:v>
                </c:pt>
                <c:pt idx="5477">
                  <c:v>45366</c:v>
                </c:pt>
                <c:pt idx="5478">
                  <c:v>45369</c:v>
                </c:pt>
                <c:pt idx="5479">
                  <c:v>45370</c:v>
                </c:pt>
                <c:pt idx="5480">
                  <c:v>45371</c:v>
                </c:pt>
                <c:pt idx="5481">
                  <c:v>45372</c:v>
                </c:pt>
                <c:pt idx="5482">
                  <c:v>45373</c:v>
                </c:pt>
                <c:pt idx="5483">
                  <c:v>45376</c:v>
                </c:pt>
                <c:pt idx="5484">
                  <c:v>45377</c:v>
                </c:pt>
                <c:pt idx="5485">
                  <c:v>45378</c:v>
                </c:pt>
                <c:pt idx="5486">
                  <c:v>45379</c:v>
                </c:pt>
                <c:pt idx="5487">
                  <c:v>45383</c:v>
                </c:pt>
                <c:pt idx="5488">
                  <c:v>45384</c:v>
                </c:pt>
                <c:pt idx="5489">
                  <c:v>45385</c:v>
                </c:pt>
                <c:pt idx="5490">
                  <c:v>45386</c:v>
                </c:pt>
                <c:pt idx="5491">
                  <c:v>45387</c:v>
                </c:pt>
                <c:pt idx="5492">
                  <c:v>45390</c:v>
                </c:pt>
                <c:pt idx="5493">
                  <c:v>45391</c:v>
                </c:pt>
                <c:pt idx="5494">
                  <c:v>45392</c:v>
                </c:pt>
                <c:pt idx="5495">
                  <c:v>45393</c:v>
                </c:pt>
                <c:pt idx="5496">
                  <c:v>45394</c:v>
                </c:pt>
                <c:pt idx="5497">
                  <c:v>45397</c:v>
                </c:pt>
                <c:pt idx="5498">
                  <c:v>45398</c:v>
                </c:pt>
                <c:pt idx="5499">
                  <c:v>45399</c:v>
                </c:pt>
                <c:pt idx="5500">
                  <c:v>45400</c:v>
                </c:pt>
                <c:pt idx="5501">
                  <c:v>45401</c:v>
                </c:pt>
                <c:pt idx="5502">
                  <c:v>45404</c:v>
                </c:pt>
                <c:pt idx="5503">
                  <c:v>45405</c:v>
                </c:pt>
                <c:pt idx="5504">
                  <c:v>45406</c:v>
                </c:pt>
                <c:pt idx="5505">
                  <c:v>45407</c:v>
                </c:pt>
                <c:pt idx="5506">
                  <c:v>45408</c:v>
                </c:pt>
                <c:pt idx="5507">
                  <c:v>45411</c:v>
                </c:pt>
                <c:pt idx="5508">
                  <c:v>45412</c:v>
                </c:pt>
                <c:pt idx="5509">
                  <c:v>45414</c:v>
                </c:pt>
                <c:pt idx="5510">
                  <c:v>45415</c:v>
                </c:pt>
                <c:pt idx="5511">
                  <c:v>45418</c:v>
                </c:pt>
                <c:pt idx="5512">
                  <c:v>45419</c:v>
                </c:pt>
                <c:pt idx="5513">
                  <c:v>45420</c:v>
                </c:pt>
                <c:pt idx="5514">
                  <c:v>45421</c:v>
                </c:pt>
                <c:pt idx="5515">
                  <c:v>45422</c:v>
                </c:pt>
                <c:pt idx="5516">
                  <c:v>45425</c:v>
                </c:pt>
                <c:pt idx="5517">
                  <c:v>45426</c:v>
                </c:pt>
                <c:pt idx="5518">
                  <c:v>45427</c:v>
                </c:pt>
                <c:pt idx="5519">
                  <c:v>45428</c:v>
                </c:pt>
                <c:pt idx="5520">
                  <c:v>45429</c:v>
                </c:pt>
                <c:pt idx="5521">
                  <c:v>45432</c:v>
                </c:pt>
                <c:pt idx="5522">
                  <c:v>45433</c:v>
                </c:pt>
                <c:pt idx="5523">
                  <c:v>45434</c:v>
                </c:pt>
                <c:pt idx="5524">
                  <c:v>45435</c:v>
                </c:pt>
                <c:pt idx="5525">
                  <c:v>45436</c:v>
                </c:pt>
                <c:pt idx="5526">
                  <c:v>45439</c:v>
                </c:pt>
                <c:pt idx="5527">
                  <c:v>45440</c:v>
                </c:pt>
                <c:pt idx="5528">
                  <c:v>45441</c:v>
                </c:pt>
                <c:pt idx="5529">
                  <c:v>45443</c:v>
                </c:pt>
                <c:pt idx="5530">
                  <c:v>45446</c:v>
                </c:pt>
                <c:pt idx="5531">
                  <c:v>45447</c:v>
                </c:pt>
                <c:pt idx="5532">
                  <c:v>45448</c:v>
                </c:pt>
                <c:pt idx="5533">
                  <c:v>45449</c:v>
                </c:pt>
                <c:pt idx="5534">
                  <c:v>45450</c:v>
                </c:pt>
                <c:pt idx="5535">
                  <c:v>45453</c:v>
                </c:pt>
                <c:pt idx="5536">
                  <c:v>45454</c:v>
                </c:pt>
                <c:pt idx="5537">
                  <c:v>45455</c:v>
                </c:pt>
                <c:pt idx="5538">
                  <c:v>45456</c:v>
                </c:pt>
                <c:pt idx="5539">
                  <c:v>45457</c:v>
                </c:pt>
                <c:pt idx="5540">
                  <c:v>45460</c:v>
                </c:pt>
                <c:pt idx="5541">
                  <c:v>45461</c:v>
                </c:pt>
                <c:pt idx="5542">
                  <c:v>45462</c:v>
                </c:pt>
                <c:pt idx="5543">
                  <c:v>45463</c:v>
                </c:pt>
                <c:pt idx="5544">
                  <c:v>45464</c:v>
                </c:pt>
                <c:pt idx="5545">
                  <c:v>45467</c:v>
                </c:pt>
                <c:pt idx="5546">
                  <c:v>45468</c:v>
                </c:pt>
                <c:pt idx="5547">
                  <c:v>45469</c:v>
                </c:pt>
                <c:pt idx="5548">
                  <c:v>45470</c:v>
                </c:pt>
                <c:pt idx="5549">
                  <c:v>45471</c:v>
                </c:pt>
                <c:pt idx="5550">
                  <c:v>45474</c:v>
                </c:pt>
                <c:pt idx="5551">
                  <c:v>45475</c:v>
                </c:pt>
                <c:pt idx="5552">
                  <c:v>45476</c:v>
                </c:pt>
                <c:pt idx="5553">
                  <c:v>45477</c:v>
                </c:pt>
                <c:pt idx="5554">
                  <c:v>45478</c:v>
                </c:pt>
                <c:pt idx="5555">
                  <c:v>45481</c:v>
                </c:pt>
                <c:pt idx="5556">
                  <c:v>45482</c:v>
                </c:pt>
                <c:pt idx="5557">
                  <c:v>45483</c:v>
                </c:pt>
                <c:pt idx="5558">
                  <c:v>45484</c:v>
                </c:pt>
                <c:pt idx="5559">
                  <c:v>45485</c:v>
                </c:pt>
                <c:pt idx="5560">
                  <c:v>45488</c:v>
                </c:pt>
                <c:pt idx="5561">
                  <c:v>45489</c:v>
                </c:pt>
                <c:pt idx="5562">
                  <c:v>45490</c:v>
                </c:pt>
                <c:pt idx="5563">
                  <c:v>45491</c:v>
                </c:pt>
                <c:pt idx="5564">
                  <c:v>45492</c:v>
                </c:pt>
                <c:pt idx="5565">
                  <c:v>45495</c:v>
                </c:pt>
                <c:pt idx="5566">
                  <c:v>45496</c:v>
                </c:pt>
                <c:pt idx="5567">
                  <c:v>45497</c:v>
                </c:pt>
                <c:pt idx="5568">
                  <c:v>45498</c:v>
                </c:pt>
                <c:pt idx="5569">
                  <c:v>45499</c:v>
                </c:pt>
                <c:pt idx="5570">
                  <c:v>45502</c:v>
                </c:pt>
                <c:pt idx="5571">
                  <c:v>45503</c:v>
                </c:pt>
                <c:pt idx="5572">
                  <c:v>45504</c:v>
                </c:pt>
                <c:pt idx="5573">
                  <c:v>45505</c:v>
                </c:pt>
                <c:pt idx="5574">
                  <c:v>45506</c:v>
                </c:pt>
                <c:pt idx="5575">
                  <c:v>45509</c:v>
                </c:pt>
                <c:pt idx="5576">
                  <c:v>45510</c:v>
                </c:pt>
                <c:pt idx="5577">
                  <c:v>45511</c:v>
                </c:pt>
                <c:pt idx="5578">
                  <c:v>45512</c:v>
                </c:pt>
                <c:pt idx="5579">
                  <c:v>45513</c:v>
                </c:pt>
                <c:pt idx="5580">
                  <c:v>45516</c:v>
                </c:pt>
                <c:pt idx="5581">
                  <c:v>45517</c:v>
                </c:pt>
                <c:pt idx="5582">
                  <c:v>45518</c:v>
                </c:pt>
                <c:pt idx="5583">
                  <c:v>45519</c:v>
                </c:pt>
                <c:pt idx="5584">
                  <c:v>45520</c:v>
                </c:pt>
                <c:pt idx="5585">
                  <c:v>45523</c:v>
                </c:pt>
                <c:pt idx="5586">
                  <c:v>45524</c:v>
                </c:pt>
                <c:pt idx="5587">
                  <c:v>45525</c:v>
                </c:pt>
                <c:pt idx="5588">
                  <c:v>45526</c:v>
                </c:pt>
                <c:pt idx="5589">
                  <c:v>45527</c:v>
                </c:pt>
                <c:pt idx="5590">
                  <c:v>45530</c:v>
                </c:pt>
                <c:pt idx="5591">
                  <c:v>45531</c:v>
                </c:pt>
                <c:pt idx="5592">
                  <c:v>45532</c:v>
                </c:pt>
                <c:pt idx="5593">
                  <c:v>45533</c:v>
                </c:pt>
                <c:pt idx="5594">
                  <c:v>45534</c:v>
                </c:pt>
                <c:pt idx="5595">
                  <c:v>45537</c:v>
                </c:pt>
                <c:pt idx="5596">
                  <c:v>45538</c:v>
                </c:pt>
                <c:pt idx="5597">
                  <c:v>45539</c:v>
                </c:pt>
                <c:pt idx="5598">
                  <c:v>45540</c:v>
                </c:pt>
                <c:pt idx="5599">
                  <c:v>45541</c:v>
                </c:pt>
                <c:pt idx="5600">
                  <c:v>45544</c:v>
                </c:pt>
                <c:pt idx="5601">
                  <c:v>45545</c:v>
                </c:pt>
                <c:pt idx="5602">
                  <c:v>45546</c:v>
                </c:pt>
                <c:pt idx="5603">
                  <c:v>45547</c:v>
                </c:pt>
                <c:pt idx="5604">
                  <c:v>45548</c:v>
                </c:pt>
                <c:pt idx="5605">
                  <c:v>45551</c:v>
                </c:pt>
                <c:pt idx="5606">
                  <c:v>45552</c:v>
                </c:pt>
                <c:pt idx="5607">
                  <c:v>45553</c:v>
                </c:pt>
                <c:pt idx="5608">
                  <c:v>45554</c:v>
                </c:pt>
                <c:pt idx="5609">
                  <c:v>45555</c:v>
                </c:pt>
                <c:pt idx="5610">
                  <c:v>45558</c:v>
                </c:pt>
                <c:pt idx="5611">
                  <c:v>45559</c:v>
                </c:pt>
                <c:pt idx="5612">
                  <c:v>45560</c:v>
                </c:pt>
                <c:pt idx="5613">
                  <c:v>45561</c:v>
                </c:pt>
                <c:pt idx="5614">
                  <c:v>45562</c:v>
                </c:pt>
                <c:pt idx="5615">
                  <c:v>45565</c:v>
                </c:pt>
                <c:pt idx="5616">
                  <c:v>45566</c:v>
                </c:pt>
                <c:pt idx="5617">
                  <c:v>45567</c:v>
                </c:pt>
                <c:pt idx="5618">
                  <c:v>45568</c:v>
                </c:pt>
                <c:pt idx="5619">
                  <c:v>45569</c:v>
                </c:pt>
                <c:pt idx="5620">
                  <c:v>45572</c:v>
                </c:pt>
                <c:pt idx="5621">
                  <c:v>45573</c:v>
                </c:pt>
                <c:pt idx="5622">
                  <c:v>45574</c:v>
                </c:pt>
                <c:pt idx="5623">
                  <c:v>45575</c:v>
                </c:pt>
                <c:pt idx="5624">
                  <c:v>45576</c:v>
                </c:pt>
                <c:pt idx="5625">
                  <c:v>45579</c:v>
                </c:pt>
                <c:pt idx="5626">
                  <c:v>45580</c:v>
                </c:pt>
                <c:pt idx="5627">
                  <c:v>45581</c:v>
                </c:pt>
                <c:pt idx="5628">
                  <c:v>45582</c:v>
                </c:pt>
                <c:pt idx="5629">
                  <c:v>45583</c:v>
                </c:pt>
                <c:pt idx="5630">
                  <c:v>45586</c:v>
                </c:pt>
                <c:pt idx="5631">
                  <c:v>45587</c:v>
                </c:pt>
                <c:pt idx="5632">
                  <c:v>45588</c:v>
                </c:pt>
                <c:pt idx="5633">
                  <c:v>45589</c:v>
                </c:pt>
                <c:pt idx="5634">
                  <c:v>45590</c:v>
                </c:pt>
                <c:pt idx="5635">
                  <c:v>45593</c:v>
                </c:pt>
                <c:pt idx="5636">
                  <c:v>45594</c:v>
                </c:pt>
                <c:pt idx="5637">
                  <c:v>45595</c:v>
                </c:pt>
                <c:pt idx="5638">
                  <c:v>45596</c:v>
                </c:pt>
                <c:pt idx="5639">
                  <c:v>45597</c:v>
                </c:pt>
                <c:pt idx="5640">
                  <c:v>45600</c:v>
                </c:pt>
                <c:pt idx="5641">
                  <c:v>45601</c:v>
                </c:pt>
                <c:pt idx="5642">
                  <c:v>45602</c:v>
                </c:pt>
                <c:pt idx="5643">
                  <c:v>45603</c:v>
                </c:pt>
                <c:pt idx="5644">
                  <c:v>45604</c:v>
                </c:pt>
                <c:pt idx="5645">
                  <c:v>45607</c:v>
                </c:pt>
                <c:pt idx="5646">
                  <c:v>45608</c:v>
                </c:pt>
                <c:pt idx="5647">
                  <c:v>45609</c:v>
                </c:pt>
                <c:pt idx="5648">
                  <c:v>45610</c:v>
                </c:pt>
                <c:pt idx="5649">
                  <c:v>45614</c:v>
                </c:pt>
                <c:pt idx="5650">
                  <c:v>45615</c:v>
                </c:pt>
                <c:pt idx="5651">
                  <c:v>45617</c:v>
                </c:pt>
                <c:pt idx="5652">
                  <c:v>45618</c:v>
                </c:pt>
                <c:pt idx="5653">
                  <c:v>45621</c:v>
                </c:pt>
                <c:pt idx="5654">
                  <c:v>45622</c:v>
                </c:pt>
                <c:pt idx="5655">
                  <c:v>45623</c:v>
                </c:pt>
                <c:pt idx="5656">
                  <c:v>45624</c:v>
                </c:pt>
                <c:pt idx="5657">
                  <c:v>45625</c:v>
                </c:pt>
                <c:pt idx="5658">
                  <c:v>45628</c:v>
                </c:pt>
                <c:pt idx="5659">
                  <c:v>45629</c:v>
                </c:pt>
                <c:pt idx="5660">
                  <c:v>45630</c:v>
                </c:pt>
                <c:pt idx="5661">
                  <c:v>45631</c:v>
                </c:pt>
                <c:pt idx="5662">
                  <c:v>45632</c:v>
                </c:pt>
                <c:pt idx="5663">
                  <c:v>45635</c:v>
                </c:pt>
                <c:pt idx="5664">
                  <c:v>45636</c:v>
                </c:pt>
                <c:pt idx="5665">
                  <c:v>45637</c:v>
                </c:pt>
                <c:pt idx="5666">
                  <c:v>45638</c:v>
                </c:pt>
                <c:pt idx="5667">
                  <c:v>45639</c:v>
                </c:pt>
                <c:pt idx="5668">
                  <c:v>45642</c:v>
                </c:pt>
                <c:pt idx="5669">
                  <c:v>45643</c:v>
                </c:pt>
                <c:pt idx="5670">
                  <c:v>45644</c:v>
                </c:pt>
                <c:pt idx="5671">
                  <c:v>45645</c:v>
                </c:pt>
                <c:pt idx="5672">
                  <c:v>45646</c:v>
                </c:pt>
                <c:pt idx="5673">
                  <c:v>45649</c:v>
                </c:pt>
                <c:pt idx="5674">
                  <c:v>45652</c:v>
                </c:pt>
                <c:pt idx="5675">
                  <c:v>45653</c:v>
                </c:pt>
                <c:pt idx="5676">
                  <c:v>45656</c:v>
                </c:pt>
                <c:pt idx="5677">
                  <c:v>45659</c:v>
                </c:pt>
                <c:pt idx="5678">
                  <c:v>45660</c:v>
                </c:pt>
                <c:pt idx="5679">
                  <c:v>45663</c:v>
                </c:pt>
                <c:pt idx="5680">
                  <c:v>45664</c:v>
                </c:pt>
                <c:pt idx="5681">
                  <c:v>45665</c:v>
                </c:pt>
                <c:pt idx="5682">
                  <c:v>45666</c:v>
                </c:pt>
                <c:pt idx="5683">
                  <c:v>45667</c:v>
                </c:pt>
                <c:pt idx="5684">
                  <c:v>45670</c:v>
                </c:pt>
                <c:pt idx="5685">
                  <c:v>45671</c:v>
                </c:pt>
                <c:pt idx="5686">
                  <c:v>45672</c:v>
                </c:pt>
                <c:pt idx="5687">
                  <c:v>45673</c:v>
                </c:pt>
                <c:pt idx="5688">
                  <c:v>45674</c:v>
                </c:pt>
                <c:pt idx="5689">
                  <c:v>45677</c:v>
                </c:pt>
                <c:pt idx="5690">
                  <c:v>45678</c:v>
                </c:pt>
                <c:pt idx="5691">
                  <c:v>45679</c:v>
                </c:pt>
                <c:pt idx="5692">
                  <c:v>45680</c:v>
                </c:pt>
                <c:pt idx="5693">
                  <c:v>45681</c:v>
                </c:pt>
                <c:pt idx="5694">
                  <c:v>45684</c:v>
                </c:pt>
                <c:pt idx="5695">
                  <c:v>45685</c:v>
                </c:pt>
                <c:pt idx="5696">
                  <c:v>45686</c:v>
                </c:pt>
                <c:pt idx="5697">
                  <c:v>45687</c:v>
                </c:pt>
                <c:pt idx="5698">
                  <c:v>45688</c:v>
                </c:pt>
                <c:pt idx="5699">
                  <c:v>45691</c:v>
                </c:pt>
                <c:pt idx="5700">
                  <c:v>45692</c:v>
                </c:pt>
                <c:pt idx="5701">
                  <c:v>45693</c:v>
                </c:pt>
                <c:pt idx="5702">
                  <c:v>45694</c:v>
                </c:pt>
                <c:pt idx="5703">
                  <c:v>45695</c:v>
                </c:pt>
                <c:pt idx="5704">
                  <c:v>45698</c:v>
                </c:pt>
                <c:pt idx="5705">
                  <c:v>45699</c:v>
                </c:pt>
                <c:pt idx="5706">
                  <c:v>45700</c:v>
                </c:pt>
                <c:pt idx="5707">
                  <c:v>45701</c:v>
                </c:pt>
                <c:pt idx="5708">
                  <c:v>45702</c:v>
                </c:pt>
                <c:pt idx="5709">
                  <c:v>45705</c:v>
                </c:pt>
                <c:pt idx="5710">
                  <c:v>45706</c:v>
                </c:pt>
                <c:pt idx="5711">
                  <c:v>45707</c:v>
                </c:pt>
                <c:pt idx="5712">
                  <c:v>45708</c:v>
                </c:pt>
                <c:pt idx="5713">
                  <c:v>45709</c:v>
                </c:pt>
                <c:pt idx="5714">
                  <c:v>45712</c:v>
                </c:pt>
                <c:pt idx="5715">
                  <c:v>45713</c:v>
                </c:pt>
                <c:pt idx="5716">
                  <c:v>45714</c:v>
                </c:pt>
                <c:pt idx="5717">
                  <c:v>45715</c:v>
                </c:pt>
                <c:pt idx="5718">
                  <c:v>45716</c:v>
                </c:pt>
                <c:pt idx="5719">
                  <c:v>45721</c:v>
                </c:pt>
                <c:pt idx="5720">
                  <c:v>45722</c:v>
                </c:pt>
                <c:pt idx="5721">
                  <c:v>45723</c:v>
                </c:pt>
                <c:pt idx="5722">
                  <c:v>45726</c:v>
                </c:pt>
                <c:pt idx="5723">
                  <c:v>45727</c:v>
                </c:pt>
                <c:pt idx="5724">
                  <c:v>45728</c:v>
                </c:pt>
                <c:pt idx="5725">
                  <c:v>45729</c:v>
                </c:pt>
                <c:pt idx="5726">
                  <c:v>45730</c:v>
                </c:pt>
                <c:pt idx="5727">
                  <c:v>45733</c:v>
                </c:pt>
                <c:pt idx="5728">
                  <c:v>45734</c:v>
                </c:pt>
                <c:pt idx="5729">
                  <c:v>45735</c:v>
                </c:pt>
                <c:pt idx="5730">
                  <c:v>45736</c:v>
                </c:pt>
                <c:pt idx="5731">
                  <c:v>45737</c:v>
                </c:pt>
                <c:pt idx="5732">
                  <c:v>45740</c:v>
                </c:pt>
                <c:pt idx="5733">
                  <c:v>45741</c:v>
                </c:pt>
                <c:pt idx="5734">
                  <c:v>45742</c:v>
                </c:pt>
                <c:pt idx="5735">
                  <c:v>45743</c:v>
                </c:pt>
                <c:pt idx="5736">
                  <c:v>45744</c:v>
                </c:pt>
                <c:pt idx="5737">
                  <c:v>45747</c:v>
                </c:pt>
                <c:pt idx="5738">
                  <c:v>45748</c:v>
                </c:pt>
                <c:pt idx="5739">
                  <c:v>45749</c:v>
                </c:pt>
                <c:pt idx="5740">
                  <c:v>45750</c:v>
                </c:pt>
                <c:pt idx="5741">
                  <c:v>45751</c:v>
                </c:pt>
                <c:pt idx="5742">
                  <c:v>45754</c:v>
                </c:pt>
                <c:pt idx="5743">
                  <c:v>45755</c:v>
                </c:pt>
                <c:pt idx="5744">
                  <c:v>45756</c:v>
                </c:pt>
                <c:pt idx="5745">
                  <c:v>45757</c:v>
                </c:pt>
                <c:pt idx="5746">
                  <c:v>45758</c:v>
                </c:pt>
                <c:pt idx="5747">
                  <c:v>45761</c:v>
                </c:pt>
                <c:pt idx="5748">
                  <c:v>45762</c:v>
                </c:pt>
                <c:pt idx="5749">
                  <c:v>45763</c:v>
                </c:pt>
                <c:pt idx="5750">
                  <c:v>45764</c:v>
                </c:pt>
                <c:pt idx="5751">
                  <c:v>45769</c:v>
                </c:pt>
                <c:pt idx="5752">
                  <c:v>45770</c:v>
                </c:pt>
                <c:pt idx="5753">
                  <c:v>45771</c:v>
                </c:pt>
                <c:pt idx="5754">
                  <c:v>45772</c:v>
                </c:pt>
                <c:pt idx="5755">
                  <c:v>45775</c:v>
                </c:pt>
                <c:pt idx="5756">
                  <c:v>45776</c:v>
                </c:pt>
                <c:pt idx="5757">
                  <c:v>45777</c:v>
                </c:pt>
                <c:pt idx="5758">
                  <c:v>45779</c:v>
                </c:pt>
                <c:pt idx="5759">
                  <c:v>45782</c:v>
                </c:pt>
                <c:pt idx="5760">
                  <c:v>45783</c:v>
                </c:pt>
                <c:pt idx="5761">
                  <c:v>45784</c:v>
                </c:pt>
                <c:pt idx="5762">
                  <c:v>45785</c:v>
                </c:pt>
                <c:pt idx="5763">
                  <c:v>45786</c:v>
                </c:pt>
                <c:pt idx="5764">
                  <c:v>45789</c:v>
                </c:pt>
                <c:pt idx="5765">
                  <c:v>45790</c:v>
                </c:pt>
                <c:pt idx="5766">
                  <c:v>45791</c:v>
                </c:pt>
                <c:pt idx="5767">
                  <c:v>45792</c:v>
                </c:pt>
                <c:pt idx="5768">
                  <c:v>45793</c:v>
                </c:pt>
                <c:pt idx="5769">
                  <c:v>45796</c:v>
                </c:pt>
                <c:pt idx="5770">
                  <c:v>45797</c:v>
                </c:pt>
                <c:pt idx="5771">
                  <c:v>45798</c:v>
                </c:pt>
                <c:pt idx="5772">
                  <c:v>45799</c:v>
                </c:pt>
                <c:pt idx="5773">
                  <c:v>45800</c:v>
                </c:pt>
                <c:pt idx="5774">
                  <c:v>45803</c:v>
                </c:pt>
                <c:pt idx="5775">
                  <c:v>45804</c:v>
                </c:pt>
                <c:pt idx="5776">
                  <c:v>45805</c:v>
                </c:pt>
                <c:pt idx="5777">
                  <c:v>45806</c:v>
                </c:pt>
                <c:pt idx="5778">
                  <c:v>45807</c:v>
                </c:pt>
                <c:pt idx="5779">
                  <c:v>45810</c:v>
                </c:pt>
                <c:pt idx="5780">
                  <c:v>45811</c:v>
                </c:pt>
                <c:pt idx="5781">
                  <c:v>45812</c:v>
                </c:pt>
                <c:pt idx="5782">
                  <c:v>45813</c:v>
                </c:pt>
                <c:pt idx="5783">
                  <c:v>45814</c:v>
                </c:pt>
                <c:pt idx="5784">
                  <c:v>45817</c:v>
                </c:pt>
                <c:pt idx="5785">
                  <c:v>45818</c:v>
                </c:pt>
                <c:pt idx="5786">
                  <c:v>45819</c:v>
                </c:pt>
                <c:pt idx="5787">
                  <c:v>45820</c:v>
                </c:pt>
                <c:pt idx="5788">
                  <c:v>45821</c:v>
                </c:pt>
                <c:pt idx="5789">
                  <c:v>45824</c:v>
                </c:pt>
                <c:pt idx="5790">
                  <c:v>45825</c:v>
                </c:pt>
                <c:pt idx="5791">
                  <c:v>45826</c:v>
                </c:pt>
                <c:pt idx="5792">
                  <c:v>45828</c:v>
                </c:pt>
                <c:pt idx="5793">
                  <c:v>45831</c:v>
                </c:pt>
                <c:pt idx="5794">
                  <c:v>45832</c:v>
                </c:pt>
                <c:pt idx="5795">
                  <c:v>45833</c:v>
                </c:pt>
                <c:pt idx="5796">
                  <c:v>45834</c:v>
                </c:pt>
                <c:pt idx="5797">
                  <c:v>45835</c:v>
                </c:pt>
                <c:pt idx="5798">
                  <c:v>45838</c:v>
                </c:pt>
                <c:pt idx="5799">
                  <c:v>45839</c:v>
                </c:pt>
                <c:pt idx="5800">
                  <c:v>45840</c:v>
                </c:pt>
                <c:pt idx="5801">
                  <c:v>45841</c:v>
                </c:pt>
                <c:pt idx="5802">
                  <c:v>45842</c:v>
                </c:pt>
                <c:pt idx="5803">
                  <c:v>45845</c:v>
                </c:pt>
                <c:pt idx="5804">
                  <c:v>45846</c:v>
                </c:pt>
                <c:pt idx="5805">
                  <c:v>45847</c:v>
                </c:pt>
                <c:pt idx="5806">
                  <c:v>45848</c:v>
                </c:pt>
                <c:pt idx="5807">
                  <c:v>45849</c:v>
                </c:pt>
                <c:pt idx="5808">
                  <c:v>45852</c:v>
                </c:pt>
                <c:pt idx="5809">
                  <c:v>45853</c:v>
                </c:pt>
                <c:pt idx="5810">
                  <c:v>45854</c:v>
                </c:pt>
                <c:pt idx="5811">
                  <c:v>45855</c:v>
                </c:pt>
                <c:pt idx="5812">
                  <c:v>45856</c:v>
                </c:pt>
                <c:pt idx="5813">
                  <c:v>45859</c:v>
                </c:pt>
                <c:pt idx="5814">
                  <c:v>45860</c:v>
                </c:pt>
                <c:pt idx="5815">
                  <c:v>45861</c:v>
                </c:pt>
                <c:pt idx="5816">
                  <c:v>45862</c:v>
                </c:pt>
                <c:pt idx="5817">
                  <c:v>45863</c:v>
                </c:pt>
                <c:pt idx="5818">
                  <c:v>45866</c:v>
                </c:pt>
                <c:pt idx="5819">
                  <c:v>45867</c:v>
                </c:pt>
                <c:pt idx="5820">
                  <c:v>45868</c:v>
                </c:pt>
                <c:pt idx="5821">
                  <c:v>45869</c:v>
                </c:pt>
                <c:pt idx="5822">
                  <c:v>45870</c:v>
                </c:pt>
                <c:pt idx="5823">
                  <c:v>45873</c:v>
                </c:pt>
                <c:pt idx="5824">
                  <c:v>45874</c:v>
                </c:pt>
                <c:pt idx="5825">
                  <c:v>45875</c:v>
                </c:pt>
                <c:pt idx="5826">
                  <c:v>45876</c:v>
                </c:pt>
                <c:pt idx="5827">
                  <c:v>45877</c:v>
                </c:pt>
                <c:pt idx="5828">
                  <c:v>45880</c:v>
                </c:pt>
                <c:pt idx="5829">
                  <c:v>45881</c:v>
                </c:pt>
                <c:pt idx="5830">
                  <c:v>45882</c:v>
                </c:pt>
                <c:pt idx="5831">
                  <c:v>45883</c:v>
                </c:pt>
                <c:pt idx="5832">
                  <c:v>45884</c:v>
                </c:pt>
                <c:pt idx="5833">
                  <c:v>45887</c:v>
                </c:pt>
                <c:pt idx="5834">
                  <c:v>45888</c:v>
                </c:pt>
                <c:pt idx="5835">
                  <c:v>45889</c:v>
                </c:pt>
                <c:pt idx="5836">
                  <c:v>45890</c:v>
                </c:pt>
                <c:pt idx="5837">
                  <c:v>45891</c:v>
                </c:pt>
                <c:pt idx="5838">
                  <c:v>45894</c:v>
                </c:pt>
                <c:pt idx="5839">
                  <c:v>45895</c:v>
                </c:pt>
                <c:pt idx="5840">
                  <c:v>45896</c:v>
                </c:pt>
                <c:pt idx="5841">
                  <c:v>45897</c:v>
                </c:pt>
                <c:pt idx="5842">
                  <c:v>45898</c:v>
                </c:pt>
                <c:pt idx="5843">
                  <c:v>45901</c:v>
                </c:pt>
                <c:pt idx="5844">
                  <c:v>45902</c:v>
                </c:pt>
                <c:pt idx="5845">
                  <c:v>45903</c:v>
                </c:pt>
                <c:pt idx="5846">
                  <c:v>45904</c:v>
                </c:pt>
                <c:pt idx="5847">
                  <c:v>45905</c:v>
                </c:pt>
                <c:pt idx="5848">
                  <c:v>45908</c:v>
                </c:pt>
                <c:pt idx="5849">
                  <c:v>45909</c:v>
                </c:pt>
                <c:pt idx="5850">
                  <c:v>45910</c:v>
                </c:pt>
                <c:pt idx="5851">
                  <c:v>45911</c:v>
                </c:pt>
                <c:pt idx="5852">
                  <c:v>45912</c:v>
                </c:pt>
                <c:pt idx="5853">
                  <c:v>45915</c:v>
                </c:pt>
                <c:pt idx="5854">
                  <c:v>45916</c:v>
                </c:pt>
                <c:pt idx="5855">
                  <c:v>45917</c:v>
                </c:pt>
                <c:pt idx="5856">
                  <c:v>45918</c:v>
                </c:pt>
                <c:pt idx="5857">
                  <c:v>45919</c:v>
                </c:pt>
                <c:pt idx="5858">
                  <c:v>45922</c:v>
                </c:pt>
                <c:pt idx="5859">
                  <c:v>45923</c:v>
                </c:pt>
                <c:pt idx="5860">
                  <c:v>45924</c:v>
                </c:pt>
                <c:pt idx="5861">
                  <c:v>45925</c:v>
                </c:pt>
                <c:pt idx="5862">
                  <c:v>45926</c:v>
                </c:pt>
                <c:pt idx="5863">
                  <c:v>45929</c:v>
                </c:pt>
                <c:pt idx="5864">
                  <c:v>45930</c:v>
                </c:pt>
                <c:pt idx="5865">
                  <c:v>45931</c:v>
                </c:pt>
                <c:pt idx="5866">
                  <c:v>45932</c:v>
                </c:pt>
                <c:pt idx="5867">
                  <c:v>45933</c:v>
                </c:pt>
                <c:pt idx="5868">
                  <c:v>45936</c:v>
                </c:pt>
                <c:pt idx="5869">
                  <c:v>45937</c:v>
                </c:pt>
                <c:pt idx="5870">
                  <c:v>45938</c:v>
                </c:pt>
                <c:pt idx="5871">
                  <c:v>45939</c:v>
                </c:pt>
                <c:pt idx="5872">
                  <c:v>45940</c:v>
                </c:pt>
                <c:pt idx="5873">
                  <c:v>45943</c:v>
                </c:pt>
                <c:pt idx="5874">
                  <c:v>45944</c:v>
                </c:pt>
                <c:pt idx="5875">
                  <c:v>45945</c:v>
                </c:pt>
                <c:pt idx="5876">
                  <c:v>45946</c:v>
                </c:pt>
                <c:pt idx="5877">
                  <c:v>45947</c:v>
                </c:pt>
                <c:pt idx="5878">
                  <c:v>45950</c:v>
                </c:pt>
                <c:pt idx="5879">
                  <c:v>45951</c:v>
                </c:pt>
                <c:pt idx="5880">
                  <c:v>45952</c:v>
                </c:pt>
                <c:pt idx="5881">
                  <c:v>45953</c:v>
                </c:pt>
                <c:pt idx="5882">
                  <c:v>45954</c:v>
                </c:pt>
                <c:pt idx="5883">
                  <c:v>45957</c:v>
                </c:pt>
                <c:pt idx="5884">
                  <c:v>45958</c:v>
                </c:pt>
                <c:pt idx="5885">
                  <c:v>45959</c:v>
                </c:pt>
                <c:pt idx="5886">
                  <c:v>45960</c:v>
                </c:pt>
                <c:pt idx="5887">
                  <c:v>45961</c:v>
                </c:pt>
                <c:pt idx="5888">
                  <c:v>45964</c:v>
                </c:pt>
                <c:pt idx="5889">
                  <c:v>45965</c:v>
                </c:pt>
                <c:pt idx="5890">
                  <c:v>45966</c:v>
                </c:pt>
                <c:pt idx="5891">
                  <c:v>45967</c:v>
                </c:pt>
                <c:pt idx="5892">
                  <c:v>45968</c:v>
                </c:pt>
                <c:pt idx="5893">
                  <c:v>45971</c:v>
                </c:pt>
                <c:pt idx="5894">
                  <c:v>45972</c:v>
                </c:pt>
                <c:pt idx="5895">
                  <c:v>45973</c:v>
                </c:pt>
                <c:pt idx="5896">
                  <c:v>45974</c:v>
                </c:pt>
                <c:pt idx="5897">
                  <c:v>45975</c:v>
                </c:pt>
                <c:pt idx="5898">
                  <c:v>45978</c:v>
                </c:pt>
                <c:pt idx="5899">
                  <c:v>45979</c:v>
                </c:pt>
                <c:pt idx="5900">
                  <c:v>45980</c:v>
                </c:pt>
                <c:pt idx="5901">
                  <c:v>45982</c:v>
                </c:pt>
                <c:pt idx="5902">
                  <c:v>45985</c:v>
                </c:pt>
                <c:pt idx="5903">
                  <c:v>45986</c:v>
                </c:pt>
                <c:pt idx="5904">
                  <c:v>45987</c:v>
                </c:pt>
                <c:pt idx="5905">
                  <c:v>45988</c:v>
                </c:pt>
                <c:pt idx="5906">
                  <c:v>45989</c:v>
                </c:pt>
                <c:pt idx="5907">
                  <c:v>45992</c:v>
                </c:pt>
                <c:pt idx="5908">
                  <c:v>45993</c:v>
                </c:pt>
                <c:pt idx="5909">
                  <c:v>45994</c:v>
                </c:pt>
                <c:pt idx="5910">
                  <c:v>45995</c:v>
                </c:pt>
                <c:pt idx="5911">
                  <c:v>45996</c:v>
                </c:pt>
                <c:pt idx="5912">
                  <c:v>45999</c:v>
                </c:pt>
                <c:pt idx="5913">
                  <c:v>46000</c:v>
                </c:pt>
                <c:pt idx="5914">
                  <c:v>46001</c:v>
                </c:pt>
                <c:pt idx="5915">
                  <c:v>46002</c:v>
                </c:pt>
                <c:pt idx="5916">
                  <c:v>46003</c:v>
                </c:pt>
                <c:pt idx="5917">
                  <c:v>46006</c:v>
                </c:pt>
                <c:pt idx="5918">
                  <c:v>46007</c:v>
                </c:pt>
                <c:pt idx="5919">
                  <c:v>46008</c:v>
                </c:pt>
                <c:pt idx="5920">
                  <c:v>46009</c:v>
                </c:pt>
                <c:pt idx="5921">
                  <c:v>46010</c:v>
                </c:pt>
                <c:pt idx="5922">
                  <c:v>46013</c:v>
                </c:pt>
                <c:pt idx="5923">
                  <c:v>46014</c:v>
                </c:pt>
                <c:pt idx="5924">
                  <c:v>46017</c:v>
                </c:pt>
                <c:pt idx="5925">
                  <c:v>46020</c:v>
                </c:pt>
                <c:pt idx="5926">
                  <c:v>46021</c:v>
                </c:pt>
                <c:pt idx="5927">
                  <c:v>46024</c:v>
                </c:pt>
                <c:pt idx="5928">
                  <c:v>46027</c:v>
                </c:pt>
                <c:pt idx="5929">
                  <c:v>46028</c:v>
                </c:pt>
                <c:pt idx="5930">
                  <c:v>46029</c:v>
                </c:pt>
                <c:pt idx="5931">
                  <c:v>46030</c:v>
                </c:pt>
                <c:pt idx="5932">
                  <c:v>46031</c:v>
                </c:pt>
                <c:pt idx="5933">
                  <c:v>46034</c:v>
                </c:pt>
                <c:pt idx="5934">
                  <c:v>46035</c:v>
                </c:pt>
                <c:pt idx="5935">
                  <c:v>46036</c:v>
                </c:pt>
                <c:pt idx="5936">
                  <c:v>46037</c:v>
                </c:pt>
                <c:pt idx="5937">
                  <c:v>46038</c:v>
                </c:pt>
                <c:pt idx="5938">
                  <c:v>46041</c:v>
                </c:pt>
                <c:pt idx="5939">
                  <c:v>46042</c:v>
                </c:pt>
                <c:pt idx="5940">
                  <c:v>46043</c:v>
                </c:pt>
                <c:pt idx="5941">
                  <c:v>46044</c:v>
                </c:pt>
                <c:pt idx="5942">
                  <c:v>46045</c:v>
                </c:pt>
                <c:pt idx="5943">
                  <c:v>46048</c:v>
                </c:pt>
                <c:pt idx="5944">
                  <c:v>46049</c:v>
                </c:pt>
                <c:pt idx="5945">
                  <c:v>46050</c:v>
                </c:pt>
                <c:pt idx="5946">
                  <c:v>46051</c:v>
                </c:pt>
                <c:pt idx="5947">
                  <c:v>46052</c:v>
                </c:pt>
                <c:pt idx="5948">
                  <c:v>46055</c:v>
                </c:pt>
                <c:pt idx="5949">
                  <c:v>46056</c:v>
                </c:pt>
                <c:pt idx="5950">
                  <c:v>46057</c:v>
                </c:pt>
                <c:pt idx="5951">
                  <c:v>46058</c:v>
                </c:pt>
                <c:pt idx="5952">
                  <c:v>46059</c:v>
                </c:pt>
                <c:pt idx="5953">
                  <c:v>46062</c:v>
                </c:pt>
                <c:pt idx="5954">
                  <c:v>46063</c:v>
                </c:pt>
                <c:pt idx="5955">
                  <c:v>46064</c:v>
                </c:pt>
                <c:pt idx="5956">
                  <c:v>46065</c:v>
                </c:pt>
                <c:pt idx="5957">
                  <c:v>46066</c:v>
                </c:pt>
                <c:pt idx="5958">
                  <c:v>46071</c:v>
                </c:pt>
                <c:pt idx="5959">
                  <c:v>46072</c:v>
                </c:pt>
                <c:pt idx="5960">
                  <c:v>46073</c:v>
                </c:pt>
                <c:pt idx="5961">
                  <c:v>46076</c:v>
                </c:pt>
                <c:pt idx="5962">
                  <c:v>46077</c:v>
                </c:pt>
                <c:pt idx="5963">
                  <c:v>46078</c:v>
                </c:pt>
                <c:pt idx="5964">
                  <c:v>46079</c:v>
                </c:pt>
                <c:pt idx="5965">
                  <c:v>46080</c:v>
                </c:pt>
                <c:pt idx="5966">
                  <c:v>46083</c:v>
                </c:pt>
                <c:pt idx="5967">
                  <c:v>46084</c:v>
                </c:pt>
                <c:pt idx="5968">
                  <c:v>46085</c:v>
                </c:pt>
                <c:pt idx="5969">
                  <c:v>46086</c:v>
                </c:pt>
                <c:pt idx="5970">
                  <c:v>46087</c:v>
                </c:pt>
                <c:pt idx="5971">
                  <c:v>46090</c:v>
                </c:pt>
                <c:pt idx="5972">
                  <c:v>46091</c:v>
                </c:pt>
                <c:pt idx="5973">
                  <c:v>46092</c:v>
                </c:pt>
                <c:pt idx="5974">
                  <c:v>46093</c:v>
                </c:pt>
                <c:pt idx="5975">
                  <c:v>46094</c:v>
                </c:pt>
                <c:pt idx="5976">
                  <c:v>46097</c:v>
                </c:pt>
                <c:pt idx="5977">
                  <c:v>46098</c:v>
                </c:pt>
                <c:pt idx="5978">
                  <c:v>46099</c:v>
                </c:pt>
                <c:pt idx="5979">
                  <c:v>46100</c:v>
                </c:pt>
                <c:pt idx="5980">
                  <c:v>46101</c:v>
                </c:pt>
                <c:pt idx="5981">
                  <c:v>46104</c:v>
                </c:pt>
                <c:pt idx="5982">
                  <c:v>46105</c:v>
                </c:pt>
                <c:pt idx="5983">
                  <c:v>46106</c:v>
                </c:pt>
                <c:pt idx="5984">
                  <c:v>46107</c:v>
                </c:pt>
                <c:pt idx="5985">
                  <c:v>46108</c:v>
                </c:pt>
                <c:pt idx="5986">
                  <c:v>46111</c:v>
                </c:pt>
                <c:pt idx="5987">
                  <c:v>46112</c:v>
                </c:pt>
                <c:pt idx="5988">
                  <c:v>46113</c:v>
                </c:pt>
                <c:pt idx="5989">
                  <c:v>46114</c:v>
                </c:pt>
                <c:pt idx="5990">
                  <c:v>46118</c:v>
                </c:pt>
                <c:pt idx="5991">
                  <c:v>46119</c:v>
                </c:pt>
                <c:pt idx="5992">
                  <c:v>46120</c:v>
                </c:pt>
                <c:pt idx="5993">
                  <c:v>46121</c:v>
                </c:pt>
                <c:pt idx="5994">
                  <c:v>46122</c:v>
                </c:pt>
                <c:pt idx="5995">
                  <c:v>46125</c:v>
                </c:pt>
                <c:pt idx="5996">
                  <c:v>46126</c:v>
                </c:pt>
                <c:pt idx="5997">
                  <c:v>46127</c:v>
                </c:pt>
                <c:pt idx="5998">
                  <c:v>46128</c:v>
                </c:pt>
                <c:pt idx="5999">
                  <c:v>46129</c:v>
                </c:pt>
                <c:pt idx="6000">
                  <c:v>46132</c:v>
                </c:pt>
                <c:pt idx="6001">
                  <c:v>46134</c:v>
                </c:pt>
                <c:pt idx="6002">
                  <c:v>46135</c:v>
                </c:pt>
                <c:pt idx="6003">
                  <c:v>46136</c:v>
                </c:pt>
                <c:pt idx="6004">
                  <c:v>46139</c:v>
                </c:pt>
                <c:pt idx="6005">
                  <c:v>46140</c:v>
                </c:pt>
                <c:pt idx="6006">
                  <c:v>46141</c:v>
                </c:pt>
                <c:pt idx="6007">
                  <c:v>46142</c:v>
                </c:pt>
                <c:pt idx="6008">
                  <c:v>46146</c:v>
                </c:pt>
                <c:pt idx="6009">
                  <c:v>46147</c:v>
                </c:pt>
                <c:pt idx="6010">
                  <c:v>46148</c:v>
                </c:pt>
                <c:pt idx="6011">
                  <c:v>46149</c:v>
                </c:pt>
                <c:pt idx="6012">
                  <c:v>46150</c:v>
                </c:pt>
                <c:pt idx="6013">
                  <c:v>46153</c:v>
                </c:pt>
                <c:pt idx="6014">
                  <c:v>46154</c:v>
                </c:pt>
                <c:pt idx="6015">
                  <c:v>46155</c:v>
                </c:pt>
                <c:pt idx="6016">
                  <c:v>46156</c:v>
                </c:pt>
                <c:pt idx="6017">
                  <c:v>46157</c:v>
                </c:pt>
                <c:pt idx="6018">
                  <c:v>46160</c:v>
                </c:pt>
                <c:pt idx="6019">
                  <c:v>46161</c:v>
                </c:pt>
                <c:pt idx="6020">
                  <c:v>46162</c:v>
                </c:pt>
                <c:pt idx="6021">
                  <c:v>46163</c:v>
                </c:pt>
                <c:pt idx="6022">
                  <c:v>46164</c:v>
                </c:pt>
                <c:pt idx="6023">
                  <c:v>46167</c:v>
                </c:pt>
                <c:pt idx="6024">
                  <c:v>46168</c:v>
                </c:pt>
                <c:pt idx="6025">
                  <c:v>46169</c:v>
                </c:pt>
                <c:pt idx="6026">
                  <c:v>46170</c:v>
                </c:pt>
                <c:pt idx="6027">
                  <c:v>46171</c:v>
                </c:pt>
                <c:pt idx="6028">
                  <c:v>46174</c:v>
                </c:pt>
                <c:pt idx="6029">
                  <c:v>46175</c:v>
                </c:pt>
                <c:pt idx="6030">
                  <c:v>46176</c:v>
                </c:pt>
                <c:pt idx="6031">
                  <c:v>46178</c:v>
                </c:pt>
                <c:pt idx="6032">
                  <c:v>46181</c:v>
                </c:pt>
                <c:pt idx="6033">
                  <c:v>46182</c:v>
                </c:pt>
                <c:pt idx="6034">
                  <c:v>46183</c:v>
                </c:pt>
                <c:pt idx="6035">
                  <c:v>46184</c:v>
                </c:pt>
                <c:pt idx="6036">
                  <c:v>46185</c:v>
                </c:pt>
                <c:pt idx="6037">
                  <c:v>46188</c:v>
                </c:pt>
                <c:pt idx="6038">
                  <c:v>46189</c:v>
                </c:pt>
                <c:pt idx="6039">
                  <c:v>46190</c:v>
                </c:pt>
                <c:pt idx="6040">
                  <c:v>46191</c:v>
                </c:pt>
                <c:pt idx="6041">
                  <c:v>46192</c:v>
                </c:pt>
                <c:pt idx="6042">
                  <c:v>46195</c:v>
                </c:pt>
                <c:pt idx="6043">
                  <c:v>46196</c:v>
                </c:pt>
                <c:pt idx="6044">
                  <c:v>46197</c:v>
                </c:pt>
                <c:pt idx="6045">
                  <c:v>46198</c:v>
                </c:pt>
                <c:pt idx="6046">
                  <c:v>46199</c:v>
                </c:pt>
                <c:pt idx="6047">
                  <c:v>46202</c:v>
                </c:pt>
                <c:pt idx="6048">
                  <c:v>46203</c:v>
                </c:pt>
                <c:pt idx="6049">
                  <c:v>46204</c:v>
                </c:pt>
                <c:pt idx="6050">
                  <c:v>46205</c:v>
                </c:pt>
                <c:pt idx="6051">
                  <c:v>46206</c:v>
                </c:pt>
                <c:pt idx="6052">
                  <c:v>46209</c:v>
                </c:pt>
                <c:pt idx="6053">
                  <c:v>46210</c:v>
                </c:pt>
                <c:pt idx="6054">
                  <c:v>46211</c:v>
                </c:pt>
                <c:pt idx="6055">
                  <c:v>46212</c:v>
                </c:pt>
                <c:pt idx="6056">
                  <c:v>46213</c:v>
                </c:pt>
                <c:pt idx="6057">
                  <c:v>46216</c:v>
                </c:pt>
                <c:pt idx="6058">
                  <c:v>46217</c:v>
                </c:pt>
                <c:pt idx="6059">
                  <c:v>46218</c:v>
                </c:pt>
                <c:pt idx="6060">
                  <c:v>46219</c:v>
                </c:pt>
                <c:pt idx="6061">
                  <c:v>46220</c:v>
                </c:pt>
                <c:pt idx="6062">
                  <c:v>46223</c:v>
                </c:pt>
                <c:pt idx="6063">
                  <c:v>46224</c:v>
                </c:pt>
                <c:pt idx="6064">
                  <c:v>46225</c:v>
                </c:pt>
                <c:pt idx="6065">
                  <c:v>46226</c:v>
                </c:pt>
                <c:pt idx="6066">
                  <c:v>46227</c:v>
                </c:pt>
                <c:pt idx="6067">
                  <c:v>46230</c:v>
                </c:pt>
                <c:pt idx="6068">
                  <c:v>46231</c:v>
                </c:pt>
                <c:pt idx="6069">
                  <c:v>46232</c:v>
                </c:pt>
                <c:pt idx="6070">
                  <c:v>46233</c:v>
                </c:pt>
                <c:pt idx="6071">
                  <c:v>46234</c:v>
                </c:pt>
                <c:pt idx="6072">
                  <c:v>46237</c:v>
                </c:pt>
                <c:pt idx="6073">
                  <c:v>46238</c:v>
                </c:pt>
                <c:pt idx="6074">
                  <c:v>46239</c:v>
                </c:pt>
                <c:pt idx="6075">
                  <c:v>46240</c:v>
                </c:pt>
                <c:pt idx="6076">
                  <c:v>46241</c:v>
                </c:pt>
                <c:pt idx="6077">
                  <c:v>46244</c:v>
                </c:pt>
                <c:pt idx="6078">
                  <c:v>46245</c:v>
                </c:pt>
                <c:pt idx="6079">
                  <c:v>46246</c:v>
                </c:pt>
                <c:pt idx="6080">
                  <c:v>46247</c:v>
                </c:pt>
                <c:pt idx="6081">
                  <c:v>46248</c:v>
                </c:pt>
                <c:pt idx="6082">
                  <c:v>46251</c:v>
                </c:pt>
                <c:pt idx="6083">
                  <c:v>46252</c:v>
                </c:pt>
                <c:pt idx="6084">
                  <c:v>46253</c:v>
                </c:pt>
                <c:pt idx="6085">
                  <c:v>46254</c:v>
                </c:pt>
                <c:pt idx="6086">
                  <c:v>46255</c:v>
                </c:pt>
                <c:pt idx="6087">
                  <c:v>46258</c:v>
                </c:pt>
                <c:pt idx="6088">
                  <c:v>46259</c:v>
                </c:pt>
                <c:pt idx="6089">
                  <c:v>46260</c:v>
                </c:pt>
                <c:pt idx="6090">
                  <c:v>46261</c:v>
                </c:pt>
                <c:pt idx="6091">
                  <c:v>46262</c:v>
                </c:pt>
                <c:pt idx="6092">
                  <c:v>46265</c:v>
                </c:pt>
                <c:pt idx="6093">
                  <c:v>46266</c:v>
                </c:pt>
                <c:pt idx="6094">
                  <c:v>46267</c:v>
                </c:pt>
                <c:pt idx="6095">
                  <c:v>46268</c:v>
                </c:pt>
                <c:pt idx="6096">
                  <c:v>46269</c:v>
                </c:pt>
                <c:pt idx="6097">
                  <c:v>46273</c:v>
                </c:pt>
                <c:pt idx="6098">
                  <c:v>46274</c:v>
                </c:pt>
                <c:pt idx="6099">
                  <c:v>46275</c:v>
                </c:pt>
                <c:pt idx="6100">
                  <c:v>46276</c:v>
                </c:pt>
                <c:pt idx="6101">
                  <c:v>46279</c:v>
                </c:pt>
                <c:pt idx="6102">
                  <c:v>46280</c:v>
                </c:pt>
                <c:pt idx="6103">
                  <c:v>46281</c:v>
                </c:pt>
                <c:pt idx="6104">
                  <c:v>46282</c:v>
                </c:pt>
                <c:pt idx="6105">
                  <c:v>46283</c:v>
                </c:pt>
                <c:pt idx="6106">
                  <c:v>46286</c:v>
                </c:pt>
                <c:pt idx="6107">
                  <c:v>46287</c:v>
                </c:pt>
                <c:pt idx="6108">
                  <c:v>46288</c:v>
                </c:pt>
                <c:pt idx="6109">
                  <c:v>46289</c:v>
                </c:pt>
                <c:pt idx="6110">
                  <c:v>46290</c:v>
                </c:pt>
                <c:pt idx="6111">
                  <c:v>46293</c:v>
                </c:pt>
                <c:pt idx="6112">
                  <c:v>46294</c:v>
                </c:pt>
                <c:pt idx="6113">
                  <c:v>46295</c:v>
                </c:pt>
                <c:pt idx="6114">
                  <c:v>46296</c:v>
                </c:pt>
                <c:pt idx="6115">
                  <c:v>46297</c:v>
                </c:pt>
                <c:pt idx="6116">
                  <c:v>46300</c:v>
                </c:pt>
                <c:pt idx="6117">
                  <c:v>46301</c:v>
                </c:pt>
                <c:pt idx="6118">
                  <c:v>46302</c:v>
                </c:pt>
                <c:pt idx="6119">
                  <c:v>46303</c:v>
                </c:pt>
                <c:pt idx="6120">
                  <c:v>46304</c:v>
                </c:pt>
                <c:pt idx="6121">
                  <c:v>46308</c:v>
                </c:pt>
                <c:pt idx="6122">
                  <c:v>46309</c:v>
                </c:pt>
                <c:pt idx="6123">
                  <c:v>46310</c:v>
                </c:pt>
                <c:pt idx="6124">
                  <c:v>46311</c:v>
                </c:pt>
                <c:pt idx="6125">
                  <c:v>46314</c:v>
                </c:pt>
                <c:pt idx="6126">
                  <c:v>46315</c:v>
                </c:pt>
                <c:pt idx="6127">
                  <c:v>46316</c:v>
                </c:pt>
                <c:pt idx="6128">
                  <c:v>46317</c:v>
                </c:pt>
                <c:pt idx="6129">
                  <c:v>46318</c:v>
                </c:pt>
                <c:pt idx="6130">
                  <c:v>46321</c:v>
                </c:pt>
              </c:numCache>
            </c:numRef>
          </c:cat>
          <c:val>
            <c:numRef>
              <c:f>'L1'!$E$2:$E$6132</c:f>
              <c:numCache>
                <c:formatCode>General</c:formatCode>
                <c:ptCount val="6131"/>
                <c:pt idx="0">
                  <c:v>0.31827479524426677</c:v>
                </c:pt>
                <c:pt idx="1">
                  <c:v>0.23388618564174399</c:v>
                </c:pt>
                <c:pt idx="2">
                  <c:v>0.1893434141729734</c:v>
                </c:pt>
                <c:pt idx="3">
                  <c:v>0.12868275301428991</c:v>
                </c:pt>
                <c:pt idx="4">
                  <c:v>-0.30187904945537869</c:v>
                </c:pt>
                <c:pt idx="5">
                  <c:v>-0.27434506518925311</c:v>
                </c:pt>
                <c:pt idx="6">
                  <c:v>-9.589990300942583E-2</c:v>
                </c:pt>
                <c:pt idx="7">
                  <c:v>-0.23705108638522551</c:v>
                </c:pt>
                <c:pt idx="8">
                  <c:v>-0.1672320820182783</c:v>
                </c:pt>
                <c:pt idx="9">
                  <c:v>-0.12859129273289491</c:v>
                </c:pt>
                <c:pt idx="10">
                  <c:v>-0.1094975982780368</c:v>
                </c:pt>
                <c:pt idx="11">
                  <c:v>-9.8582369451091556E-2</c:v>
                </c:pt>
                <c:pt idx="12">
                  <c:v>-0.22606187145197909</c:v>
                </c:pt>
                <c:pt idx="13">
                  <c:v>-0.40544064946630448</c:v>
                </c:pt>
                <c:pt idx="14">
                  <c:v>-0.64082289075112131</c:v>
                </c:pt>
                <c:pt idx="15">
                  <c:v>-0.8010595828178193</c:v>
                </c:pt>
                <c:pt idx="16">
                  <c:v>-0.8358118086897881</c:v>
                </c:pt>
                <c:pt idx="17">
                  <c:v>-0.81416720867561132</c:v>
                </c:pt>
                <c:pt idx="18">
                  <c:v>-0.92195717436438729</c:v>
                </c:pt>
                <c:pt idx="19">
                  <c:v>-0.8344933354324362</c:v>
                </c:pt>
                <c:pt idx="20">
                  <c:v>-0.75666978410057428</c:v>
                </c:pt>
                <c:pt idx="21">
                  <c:v>-0.77048801229487285</c:v>
                </c:pt>
                <c:pt idx="22">
                  <c:v>-0.97688083603825504</c:v>
                </c:pt>
                <c:pt idx="23">
                  <c:v>-1.084932515139992</c:v>
                </c:pt>
                <c:pt idx="24">
                  <c:v>-0.8374837501591792</c:v>
                </c:pt>
                <c:pt idx="25">
                  <c:v>-0.80954695732469062</c:v>
                </c:pt>
                <c:pt idx="26">
                  <c:v>-0.82802793178597589</c:v>
                </c:pt>
                <c:pt idx="27">
                  <c:v>-0.83809716242616172</c:v>
                </c:pt>
                <c:pt idx="28">
                  <c:v>-0.72211917644156054</c:v>
                </c:pt>
                <c:pt idx="29">
                  <c:v>-0.77564226721704044</c:v>
                </c:pt>
                <c:pt idx="30">
                  <c:v>-0.684553003474766</c:v>
                </c:pt>
                <c:pt idx="31">
                  <c:v>-0.61731323818034411</c:v>
                </c:pt>
                <c:pt idx="32">
                  <c:v>-0.45229547797246278</c:v>
                </c:pt>
                <c:pt idx="33">
                  <c:v>-0.44229166175202911</c:v>
                </c:pt>
                <c:pt idx="34">
                  <c:v>-0.41865634318700851</c:v>
                </c:pt>
                <c:pt idx="35">
                  <c:v>-0.35659690310165781</c:v>
                </c:pt>
                <c:pt idx="36">
                  <c:v>-0.39894654670480079</c:v>
                </c:pt>
                <c:pt idx="37">
                  <c:v>-0.40715344218087379</c:v>
                </c:pt>
                <c:pt idx="38">
                  <c:v>-0.27905190205341401</c:v>
                </c:pt>
                <c:pt idx="39">
                  <c:v>-0.35770456508396109</c:v>
                </c:pt>
                <c:pt idx="40">
                  <c:v>-0.54109233295756398</c:v>
                </c:pt>
                <c:pt idx="41">
                  <c:v>-0.44250904396122909</c:v>
                </c:pt>
                <c:pt idx="42">
                  <c:v>-0.40441204264066388</c:v>
                </c:pt>
                <c:pt idx="43">
                  <c:v>-0.38359696545744942</c:v>
                </c:pt>
                <c:pt idx="44">
                  <c:v>-0.33789266943916779</c:v>
                </c:pt>
                <c:pt idx="45">
                  <c:v>-0.28865717643448718</c:v>
                </c:pt>
                <c:pt idx="46">
                  <c:v>-0.16774988809361169</c:v>
                </c:pt>
                <c:pt idx="47">
                  <c:v>-0.1048776345579148</c:v>
                </c:pt>
                <c:pt idx="48">
                  <c:v>-8.3662272027011569E-2</c:v>
                </c:pt>
                <c:pt idx="49">
                  <c:v>0.2113031949494705</c:v>
                </c:pt>
                <c:pt idx="50">
                  <c:v>0.1266567681498775</c:v>
                </c:pt>
                <c:pt idx="51">
                  <c:v>0.25474945432348928</c:v>
                </c:pt>
                <c:pt idx="52">
                  <c:v>0.3686796892406129</c:v>
                </c:pt>
                <c:pt idx="53">
                  <c:v>0.42501444045387943</c:v>
                </c:pt>
                <c:pt idx="54">
                  <c:v>0.58089654334221907</c:v>
                </c:pt>
                <c:pt idx="55">
                  <c:v>0.70148991959067009</c:v>
                </c:pt>
                <c:pt idx="56">
                  <c:v>0.77004617560452726</c:v>
                </c:pt>
                <c:pt idx="57">
                  <c:v>0.81502139262905926</c:v>
                </c:pt>
                <c:pt idx="58">
                  <c:v>0.97835823876909611</c:v>
                </c:pt>
                <c:pt idx="59">
                  <c:v>1.0710209287418251</c:v>
                </c:pt>
                <c:pt idx="60">
                  <c:v>1.226714245096177</c:v>
                </c:pt>
                <c:pt idx="61">
                  <c:v>1.124640833684609</c:v>
                </c:pt>
                <c:pt idx="62">
                  <c:v>1.273576624442045</c:v>
                </c:pt>
                <c:pt idx="63">
                  <c:v>1.575983180780316</c:v>
                </c:pt>
                <c:pt idx="64">
                  <c:v>1.822836778353836</c:v>
                </c:pt>
                <c:pt idx="65">
                  <c:v>1.9121642473526319</c:v>
                </c:pt>
                <c:pt idx="66">
                  <c:v>1.8306486703592759</c:v>
                </c:pt>
                <c:pt idx="67">
                  <c:v>1.7820494428086471</c:v>
                </c:pt>
                <c:pt idx="68">
                  <c:v>1.4706735004240321</c:v>
                </c:pt>
                <c:pt idx="69">
                  <c:v>1.1810816181928909</c:v>
                </c:pt>
                <c:pt idx="70">
                  <c:v>1.098159679703095</c:v>
                </c:pt>
                <c:pt idx="71">
                  <c:v>1.3750216201841901</c:v>
                </c:pt>
                <c:pt idx="72">
                  <c:v>1.403002320146473</c:v>
                </c:pt>
                <c:pt idx="73">
                  <c:v>1.431182527124208</c:v>
                </c:pt>
                <c:pt idx="74">
                  <c:v>1.319984369597704</c:v>
                </c:pt>
                <c:pt idx="75">
                  <c:v>1.2571181383215639</c:v>
                </c:pt>
                <c:pt idx="76">
                  <c:v>1.0954239547275211</c:v>
                </c:pt>
                <c:pt idx="77">
                  <c:v>1.0399440479016411</c:v>
                </c:pt>
                <c:pt idx="78">
                  <c:v>0.81206473763743914</c:v>
                </c:pt>
                <c:pt idx="79">
                  <c:v>0.78885838292295796</c:v>
                </c:pt>
                <c:pt idx="80">
                  <c:v>1.19824473673444</c:v>
                </c:pt>
                <c:pt idx="81">
                  <c:v>1.3357769531476931</c:v>
                </c:pt>
                <c:pt idx="82">
                  <c:v>1.7139133266987929</c:v>
                </c:pt>
                <c:pt idx="83">
                  <c:v>1.6559539585321099</c:v>
                </c:pt>
                <c:pt idx="84">
                  <c:v>1.106243960265298</c:v>
                </c:pt>
                <c:pt idx="85">
                  <c:v>1.3485882756849279</c:v>
                </c:pt>
                <c:pt idx="86">
                  <c:v>2.1058830981532881</c:v>
                </c:pt>
                <c:pt idx="87">
                  <c:v>1.9971176067272041</c:v>
                </c:pt>
                <c:pt idx="88">
                  <c:v>2.4534999758554199</c:v>
                </c:pt>
                <c:pt idx="89">
                  <c:v>2.1981091604029448</c:v>
                </c:pt>
                <c:pt idx="90">
                  <c:v>2.1260994412068741</c:v>
                </c:pt>
                <c:pt idx="91">
                  <c:v>2.5147531104619052</c:v>
                </c:pt>
                <c:pt idx="92">
                  <c:v>2.6686850695381121</c:v>
                </c:pt>
                <c:pt idx="93">
                  <c:v>3.2174878770652509</c:v>
                </c:pt>
                <c:pt idx="94">
                  <c:v>2.9676280049838528</c:v>
                </c:pt>
                <c:pt idx="95">
                  <c:v>2.8776085249076928</c:v>
                </c:pt>
                <c:pt idx="96">
                  <c:v>3.1055108980463788</c:v>
                </c:pt>
                <c:pt idx="97">
                  <c:v>2.7104887426363442</c:v>
                </c:pt>
                <c:pt idx="98">
                  <c:v>2.5109465911570048</c:v>
                </c:pt>
                <c:pt idx="99">
                  <c:v>2.706627875750363</c:v>
                </c:pt>
                <c:pt idx="100">
                  <c:v>2.5493377765757592</c:v>
                </c:pt>
                <c:pt idx="101">
                  <c:v>2.0246926189550241</c:v>
                </c:pt>
                <c:pt idx="102">
                  <c:v>1.608034442943213</c:v>
                </c:pt>
                <c:pt idx="103">
                  <c:v>1.5111929530071411</c:v>
                </c:pt>
                <c:pt idx="104">
                  <c:v>1.580480761914991</c:v>
                </c:pt>
                <c:pt idx="105">
                  <c:v>1.2169175720856289</c:v>
                </c:pt>
                <c:pt idx="106">
                  <c:v>0.32147682050393589</c:v>
                </c:pt>
                <c:pt idx="107">
                  <c:v>0.38188700208490028</c:v>
                </c:pt>
                <c:pt idx="108">
                  <c:v>0.31082553373452709</c:v>
                </c:pt>
                <c:pt idx="109">
                  <c:v>0.6602993524274624</c:v>
                </c:pt>
                <c:pt idx="110">
                  <c:v>0.69361690154552447</c:v>
                </c:pt>
                <c:pt idx="111">
                  <c:v>0.18852528511716279</c:v>
                </c:pt>
                <c:pt idx="112">
                  <c:v>-0.20496449686676019</c:v>
                </c:pt>
                <c:pt idx="113">
                  <c:v>-0.62448650976307729</c:v>
                </c:pt>
                <c:pt idx="114">
                  <c:v>-0.27185915750971162</c:v>
                </c:pt>
                <c:pt idx="115">
                  <c:v>-6.7276143126570875E-2</c:v>
                </c:pt>
                <c:pt idx="116">
                  <c:v>-0.2153222793665085</c:v>
                </c:pt>
                <c:pt idx="117">
                  <c:v>0.30369633647276473</c:v>
                </c:pt>
                <c:pt idx="118">
                  <c:v>0.9756190594473374</c:v>
                </c:pt>
                <c:pt idx="119">
                  <c:v>0.84295959576340829</c:v>
                </c:pt>
                <c:pt idx="120">
                  <c:v>0.98055477833842242</c:v>
                </c:pt>
                <c:pt idx="121">
                  <c:v>1.0404851174841521</c:v>
                </c:pt>
                <c:pt idx="122">
                  <c:v>0.1943539924356163</c:v>
                </c:pt>
                <c:pt idx="123">
                  <c:v>0.30280789040473072</c:v>
                </c:pt>
                <c:pt idx="124">
                  <c:v>0.72048417119233232</c:v>
                </c:pt>
                <c:pt idx="125">
                  <c:v>0.32261278043897568</c:v>
                </c:pt>
                <c:pt idx="126">
                  <c:v>-5.8745544001049067E-2</c:v>
                </c:pt>
                <c:pt idx="127">
                  <c:v>0.4434568119649514</c:v>
                </c:pt>
                <c:pt idx="128">
                  <c:v>0.53730191440578723</c:v>
                </c:pt>
                <c:pt idx="129">
                  <c:v>0.56116504574889903</c:v>
                </c:pt>
                <c:pt idx="130">
                  <c:v>0.50374136858356633</c:v>
                </c:pt>
                <c:pt idx="131">
                  <c:v>0.69126265311831392</c:v>
                </c:pt>
                <c:pt idx="132">
                  <c:v>0.66348875834018151</c:v>
                </c:pt>
                <c:pt idx="133">
                  <c:v>0.46787316059810791</c:v>
                </c:pt>
                <c:pt idx="134">
                  <c:v>0.2074956972924861</c:v>
                </c:pt>
                <c:pt idx="135">
                  <c:v>-4.8166024187892183E-2</c:v>
                </c:pt>
                <c:pt idx="136">
                  <c:v>-1.95936153037112E-2</c:v>
                </c:pt>
                <c:pt idx="137">
                  <c:v>-0.24995840178708961</c:v>
                </c:pt>
                <c:pt idx="138">
                  <c:v>-1.001317883039188</c:v>
                </c:pt>
                <c:pt idx="139">
                  <c:v>-1.1662304914446859</c:v>
                </c:pt>
                <c:pt idx="140">
                  <c:v>-1.5735063072752939</c:v>
                </c:pt>
                <c:pt idx="141">
                  <c:v>-1.4763818172829759</c:v>
                </c:pt>
                <c:pt idx="142">
                  <c:v>-0.91154931395426875</c:v>
                </c:pt>
                <c:pt idx="143">
                  <c:v>-1.035606499247127</c:v>
                </c:pt>
                <c:pt idx="144">
                  <c:v>-1.149335224096186</c:v>
                </c:pt>
                <c:pt idx="145">
                  <c:v>-0.63585409066528564</c:v>
                </c:pt>
                <c:pt idx="146">
                  <c:v>-2.213116204031727E-2</c:v>
                </c:pt>
                <c:pt idx="147">
                  <c:v>-0.34832005703338448</c:v>
                </c:pt>
                <c:pt idx="148">
                  <c:v>-0.88952788529886762</c:v>
                </c:pt>
                <c:pt idx="149">
                  <c:v>-0.99956117418841262</c:v>
                </c:pt>
                <c:pt idx="150">
                  <c:v>-1.2218035266389931</c:v>
                </c:pt>
                <c:pt idx="151">
                  <c:v>-1.180371670629943</c:v>
                </c:pt>
                <c:pt idx="152">
                  <c:v>-0.81968435040165988</c:v>
                </c:pt>
                <c:pt idx="153">
                  <c:v>-0.5595027151806532</c:v>
                </c:pt>
                <c:pt idx="154">
                  <c:v>-0.36587078318172123</c:v>
                </c:pt>
                <c:pt idx="155">
                  <c:v>2.12542030228123E-2</c:v>
                </c:pt>
                <c:pt idx="156">
                  <c:v>0.13748619098871789</c:v>
                </c:pt>
                <c:pt idx="157">
                  <c:v>0.28732630824577282</c:v>
                </c:pt>
                <c:pt idx="158">
                  <c:v>0.94117646487553497</c:v>
                </c:pt>
                <c:pt idx="159">
                  <c:v>1.152504695072645</c:v>
                </c:pt>
                <c:pt idx="160">
                  <c:v>1.2892351572645431</c:v>
                </c:pt>
                <c:pt idx="161">
                  <c:v>1.5227860262138191</c:v>
                </c:pt>
                <c:pt idx="162">
                  <c:v>2.1849413947618328</c:v>
                </c:pt>
                <c:pt idx="163">
                  <c:v>2.26196021128706</c:v>
                </c:pt>
                <c:pt idx="164">
                  <c:v>1.712555653669648</c:v>
                </c:pt>
                <c:pt idx="165">
                  <c:v>1.3831746941090759</c:v>
                </c:pt>
                <c:pt idx="166">
                  <c:v>1.5960628941765</c:v>
                </c:pt>
                <c:pt idx="167">
                  <c:v>1.332630596751798</c:v>
                </c:pt>
                <c:pt idx="168">
                  <c:v>1.6501094625157171</c:v>
                </c:pt>
                <c:pt idx="169">
                  <c:v>1.5498242775290689</c:v>
                </c:pt>
                <c:pt idx="170">
                  <c:v>1.9340792885144369</c:v>
                </c:pt>
                <c:pt idx="171">
                  <c:v>2.0219613277275852</c:v>
                </c:pt>
                <c:pt idx="172">
                  <c:v>1.941208183183069</c:v>
                </c:pt>
                <c:pt idx="173">
                  <c:v>1.690662574762799</c:v>
                </c:pt>
                <c:pt idx="174">
                  <c:v>1.7879942696331399</c:v>
                </c:pt>
                <c:pt idx="175">
                  <c:v>1.383910684980487</c:v>
                </c:pt>
                <c:pt idx="176">
                  <c:v>1.015705383412066</c:v>
                </c:pt>
                <c:pt idx="177">
                  <c:v>0.70678281549050925</c:v>
                </c:pt>
                <c:pt idx="178">
                  <c:v>0.27924447168789918</c:v>
                </c:pt>
                <c:pt idx="179">
                  <c:v>0.11513762764271181</c:v>
                </c:pt>
                <c:pt idx="180">
                  <c:v>-9.2556886166038854E-2</c:v>
                </c:pt>
                <c:pt idx="181">
                  <c:v>-0.31892164092071262</c:v>
                </c:pt>
                <c:pt idx="182">
                  <c:v>-0.80131666822539327</c:v>
                </c:pt>
                <c:pt idx="183">
                  <c:v>-1.0561215335722871</c:v>
                </c:pt>
                <c:pt idx="184">
                  <c:v>-0.45884588845793101</c:v>
                </c:pt>
                <c:pt idx="185">
                  <c:v>-0.35193763446840132</c:v>
                </c:pt>
                <c:pt idx="186">
                  <c:v>-0.86817910860187686</c:v>
                </c:pt>
                <c:pt idx="187">
                  <c:v>-0.7166678189890402</c:v>
                </c:pt>
                <c:pt idx="188">
                  <c:v>-0.97106249304918413</c:v>
                </c:pt>
                <c:pt idx="189">
                  <c:v>-0.78598390346018532</c:v>
                </c:pt>
                <c:pt idx="190">
                  <c:v>-0.88945432839582905</c:v>
                </c:pt>
                <c:pt idx="191">
                  <c:v>-1.395415752236463</c:v>
                </c:pt>
                <c:pt idx="192">
                  <c:v>-1.65761826700996</c:v>
                </c:pt>
                <c:pt idx="193">
                  <c:v>-1.6638059135187551</c:v>
                </c:pt>
                <c:pt idx="194">
                  <c:v>-1.7393092343009731</c:v>
                </c:pt>
                <c:pt idx="195">
                  <c:v>-1.010567339637479</c:v>
                </c:pt>
                <c:pt idx="196">
                  <c:v>-0.85918408797836376</c:v>
                </c:pt>
                <c:pt idx="197">
                  <c:v>-0.89307337799649567</c:v>
                </c:pt>
                <c:pt idx="198">
                  <c:v>-1.0342955435228021</c:v>
                </c:pt>
                <c:pt idx="199">
                  <c:v>-1.2127534338977071</c:v>
                </c:pt>
                <c:pt idx="200">
                  <c:v>-1.122270838576219</c:v>
                </c:pt>
                <c:pt idx="201">
                  <c:v>-0.99757748134199176</c:v>
                </c:pt>
                <c:pt idx="202">
                  <c:v>-0.92092631730105501</c:v>
                </c:pt>
                <c:pt idx="203">
                  <c:v>-0.74490195750388166</c:v>
                </c:pt>
                <c:pt idx="204">
                  <c:v>-0.9413323716768961</c:v>
                </c:pt>
                <c:pt idx="205">
                  <c:v>-0.74959662008468175</c:v>
                </c:pt>
                <c:pt idx="206">
                  <c:v>-0.49904021058627102</c:v>
                </c:pt>
                <c:pt idx="207">
                  <c:v>-0.64774745574039072</c:v>
                </c:pt>
                <c:pt idx="208">
                  <c:v>-0.35011280315853682</c:v>
                </c:pt>
                <c:pt idx="209">
                  <c:v>-0.41210303561269962</c:v>
                </c:pt>
                <c:pt idx="210">
                  <c:v>-0.46203937046879878</c:v>
                </c:pt>
                <c:pt idx="211">
                  <c:v>-0.16358134747964051</c:v>
                </c:pt>
                <c:pt idx="212">
                  <c:v>0.108638019065136</c:v>
                </c:pt>
                <c:pt idx="213">
                  <c:v>0.14359905682626739</c:v>
                </c:pt>
                <c:pt idx="214">
                  <c:v>-8.5240918675530131E-3</c:v>
                </c:pt>
                <c:pt idx="215">
                  <c:v>-0.71104842461376394</c:v>
                </c:pt>
                <c:pt idx="216">
                  <c:v>-0.81004290773640053</c:v>
                </c:pt>
                <c:pt idx="217">
                  <c:v>-0.81436291713145614</c:v>
                </c:pt>
                <c:pt idx="218">
                  <c:v>-0.89036085922383734</c:v>
                </c:pt>
                <c:pt idx="219">
                  <c:v>-0.95852371210460985</c:v>
                </c:pt>
                <c:pt idx="220">
                  <c:v>-1.008639367200187</c:v>
                </c:pt>
                <c:pt idx="221">
                  <c:v>-1.1072572706481509</c:v>
                </c:pt>
                <c:pt idx="222">
                  <c:v>-0.94104643182497849</c:v>
                </c:pt>
                <c:pt idx="223">
                  <c:v>-0.955160392222421</c:v>
                </c:pt>
                <c:pt idx="224">
                  <c:v>-0.98009758344249709</c:v>
                </c:pt>
                <c:pt idx="225">
                  <c:v>-1.030402703529167</c:v>
                </c:pt>
                <c:pt idx="226">
                  <c:v>-1.1854608375270499</c:v>
                </c:pt>
                <c:pt idx="227">
                  <c:v>-1.161478497633287</c:v>
                </c:pt>
                <c:pt idx="228">
                  <c:v>-1.4946368512447199</c:v>
                </c:pt>
                <c:pt idx="229">
                  <c:v>-1.7715340263182959</c:v>
                </c:pt>
                <c:pt idx="230">
                  <c:v>-2.028121483483357</c:v>
                </c:pt>
                <c:pt idx="231">
                  <c:v>-1.9587181184094069</c:v>
                </c:pt>
                <c:pt idx="232">
                  <c:v>-2.1123784476079388</c:v>
                </c:pt>
                <c:pt idx="233">
                  <c:v>-2.095726039071288</c:v>
                </c:pt>
                <c:pt idx="234">
                  <c:v>-2.101233148875671</c:v>
                </c:pt>
                <c:pt idx="235">
                  <c:v>-1.9300117718954899</c:v>
                </c:pt>
                <c:pt idx="236">
                  <c:v>-1.8960097358924031</c:v>
                </c:pt>
                <c:pt idx="237">
                  <c:v>-1.5219955189572709</c:v>
                </c:pt>
                <c:pt idx="238">
                  <c:v>-1.1809318325727429</c:v>
                </c:pt>
                <c:pt idx="239">
                  <c:v>-0.84819112496595539</c:v>
                </c:pt>
                <c:pt idx="240">
                  <c:v>-0.5866442156701156</c:v>
                </c:pt>
                <c:pt idx="241">
                  <c:v>-0.56248972684040244</c:v>
                </c:pt>
                <c:pt idx="242">
                  <c:v>-0.43414347914927659</c:v>
                </c:pt>
                <c:pt idx="243">
                  <c:v>-0.35156408425907981</c:v>
                </c:pt>
                <c:pt idx="244">
                  <c:v>-0.45934378777411272</c:v>
                </c:pt>
                <c:pt idx="245">
                  <c:v>-0.4770427068447704</c:v>
                </c:pt>
                <c:pt idx="246">
                  <c:v>-0.49990184564249451</c:v>
                </c:pt>
                <c:pt idx="247">
                  <c:v>-0.46654903321716379</c:v>
                </c:pt>
                <c:pt idx="248">
                  <c:v>-0.26637063859466942</c:v>
                </c:pt>
                <c:pt idx="249">
                  <c:v>6.229990203908229E-2</c:v>
                </c:pt>
                <c:pt idx="250">
                  <c:v>0.23072031245716099</c:v>
                </c:pt>
                <c:pt idx="251">
                  <c:v>0.26134631668261732</c:v>
                </c:pt>
                <c:pt idx="252">
                  <c:v>0.29080400939962708</c:v>
                </c:pt>
                <c:pt idx="253">
                  <c:v>0.35464700016929851</c:v>
                </c:pt>
                <c:pt idx="254">
                  <c:v>0.35032834367967403</c:v>
                </c:pt>
                <c:pt idx="255">
                  <c:v>0.36630670358701473</c:v>
                </c:pt>
                <c:pt idx="256">
                  <c:v>0.48862985839916551</c:v>
                </c:pt>
                <c:pt idx="257">
                  <c:v>0.37952744892055129</c:v>
                </c:pt>
                <c:pt idx="258">
                  <c:v>0.25139585716254198</c:v>
                </c:pt>
                <c:pt idx="259">
                  <c:v>4.5272392713434938E-2</c:v>
                </c:pt>
                <c:pt idx="260">
                  <c:v>-0.1242938641958134</c:v>
                </c:pt>
                <c:pt idx="261">
                  <c:v>-4.7331681569268882E-2</c:v>
                </c:pt>
                <c:pt idx="262">
                  <c:v>-0.33032696810260659</c:v>
                </c:pt>
                <c:pt idx="263">
                  <c:v>-0.56603779819580557</c:v>
                </c:pt>
                <c:pt idx="264">
                  <c:v>-0.45093684052509131</c:v>
                </c:pt>
                <c:pt idx="265">
                  <c:v>-0.49847345922354941</c:v>
                </c:pt>
                <c:pt idx="266">
                  <c:v>-0.37220190039355511</c:v>
                </c:pt>
                <c:pt idx="267">
                  <c:v>-0.28688659215049672</c:v>
                </c:pt>
                <c:pt idx="268">
                  <c:v>-0.27297790052182291</c:v>
                </c:pt>
                <c:pt idx="269">
                  <c:v>-0.52013351173065325</c:v>
                </c:pt>
                <c:pt idx="270">
                  <c:v>-0.61863572631762842</c:v>
                </c:pt>
                <c:pt idx="271">
                  <c:v>-0.58621648653313607</c:v>
                </c:pt>
                <c:pt idx="272">
                  <c:v>-0.55524187226298671</c:v>
                </c:pt>
                <c:pt idx="273">
                  <c:v>-0.65726362758803769</c:v>
                </c:pt>
                <c:pt idx="274">
                  <c:v>-0.71518180258647457</c:v>
                </c:pt>
                <c:pt idx="275">
                  <c:v>-0.833937255938625</c:v>
                </c:pt>
                <c:pt idx="276">
                  <c:v>-0.84149986729666304</c:v>
                </c:pt>
                <c:pt idx="277">
                  <c:v>-0.92973243685808893</c:v>
                </c:pt>
                <c:pt idx="278">
                  <c:v>-0.80450869916570211</c:v>
                </c:pt>
                <c:pt idx="279">
                  <c:v>-0.6257404502308469</c:v>
                </c:pt>
                <c:pt idx="280">
                  <c:v>-0.75737361649812041</c:v>
                </c:pt>
                <c:pt idx="281">
                  <c:v>-0.80527568658782156</c:v>
                </c:pt>
                <c:pt idx="282">
                  <c:v>-0.81876707389482417</c:v>
                </c:pt>
                <c:pt idx="283">
                  <c:v>-0.77567222908489908</c:v>
                </c:pt>
                <c:pt idx="284">
                  <c:v>-0.72209196292363542</c:v>
                </c:pt>
                <c:pt idx="285">
                  <c:v>-0.68506527952436647</c:v>
                </c:pt>
                <c:pt idx="286">
                  <c:v>-0.68959456367733984</c:v>
                </c:pt>
                <c:pt idx="287">
                  <c:v>-0.71587525469286462</c:v>
                </c:pt>
                <c:pt idx="288">
                  <c:v>-0.84882341284505614</c:v>
                </c:pt>
                <c:pt idx="289">
                  <c:v>-0.80433813859480319</c:v>
                </c:pt>
                <c:pt idx="290">
                  <c:v>-0.84301607959640823</c:v>
                </c:pt>
                <c:pt idx="291">
                  <c:v>-1.0986836274215781</c:v>
                </c:pt>
                <c:pt idx="292">
                  <c:v>-1.11958501372312</c:v>
                </c:pt>
                <c:pt idx="293">
                  <c:v>-0.88558383687053255</c:v>
                </c:pt>
                <c:pt idx="294">
                  <c:v>-0.6673132357036401</c:v>
                </c:pt>
                <c:pt idx="295">
                  <c:v>-0.74790175343557497</c:v>
                </c:pt>
                <c:pt idx="296">
                  <c:v>-0.92227107406148479</c:v>
                </c:pt>
                <c:pt idx="297">
                  <c:v>-1.0064718009420259</c:v>
                </c:pt>
                <c:pt idx="298">
                  <c:v>-1.1751456728699969</c:v>
                </c:pt>
                <c:pt idx="299">
                  <c:v>-1.408594456115922</c:v>
                </c:pt>
                <c:pt idx="300">
                  <c:v>-1.2510997970842701</c:v>
                </c:pt>
                <c:pt idx="301">
                  <c:v>-1.310084964350658</c:v>
                </c:pt>
                <c:pt idx="302">
                  <c:v>-1.281030623432162</c:v>
                </c:pt>
                <c:pt idx="303">
                  <c:v>-1.245422547208342</c:v>
                </c:pt>
                <c:pt idx="304">
                  <c:v>-1.3713128108454471</c:v>
                </c:pt>
                <c:pt idx="305">
                  <c:v>-1.530139020806615</c:v>
                </c:pt>
                <c:pt idx="306">
                  <c:v>-1.566200629499914</c:v>
                </c:pt>
                <c:pt idx="307">
                  <c:v>-1.4914307490407219</c:v>
                </c:pt>
                <c:pt idx="308">
                  <c:v>-1.215535525654637</c:v>
                </c:pt>
                <c:pt idx="309">
                  <c:v>-1.0451277941413579</c:v>
                </c:pt>
                <c:pt idx="310">
                  <c:v>-1.1516786591257351</c:v>
                </c:pt>
                <c:pt idx="311">
                  <c:v>-1.1102429353623151</c:v>
                </c:pt>
                <c:pt idx="312">
                  <c:v>-1.1387146402760839</c:v>
                </c:pt>
                <c:pt idx="313">
                  <c:v>-1.300653619350568</c:v>
                </c:pt>
                <c:pt idx="314">
                  <c:v>-1.4987665569669351</c:v>
                </c:pt>
                <c:pt idx="315">
                  <c:v>-1.318671589225628</c:v>
                </c:pt>
                <c:pt idx="316">
                  <c:v>-0.99473187948764474</c:v>
                </c:pt>
                <c:pt idx="317">
                  <c:v>-0.77086559590981896</c:v>
                </c:pt>
                <c:pt idx="318">
                  <c:v>-0.64746204100935978</c:v>
                </c:pt>
                <c:pt idx="319">
                  <c:v>-0.31139485011137658</c:v>
                </c:pt>
                <c:pt idx="320">
                  <c:v>-0.40712477464094049</c:v>
                </c:pt>
                <c:pt idx="321">
                  <c:v>-0.39183713196200692</c:v>
                </c:pt>
                <c:pt idx="322">
                  <c:v>-0.45213362330126372</c:v>
                </c:pt>
                <c:pt idx="323">
                  <c:v>-0.36123270521130818</c:v>
                </c:pt>
                <c:pt idx="324">
                  <c:v>-0.20053421442252331</c:v>
                </c:pt>
                <c:pt idx="325">
                  <c:v>-1.3581568108946829E-2</c:v>
                </c:pt>
                <c:pt idx="326">
                  <c:v>-6.5464497734302587E-2</c:v>
                </c:pt>
                <c:pt idx="327">
                  <c:v>-1.7290940593445481E-2</c:v>
                </c:pt>
                <c:pt idx="328">
                  <c:v>-8.1465990889916393E-2</c:v>
                </c:pt>
                <c:pt idx="329">
                  <c:v>-0.20476080051581819</c:v>
                </c:pt>
                <c:pt idx="330">
                  <c:v>-0.19488971280189421</c:v>
                </c:pt>
                <c:pt idx="331">
                  <c:v>-0.1086271576204613</c:v>
                </c:pt>
                <c:pt idx="332">
                  <c:v>-0.22724565707555011</c:v>
                </c:pt>
                <c:pt idx="333">
                  <c:v>-0.21011573934300931</c:v>
                </c:pt>
                <c:pt idx="334">
                  <c:v>-0.11201778304958369</c:v>
                </c:pt>
                <c:pt idx="335">
                  <c:v>-0.11764169941840349</c:v>
                </c:pt>
                <c:pt idx="336">
                  <c:v>-0.38434795748206829</c:v>
                </c:pt>
                <c:pt idx="337">
                  <c:v>-0.52239670283364181</c:v>
                </c:pt>
                <c:pt idx="338">
                  <c:v>-0.59115485114600264</c:v>
                </c:pt>
                <c:pt idx="339">
                  <c:v>-0.79750588926422539</c:v>
                </c:pt>
                <c:pt idx="340">
                  <c:v>-0.66436464391085348</c:v>
                </c:pt>
                <c:pt idx="341">
                  <c:v>-0.47827736853418762</c:v>
                </c:pt>
                <c:pt idx="342">
                  <c:v>-0.40522177204069942</c:v>
                </c:pt>
                <c:pt idx="343">
                  <c:v>-0.52449269628915363</c:v>
                </c:pt>
                <c:pt idx="344">
                  <c:v>-0.60331632239264554</c:v>
                </c:pt>
                <c:pt idx="345">
                  <c:v>-0.48748009298636591</c:v>
                </c:pt>
                <c:pt idx="346">
                  <c:v>-0.33570778309913679</c:v>
                </c:pt>
                <c:pt idx="347">
                  <c:v>-0.39398454777231873</c:v>
                </c:pt>
                <c:pt idx="348">
                  <c:v>-0.53993347233547606</c:v>
                </c:pt>
                <c:pt idx="349">
                  <c:v>-0.55563410361350074</c:v>
                </c:pt>
                <c:pt idx="350">
                  <c:v>-0.3853262577235102</c:v>
                </c:pt>
                <c:pt idx="351">
                  <c:v>-0.35603556758369131</c:v>
                </c:pt>
                <c:pt idx="352">
                  <c:v>-2.4583908483877628E-3</c:v>
                </c:pt>
                <c:pt idx="353">
                  <c:v>-1.978260465036968E-2</c:v>
                </c:pt>
                <c:pt idx="354">
                  <c:v>1.5683977695693789E-2</c:v>
                </c:pt>
                <c:pt idx="355">
                  <c:v>5.6876518794076347E-2</c:v>
                </c:pt>
                <c:pt idx="356">
                  <c:v>-3.3252477465613682E-2</c:v>
                </c:pt>
                <c:pt idx="357">
                  <c:v>-9.0080215190326083E-3</c:v>
                </c:pt>
                <c:pt idx="358">
                  <c:v>4.2837719762566007E-2</c:v>
                </c:pt>
                <c:pt idx="359">
                  <c:v>-4.0152190312351399E-3</c:v>
                </c:pt>
                <c:pt idx="360">
                  <c:v>-0.1073914469808602</c:v>
                </c:pt>
                <c:pt idx="361">
                  <c:v>-0.27186391452525749</c:v>
                </c:pt>
                <c:pt idx="362">
                  <c:v>-0.29194648228706283</c:v>
                </c:pt>
                <c:pt idx="363">
                  <c:v>-0.1694387046357283</c:v>
                </c:pt>
                <c:pt idx="364">
                  <c:v>-0.1136900378138046</c:v>
                </c:pt>
                <c:pt idx="365">
                  <c:v>-0.26800858313361797</c:v>
                </c:pt>
                <c:pt idx="366">
                  <c:v>-0.24486191991994211</c:v>
                </c:pt>
                <c:pt idx="367">
                  <c:v>-0.10839180245977929</c:v>
                </c:pt>
                <c:pt idx="368">
                  <c:v>0.10190923125111</c:v>
                </c:pt>
                <c:pt idx="369">
                  <c:v>0.2104768218384058</c:v>
                </c:pt>
                <c:pt idx="370">
                  <c:v>0.34670425713302611</c:v>
                </c:pt>
                <c:pt idx="371">
                  <c:v>0.75375036575990428</c:v>
                </c:pt>
                <c:pt idx="372">
                  <c:v>0.3810349168786602</c:v>
                </c:pt>
                <c:pt idx="373">
                  <c:v>0.45321007448065642</c:v>
                </c:pt>
                <c:pt idx="374">
                  <c:v>0.25409956937465389</c:v>
                </c:pt>
                <c:pt idx="375">
                  <c:v>7.8450697262748156E-2</c:v>
                </c:pt>
                <c:pt idx="376">
                  <c:v>0.14497731612785961</c:v>
                </c:pt>
                <c:pt idx="377">
                  <c:v>0.29400088642714389</c:v>
                </c:pt>
                <c:pt idx="378">
                  <c:v>0.30191242072799163</c:v>
                </c:pt>
                <c:pt idx="379">
                  <c:v>0.34279546467275629</c:v>
                </c:pt>
                <c:pt idx="380">
                  <c:v>0.33876864971383852</c:v>
                </c:pt>
                <c:pt idx="381">
                  <c:v>0.31301513737443909</c:v>
                </c:pt>
                <c:pt idx="382">
                  <c:v>0.33873080479089213</c:v>
                </c:pt>
                <c:pt idx="383">
                  <c:v>0.19359763788783771</c:v>
                </c:pt>
                <c:pt idx="384">
                  <c:v>0.1018710359037785</c:v>
                </c:pt>
                <c:pt idx="385">
                  <c:v>1.9252037487681409E-2</c:v>
                </c:pt>
                <c:pt idx="386">
                  <c:v>3.2629805354342713E-2</c:v>
                </c:pt>
                <c:pt idx="387">
                  <c:v>-0.16606183659201559</c:v>
                </c:pt>
                <c:pt idx="388">
                  <c:v>-0.40138492215935678</c:v>
                </c:pt>
                <c:pt idx="389">
                  <c:v>-0.47299442983958778</c:v>
                </c:pt>
                <c:pt idx="390">
                  <c:v>-0.59993199479749826</c:v>
                </c:pt>
                <c:pt idx="391">
                  <c:v>-0.93931049963500479</c:v>
                </c:pt>
                <c:pt idx="392">
                  <c:v>-0.72420947412247128</c:v>
                </c:pt>
                <c:pt idx="393">
                  <c:v>-0.85383793621558823</c:v>
                </c:pt>
                <c:pt idx="394">
                  <c:v>-0.78966607522808629</c:v>
                </c:pt>
                <c:pt idx="395">
                  <c:v>-0.74443254063064401</c:v>
                </c:pt>
                <c:pt idx="396">
                  <c:v>-0.66439846632635324</c:v>
                </c:pt>
                <c:pt idx="397">
                  <c:v>-0.68535619776952172</c:v>
                </c:pt>
                <c:pt idx="398">
                  <c:v>-0.77341608880713597</c:v>
                </c:pt>
                <c:pt idx="399">
                  <c:v>-0.79083221698791928</c:v>
                </c:pt>
                <c:pt idx="400">
                  <c:v>-0.76032530743746085</c:v>
                </c:pt>
                <c:pt idx="401">
                  <c:v>-0.70821013429127444</c:v>
                </c:pt>
                <c:pt idx="402">
                  <c:v>-0.66335401664402405</c:v>
                </c:pt>
                <c:pt idx="403">
                  <c:v>-0.57295166674648323</c:v>
                </c:pt>
                <c:pt idx="404">
                  <c:v>-0.59433147062590441</c:v>
                </c:pt>
                <c:pt idx="405">
                  <c:v>-0.48943283927674458</c:v>
                </c:pt>
                <c:pt idx="406">
                  <c:v>-0.52239308035715248</c:v>
                </c:pt>
                <c:pt idx="407">
                  <c:v>-0.36381353227496038</c:v>
                </c:pt>
                <c:pt idx="408">
                  <c:v>-0.22605209350727071</c:v>
                </c:pt>
                <c:pt idx="409">
                  <c:v>-0.1702209125127645</c:v>
                </c:pt>
                <c:pt idx="410">
                  <c:v>-0.1445378966932841</c:v>
                </c:pt>
                <c:pt idx="411">
                  <c:v>-0.1610107073372426</c:v>
                </c:pt>
                <c:pt idx="412">
                  <c:v>-0.22565777094643821</c:v>
                </c:pt>
                <c:pt idx="413">
                  <c:v>-0.19241004843313511</c:v>
                </c:pt>
                <c:pt idx="414">
                  <c:v>-9.6634259598597741E-2</c:v>
                </c:pt>
                <c:pt idx="415">
                  <c:v>-7.4528822313439852E-2</c:v>
                </c:pt>
                <c:pt idx="416">
                  <c:v>-0.17739115788415541</c:v>
                </c:pt>
                <c:pt idx="417">
                  <c:v>-0.28126066262002808</c:v>
                </c:pt>
                <c:pt idx="418">
                  <c:v>-0.29610970482336052</c:v>
                </c:pt>
                <c:pt idx="419">
                  <c:v>-0.32037082875257072</c:v>
                </c:pt>
                <c:pt idx="420">
                  <c:v>-0.33090297689490777</c:v>
                </c:pt>
                <c:pt idx="421">
                  <c:v>-0.31273571191769539</c:v>
                </c:pt>
                <c:pt idx="422">
                  <c:v>-0.40821604301231079</c:v>
                </c:pt>
                <c:pt idx="423">
                  <c:v>-0.49156726014829483</c:v>
                </c:pt>
                <c:pt idx="424">
                  <c:v>-0.45532633677824191</c:v>
                </c:pt>
                <c:pt idx="425">
                  <c:v>-0.33163435942232322</c:v>
                </c:pt>
                <c:pt idx="426">
                  <c:v>-0.32616989790057022</c:v>
                </c:pt>
                <c:pt idx="427">
                  <c:v>-0.46366738157529669</c:v>
                </c:pt>
                <c:pt idx="428">
                  <c:v>-0.42247191328183781</c:v>
                </c:pt>
                <c:pt idx="429">
                  <c:v>-0.45906662459413772</c:v>
                </c:pt>
                <c:pt idx="430">
                  <c:v>-0.46991894229535142</c:v>
                </c:pt>
                <c:pt idx="431">
                  <c:v>-0.44850211044460242</c:v>
                </c:pt>
                <c:pt idx="432">
                  <c:v>-0.39925559760054469</c:v>
                </c:pt>
                <c:pt idx="433">
                  <c:v>-0.39764929451950443</c:v>
                </c:pt>
                <c:pt idx="434">
                  <c:v>-0.40819298235492918</c:v>
                </c:pt>
                <c:pt idx="435">
                  <c:v>-0.38332636911025952</c:v>
                </c:pt>
                <c:pt idx="436">
                  <c:v>-0.33811762890107311</c:v>
                </c:pt>
                <c:pt idx="437">
                  <c:v>-0.33183786614623079</c:v>
                </c:pt>
                <c:pt idx="438">
                  <c:v>-0.28119506851780729</c:v>
                </c:pt>
                <c:pt idx="439">
                  <c:v>-0.19553301068353729</c:v>
                </c:pt>
                <c:pt idx="440">
                  <c:v>-0.22951938466701899</c:v>
                </c:pt>
                <c:pt idx="441">
                  <c:v>-0.22955070295504981</c:v>
                </c:pt>
                <c:pt idx="442">
                  <c:v>-0.12978730127867311</c:v>
                </c:pt>
                <c:pt idx="443">
                  <c:v>-4.174652939083192E-2</c:v>
                </c:pt>
                <c:pt idx="444">
                  <c:v>-6.4789128697452609E-3</c:v>
                </c:pt>
                <c:pt idx="445">
                  <c:v>-8.0778596075500336E-2</c:v>
                </c:pt>
                <c:pt idx="446">
                  <c:v>-7.7691636304566325E-2</c:v>
                </c:pt>
                <c:pt idx="447">
                  <c:v>-4.3508342374258512E-2</c:v>
                </c:pt>
                <c:pt idx="448">
                  <c:v>-9.9292715409808385E-2</c:v>
                </c:pt>
                <c:pt idx="449">
                  <c:v>-0.18488757379503251</c:v>
                </c:pt>
                <c:pt idx="450">
                  <c:v>-0.32016856521105691</c:v>
                </c:pt>
                <c:pt idx="451">
                  <c:v>-0.42204962668424512</c:v>
                </c:pt>
                <c:pt idx="452">
                  <c:v>-0.42045793511325918</c:v>
                </c:pt>
                <c:pt idx="453">
                  <c:v>-0.4006108118244906</c:v>
                </c:pt>
                <c:pt idx="454">
                  <c:v>-0.37881002759095972</c:v>
                </c:pt>
                <c:pt idx="455">
                  <c:v>-0.37504721066546748</c:v>
                </c:pt>
                <c:pt idx="456">
                  <c:v>-0.46973946479492368</c:v>
                </c:pt>
                <c:pt idx="457">
                  <c:v>-0.5407292363638877</c:v>
                </c:pt>
                <c:pt idx="458">
                  <c:v>-0.50125827697627345</c:v>
                </c:pt>
                <c:pt idx="459">
                  <c:v>-0.5431185778553792</c:v>
                </c:pt>
                <c:pt idx="460">
                  <c:v>-0.51565331854385643</c:v>
                </c:pt>
                <c:pt idx="461">
                  <c:v>-0.58835461836159875</c:v>
                </c:pt>
                <c:pt idx="462">
                  <c:v>-0.6515110004578254</c:v>
                </c:pt>
                <c:pt idx="463">
                  <c:v>-0.5727368337969706</c:v>
                </c:pt>
                <c:pt idx="464">
                  <c:v>-0.52824717289024814</c:v>
                </c:pt>
                <c:pt idx="465">
                  <c:v>-0.62012227122576347</c:v>
                </c:pt>
                <c:pt idx="466">
                  <c:v>-0.64811098807071499</c:v>
                </c:pt>
                <c:pt idx="467">
                  <c:v>-0.65603795224835604</c:v>
                </c:pt>
                <c:pt idx="468">
                  <c:v>-0.64534068496489805</c:v>
                </c:pt>
                <c:pt idx="469">
                  <c:v>-0.60992426367257135</c:v>
                </c:pt>
                <c:pt idx="470">
                  <c:v>-0.52035909911914624</c:v>
                </c:pt>
                <c:pt idx="471">
                  <c:v>-0.4815264026169524</c:v>
                </c:pt>
                <c:pt idx="472">
                  <c:v>-0.46940308698943611</c:v>
                </c:pt>
                <c:pt idx="473">
                  <c:v>-0.47363160366710838</c:v>
                </c:pt>
                <c:pt idx="474">
                  <c:v>-0.4889382717700384</c:v>
                </c:pt>
                <c:pt idx="475">
                  <c:v>-0.47134304285541723</c:v>
                </c:pt>
                <c:pt idx="476">
                  <c:v>-0.36095572651866109</c:v>
                </c:pt>
                <c:pt idx="477">
                  <c:v>-0.36387469398541272</c:v>
                </c:pt>
                <c:pt idx="478">
                  <c:v>-0.39966935955765392</c:v>
                </c:pt>
                <c:pt idx="479">
                  <c:v>-0.46133126825818799</c:v>
                </c:pt>
                <c:pt idx="480">
                  <c:v>-0.56403059054926497</c:v>
                </c:pt>
                <c:pt idx="481">
                  <c:v>-0.55933612663529908</c:v>
                </c:pt>
                <c:pt idx="482">
                  <c:v>-0.58304902063323205</c:v>
                </c:pt>
                <c:pt idx="483">
                  <c:v>-0.65972760496271532</c:v>
                </c:pt>
                <c:pt idx="484">
                  <c:v>-0.61431232626671417</c:v>
                </c:pt>
                <c:pt idx="485">
                  <c:v>-0.50732820766215625</c:v>
                </c:pt>
                <c:pt idx="486">
                  <c:v>-0.45775757638261649</c:v>
                </c:pt>
                <c:pt idx="487">
                  <c:v>-0.35352445647671021</c:v>
                </c:pt>
                <c:pt idx="488">
                  <c:v>-0.32580813986601631</c:v>
                </c:pt>
                <c:pt idx="489">
                  <c:v>-0.32008098406454799</c:v>
                </c:pt>
                <c:pt idx="490">
                  <c:v>-0.31575419649438091</c:v>
                </c:pt>
                <c:pt idx="491">
                  <c:v>-0.29891830500365291</c:v>
                </c:pt>
                <c:pt idx="492">
                  <c:v>-0.31049001560073708</c:v>
                </c:pt>
                <c:pt idx="493">
                  <c:v>-0.2344843312824445</c:v>
                </c:pt>
                <c:pt idx="494">
                  <c:v>-8.9842774694071315E-2</c:v>
                </c:pt>
                <c:pt idx="495">
                  <c:v>0.2522888388452415</c:v>
                </c:pt>
                <c:pt idx="496">
                  <c:v>0.40199723545442712</c:v>
                </c:pt>
                <c:pt idx="497">
                  <c:v>0.76386250467230588</c:v>
                </c:pt>
                <c:pt idx="498">
                  <c:v>0.60396554170387107</c:v>
                </c:pt>
                <c:pt idx="499">
                  <c:v>0.63857966177667058</c:v>
                </c:pt>
                <c:pt idx="500">
                  <c:v>0.89193368366146519</c:v>
                </c:pt>
                <c:pt idx="501">
                  <c:v>1.070387125926326</c:v>
                </c:pt>
                <c:pt idx="502">
                  <c:v>1.0228687430385379</c:v>
                </c:pt>
                <c:pt idx="503">
                  <c:v>0.98394411367879908</c:v>
                </c:pt>
                <c:pt idx="504">
                  <c:v>0.82764978908197318</c:v>
                </c:pt>
                <c:pt idx="505">
                  <c:v>0.67405105691437883</c:v>
                </c:pt>
                <c:pt idx="506">
                  <c:v>0.7298711738733662</c:v>
                </c:pt>
                <c:pt idx="507">
                  <c:v>0.69421140556718619</c:v>
                </c:pt>
                <c:pt idx="508">
                  <c:v>0.72218477042396423</c:v>
                </c:pt>
                <c:pt idx="509">
                  <c:v>0.8682719549917014</c:v>
                </c:pt>
                <c:pt idx="510">
                  <c:v>1.033768386932477</c:v>
                </c:pt>
                <c:pt idx="511">
                  <c:v>1.1769491059066981</c:v>
                </c:pt>
                <c:pt idx="512">
                  <c:v>1.007880530254577</c:v>
                </c:pt>
                <c:pt idx="513">
                  <c:v>0.92835583233057806</c:v>
                </c:pt>
                <c:pt idx="514">
                  <c:v>0.71744298219743829</c:v>
                </c:pt>
                <c:pt idx="515">
                  <c:v>0.26581285588334402</c:v>
                </c:pt>
                <c:pt idx="516">
                  <c:v>0.1823843338615633</c:v>
                </c:pt>
                <c:pt idx="517">
                  <c:v>-0.15078726670752249</c:v>
                </c:pt>
                <c:pt idx="518">
                  <c:v>4.7173157995317461E-2</c:v>
                </c:pt>
                <c:pt idx="519">
                  <c:v>5.9631250743652553E-2</c:v>
                </c:pt>
                <c:pt idx="520">
                  <c:v>-0.1532677821825415</c:v>
                </c:pt>
                <c:pt idx="521">
                  <c:v>-0.2182286109562695</c:v>
                </c:pt>
                <c:pt idx="522">
                  <c:v>-6.3372515134618196E-2</c:v>
                </c:pt>
                <c:pt idx="523">
                  <c:v>8.0354337200889026E-2</c:v>
                </c:pt>
                <c:pt idx="524">
                  <c:v>0.16752185768333561</c:v>
                </c:pt>
                <c:pt idx="525">
                  <c:v>0.23651555479860731</c:v>
                </c:pt>
                <c:pt idx="526">
                  <c:v>9.3945959725227915E-2</c:v>
                </c:pt>
                <c:pt idx="527">
                  <c:v>4.6918423711164822E-2</c:v>
                </c:pt>
                <c:pt idx="528">
                  <c:v>-2.0116570696802019E-2</c:v>
                </c:pt>
                <c:pt idx="529">
                  <c:v>-0.19313323988407319</c:v>
                </c:pt>
                <c:pt idx="530">
                  <c:v>-0.31998769768027618</c:v>
                </c:pt>
                <c:pt idx="531">
                  <c:v>-0.42332703342332278</c:v>
                </c:pt>
                <c:pt idx="532">
                  <c:v>-0.1213425224318975</c:v>
                </c:pt>
                <c:pt idx="533">
                  <c:v>-7.8241922937710318E-2</c:v>
                </c:pt>
                <c:pt idx="534">
                  <c:v>1.7527854307483111E-2</c:v>
                </c:pt>
                <c:pt idx="535">
                  <c:v>0.1196302211242313</c:v>
                </c:pt>
                <c:pt idx="536">
                  <c:v>1.2089214223700861E-2</c:v>
                </c:pt>
                <c:pt idx="537">
                  <c:v>4.8854421262202602E-2</c:v>
                </c:pt>
                <c:pt idx="538">
                  <c:v>-1.23912692509008E-2</c:v>
                </c:pt>
                <c:pt idx="539">
                  <c:v>5.6557626249500358E-2</c:v>
                </c:pt>
                <c:pt idx="540">
                  <c:v>0.15649997566362769</c:v>
                </c:pt>
                <c:pt idx="541">
                  <c:v>9.4390472266718026E-2</c:v>
                </c:pt>
                <c:pt idx="542">
                  <c:v>6.1674906579007947E-2</c:v>
                </c:pt>
                <c:pt idx="543">
                  <c:v>-2.9559865144180009E-2</c:v>
                </c:pt>
                <c:pt idx="544">
                  <c:v>-6.6995357009847947E-2</c:v>
                </c:pt>
                <c:pt idx="545">
                  <c:v>-4.534490145015152E-2</c:v>
                </c:pt>
                <c:pt idx="546">
                  <c:v>6.525000730587982E-2</c:v>
                </c:pt>
                <c:pt idx="547">
                  <c:v>0.27844951797521672</c:v>
                </c:pt>
                <c:pt idx="548">
                  <c:v>0.31553847829332649</c:v>
                </c:pt>
                <c:pt idx="549">
                  <c:v>0.3668729615049684</c:v>
                </c:pt>
                <c:pt idx="550">
                  <c:v>0.40477163023542551</c:v>
                </c:pt>
                <c:pt idx="551">
                  <c:v>0.48104998231484458</c:v>
                </c:pt>
                <c:pt idx="552">
                  <c:v>0.25867328919400362</c:v>
                </c:pt>
                <c:pt idx="553">
                  <c:v>0.20608393231139949</c:v>
                </c:pt>
                <c:pt idx="554">
                  <c:v>0.26162396394448778</c:v>
                </c:pt>
                <c:pt idx="555">
                  <c:v>0.48520632597549129</c:v>
                </c:pt>
                <c:pt idx="556">
                  <c:v>0.65317677377404471</c:v>
                </c:pt>
                <c:pt idx="557">
                  <c:v>0.63360544375017969</c:v>
                </c:pt>
                <c:pt idx="558">
                  <c:v>0.76787842163868303</c:v>
                </c:pt>
                <c:pt idx="559">
                  <c:v>0.76024041586221724</c:v>
                </c:pt>
                <c:pt idx="560">
                  <c:v>0.66927758642540758</c:v>
                </c:pt>
                <c:pt idx="561">
                  <c:v>0.86884790599457939</c:v>
                </c:pt>
                <c:pt idx="562">
                  <c:v>1.1127988273066229</c:v>
                </c:pt>
                <c:pt idx="563">
                  <c:v>1.5530313811943901</c:v>
                </c:pt>
                <c:pt idx="564">
                  <c:v>1.400026303029597</c:v>
                </c:pt>
                <c:pt idx="565">
                  <c:v>1.493891281354671</c:v>
                </c:pt>
                <c:pt idx="566">
                  <c:v>1.547328933459988</c:v>
                </c:pt>
                <c:pt idx="567">
                  <c:v>1.062626122166938</c:v>
                </c:pt>
                <c:pt idx="568">
                  <c:v>1.1609715543246379</c:v>
                </c:pt>
                <c:pt idx="569">
                  <c:v>1.0935028971826319</c:v>
                </c:pt>
                <c:pt idx="570">
                  <c:v>1.0367367378379011</c:v>
                </c:pt>
                <c:pt idx="571">
                  <c:v>1.2376719763776189</c:v>
                </c:pt>
                <c:pt idx="572">
                  <c:v>1.412934107543746</c:v>
                </c:pt>
                <c:pt idx="573">
                  <c:v>1.3106986868929409</c:v>
                </c:pt>
                <c:pt idx="574">
                  <c:v>1.1499842479159901</c:v>
                </c:pt>
                <c:pt idx="575">
                  <c:v>0.98018518209538674</c:v>
                </c:pt>
                <c:pt idx="576">
                  <c:v>0.83428790523233254</c:v>
                </c:pt>
                <c:pt idx="577">
                  <c:v>0.79176901016171575</c:v>
                </c:pt>
                <c:pt idx="578">
                  <c:v>0.81774556967490186</c:v>
                </c:pt>
                <c:pt idx="579">
                  <c:v>0.84789266083905057</c:v>
                </c:pt>
                <c:pt idx="580">
                  <c:v>0.78195611791070696</c:v>
                </c:pt>
                <c:pt idx="581">
                  <c:v>0.69019893607304306</c:v>
                </c:pt>
                <c:pt idx="582">
                  <c:v>0.27838037770982588</c:v>
                </c:pt>
                <c:pt idx="583">
                  <c:v>-0.37299262732655908</c:v>
                </c:pt>
                <c:pt idx="584">
                  <c:v>-0.25526550038009471</c:v>
                </c:pt>
                <c:pt idx="585">
                  <c:v>-0.26237613767507068</c:v>
                </c:pt>
                <c:pt idx="586">
                  <c:v>-0.30170581844135907</c:v>
                </c:pt>
                <c:pt idx="587">
                  <c:v>0.1158844166195037</c:v>
                </c:pt>
                <c:pt idx="588">
                  <c:v>-0.16573682275176821</c:v>
                </c:pt>
                <c:pt idx="589">
                  <c:v>-0.12814677272631869</c:v>
                </c:pt>
                <c:pt idx="590">
                  <c:v>-0.20302644258807459</c:v>
                </c:pt>
                <c:pt idx="591">
                  <c:v>-0.48367724203192403</c:v>
                </c:pt>
                <c:pt idx="592">
                  <c:v>-0.64845984563403158</c:v>
                </c:pt>
                <c:pt idx="593">
                  <c:v>-0.52222211610898051</c:v>
                </c:pt>
                <c:pt idx="594">
                  <c:v>-0.48113857022054091</c:v>
                </c:pt>
                <c:pt idx="595">
                  <c:v>-0.59305566090195694</c:v>
                </c:pt>
                <c:pt idx="596">
                  <c:v>-0.47934111770671262</c:v>
                </c:pt>
                <c:pt idx="597">
                  <c:v>-0.31231676608024139</c:v>
                </c:pt>
                <c:pt idx="598">
                  <c:v>-0.47248555937650921</c:v>
                </c:pt>
                <c:pt idx="599">
                  <c:v>-0.60636100435373341</c:v>
                </c:pt>
                <c:pt idx="600">
                  <c:v>-0.50278048669324205</c:v>
                </c:pt>
                <c:pt idx="601">
                  <c:v>-0.74940997767611017</c:v>
                </c:pt>
                <c:pt idx="602">
                  <c:v>-0.68371260003919165</c:v>
                </c:pt>
                <c:pt idx="603">
                  <c:v>-0.4508099058673074</c:v>
                </c:pt>
                <c:pt idx="604">
                  <c:v>-0.41230261316534178</c:v>
                </c:pt>
                <c:pt idx="605">
                  <c:v>-0.40389584999477141</c:v>
                </c:pt>
                <c:pt idx="606">
                  <c:v>-0.58723503782300879</c:v>
                </c:pt>
                <c:pt idx="607">
                  <c:v>-0.72403187380932199</c:v>
                </c:pt>
                <c:pt idx="608">
                  <c:v>-0.63234878610266276</c:v>
                </c:pt>
                <c:pt idx="609">
                  <c:v>-0.66032958897606708</c:v>
                </c:pt>
                <c:pt idx="610">
                  <c:v>-0.75574731083922175</c:v>
                </c:pt>
                <c:pt idx="611">
                  <c:v>-0.78704105530140733</c:v>
                </c:pt>
                <c:pt idx="612">
                  <c:v>-0.64112041383552043</c:v>
                </c:pt>
                <c:pt idx="613">
                  <c:v>-0.51031580573422342</c:v>
                </c:pt>
                <c:pt idx="614">
                  <c:v>-0.40462284578688329</c:v>
                </c:pt>
                <c:pt idx="615">
                  <c:v>-0.24968082569619229</c:v>
                </c:pt>
                <c:pt idx="616">
                  <c:v>-0.26592226628933929</c:v>
                </c:pt>
                <c:pt idx="617">
                  <c:v>-0.2886785832160248</c:v>
                </c:pt>
                <c:pt idx="618">
                  <c:v>-0.29053132491131262</c:v>
                </c:pt>
                <c:pt idx="619">
                  <c:v>-0.2164998605509296</c:v>
                </c:pt>
                <c:pt idx="620">
                  <c:v>-0.19730335870667631</c:v>
                </c:pt>
                <c:pt idx="621">
                  <c:v>3.6712363280699913E-2</c:v>
                </c:pt>
                <c:pt idx="622">
                  <c:v>0.1170347699656837</c:v>
                </c:pt>
                <c:pt idx="623">
                  <c:v>0.12444011553393999</c:v>
                </c:pt>
                <c:pt idx="624">
                  <c:v>0.1973082651475892</c:v>
                </c:pt>
                <c:pt idx="625">
                  <c:v>-3.5024778440423949E-3</c:v>
                </c:pt>
                <c:pt idx="626">
                  <c:v>2.7462932658479561E-2</c:v>
                </c:pt>
                <c:pt idx="627">
                  <c:v>1.1383298690017181E-2</c:v>
                </c:pt>
                <c:pt idx="628">
                  <c:v>6.332649355112091E-2</c:v>
                </c:pt>
                <c:pt idx="629">
                  <c:v>9.9081192515883321E-2</c:v>
                </c:pt>
                <c:pt idx="630">
                  <c:v>0.20313628957395341</c:v>
                </c:pt>
                <c:pt idx="631">
                  <c:v>0.1423136090028464</c:v>
                </c:pt>
                <c:pt idx="632">
                  <c:v>3.57343579023515E-2</c:v>
                </c:pt>
                <c:pt idx="633">
                  <c:v>-0.14873465380171411</c:v>
                </c:pt>
                <c:pt idx="634">
                  <c:v>-0.24298060741169769</c:v>
                </c:pt>
                <c:pt idx="635">
                  <c:v>-0.3884225904451179</c:v>
                </c:pt>
                <c:pt idx="636">
                  <c:v>-0.45939638203621119</c:v>
                </c:pt>
                <c:pt idx="637">
                  <c:v>-0.54529521820259841</c:v>
                </c:pt>
                <c:pt idx="638">
                  <c:v>-0.4858640873957662</c:v>
                </c:pt>
                <c:pt idx="639">
                  <c:v>-0.42984621761929898</c:v>
                </c:pt>
                <c:pt idx="640">
                  <c:v>-0.38266324846570859</c:v>
                </c:pt>
                <c:pt idx="641">
                  <c:v>-0.48785754196116299</c:v>
                </c:pt>
                <c:pt idx="642">
                  <c:v>-0.55249029112814041</c:v>
                </c:pt>
                <c:pt idx="643">
                  <c:v>-0.58499592555034041</c:v>
                </c:pt>
                <c:pt idx="644">
                  <c:v>-0.65914881427218708</c:v>
                </c:pt>
                <c:pt idx="645">
                  <c:v>-0.62048379272852838</c:v>
                </c:pt>
                <c:pt idx="646">
                  <c:v>-0.53191949860263221</c:v>
                </c:pt>
                <c:pt idx="647">
                  <c:v>-0.62606670185789692</c:v>
                </c:pt>
                <c:pt idx="648">
                  <c:v>-0.61453635412617935</c:v>
                </c:pt>
                <c:pt idx="649">
                  <c:v>-0.54056788205147965</c:v>
                </c:pt>
                <c:pt idx="650">
                  <c:v>-0.47299550374280153</c:v>
                </c:pt>
                <c:pt idx="651">
                  <c:v>-0.4350139367530339</c:v>
                </c:pt>
                <c:pt idx="652">
                  <c:v>-0.466750169618601</c:v>
                </c:pt>
                <c:pt idx="653">
                  <c:v>-0.45599070441929362</c:v>
                </c:pt>
                <c:pt idx="654">
                  <c:v>-0.51068777337745441</c:v>
                </c:pt>
                <c:pt idx="655">
                  <c:v>-0.51211516688487413</c:v>
                </c:pt>
                <c:pt idx="656">
                  <c:v>-0.48547671591839259</c:v>
                </c:pt>
                <c:pt idx="657">
                  <c:v>-0.39420478084938909</c:v>
                </c:pt>
                <c:pt idx="658">
                  <c:v>-0.3405720225654047</c:v>
                </c:pt>
                <c:pt idx="659">
                  <c:v>-0.38321835896753942</c:v>
                </c:pt>
                <c:pt idx="660">
                  <c:v>-0.38264209736711952</c:v>
                </c:pt>
                <c:pt idx="661">
                  <c:v>-0.32876217790462992</c:v>
                </c:pt>
                <c:pt idx="662">
                  <c:v>-0.37176195694419228</c:v>
                </c:pt>
                <c:pt idx="663">
                  <c:v>-0.39317236608224898</c:v>
                </c:pt>
                <c:pt idx="664">
                  <c:v>-0.47100047197353412</c:v>
                </c:pt>
                <c:pt idx="665">
                  <c:v>-0.48561432564514079</c:v>
                </c:pt>
                <c:pt idx="666">
                  <c:v>-0.58430203443227946</c:v>
                </c:pt>
                <c:pt idx="667">
                  <c:v>-0.40714185077654119</c:v>
                </c:pt>
                <c:pt idx="668">
                  <c:v>-0.36310052254463948</c:v>
                </c:pt>
                <c:pt idx="669">
                  <c:v>-0.50356755051256419</c:v>
                </c:pt>
                <c:pt idx="670">
                  <c:v>-0.50505306773072334</c:v>
                </c:pt>
                <c:pt idx="671">
                  <c:v>-0.40581634796028271</c:v>
                </c:pt>
                <c:pt idx="672">
                  <c:v>-0.18092683251978159</c:v>
                </c:pt>
                <c:pt idx="673">
                  <c:v>-0.1298261119120753</c:v>
                </c:pt>
                <c:pt idx="674">
                  <c:v>-3.3654557477435967E-2</c:v>
                </c:pt>
                <c:pt idx="675">
                  <c:v>0.1146044908564243</c:v>
                </c:pt>
                <c:pt idx="676">
                  <c:v>0.13074614141519481</c:v>
                </c:pt>
                <c:pt idx="677">
                  <c:v>3.2969703190100473E-2</c:v>
                </c:pt>
                <c:pt idx="678">
                  <c:v>8.7393160031113745E-3</c:v>
                </c:pt>
                <c:pt idx="679">
                  <c:v>0.1562361773792513</c:v>
                </c:pt>
                <c:pt idx="680">
                  <c:v>9.6761053802375527E-2</c:v>
                </c:pt>
                <c:pt idx="681">
                  <c:v>7.089158399845516E-3</c:v>
                </c:pt>
                <c:pt idx="682">
                  <c:v>0.1283907054700445</c:v>
                </c:pt>
                <c:pt idx="683">
                  <c:v>8.6195779328903988E-2</c:v>
                </c:pt>
                <c:pt idx="684">
                  <c:v>0.1557611367913225</c:v>
                </c:pt>
                <c:pt idx="685">
                  <c:v>0.1076355028080804</c:v>
                </c:pt>
                <c:pt idx="686">
                  <c:v>0.13753733504534141</c:v>
                </c:pt>
                <c:pt idx="687">
                  <c:v>7.6171317032681971E-2</c:v>
                </c:pt>
                <c:pt idx="688">
                  <c:v>9.8222956113067708E-2</c:v>
                </c:pt>
                <c:pt idx="689">
                  <c:v>0.17632050723614209</c:v>
                </c:pt>
                <c:pt idx="690">
                  <c:v>0.14708001313093511</c:v>
                </c:pt>
                <c:pt idx="691">
                  <c:v>7.083408926909239E-2</c:v>
                </c:pt>
                <c:pt idx="692">
                  <c:v>-0.15728299186093581</c:v>
                </c:pt>
                <c:pt idx="693">
                  <c:v>-0.23456702814571481</c:v>
                </c:pt>
                <c:pt idx="694">
                  <c:v>-0.27855858486112511</c:v>
                </c:pt>
                <c:pt idx="695">
                  <c:v>-0.44017672412066711</c:v>
                </c:pt>
                <c:pt idx="696">
                  <c:v>-0.39595103161799489</c:v>
                </c:pt>
                <c:pt idx="697">
                  <c:v>-0.35744270718253562</c:v>
                </c:pt>
                <c:pt idx="698">
                  <c:v>-0.44953569231297041</c:v>
                </c:pt>
                <c:pt idx="699">
                  <c:v>-0.63411088369792756</c:v>
                </c:pt>
                <c:pt idx="700">
                  <c:v>-0.61878134656704242</c:v>
                </c:pt>
                <c:pt idx="701">
                  <c:v>-0.59965757869296021</c:v>
                </c:pt>
                <c:pt idx="702">
                  <c:v>-0.57966803232912156</c:v>
                </c:pt>
                <c:pt idx="703">
                  <c:v>-0.52577430624971777</c:v>
                </c:pt>
                <c:pt idx="704">
                  <c:v>-0.63486007988271342</c:v>
                </c:pt>
                <c:pt idx="705">
                  <c:v>-0.47152705636116582</c:v>
                </c:pt>
                <c:pt idx="706">
                  <c:v>-0.47493332824707069</c:v>
                </c:pt>
                <c:pt idx="707">
                  <c:v>-0.46217310345888812</c:v>
                </c:pt>
                <c:pt idx="708">
                  <c:v>-0.52515450214774162</c:v>
                </c:pt>
                <c:pt idx="709">
                  <c:v>-0.39977050107860718</c:v>
                </c:pt>
                <c:pt idx="710">
                  <c:v>-0.37616799294537168</c:v>
                </c:pt>
                <c:pt idx="711">
                  <c:v>-0.36346220600232659</c:v>
                </c:pt>
                <c:pt idx="712">
                  <c:v>-0.3507993153884732</c:v>
                </c:pt>
                <c:pt idx="713">
                  <c:v>-0.32606588451188567</c:v>
                </c:pt>
                <c:pt idx="714">
                  <c:v>-0.30103139409849677</c:v>
                </c:pt>
                <c:pt idx="715">
                  <c:v>-0.27649590756881459</c:v>
                </c:pt>
                <c:pt idx="716">
                  <c:v>-0.4345482575383916</c:v>
                </c:pt>
                <c:pt idx="717">
                  <c:v>-0.52607237007976071</c:v>
                </c:pt>
                <c:pt idx="718">
                  <c:v>-0.45728722765967111</c:v>
                </c:pt>
                <c:pt idx="719">
                  <c:v>-0.39422578250012918</c:v>
                </c:pt>
                <c:pt idx="720">
                  <c:v>-0.33989639267647348</c:v>
                </c:pt>
                <c:pt idx="721">
                  <c:v>-0.26350283368352972</c:v>
                </c:pt>
                <c:pt idx="722">
                  <c:v>-0.31058450523232861</c:v>
                </c:pt>
                <c:pt idx="723">
                  <c:v>-0.38872904450972651</c:v>
                </c:pt>
                <c:pt idx="724">
                  <c:v>-0.36024215158999101</c:v>
                </c:pt>
                <c:pt idx="725">
                  <c:v>-0.22186584405195811</c:v>
                </c:pt>
                <c:pt idx="726">
                  <c:v>-8.349870563767349E-2</c:v>
                </c:pt>
                <c:pt idx="727">
                  <c:v>9.8110139233210672E-2</c:v>
                </c:pt>
                <c:pt idx="728">
                  <c:v>0.2065065843034124</c:v>
                </c:pt>
                <c:pt idx="729">
                  <c:v>6.0353254750530112E-2</c:v>
                </c:pt>
                <c:pt idx="730">
                  <c:v>8.8764265869307482E-2</c:v>
                </c:pt>
                <c:pt idx="731">
                  <c:v>0.1869252530124545</c:v>
                </c:pt>
                <c:pt idx="732">
                  <c:v>0.21820623433548389</c:v>
                </c:pt>
                <c:pt idx="733">
                  <c:v>0.22392841020074311</c:v>
                </c:pt>
                <c:pt idx="734">
                  <c:v>0.32847432529088028</c:v>
                </c:pt>
                <c:pt idx="735">
                  <c:v>0.41336979860527961</c:v>
                </c:pt>
                <c:pt idx="736">
                  <c:v>0.57994931929598525</c:v>
                </c:pt>
                <c:pt idx="737">
                  <c:v>0.71949009591110913</c:v>
                </c:pt>
                <c:pt idx="738">
                  <c:v>0.76022308349341439</c:v>
                </c:pt>
                <c:pt idx="739">
                  <c:v>0.6465297731577947</c:v>
                </c:pt>
                <c:pt idx="740">
                  <c:v>0.47413396682419062</c:v>
                </c:pt>
                <c:pt idx="741">
                  <c:v>0.39543419847166178</c:v>
                </c:pt>
                <c:pt idx="742">
                  <c:v>0.39171899550150041</c:v>
                </c:pt>
                <c:pt idx="743">
                  <c:v>0.4762589882153751</c:v>
                </c:pt>
                <c:pt idx="744">
                  <c:v>0.48248935943055599</c:v>
                </c:pt>
                <c:pt idx="745">
                  <c:v>0.30594673483251561</c:v>
                </c:pt>
                <c:pt idx="746">
                  <c:v>0.28333805613873081</c:v>
                </c:pt>
                <c:pt idx="747">
                  <c:v>-3.2794947444209667E-2</c:v>
                </c:pt>
                <c:pt idx="748">
                  <c:v>-0.18156127905651029</c:v>
                </c:pt>
                <c:pt idx="749">
                  <c:v>-0.20289500822223919</c:v>
                </c:pt>
                <c:pt idx="750">
                  <c:v>-0.2429548844399784</c:v>
                </c:pt>
                <c:pt idx="751">
                  <c:v>-0.34630240230334419</c:v>
                </c:pt>
                <c:pt idx="752">
                  <c:v>-0.35570382009575191</c:v>
                </c:pt>
                <c:pt idx="753">
                  <c:v>-0.32316330774856872</c:v>
                </c:pt>
                <c:pt idx="754">
                  <c:v>-0.38371852770951759</c:v>
                </c:pt>
                <c:pt idx="755">
                  <c:v>-0.50586633378006229</c:v>
                </c:pt>
                <c:pt idx="756">
                  <c:v>-0.63747261272255518</c:v>
                </c:pt>
                <c:pt idx="757">
                  <c:v>-0.57310015282533511</c:v>
                </c:pt>
                <c:pt idx="758">
                  <c:v>-0.54181911788049486</c:v>
                </c:pt>
                <c:pt idx="759">
                  <c:v>-0.45735809227527202</c:v>
                </c:pt>
                <c:pt idx="760">
                  <c:v>-0.33882584964229129</c:v>
                </c:pt>
                <c:pt idx="761">
                  <c:v>-0.24457781323744721</c:v>
                </c:pt>
                <c:pt idx="762">
                  <c:v>-0.33625229242224552</c:v>
                </c:pt>
                <c:pt idx="763">
                  <c:v>-0.33020183020015009</c:v>
                </c:pt>
                <c:pt idx="764">
                  <c:v>-0.18895608274147579</c:v>
                </c:pt>
                <c:pt idx="765">
                  <c:v>-0.12562834425014061</c:v>
                </c:pt>
                <c:pt idx="766">
                  <c:v>-0.24677963045851689</c:v>
                </c:pt>
                <c:pt idx="767">
                  <c:v>-0.1919516062722178</c:v>
                </c:pt>
                <c:pt idx="768">
                  <c:v>-9.3141534621560509E-2</c:v>
                </c:pt>
                <c:pt idx="769">
                  <c:v>3.9136356641369413E-2</c:v>
                </c:pt>
                <c:pt idx="770">
                  <c:v>0.16398581497560141</c:v>
                </c:pt>
                <c:pt idx="771">
                  <c:v>9.9700831233352008E-2</c:v>
                </c:pt>
                <c:pt idx="772">
                  <c:v>0.38998657855472602</c:v>
                </c:pt>
                <c:pt idx="773">
                  <c:v>0.48638406575533732</c:v>
                </c:pt>
                <c:pt idx="774">
                  <c:v>0.57912953968435588</c:v>
                </c:pt>
                <c:pt idx="775">
                  <c:v>0.71500816439268455</c:v>
                </c:pt>
                <c:pt idx="776">
                  <c:v>0.71731892224178306</c:v>
                </c:pt>
                <c:pt idx="777">
                  <c:v>0.72552374465338054</c:v>
                </c:pt>
                <c:pt idx="778">
                  <c:v>0.64942467732357245</c:v>
                </c:pt>
                <c:pt idx="779">
                  <c:v>0.8270154608892154</c:v>
                </c:pt>
                <c:pt idx="780">
                  <c:v>0.85371171124845446</c:v>
                </c:pt>
                <c:pt idx="781">
                  <c:v>0.90256561049593709</c:v>
                </c:pt>
                <c:pt idx="782">
                  <c:v>0.9180483039172791</c:v>
                </c:pt>
                <c:pt idx="783">
                  <c:v>0.81284497880688067</c:v>
                </c:pt>
                <c:pt idx="784">
                  <c:v>0.68975990494033101</c:v>
                </c:pt>
                <c:pt idx="785">
                  <c:v>0.6217577718531021</c:v>
                </c:pt>
                <c:pt idx="786">
                  <c:v>0.75468425806746176</c:v>
                </c:pt>
                <c:pt idx="787">
                  <c:v>0.7561208270249935</c:v>
                </c:pt>
                <c:pt idx="788">
                  <c:v>0.58742772989889458</c:v>
                </c:pt>
                <c:pt idx="789">
                  <c:v>0.43786257068977352</c:v>
                </c:pt>
                <c:pt idx="790">
                  <c:v>0.30651480590965657</c:v>
                </c:pt>
                <c:pt idx="791">
                  <c:v>0.34920388039748762</c:v>
                </c:pt>
                <c:pt idx="792">
                  <c:v>9.4711095037566986E-2</c:v>
                </c:pt>
                <c:pt idx="793">
                  <c:v>-0.1315268017961545</c:v>
                </c:pt>
                <c:pt idx="794">
                  <c:v>-0.13055038111213951</c:v>
                </c:pt>
                <c:pt idx="795">
                  <c:v>-2.560781258991655E-2</c:v>
                </c:pt>
                <c:pt idx="796">
                  <c:v>7.5222103172396748E-2</c:v>
                </c:pt>
                <c:pt idx="797">
                  <c:v>-0.14216037634779399</c:v>
                </c:pt>
                <c:pt idx="798">
                  <c:v>-0.2206646115944062</c:v>
                </c:pt>
                <c:pt idx="799">
                  <c:v>-0.51923419221347611</c:v>
                </c:pt>
                <c:pt idx="800">
                  <c:v>-0.54210789122583725</c:v>
                </c:pt>
                <c:pt idx="801">
                  <c:v>-0.60155884682210248</c:v>
                </c:pt>
                <c:pt idx="802">
                  <c:v>-0.59038041492646731</c:v>
                </c:pt>
                <c:pt idx="803">
                  <c:v>-0.46219131515114542</c:v>
                </c:pt>
                <c:pt idx="804">
                  <c:v>-0.38456184985181041</c:v>
                </c:pt>
                <c:pt idx="805">
                  <c:v>-0.42178759630006663</c:v>
                </c:pt>
                <c:pt idx="806">
                  <c:v>-0.57306565394860953</c:v>
                </c:pt>
                <c:pt idx="807">
                  <c:v>-0.68131621612742743</c:v>
                </c:pt>
                <c:pt idx="808">
                  <c:v>-0.6453021365999847</c:v>
                </c:pt>
                <c:pt idx="809">
                  <c:v>-0.60106630466987221</c:v>
                </c:pt>
                <c:pt idx="810">
                  <c:v>-0.64526694146108909</c:v>
                </c:pt>
                <c:pt idx="811">
                  <c:v>-0.54579284684558271</c:v>
                </c:pt>
                <c:pt idx="812">
                  <c:v>-0.44628130736593152</c:v>
                </c:pt>
                <c:pt idx="813">
                  <c:v>-0.33453665092323709</c:v>
                </c:pt>
                <c:pt idx="814">
                  <c:v>-0.39443436146087169</c:v>
                </c:pt>
                <c:pt idx="815">
                  <c:v>-0.45346023296879068</c:v>
                </c:pt>
                <c:pt idx="816">
                  <c:v>-0.52715503554366194</c:v>
                </c:pt>
                <c:pt idx="817">
                  <c:v>-0.47396336969773739</c:v>
                </c:pt>
                <c:pt idx="818">
                  <c:v>-0.45890483698236001</c:v>
                </c:pt>
                <c:pt idx="819">
                  <c:v>-0.31218070556930289</c:v>
                </c:pt>
                <c:pt idx="820">
                  <c:v>-0.39063059450146381</c:v>
                </c:pt>
                <c:pt idx="821">
                  <c:v>-0.40051448082960311</c:v>
                </c:pt>
                <c:pt idx="822">
                  <c:v>-0.46040825501960958</c:v>
                </c:pt>
                <c:pt idx="823">
                  <c:v>-0.63756133735072484</c:v>
                </c:pt>
                <c:pt idx="824">
                  <c:v>-0.70159935832094833</c:v>
                </c:pt>
                <c:pt idx="825">
                  <c:v>-0.58840887031443367</c:v>
                </c:pt>
                <c:pt idx="826">
                  <c:v>-0.431659550645489</c:v>
                </c:pt>
                <c:pt idx="827">
                  <c:v>-0.35863601633267123</c:v>
                </c:pt>
                <c:pt idx="828">
                  <c:v>-0.28319319806233861</c:v>
                </c:pt>
                <c:pt idx="829">
                  <c:v>5.4977924768525059E-3</c:v>
                </c:pt>
                <c:pt idx="830">
                  <c:v>0.13153902792432251</c:v>
                </c:pt>
                <c:pt idx="831">
                  <c:v>3.61726152857117E-3</c:v>
                </c:pt>
                <c:pt idx="832">
                  <c:v>6.3338525424914457E-2</c:v>
                </c:pt>
                <c:pt idx="833">
                  <c:v>-1.1786514815418909E-2</c:v>
                </c:pt>
                <c:pt idx="834">
                  <c:v>-0.1658501779992366</c:v>
                </c:pt>
                <c:pt idx="835">
                  <c:v>-0.32530305151147548</c:v>
                </c:pt>
                <c:pt idx="836">
                  <c:v>-0.30124047675318688</c:v>
                </c:pt>
                <c:pt idx="837">
                  <c:v>-0.32771096005400741</c:v>
                </c:pt>
                <c:pt idx="838">
                  <c:v>-0.34313196920321648</c:v>
                </c:pt>
                <c:pt idx="839">
                  <c:v>-0.35743769550748589</c:v>
                </c:pt>
                <c:pt idx="840">
                  <c:v>-0.29319857922960679</c:v>
                </c:pt>
                <c:pt idx="841">
                  <c:v>-0.28075624735668908</c:v>
                </c:pt>
                <c:pt idx="842">
                  <c:v>-7.7295424340999189E-2</c:v>
                </c:pt>
                <c:pt idx="843">
                  <c:v>3.9029794942738727E-2</c:v>
                </c:pt>
                <c:pt idx="844">
                  <c:v>7.4526312350750343E-2</c:v>
                </c:pt>
                <c:pt idx="845">
                  <c:v>-6.0621500684321039E-2</c:v>
                </c:pt>
                <c:pt idx="846">
                  <c:v>-0.17950019098874831</c:v>
                </c:pt>
                <c:pt idx="847">
                  <c:v>-0.1231448275880089</c:v>
                </c:pt>
                <c:pt idx="848">
                  <c:v>-0.1853138499234579</c:v>
                </c:pt>
                <c:pt idx="849">
                  <c:v>-0.32770790294256152</c:v>
                </c:pt>
                <c:pt idx="850">
                  <c:v>-0.38606054232766879</c:v>
                </c:pt>
                <c:pt idx="851">
                  <c:v>-0.22876457602835201</c:v>
                </c:pt>
                <c:pt idx="852">
                  <c:v>-0.39956066356821401</c:v>
                </c:pt>
                <c:pt idx="853">
                  <c:v>-0.30345382531282872</c:v>
                </c:pt>
                <c:pt idx="854">
                  <c:v>-0.242967839881509</c:v>
                </c:pt>
                <c:pt idx="855">
                  <c:v>-0.26577336421739922</c:v>
                </c:pt>
                <c:pt idx="856">
                  <c:v>-0.22853262528955021</c:v>
                </c:pt>
                <c:pt idx="857">
                  <c:v>-0.13795857152774171</c:v>
                </c:pt>
                <c:pt idx="858">
                  <c:v>-9.9441990459395811E-3</c:v>
                </c:pt>
                <c:pt idx="859">
                  <c:v>-1.0220279138943701E-2</c:v>
                </c:pt>
                <c:pt idx="860">
                  <c:v>8.0811145908469648E-2</c:v>
                </c:pt>
                <c:pt idx="861">
                  <c:v>9.6491876845362493E-2</c:v>
                </c:pt>
                <c:pt idx="862">
                  <c:v>1.00876981556327E-2</c:v>
                </c:pt>
                <c:pt idx="863">
                  <c:v>0.21682295861139711</c:v>
                </c:pt>
                <c:pt idx="864">
                  <c:v>0.48801478071661869</c:v>
                </c:pt>
                <c:pt idx="865">
                  <c:v>0.70316167153070719</c:v>
                </c:pt>
                <c:pt idx="866">
                  <c:v>0.64175237061369861</c:v>
                </c:pt>
                <c:pt idx="867">
                  <c:v>0.5352530039272122</c:v>
                </c:pt>
                <c:pt idx="868">
                  <c:v>0.52234255270129959</c:v>
                </c:pt>
                <c:pt idx="869">
                  <c:v>0.37566211972428659</c:v>
                </c:pt>
                <c:pt idx="870">
                  <c:v>0.22669627938790771</c:v>
                </c:pt>
                <c:pt idx="871">
                  <c:v>-5.029946733919282E-2</c:v>
                </c:pt>
                <c:pt idx="872">
                  <c:v>-9.7801134437718915E-2</c:v>
                </c:pt>
                <c:pt idx="873">
                  <c:v>-0.1178010138864158</c:v>
                </c:pt>
                <c:pt idx="874">
                  <c:v>6.5287556658243845E-2</c:v>
                </c:pt>
                <c:pt idx="875">
                  <c:v>0.19356108239498279</c:v>
                </c:pt>
                <c:pt idx="876">
                  <c:v>-1.1675984611528439E-2</c:v>
                </c:pt>
                <c:pt idx="877">
                  <c:v>0.25480116452582863</c:v>
                </c:pt>
                <c:pt idx="878">
                  <c:v>0.47462027938024459</c:v>
                </c:pt>
                <c:pt idx="879">
                  <c:v>0.2968858897886113</c:v>
                </c:pt>
                <c:pt idx="880">
                  <c:v>0.27753223756266387</c:v>
                </c:pt>
                <c:pt idx="881">
                  <c:v>0.26255802825970509</c:v>
                </c:pt>
                <c:pt idx="882">
                  <c:v>0.39158448168490118</c:v>
                </c:pt>
                <c:pt idx="883">
                  <c:v>0.58536170345049232</c:v>
                </c:pt>
                <c:pt idx="884">
                  <c:v>0.1198592867717065</c:v>
                </c:pt>
                <c:pt idx="885">
                  <c:v>8.069066005047984E-2</c:v>
                </c:pt>
                <c:pt idx="886">
                  <c:v>0.29624905393576723</c:v>
                </c:pt>
                <c:pt idx="887">
                  <c:v>0.36312382453879749</c:v>
                </c:pt>
                <c:pt idx="888">
                  <c:v>0.46344914341460819</c:v>
                </c:pt>
                <c:pt idx="889">
                  <c:v>0.40560847927306298</c:v>
                </c:pt>
                <c:pt idx="890">
                  <c:v>0.51166229531108998</c:v>
                </c:pt>
                <c:pt idx="891">
                  <c:v>0.58673248807779943</c:v>
                </c:pt>
                <c:pt idx="892">
                  <c:v>0.6789652786036332</c:v>
                </c:pt>
                <c:pt idx="893">
                  <c:v>0.62327344735471812</c:v>
                </c:pt>
                <c:pt idx="894">
                  <c:v>0.46472393098848719</c:v>
                </c:pt>
                <c:pt idx="895">
                  <c:v>0.34593123185249519</c:v>
                </c:pt>
                <c:pt idx="896">
                  <c:v>0.42818243396502348</c:v>
                </c:pt>
                <c:pt idx="897">
                  <c:v>0.1495477684542984</c:v>
                </c:pt>
                <c:pt idx="898">
                  <c:v>-0.1123017646414825</c:v>
                </c:pt>
                <c:pt idx="899">
                  <c:v>8.8403470857608399E-2</c:v>
                </c:pt>
                <c:pt idx="900">
                  <c:v>5.1464402796624183E-2</c:v>
                </c:pt>
                <c:pt idx="901">
                  <c:v>-0.1161469523325401</c:v>
                </c:pt>
                <c:pt idx="902">
                  <c:v>-0.27230606705785898</c:v>
                </c:pt>
                <c:pt idx="903">
                  <c:v>-0.76386114208027112</c:v>
                </c:pt>
                <c:pt idx="904">
                  <c:v>-0.58069983694217386</c:v>
                </c:pt>
                <c:pt idx="905">
                  <c:v>-0.7924287928288859</c:v>
                </c:pt>
                <c:pt idx="906">
                  <c:v>-0.87458099571660408</c:v>
                </c:pt>
                <c:pt idx="907">
                  <c:v>-0.81884515473908337</c:v>
                </c:pt>
                <c:pt idx="908">
                  <c:v>-0.96988408684983618</c:v>
                </c:pt>
                <c:pt idx="909">
                  <c:v>-0.84836684476098856</c:v>
                </c:pt>
                <c:pt idx="910">
                  <c:v>-0.86897766667480181</c:v>
                </c:pt>
                <c:pt idx="911">
                  <c:v>-0.92177740817146747</c:v>
                </c:pt>
                <c:pt idx="912">
                  <c:v>-0.97075698895472706</c:v>
                </c:pt>
                <c:pt idx="913">
                  <c:v>-0.81185928270578989</c:v>
                </c:pt>
                <c:pt idx="914">
                  <c:v>-0.61915159388599172</c:v>
                </c:pt>
                <c:pt idx="915">
                  <c:v>-0.32480330697222931</c:v>
                </c:pt>
                <c:pt idx="916">
                  <c:v>6.5599050513108284E-2</c:v>
                </c:pt>
                <c:pt idx="917">
                  <c:v>-5.9136147651247993E-2</c:v>
                </c:pt>
                <c:pt idx="918">
                  <c:v>-0.17590610604754101</c:v>
                </c:pt>
                <c:pt idx="919">
                  <c:v>-0.13652110007963991</c:v>
                </c:pt>
                <c:pt idx="920">
                  <c:v>0.26575583545768289</c:v>
                </c:pt>
                <c:pt idx="921">
                  <c:v>0.38386045139088337</c:v>
                </c:pt>
                <c:pt idx="922">
                  <c:v>0.25010753969837451</c:v>
                </c:pt>
                <c:pt idx="923">
                  <c:v>0.40894588650148539</c:v>
                </c:pt>
                <c:pt idx="924">
                  <c:v>0.39567778000007992</c:v>
                </c:pt>
                <c:pt idx="925">
                  <c:v>0.55166001078815408</c:v>
                </c:pt>
                <c:pt idx="926">
                  <c:v>0.57232217036815625</c:v>
                </c:pt>
                <c:pt idx="927">
                  <c:v>0.59791903324369</c:v>
                </c:pt>
                <c:pt idx="928">
                  <c:v>0.72030942980980461</c:v>
                </c:pt>
                <c:pt idx="929">
                  <c:v>0.71761686751247444</c:v>
                </c:pt>
                <c:pt idx="930">
                  <c:v>0.84829471791209221</c:v>
                </c:pt>
                <c:pt idx="931">
                  <c:v>0.8946224485537918</c:v>
                </c:pt>
                <c:pt idx="932">
                  <c:v>0.78694634236102523</c:v>
                </c:pt>
                <c:pt idx="933">
                  <c:v>0.63504488696053485</c:v>
                </c:pt>
                <c:pt idx="934">
                  <c:v>0.42643230981111729</c:v>
                </c:pt>
                <c:pt idx="935">
                  <c:v>0.20292024489547181</c:v>
                </c:pt>
                <c:pt idx="936">
                  <c:v>-0.27485205790431261</c:v>
                </c:pt>
                <c:pt idx="937">
                  <c:v>-0.15789550345557121</c:v>
                </c:pt>
                <c:pt idx="938">
                  <c:v>-0.18634788978139721</c:v>
                </c:pt>
                <c:pt idx="939">
                  <c:v>-0.22274119358313199</c:v>
                </c:pt>
                <c:pt idx="940">
                  <c:v>-0.69281032457485148</c:v>
                </c:pt>
                <c:pt idx="941">
                  <c:v>-0.38068770763873938</c:v>
                </c:pt>
                <c:pt idx="942">
                  <c:v>-0.26512864760494548</c:v>
                </c:pt>
                <c:pt idx="943">
                  <c:v>-0.43677777329614031</c:v>
                </c:pt>
                <c:pt idx="944">
                  <c:v>-0.28978001471450843</c:v>
                </c:pt>
                <c:pt idx="945">
                  <c:v>-0.35756688706385198</c:v>
                </c:pt>
                <c:pt idx="946">
                  <c:v>-0.24912944880403759</c:v>
                </c:pt>
                <c:pt idx="947">
                  <c:v>-0.30751522884735272</c:v>
                </c:pt>
                <c:pt idx="948">
                  <c:v>-0.27934583864984552</c:v>
                </c:pt>
                <c:pt idx="949">
                  <c:v>-0.32661183720899389</c:v>
                </c:pt>
                <c:pt idx="950">
                  <c:v>-0.46040353705644788</c:v>
                </c:pt>
                <c:pt idx="951">
                  <c:v>-0.39282410643258608</c:v>
                </c:pt>
                <c:pt idx="952">
                  <c:v>-0.26366452734915058</c:v>
                </c:pt>
                <c:pt idx="953">
                  <c:v>-0.21110245367248859</c:v>
                </c:pt>
                <c:pt idx="954">
                  <c:v>-0.24468646643908101</c:v>
                </c:pt>
                <c:pt idx="955">
                  <c:v>-0.31939471767786409</c:v>
                </c:pt>
                <c:pt idx="956">
                  <c:v>-0.24836902855118201</c:v>
                </c:pt>
                <c:pt idx="957">
                  <c:v>-0.19710978231636869</c:v>
                </c:pt>
                <c:pt idx="958">
                  <c:v>0.1651849315479004</c:v>
                </c:pt>
                <c:pt idx="959">
                  <c:v>0.23104798920535671</c:v>
                </c:pt>
                <c:pt idx="960">
                  <c:v>0.35780092232463778</c:v>
                </c:pt>
                <c:pt idx="961">
                  <c:v>5.8536621761856962E-3</c:v>
                </c:pt>
                <c:pt idx="962">
                  <c:v>0.121268881700136</c:v>
                </c:pt>
                <c:pt idx="963">
                  <c:v>0.31933529096226521</c:v>
                </c:pt>
                <c:pt idx="964">
                  <c:v>0.38311665260714761</c:v>
                </c:pt>
                <c:pt idx="965">
                  <c:v>0.60171179721237189</c:v>
                </c:pt>
                <c:pt idx="966">
                  <c:v>0.29129498892599809</c:v>
                </c:pt>
                <c:pt idx="967">
                  <c:v>0.18631192979713329</c:v>
                </c:pt>
                <c:pt idx="968">
                  <c:v>0.17644127147529051</c:v>
                </c:pt>
                <c:pt idx="969">
                  <c:v>0.19944906365809131</c:v>
                </c:pt>
                <c:pt idx="970">
                  <c:v>0.26327281545700087</c:v>
                </c:pt>
                <c:pt idx="971">
                  <c:v>0.41265607053421671</c:v>
                </c:pt>
                <c:pt idx="972">
                  <c:v>0.42740924878398712</c:v>
                </c:pt>
                <c:pt idx="973">
                  <c:v>0.46500970800741342</c:v>
                </c:pt>
                <c:pt idx="974">
                  <c:v>0.55031356165910406</c:v>
                </c:pt>
                <c:pt idx="975">
                  <c:v>0.65226463650839916</c:v>
                </c:pt>
                <c:pt idx="976">
                  <c:v>0.41604910511037319</c:v>
                </c:pt>
                <c:pt idx="977">
                  <c:v>0.33383577175563128</c:v>
                </c:pt>
                <c:pt idx="978">
                  <c:v>7.9944633871669613E-2</c:v>
                </c:pt>
                <c:pt idx="979">
                  <c:v>-0.18412459339728471</c:v>
                </c:pt>
                <c:pt idx="980">
                  <c:v>-0.28311578605411819</c:v>
                </c:pt>
                <c:pt idx="981">
                  <c:v>-0.26039085567142878</c:v>
                </c:pt>
                <c:pt idx="982">
                  <c:v>-0.1819560763628105</c:v>
                </c:pt>
                <c:pt idx="983">
                  <c:v>-0.31687973864926822</c:v>
                </c:pt>
                <c:pt idx="984">
                  <c:v>-0.47832769246245183</c:v>
                </c:pt>
                <c:pt idx="985">
                  <c:v>-0.59171361089665575</c:v>
                </c:pt>
                <c:pt idx="986">
                  <c:v>-0.31038497566804357</c:v>
                </c:pt>
                <c:pt idx="987">
                  <c:v>-0.3055524115893522</c:v>
                </c:pt>
                <c:pt idx="988">
                  <c:v>-0.45742746946239959</c:v>
                </c:pt>
                <c:pt idx="989">
                  <c:v>-0.5320368960958638</c:v>
                </c:pt>
                <c:pt idx="990">
                  <c:v>-0.60258748781497229</c:v>
                </c:pt>
                <c:pt idx="991">
                  <c:v>-0.82498922008468245</c:v>
                </c:pt>
                <c:pt idx="992">
                  <c:v>-0.97845580571813062</c:v>
                </c:pt>
                <c:pt idx="993">
                  <c:v>-0.94365186972323911</c:v>
                </c:pt>
                <c:pt idx="994">
                  <c:v>-0.88175978069204997</c:v>
                </c:pt>
                <c:pt idx="995">
                  <c:v>-0.94645615619498391</c:v>
                </c:pt>
                <c:pt idx="996">
                  <c:v>-0.59212695919967795</c:v>
                </c:pt>
                <c:pt idx="997">
                  <c:v>-0.602600498542046</c:v>
                </c:pt>
                <c:pt idx="998">
                  <c:v>-0.84417953478352692</c:v>
                </c:pt>
                <c:pt idx="999">
                  <c:v>-0.52069318836705503</c:v>
                </c:pt>
                <c:pt idx="1000">
                  <c:v>-0.5335143510150484</c:v>
                </c:pt>
                <c:pt idx="1001">
                  <c:v>-0.69620212068710918</c:v>
                </c:pt>
                <c:pt idx="1002">
                  <c:v>-1.3330771674877071</c:v>
                </c:pt>
                <c:pt idx="1003">
                  <c:v>-1.262144578921514</c:v>
                </c:pt>
                <c:pt idx="1004">
                  <c:v>-1.361447975879073</c:v>
                </c:pt>
                <c:pt idx="1005">
                  <c:v>-1.3709390648106661</c:v>
                </c:pt>
                <c:pt idx="1006">
                  <c:v>-1.8536916421861931</c:v>
                </c:pt>
                <c:pt idx="1007">
                  <c:v>-1.7277541363833611</c:v>
                </c:pt>
                <c:pt idx="1008">
                  <c:v>-1.5574914147554291</c:v>
                </c:pt>
                <c:pt idx="1009">
                  <c:v>-1.2840942151561141</c:v>
                </c:pt>
                <c:pt idx="1010">
                  <c:v>-1.234145160875499</c:v>
                </c:pt>
                <c:pt idx="1011">
                  <c:v>-1.288806725531517</c:v>
                </c:pt>
                <c:pt idx="1012">
                  <c:v>-1.1242714226954471</c:v>
                </c:pt>
                <c:pt idx="1013">
                  <c:v>-1.3318914782497</c:v>
                </c:pt>
                <c:pt idx="1014">
                  <c:v>-1.3821769021752599</c:v>
                </c:pt>
                <c:pt idx="1015">
                  <c:v>-1.220409207997343</c:v>
                </c:pt>
                <c:pt idx="1016">
                  <c:v>-1.0067734990369901</c:v>
                </c:pt>
                <c:pt idx="1017">
                  <c:v>-0.58355020246986899</c:v>
                </c:pt>
                <c:pt idx="1018">
                  <c:v>-6.8356871274852612E-2</c:v>
                </c:pt>
                <c:pt idx="1019">
                  <c:v>-0.37680745145625599</c:v>
                </c:pt>
                <c:pt idx="1020">
                  <c:v>-0.55722953869319836</c:v>
                </c:pt>
                <c:pt idx="1021">
                  <c:v>-0.35059303341575487</c:v>
                </c:pt>
                <c:pt idx="1022">
                  <c:v>9.5449361106797706E-2</c:v>
                </c:pt>
                <c:pt idx="1023">
                  <c:v>-7.5017804674440705E-2</c:v>
                </c:pt>
                <c:pt idx="1024">
                  <c:v>-0.1219575910791429</c:v>
                </c:pt>
                <c:pt idx="1025">
                  <c:v>-6.5405280400853208E-2</c:v>
                </c:pt>
                <c:pt idx="1026">
                  <c:v>0.4703199351994069</c:v>
                </c:pt>
                <c:pt idx="1027">
                  <c:v>0.86004415910851417</c:v>
                </c:pt>
                <c:pt idx="1028">
                  <c:v>0.73338090904970255</c:v>
                </c:pt>
                <c:pt idx="1029">
                  <c:v>0.66255414530441781</c:v>
                </c:pt>
                <c:pt idx="1030">
                  <c:v>0.78185092319851701</c:v>
                </c:pt>
                <c:pt idx="1031">
                  <c:v>1.275399830061674</c:v>
                </c:pt>
                <c:pt idx="1032">
                  <c:v>1.6029804338628939</c:v>
                </c:pt>
                <c:pt idx="1033">
                  <c:v>1.658726037390198</c:v>
                </c:pt>
                <c:pt idx="1034">
                  <c:v>1.383326978749247</c:v>
                </c:pt>
                <c:pt idx="1035">
                  <c:v>1.1235645694142511</c:v>
                </c:pt>
                <c:pt idx="1036">
                  <c:v>0.75253440312446462</c:v>
                </c:pt>
                <c:pt idx="1037">
                  <c:v>0.32091093690342071</c:v>
                </c:pt>
                <c:pt idx="1038">
                  <c:v>0.1675342833028283</c:v>
                </c:pt>
                <c:pt idx="1039">
                  <c:v>0.32582951531771909</c:v>
                </c:pt>
                <c:pt idx="1040">
                  <c:v>0.71736651342146018</c:v>
                </c:pt>
                <c:pt idx="1041">
                  <c:v>0.88244332684119675</c:v>
                </c:pt>
                <c:pt idx="1042">
                  <c:v>0.87530943885937396</c:v>
                </c:pt>
                <c:pt idx="1043">
                  <c:v>0.92957557574963035</c:v>
                </c:pt>
                <c:pt idx="1044">
                  <c:v>1.11957140728336</c:v>
                </c:pt>
                <c:pt idx="1045">
                  <c:v>0.94619225521987482</c:v>
                </c:pt>
                <c:pt idx="1046">
                  <c:v>0.43019514698206218</c:v>
                </c:pt>
                <c:pt idx="1047">
                  <c:v>1.0651274379268789E-4</c:v>
                </c:pt>
                <c:pt idx="1048">
                  <c:v>0.30325134600496811</c:v>
                </c:pt>
                <c:pt idx="1049">
                  <c:v>0.15641113009359209</c:v>
                </c:pt>
                <c:pt idx="1050">
                  <c:v>0.1055061651327697</c:v>
                </c:pt>
                <c:pt idx="1051">
                  <c:v>-0.34380431153531121</c:v>
                </c:pt>
                <c:pt idx="1052">
                  <c:v>-0.71564777178289118</c:v>
                </c:pt>
                <c:pt idx="1053">
                  <c:v>-0.82989012507124382</c:v>
                </c:pt>
                <c:pt idx="1054">
                  <c:v>-0.71224248856392869</c:v>
                </c:pt>
                <c:pt idx="1055">
                  <c:v>-0.48430479730424508</c:v>
                </c:pt>
                <c:pt idx="1056">
                  <c:v>-0.30926622778109969</c:v>
                </c:pt>
                <c:pt idx="1057">
                  <c:v>-0.21710056414143619</c:v>
                </c:pt>
                <c:pt idx="1058">
                  <c:v>-0.1967973744970708</c:v>
                </c:pt>
                <c:pt idx="1059">
                  <c:v>-0.15676222768168291</c:v>
                </c:pt>
                <c:pt idx="1060">
                  <c:v>-0.41843079629379298</c:v>
                </c:pt>
                <c:pt idx="1061">
                  <c:v>-0.25178996739382797</c:v>
                </c:pt>
                <c:pt idx="1062">
                  <c:v>0.22302389552999499</c:v>
                </c:pt>
                <c:pt idx="1063">
                  <c:v>0.81307015830938656</c:v>
                </c:pt>
                <c:pt idx="1064">
                  <c:v>0.37103812939207531</c:v>
                </c:pt>
                <c:pt idx="1065">
                  <c:v>1.0093923704682579</c:v>
                </c:pt>
                <c:pt idx="1066">
                  <c:v>1.283938893485437</c:v>
                </c:pt>
                <c:pt idx="1067">
                  <c:v>1.473369411867915</c:v>
                </c:pt>
                <c:pt idx="1068">
                  <c:v>2.0403352282145839</c:v>
                </c:pt>
                <c:pt idx="1069">
                  <c:v>2.1791063451694281</c:v>
                </c:pt>
                <c:pt idx="1070">
                  <c:v>2.9006906418202192</c:v>
                </c:pt>
                <c:pt idx="1071">
                  <c:v>2.302092411513867</c:v>
                </c:pt>
                <c:pt idx="1072">
                  <c:v>1.7720722513174949</c:v>
                </c:pt>
                <c:pt idx="1073">
                  <c:v>2.130364673710611</c:v>
                </c:pt>
                <c:pt idx="1074">
                  <c:v>3.0187274998106779</c:v>
                </c:pt>
                <c:pt idx="1075">
                  <c:v>2.676204360424089</c:v>
                </c:pt>
                <c:pt idx="1076">
                  <c:v>2.270881769119681</c:v>
                </c:pt>
                <c:pt idx="1077">
                  <c:v>2.3337895164130642</c:v>
                </c:pt>
                <c:pt idx="1078">
                  <c:v>2.161837053069616</c:v>
                </c:pt>
                <c:pt idx="1079">
                  <c:v>2.1928357708167621</c:v>
                </c:pt>
                <c:pt idx="1080">
                  <c:v>2.1590945114079481</c:v>
                </c:pt>
                <c:pt idx="1081">
                  <c:v>1.9495894961208231</c:v>
                </c:pt>
                <c:pt idx="1082">
                  <c:v>1.4266248570813751</c:v>
                </c:pt>
                <c:pt idx="1083">
                  <c:v>1.197732542131217</c:v>
                </c:pt>
                <c:pt idx="1084">
                  <c:v>1.783267409751645</c:v>
                </c:pt>
                <c:pt idx="1085">
                  <c:v>1.063041872529731</c:v>
                </c:pt>
                <c:pt idx="1086">
                  <c:v>0.8384416263094755</c:v>
                </c:pt>
                <c:pt idx="1087">
                  <c:v>0.72198769451315725</c:v>
                </c:pt>
                <c:pt idx="1088">
                  <c:v>1.9990613101970409E-2</c:v>
                </c:pt>
                <c:pt idx="1089">
                  <c:v>-0.2398405401395387</c:v>
                </c:pt>
                <c:pt idx="1090">
                  <c:v>-0.93324990265443075</c:v>
                </c:pt>
                <c:pt idx="1091">
                  <c:v>-0.12497935860106089</c:v>
                </c:pt>
                <c:pt idx="1092">
                  <c:v>0.38571055352938521</c:v>
                </c:pt>
                <c:pt idx="1093">
                  <c:v>0.33707401018000588</c:v>
                </c:pt>
                <c:pt idx="1094">
                  <c:v>-0.55897043347332387</c:v>
                </c:pt>
                <c:pt idx="1095">
                  <c:v>-0.63987443730629701</c:v>
                </c:pt>
                <c:pt idx="1096">
                  <c:v>-0.62797071255159964</c:v>
                </c:pt>
                <c:pt idx="1097">
                  <c:v>-0.80026892130716687</c:v>
                </c:pt>
                <c:pt idx="1098">
                  <c:v>-0.80917099710252938</c:v>
                </c:pt>
                <c:pt idx="1099">
                  <c:v>-0.54109809950132648</c:v>
                </c:pt>
                <c:pt idx="1100">
                  <c:v>-0.66627765502926195</c:v>
                </c:pt>
                <c:pt idx="1101">
                  <c:v>-0.84722062801556142</c:v>
                </c:pt>
                <c:pt idx="1102">
                  <c:v>-0.81221797372918658</c:v>
                </c:pt>
                <c:pt idx="1103">
                  <c:v>-1.005168780197399</c:v>
                </c:pt>
                <c:pt idx="1104">
                  <c:v>-1.1566573354631371</c:v>
                </c:pt>
                <c:pt idx="1105">
                  <c:v>-0.72897487244315251</c:v>
                </c:pt>
                <c:pt idx="1106">
                  <c:v>-0.49963882488245132</c:v>
                </c:pt>
                <c:pt idx="1107">
                  <c:v>-0.52097608424734732</c:v>
                </c:pt>
                <c:pt idx="1108">
                  <c:v>-0.69590294506087036</c:v>
                </c:pt>
                <c:pt idx="1109">
                  <c:v>-0.82897468957992781</c:v>
                </c:pt>
                <c:pt idx="1110">
                  <c:v>-0.85615238491906487</c:v>
                </c:pt>
                <c:pt idx="1111">
                  <c:v>-0.90101317459073227</c:v>
                </c:pt>
                <c:pt idx="1112">
                  <c:v>-0.95876860861265634</c:v>
                </c:pt>
                <c:pt idx="1113">
                  <c:v>-1.0662841992613321</c:v>
                </c:pt>
                <c:pt idx="1114">
                  <c:v>-0.99489946788979855</c:v>
                </c:pt>
                <c:pt idx="1115">
                  <c:v>-0.69382296477729055</c:v>
                </c:pt>
                <c:pt idx="1116">
                  <c:v>-0.458120253190828</c:v>
                </c:pt>
                <c:pt idx="1117">
                  <c:v>-0.3140866507969699</c:v>
                </c:pt>
                <c:pt idx="1118">
                  <c:v>-0.1134504029848878</c:v>
                </c:pt>
                <c:pt idx="1119">
                  <c:v>-0.54518173210914422</c:v>
                </c:pt>
                <c:pt idx="1120">
                  <c:v>-0.38031715817384448</c:v>
                </c:pt>
                <c:pt idx="1121">
                  <c:v>-0.4422728224921289</c:v>
                </c:pt>
                <c:pt idx="1122">
                  <c:v>-0.35207964650407902</c:v>
                </c:pt>
                <c:pt idx="1123">
                  <c:v>-0.45242876499736462</c:v>
                </c:pt>
                <c:pt idx="1124">
                  <c:v>-0.65356838477327373</c:v>
                </c:pt>
                <c:pt idx="1125">
                  <c:v>-0.9274492073328533</c:v>
                </c:pt>
                <c:pt idx="1126">
                  <c:v>-0.8496529372146796</c:v>
                </c:pt>
                <c:pt idx="1127">
                  <c:v>-0.76199918660364718</c:v>
                </c:pt>
                <c:pt idx="1128">
                  <c:v>-0.74527669767189764</c:v>
                </c:pt>
                <c:pt idx="1129">
                  <c:v>-0.67528718427827428</c:v>
                </c:pt>
                <c:pt idx="1130">
                  <c:v>-0.71002032237229329</c:v>
                </c:pt>
                <c:pt idx="1131">
                  <c:v>-0.70202504548080358</c:v>
                </c:pt>
                <c:pt idx="1132">
                  <c:v>-0.63717088143908229</c:v>
                </c:pt>
                <c:pt idx="1133">
                  <c:v>-0.57973654135580432</c:v>
                </c:pt>
                <c:pt idx="1134">
                  <c:v>-0.31853731779429773</c:v>
                </c:pt>
                <c:pt idx="1135">
                  <c:v>-0.175155544312184</c:v>
                </c:pt>
                <c:pt idx="1136">
                  <c:v>-2.0969232020006171E-2</c:v>
                </c:pt>
                <c:pt idx="1137">
                  <c:v>-0.1289093944506097</c:v>
                </c:pt>
                <c:pt idx="1138">
                  <c:v>-0.30589453041330361</c:v>
                </c:pt>
                <c:pt idx="1139">
                  <c:v>-0.33014084190742837</c:v>
                </c:pt>
                <c:pt idx="1140">
                  <c:v>-0.4245865810595395</c:v>
                </c:pt>
                <c:pt idx="1141">
                  <c:v>-0.31671934037839111</c:v>
                </c:pt>
                <c:pt idx="1142">
                  <c:v>-0.433304329231811</c:v>
                </c:pt>
                <c:pt idx="1143">
                  <c:v>-0.43290585985113178</c:v>
                </c:pt>
                <c:pt idx="1144">
                  <c:v>-0.1844228501192664</c:v>
                </c:pt>
                <c:pt idx="1145">
                  <c:v>-7.4034996698528144E-2</c:v>
                </c:pt>
                <c:pt idx="1146">
                  <c:v>8.9976993479904774E-2</c:v>
                </c:pt>
                <c:pt idx="1147">
                  <c:v>-6.9536707063693011E-3</c:v>
                </c:pt>
                <c:pt idx="1148">
                  <c:v>0.1041782023491645</c:v>
                </c:pt>
                <c:pt idx="1149">
                  <c:v>0.2475874281977809</c:v>
                </c:pt>
                <c:pt idx="1150">
                  <c:v>0.1025024307594542</c:v>
                </c:pt>
                <c:pt idx="1151">
                  <c:v>-4.2306947407601402E-2</c:v>
                </c:pt>
                <c:pt idx="1152">
                  <c:v>8.8861587678973578E-2</c:v>
                </c:pt>
                <c:pt idx="1153">
                  <c:v>0.29190746857692479</c:v>
                </c:pt>
                <c:pt idx="1154">
                  <c:v>0.53162538082501609</c:v>
                </c:pt>
                <c:pt idx="1155">
                  <c:v>0.40916270976820379</c:v>
                </c:pt>
                <c:pt idx="1156">
                  <c:v>0.40075357198946282</c:v>
                </c:pt>
                <c:pt idx="1157">
                  <c:v>0.23460758932953049</c:v>
                </c:pt>
                <c:pt idx="1158">
                  <c:v>0.19641814396914969</c:v>
                </c:pt>
                <c:pt idx="1159">
                  <c:v>0.25756064475324031</c:v>
                </c:pt>
                <c:pt idx="1160">
                  <c:v>0.36217169772639068</c:v>
                </c:pt>
                <c:pt idx="1161">
                  <c:v>0.19856891235674201</c:v>
                </c:pt>
                <c:pt idx="1162">
                  <c:v>0.40328729255450663</c:v>
                </c:pt>
                <c:pt idx="1163">
                  <c:v>0.37437530985381801</c:v>
                </c:pt>
                <c:pt idx="1164">
                  <c:v>0.15870926690458881</c:v>
                </c:pt>
                <c:pt idx="1165">
                  <c:v>5.4941197946524127E-2</c:v>
                </c:pt>
                <c:pt idx="1166">
                  <c:v>-0.1821848834684634</c:v>
                </c:pt>
                <c:pt idx="1167">
                  <c:v>-0.32153967502900838</c:v>
                </c:pt>
                <c:pt idx="1168">
                  <c:v>-0.21836090011128281</c:v>
                </c:pt>
                <c:pt idx="1169">
                  <c:v>-0.35992783854965882</c:v>
                </c:pt>
                <c:pt idx="1170">
                  <c:v>-0.32354951108519547</c:v>
                </c:pt>
                <c:pt idx="1171">
                  <c:v>-0.1395392134733727</c:v>
                </c:pt>
                <c:pt idx="1172">
                  <c:v>-0.29792642021460691</c:v>
                </c:pt>
                <c:pt idx="1173">
                  <c:v>-0.51877682836657579</c:v>
                </c:pt>
                <c:pt idx="1174">
                  <c:v>-0.87457745024696842</c:v>
                </c:pt>
                <c:pt idx="1175">
                  <c:v>-0.88095043885455915</c:v>
                </c:pt>
                <c:pt idx="1176">
                  <c:v>-0.85014611251695149</c:v>
                </c:pt>
                <c:pt idx="1177">
                  <c:v>-0.69793085179343584</c:v>
                </c:pt>
                <c:pt idx="1178">
                  <c:v>-0.71559407044233403</c:v>
                </c:pt>
                <c:pt idx="1179">
                  <c:v>-0.66094104560118005</c:v>
                </c:pt>
                <c:pt idx="1180">
                  <c:v>-0.4921874007413371</c:v>
                </c:pt>
                <c:pt idx="1181">
                  <c:v>-0.35759237453483428</c:v>
                </c:pt>
                <c:pt idx="1182">
                  <c:v>-0.47462646063806369</c:v>
                </c:pt>
                <c:pt idx="1183">
                  <c:v>-0.52552479782528072</c:v>
                </c:pt>
                <c:pt idx="1184">
                  <c:v>-0.50309811274730964</c:v>
                </c:pt>
                <c:pt idx="1185">
                  <c:v>-0.45657874211576799</c:v>
                </c:pt>
                <c:pt idx="1186">
                  <c:v>-0.31827525166269599</c:v>
                </c:pt>
                <c:pt idx="1187">
                  <c:v>-0.1006136091299515</c:v>
                </c:pt>
                <c:pt idx="1188">
                  <c:v>-8.9716346578950223E-2</c:v>
                </c:pt>
                <c:pt idx="1189">
                  <c:v>0.13253945601207179</c:v>
                </c:pt>
                <c:pt idx="1190">
                  <c:v>0.101086046927799</c:v>
                </c:pt>
                <c:pt idx="1191">
                  <c:v>-5.2120371688727067E-2</c:v>
                </c:pt>
                <c:pt idx="1192">
                  <c:v>0.1162346975958671</c:v>
                </c:pt>
                <c:pt idx="1193">
                  <c:v>0.1232724390655577</c:v>
                </c:pt>
                <c:pt idx="1194">
                  <c:v>6.5939753656425057E-2</c:v>
                </c:pt>
                <c:pt idx="1195">
                  <c:v>9.5470252530388475E-2</c:v>
                </c:pt>
                <c:pt idx="1196">
                  <c:v>5.6563554328118999E-2</c:v>
                </c:pt>
                <c:pt idx="1197">
                  <c:v>0.326960621218775</c:v>
                </c:pt>
                <c:pt idx="1198">
                  <c:v>0.43386323374012592</c:v>
                </c:pt>
                <c:pt idx="1199">
                  <c:v>0.29803078220071622</c:v>
                </c:pt>
                <c:pt idx="1200">
                  <c:v>5.8042837814784171E-2</c:v>
                </c:pt>
                <c:pt idx="1201">
                  <c:v>0.18591758011740719</c:v>
                </c:pt>
                <c:pt idx="1202">
                  <c:v>0.15657965824590481</c:v>
                </c:pt>
                <c:pt idx="1203">
                  <c:v>0.13174451157918429</c:v>
                </c:pt>
                <c:pt idx="1204">
                  <c:v>0.16857288089332639</c:v>
                </c:pt>
                <c:pt idx="1205">
                  <c:v>3.9152972005407703E-2</c:v>
                </c:pt>
                <c:pt idx="1206">
                  <c:v>-0.1228565277508625</c:v>
                </c:pt>
                <c:pt idx="1207">
                  <c:v>-0.26732005090791999</c:v>
                </c:pt>
                <c:pt idx="1208">
                  <c:v>-0.24371365035521159</c:v>
                </c:pt>
                <c:pt idx="1209">
                  <c:v>-0.3598598754673783</c:v>
                </c:pt>
                <c:pt idx="1210">
                  <c:v>-0.25138603495372602</c:v>
                </c:pt>
                <c:pt idx="1211">
                  <c:v>-0.2357054071741661</c:v>
                </c:pt>
                <c:pt idx="1212">
                  <c:v>-0.39586690710556988</c:v>
                </c:pt>
                <c:pt idx="1213">
                  <c:v>-0.3395805290062473</c:v>
                </c:pt>
                <c:pt idx="1214">
                  <c:v>-0.35200675258438802</c:v>
                </c:pt>
                <c:pt idx="1215">
                  <c:v>-0.33249230196681961</c:v>
                </c:pt>
                <c:pt idx="1216">
                  <c:v>-0.38906807038852681</c:v>
                </c:pt>
                <c:pt idx="1217">
                  <c:v>-0.62740114015518067</c:v>
                </c:pt>
                <c:pt idx="1218">
                  <c:v>-0.61889766335476892</c:v>
                </c:pt>
                <c:pt idx="1219">
                  <c:v>-0.5659739292217526</c:v>
                </c:pt>
                <c:pt idx="1220">
                  <c:v>-0.5565093708381732</c:v>
                </c:pt>
                <c:pt idx="1221">
                  <c:v>-0.67698440443097896</c:v>
                </c:pt>
                <c:pt idx="1222">
                  <c:v>-0.46346645142958443</c:v>
                </c:pt>
                <c:pt idx="1223">
                  <c:v>-0.2039339530430212</c:v>
                </c:pt>
                <c:pt idx="1224">
                  <c:v>-0.11256117795428899</c:v>
                </c:pt>
                <c:pt idx="1225">
                  <c:v>3.1428306071418763E-2</c:v>
                </c:pt>
                <c:pt idx="1226">
                  <c:v>9.2761875475992475E-2</c:v>
                </c:pt>
                <c:pt idx="1227">
                  <c:v>0.1037149266846796</c:v>
                </c:pt>
                <c:pt idx="1228">
                  <c:v>-9.733338363124483E-3</c:v>
                </c:pt>
                <c:pt idx="1229">
                  <c:v>0.1089718370038895</c:v>
                </c:pt>
                <c:pt idx="1230">
                  <c:v>0.1081150501325716</c:v>
                </c:pt>
                <c:pt idx="1231">
                  <c:v>3.5793573404293073E-2</c:v>
                </c:pt>
                <c:pt idx="1232">
                  <c:v>1.1833117832085859E-2</c:v>
                </c:pt>
                <c:pt idx="1233">
                  <c:v>-0.1061215650071913</c:v>
                </c:pt>
                <c:pt idx="1234">
                  <c:v>-7.1104603550613169E-2</c:v>
                </c:pt>
                <c:pt idx="1235">
                  <c:v>-9.3514451594144773E-2</c:v>
                </c:pt>
                <c:pt idx="1236">
                  <c:v>-0.1171003170019838</c:v>
                </c:pt>
                <c:pt idx="1237">
                  <c:v>0.14553291379398961</c:v>
                </c:pt>
                <c:pt idx="1238">
                  <c:v>0.17576028345842831</c:v>
                </c:pt>
                <c:pt idx="1239">
                  <c:v>0.2333945749705344</c:v>
                </c:pt>
                <c:pt idx="1240">
                  <c:v>0.2197144704540035</c:v>
                </c:pt>
                <c:pt idx="1241">
                  <c:v>0.10940273326998499</c:v>
                </c:pt>
                <c:pt idx="1242">
                  <c:v>-0.13301264782942579</c:v>
                </c:pt>
                <c:pt idx="1243">
                  <c:v>-0.31315547920168219</c:v>
                </c:pt>
                <c:pt idx="1244">
                  <c:v>-0.48584926695363712</c:v>
                </c:pt>
                <c:pt idx="1245">
                  <c:v>-0.50728568478036318</c:v>
                </c:pt>
                <c:pt idx="1246">
                  <c:v>-0.42819105382327471</c:v>
                </c:pt>
                <c:pt idx="1247">
                  <c:v>-0.30420238363260937</c:v>
                </c:pt>
                <c:pt idx="1248">
                  <c:v>-0.25842305866064091</c:v>
                </c:pt>
                <c:pt idx="1249">
                  <c:v>-0.4095735172283041</c:v>
                </c:pt>
                <c:pt idx="1250">
                  <c:v>-0.5171999755300527</c:v>
                </c:pt>
                <c:pt idx="1251">
                  <c:v>-0.49916109869319808</c:v>
                </c:pt>
                <c:pt idx="1252">
                  <c:v>-0.40593927715044648</c:v>
                </c:pt>
                <c:pt idx="1253">
                  <c:v>-0.49892014641876542</c:v>
                </c:pt>
                <c:pt idx="1254">
                  <c:v>-0.61102694450402562</c:v>
                </c:pt>
                <c:pt idx="1255">
                  <c:v>-0.50483943319388347</c:v>
                </c:pt>
                <c:pt idx="1256">
                  <c:v>-0.45185720198378188</c:v>
                </c:pt>
                <c:pt idx="1257">
                  <c:v>-0.15022645108859331</c:v>
                </c:pt>
                <c:pt idx="1258">
                  <c:v>-0.2375729704563726</c:v>
                </c:pt>
                <c:pt idx="1259">
                  <c:v>-5.8350230481465253E-2</c:v>
                </c:pt>
                <c:pt idx="1260">
                  <c:v>0.20961241167941549</c:v>
                </c:pt>
                <c:pt idx="1261">
                  <c:v>0.54068100881232561</c:v>
                </c:pt>
                <c:pt idx="1262">
                  <c:v>0.28681230388901979</c:v>
                </c:pt>
                <c:pt idx="1263">
                  <c:v>0.26203099223769022</c:v>
                </c:pt>
                <c:pt idx="1264">
                  <c:v>0.2732786467891945</c:v>
                </c:pt>
                <c:pt idx="1265">
                  <c:v>0.15036260626284401</c:v>
                </c:pt>
                <c:pt idx="1266">
                  <c:v>2.962365155495343E-3</c:v>
                </c:pt>
                <c:pt idx="1267">
                  <c:v>0.27799275786815347</c:v>
                </c:pt>
                <c:pt idx="1268">
                  <c:v>0.17430102841981199</c:v>
                </c:pt>
                <c:pt idx="1269">
                  <c:v>0.18720572681373779</c:v>
                </c:pt>
                <c:pt idx="1270">
                  <c:v>0.35216203410634561</c:v>
                </c:pt>
                <c:pt idx="1271">
                  <c:v>0.24409471004277949</c:v>
                </c:pt>
                <c:pt idx="1272">
                  <c:v>0.23246282839502641</c:v>
                </c:pt>
                <c:pt idx="1273">
                  <c:v>0.13138548724670679</c:v>
                </c:pt>
                <c:pt idx="1274">
                  <c:v>0.1670424726390744</c:v>
                </c:pt>
                <c:pt idx="1275">
                  <c:v>4.8446201024024561E-2</c:v>
                </c:pt>
                <c:pt idx="1276">
                  <c:v>3.8424796191286172E-2</c:v>
                </c:pt>
                <c:pt idx="1277">
                  <c:v>-0.46749117929162548</c:v>
                </c:pt>
                <c:pt idx="1278">
                  <c:v>-0.33060765295241618</c:v>
                </c:pt>
                <c:pt idx="1279">
                  <c:v>-0.64860679266709242</c:v>
                </c:pt>
                <c:pt idx="1280">
                  <c:v>-0.89847763849137363</c:v>
                </c:pt>
                <c:pt idx="1281">
                  <c:v>-1.136612113042454</c:v>
                </c:pt>
                <c:pt idx="1282">
                  <c:v>-0.90459227486334315</c:v>
                </c:pt>
                <c:pt idx="1283">
                  <c:v>-0.8307189074135688</c:v>
                </c:pt>
                <c:pt idx="1284">
                  <c:v>-0.73880229380637596</c:v>
                </c:pt>
                <c:pt idx="1285">
                  <c:v>-0.79321123856513831</c:v>
                </c:pt>
                <c:pt idx="1286">
                  <c:v>-0.70712053145760845</c:v>
                </c:pt>
                <c:pt idx="1287">
                  <c:v>-0.89720676728247784</c:v>
                </c:pt>
                <c:pt idx="1288">
                  <c:v>-0.80755156640607273</c:v>
                </c:pt>
                <c:pt idx="1289">
                  <c:v>-0.85643963957970193</c:v>
                </c:pt>
                <c:pt idx="1290">
                  <c:v>-0.9624207324948707</c:v>
                </c:pt>
                <c:pt idx="1291">
                  <c:v>-0.83342945172002347</c:v>
                </c:pt>
                <c:pt idx="1292">
                  <c:v>-0.95136508515849949</c:v>
                </c:pt>
                <c:pt idx="1293">
                  <c:v>-0.94655557391208245</c:v>
                </c:pt>
                <c:pt idx="1294">
                  <c:v>-1.011678603405664</c:v>
                </c:pt>
                <c:pt idx="1295">
                  <c:v>-0.97696614627218548</c:v>
                </c:pt>
                <c:pt idx="1296">
                  <c:v>-0.86747837118904059</c:v>
                </c:pt>
                <c:pt idx="1297">
                  <c:v>-1.0893092440352741</c:v>
                </c:pt>
                <c:pt idx="1298">
                  <c:v>-1.0441445887494341</c:v>
                </c:pt>
                <c:pt idx="1299">
                  <c:v>-0.84187207579246659</c:v>
                </c:pt>
                <c:pt idx="1300">
                  <c:v>-0.69489252039358373</c:v>
                </c:pt>
                <c:pt idx="1301">
                  <c:v>-0.79584234507011675</c:v>
                </c:pt>
                <c:pt idx="1302">
                  <c:v>-0.73232774664792777</c:v>
                </c:pt>
                <c:pt idx="1303">
                  <c:v>-0.66399319241064614</c:v>
                </c:pt>
                <c:pt idx="1304">
                  <c:v>-0.66089827917501676</c:v>
                </c:pt>
                <c:pt idx="1305">
                  <c:v>-0.50294300478226084</c:v>
                </c:pt>
                <c:pt idx="1306">
                  <c:v>-0.57147385247846261</c:v>
                </c:pt>
                <c:pt idx="1307">
                  <c:v>-0.5621237900198538</c:v>
                </c:pt>
                <c:pt idx="1308">
                  <c:v>-0.62765157962101803</c:v>
                </c:pt>
                <c:pt idx="1309">
                  <c:v>-0.50999599065248757</c:v>
                </c:pt>
                <c:pt idx="1310">
                  <c:v>-0.63330238258436744</c:v>
                </c:pt>
                <c:pt idx="1311">
                  <c:v>-0.94485070651684377</c:v>
                </c:pt>
                <c:pt idx="1312">
                  <c:v>-0.96201808224478835</c:v>
                </c:pt>
                <c:pt idx="1313">
                  <c:v>-0.68327447090716753</c:v>
                </c:pt>
                <c:pt idx="1314">
                  <c:v>-0.73641826693800294</c:v>
                </c:pt>
                <c:pt idx="1315">
                  <c:v>-0.81278037096552069</c:v>
                </c:pt>
                <c:pt idx="1316">
                  <c:v>-0.76791327129895548</c:v>
                </c:pt>
                <c:pt idx="1317">
                  <c:v>-0.22096701411406661</c:v>
                </c:pt>
                <c:pt idx="1318">
                  <c:v>-0.51415006923495687</c:v>
                </c:pt>
                <c:pt idx="1319">
                  <c:v>-0.59381280253663438</c:v>
                </c:pt>
                <c:pt idx="1320">
                  <c:v>-0.58557865129432363</c:v>
                </c:pt>
                <c:pt idx="1321">
                  <c:v>-0.42080218371244121</c:v>
                </c:pt>
                <c:pt idx="1322">
                  <c:v>-0.55842488555898473</c:v>
                </c:pt>
                <c:pt idx="1323">
                  <c:v>-0.80557744054217295</c:v>
                </c:pt>
                <c:pt idx="1324">
                  <c:v>-0.54361149837638467</c:v>
                </c:pt>
                <c:pt idx="1325">
                  <c:v>-0.31326183138475999</c:v>
                </c:pt>
                <c:pt idx="1326">
                  <c:v>-1.387162834863011E-2</c:v>
                </c:pt>
                <c:pt idx="1327">
                  <c:v>-7.5849418574774743E-2</c:v>
                </c:pt>
                <c:pt idx="1328">
                  <c:v>-0.12352821578393421</c:v>
                </c:pt>
                <c:pt idx="1329">
                  <c:v>0.13915718481933359</c:v>
                </c:pt>
                <c:pt idx="1330">
                  <c:v>0.29880177109524703</c:v>
                </c:pt>
                <c:pt idx="1331">
                  <c:v>0.46361492692029538</c:v>
                </c:pt>
                <c:pt idx="1332">
                  <c:v>0.31078673984467892</c:v>
                </c:pt>
                <c:pt idx="1333">
                  <c:v>0.1982243126366641</c:v>
                </c:pt>
                <c:pt idx="1334">
                  <c:v>0.38665230071608692</c:v>
                </c:pt>
                <c:pt idx="1335">
                  <c:v>0.67103910449275295</c:v>
                </c:pt>
                <c:pt idx="1336">
                  <c:v>0.58318334869873178</c:v>
                </c:pt>
                <c:pt idx="1337">
                  <c:v>0.44651077529607908</c:v>
                </c:pt>
                <c:pt idx="1338">
                  <c:v>0.96091978653062304</c:v>
                </c:pt>
                <c:pt idx="1339">
                  <c:v>1.0909797860645629</c:v>
                </c:pt>
                <c:pt idx="1340">
                  <c:v>1.00227163579296</c:v>
                </c:pt>
                <c:pt idx="1341">
                  <c:v>0.80835520029199637</c:v>
                </c:pt>
                <c:pt idx="1342">
                  <c:v>1.120682849296043</c:v>
                </c:pt>
                <c:pt idx="1343">
                  <c:v>1.182128692119643</c:v>
                </c:pt>
                <c:pt idx="1344">
                  <c:v>0.8921443523289323</c:v>
                </c:pt>
                <c:pt idx="1345">
                  <c:v>0.80332139987866347</c:v>
                </c:pt>
                <c:pt idx="1346">
                  <c:v>0.55684426492901218</c:v>
                </c:pt>
                <c:pt idx="1347">
                  <c:v>0.31626634168559831</c:v>
                </c:pt>
                <c:pt idx="1348">
                  <c:v>0.64464891563741222</c:v>
                </c:pt>
                <c:pt idx="1349">
                  <c:v>0.33258335832750308</c:v>
                </c:pt>
                <c:pt idx="1350">
                  <c:v>0.1492564106216977</c:v>
                </c:pt>
                <c:pt idx="1351">
                  <c:v>0.34280961314422348</c:v>
                </c:pt>
                <c:pt idx="1352">
                  <c:v>0.68064332914411285</c:v>
                </c:pt>
                <c:pt idx="1353">
                  <c:v>0.71614258885487558</c:v>
                </c:pt>
                <c:pt idx="1354">
                  <c:v>0.82380219319185777</c:v>
                </c:pt>
                <c:pt idx="1355">
                  <c:v>0.65394393656214678</c:v>
                </c:pt>
                <c:pt idx="1356">
                  <c:v>0.82050707858927419</c:v>
                </c:pt>
                <c:pt idx="1357">
                  <c:v>0.5578728434871153</c:v>
                </c:pt>
                <c:pt idx="1358">
                  <c:v>0.54144530431139515</c:v>
                </c:pt>
                <c:pt idx="1359">
                  <c:v>0.64515490131912145</c:v>
                </c:pt>
                <c:pt idx="1360">
                  <c:v>1.9881062569514449</c:v>
                </c:pt>
                <c:pt idx="1361">
                  <c:v>2.2019243225743521</c:v>
                </c:pt>
                <c:pt idx="1362">
                  <c:v>1.6278151737188711</c:v>
                </c:pt>
                <c:pt idx="1363">
                  <c:v>1.798221616396273</c:v>
                </c:pt>
                <c:pt idx="1364">
                  <c:v>1.790752233173605</c:v>
                </c:pt>
                <c:pt idx="1365">
                  <c:v>1.344341512981833</c:v>
                </c:pt>
                <c:pt idx="1366">
                  <c:v>1.6049095520258529</c:v>
                </c:pt>
                <c:pt idx="1367">
                  <c:v>2.070243041058939</c:v>
                </c:pt>
                <c:pt idx="1368">
                  <c:v>1.585604673457117</c:v>
                </c:pt>
                <c:pt idx="1369">
                  <c:v>1.2277397715648191</c:v>
                </c:pt>
                <c:pt idx="1370">
                  <c:v>2.0809172465015342</c:v>
                </c:pt>
                <c:pt idx="1371">
                  <c:v>2.4765594499467629</c:v>
                </c:pt>
                <c:pt idx="1372">
                  <c:v>2.2800889727664622</c:v>
                </c:pt>
                <c:pt idx="1373">
                  <c:v>2.8387893940869389</c:v>
                </c:pt>
                <c:pt idx="1374">
                  <c:v>3.2696413497089098</c:v>
                </c:pt>
                <c:pt idx="1375">
                  <c:v>4.6763024214423607</c:v>
                </c:pt>
                <c:pt idx="1376">
                  <c:v>3.3133960346953688</c:v>
                </c:pt>
                <c:pt idx="1377">
                  <c:v>3.471609395155081</c:v>
                </c:pt>
                <c:pt idx="1378">
                  <c:v>3.2656155035548</c:v>
                </c:pt>
                <c:pt idx="1379">
                  <c:v>2.639250374972034</c:v>
                </c:pt>
                <c:pt idx="1380">
                  <c:v>1.0837924977477531</c:v>
                </c:pt>
                <c:pt idx="1381">
                  <c:v>0.68099154402448414</c:v>
                </c:pt>
                <c:pt idx="1382">
                  <c:v>0.83933902289717432</c:v>
                </c:pt>
                <c:pt idx="1383">
                  <c:v>1.3694107197722369</c:v>
                </c:pt>
                <c:pt idx="1384">
                  <c:v>1.1667706696376141</c:v>
                </c:pt>
                <c:pt idx="1385">
                  <c:v>1.4560903719478271</c:v>
                </c:pt>
                <c:pt idx="1386">
                  <c:v>0.97823767690289376</c:v>
                </c:pt>
                <c:pt idx="1387">
                  <c:v>0.61879271866219643</c:v>
                </c:pt>
                <c:pt idx="1388">
                  <c:v>0.8545069018309287</c:v>
                </c:pt>
                <c:pt idx="1389">
                  <c:v>1.5704232175276529</c:v>
                </c:pt>
                <c:pt idx="1390">
                  <c:v>0.85385643304636183</c:v>
                </c:pt>
                <c:pt idx="1391">
                  <c:v>0.81245426691526756</c:v>
                </c:pt>
                <c:pt idx="1392">
                  <c:v>0.60184928095839818</c:v>
                </c:pt>
                <c:pt idx="1393">
                  <c:v>-0.1035281531425421</c:v>
                </c:pt>
                <c:pt idx="1394">
                  <c:v>-0.78933188931710985</c:v>
                </c:pt>
                <c:pt idx="1395">
                  <c:v>-2.290333152379763</c:v>
                </c:pt>
                <c:pt idx="1396">
                  <c:v>-1.112121710437467</c:v>
                </c:pt>
                <c:pt idx="1397">
                  <c:v>-1.7055481678698621</c:v>
                </c:pt>
                <c:pt idx="1398">
                  <c:v>-2.21969600662529</c:v>
                </c:pt>
                <c:pt idx="1399">
                  <c:v>-1.7809216811861841</c:v>
                </c:pt>
                <c:pt idx="1400">
                  <c:v>-1.59291831287189</c:v>
                </c:pt>
                <c:pt idx="1401">
                  <c:v>-1.1393465789624431</c:v>
                </c:pt>
                <c:pt idx="1402">
                  <c:v>-0.93324728054711714</c:v>
                </c:pt>
                <c:pt idx="1403">
                  <c:v>-1.5569990064646579</c:v>
                </c:pt>
                <c:pt idx="1404">
                  <c:v>-1.372348352107017</c:v>
                </c:pt>
                <c:pt idx="1405">
                  <c:v>-1.4126511210949451</c:v>
                </c:pt>
                <c:pt idx="1406">
                  <c:v>-1.3953463286011549</c:v>
                </c:pt>
                <c:pt idx="1407">
                  <c:v>-1.2704653953689879</c:v>
                </c:pt>
                <c:pt idx="1408">
                  <c:v>-1.172639901490806</c:v>
                </c:pt>
                <c:pt idx="1409">
                  <c:v>-1.4660042422597239</c:v>
                </c:pt>
                <c:pt idx="1410">
                  <c:v>-1.587438563838443</c:v>
                </c:pt>
                <c:pt idx="1411">
                  <c:v>-1.791847423025253</c:v>
                </c:pt>
                <c:pt idx="1412">
                  <c:v>-1.6079572280507819</c:v>
                </c:pt>
                <c:pt idx="1413">
                  <c:v>-1.368304634447391</c:v>
                </c:pt>
                <c:pt idx="1414">
                  <c:v>-1.2403851488937321</c:v>
                </c:pt>
                <c:pt idx="1415">
                  <c:v>-1.130016703988306</c:v>
                </c:pt>
                <c:pt idx="1416">
                  <c:v>-1.074988626336995</c:v>
                </c:pt>
                <c:pt idx="1417">
                  <c:v>-0.63274843226586042</c:v>
                </c:pt>
                <c:pt idx="1418">
                  <c:v>-0.20069706049106431</c:v>
                </c:pt>
                <c:pt idx="1419">
                  <c:v>3.0269813843190111E-2</c:v>
                </c:pt>
                <c:pt idx="1420">
                  <c:v>0.55149062165625251</c:v>
                </c:pt>
                <c:pt idx="1421">
                  <c:v>0.17135638540667239</c:v>
                </c:pt>
                <c:pt idx="1422">
                  <c:v>0.37959842544724209</c:v>
                </c:pt>
                <c:pt idx="1423">
                  <c:v>0.41754918581704098</c:v>
                </c:pt>
                <c:pt idx="1424">
                  <c:v>0.16632919334806881</c:v>
                </c:pt>
                <c:pt idx="1425">
                  <c:v>1.158864622183629E-3</c:v>
                </c:pt>
                <c:pt idx="1426">
                  <c:v>0.21951314487780521</c:v>
                </c:pt>
                <c:pt idx="1427">
                  <c:v>6.4641618164078055E-2</c:v>
                </c:pt>
                <c:pt idx="1428">
                  <c:v>0.19968109730754829</c:v>
                </c:pt>
                <c:pt idx="1429">
                  <c:v>0.41993402128720381</c:v>
                </c:pt>
                <c:pt idx="1430">
                  <c:v>0.42264036729335869</c:v>
                </c:pt>
                <c:pt idx="1431">
                  <c:v>0.72552134862066364</c:v>
                </c:pt>
                <c:pt idx="1432">
                  <c:v>1.0096243540028329</c:v>
                </c:pt>
                <c:pt idx="1433">
                  <c:v>0.97579295763857077</c:v>
                </c:pt>
                <c:pt idx="1434">
                  <c:v>1.2826131167128489</c:v>
                </c:pt>
                <c:pt idx="1435">
                  <c:v>1.168132049358098</c:v>
                </c:pt>
                <c:pt idx="1436">
                  <c:v>0.63203193266280477</c:v>
                </c:pt>
                <c:pt idx="1437">
                  <c:v>0.78238709621918046</c:v>
                </c:pt>
                <c:pt idx="1438">
                  <c:v>1.0433958701258561</c:v>
                </c:pt>
                <c:pt idx="1439">
                  <c:v>1.130739345731907</c:v>
                </c:pt>
                <c:pt idx="1440">
                  <c:v>0.69062655628103131</c:v>
                </c:pt>
                <c:pt idx="1441">
                  <c:v>1.08069975378889</c:v>
                </c:pt>
                <c:pt idx="1442">
                  <c:v>1.104722868178007</c:v>
                </c:pt>
                <c:pt idx="1443">
                  <c:v>1.3895845276934891</c:v>
                </c:pt>
                <c:pt idx="1444">
                  <c:v>1.1670050740640669</c:v>
                </c:pt>
                <c:pt idx="1445">
                  <c:v>1.385532564650072</c:v>
                </c:pt>
                <c:pt idx="1446">
                  <c:v>1.118532994094475</c:v>
                </c:pt>
                <c:pt idx="1447">
                  <c:v>1.349937117386294</c:v>
                </c:pt>
                <c:pt idx="1448">
                  <c:v>1.460217403090118</c:v>
                </c:pt>
                <c:pt idx="1449">
                  <c:v>1.078881409196935</c:v>
                </c:pt>
                <c:pt idx="1450">
                  <c:v>1.1746291554860639</c:v>
                </c:pt>
                <c:pt idx="1451">
                  <c:v>0.59402321742243824</c:v>
                </c:pt>
                <c:pt idx="1452">
                  <c:v>0.52800762762721642</c:v>
                </c:pt>
                <c:pt idx="1453">
                  <c:v>0.68126422058699287</c:v>
                </c:pt>
                <c:pt idx="1454">
                  <c:v>0.38009118189793162</c:v>
                </c:pt>
                <c:pt idx="1455">
                  <c:v>0.71382423844802301</c:v>
                </c:pt>
                <c:pt idx="1456">
                  <c:v>1.129438018783407</c:v>
                </c:pt>
                <c:pt idx="1457">
                  <c:v>1.129450034259172</c:v>
                </c:pt>
                <c:pt idx="1458">
                  <c:v>0.74324044919091248</c:v>
                </c:pt>
                <c:pt idx="1459">
                  <c:v>0.35568362310708151</c:v>
                </c:pt>
                <c:pt idx="1460">
                  <c:v>0.53752235511394464</c:v>
                </c:pt>
                <c:pt idx="1461">
                  <c:v>0.33953057057797847</c:v>
                </c:pt>
                <c:pt idx="1462">
                  <c:v>8.3608124653977337E-2</c:v>
                </c:pt>
                <c:pt idx="1463">
                  <c:v>-0.14216342922742059</c:v>
                </c:pt>
                <c:pt idx="1464">
                  <c:v>0.3472884431353514</c:v>
                </c:pt>
                <c:pt idx="1465">
                  <c:v>0.35970318916316613</c:v>
                </c:pt>
                <c:pt idx="1466">
                  <c:v>0.50103491614375351</c:v>
                </c:pt>
                <c:pt idx="1467">
                  <c:v>0.54570350122364863</c:v>
                </c:pt>
                <c:pt idx="1468">
                  <c:v>0.2559825463940662</c:v>
                </c:pt>
                <c:pt idx="1469">
                  <c:v>0.34808989710026028</c:v>
                </c:pt>
                <c:pt idx="1470">
                  <c:v>0.65166885063226021</c:v>
                </c:pt>
                <c:pt idx="1471">
                  <c:v>0.87785949498764149</c:v>
                </c:pt>
                <c:pt idx="1472">
                  <c:v>0.74578908206355943</c:v>
                </c:pt>
                <c:pt idx="1473">
                  <c:v>0.47756374121591638</c:v>
                </c:pt>
                <c:pt idx="1474">
                  <c:v>0.61900258521958007</c:v>
                </c:pt>
                <c:pt idx="1475">
                  <c:v>0.46413058326382611</c:v>
                </c:pt>
                <c:pt idx="1476">
                  <c:v>0.62780616315148718</c:v>
                </c:pt>
                <c:pt idx="1477">
                  <c:v>0.55147687482843832</c:v>
                </c:pt>
                <c:pt idx="1478">
                  <c:v>1.1833774339399901</c:v>
                </c:pt>
                <c:pt idx="1479">
                  <c:v>1.1307145747313321</c:v>
                </c:pt>
                <c:pt idx="1480">
                  <c:v>1.03999319926282</c:v>
                </c:pt>
                <c:pt idx="1481">
                  <c:v>0.69116362499780448</c:v>
                </c:pt>
                <c:pt idx="1482">
                  <c:v>0.6784947297337558</c:v>
                </c:pt>
                <c:pt idx="1483">
                  <c:v>0.56092195280992452</c:v>
                </c:pt>
                <c:pt idx="1484">
                  <c:v>0.55466819310128124</c:v>
                </c:pt>
                <c:pt idx="1485">
                  <c:v>0.46312785573464998</c:v>
                </c:pt>
                <c:pt idx="1486">
                  <c:v>0.4062827847674107</c:v>
                </c:pt>
                <c:pt idx="1487">
                  <c:v>0.51689724891178546</c:v>
                </c:pt>
                <c:pt idx="1488">
                  <c:v>0.55224051688179709</c:v>
                </c:pt>
                <c:pt idx="1489">
                  <c:v>0.69622309295073725</c:v>
                </c:pt>
                <c:pt idx="1490">
                  <c:v>0.44653253566146922</c:v>
                </c:pt>
                <c:pt idx="1491">
                  <c:v>0.28899961920042377</c:v>
                </c:pt>
                <c:pt idx="1492">
                  <c:v>0.20202464906661341</c:v>
                </c:pt>
                <c:pt idx="1493">
                  <c:v>0.32393415965545552</c:v>
                </c:pt>
                <c:pt idx="1494">
                  <c:v>0.37198886142342252</c:v>
                </c:pt>
                <c:pt idx="1495">
                  <c:v>1.8868571831685811E-2</c:v>
                </c:pt>
                <c:pt idx="1496">
                  <c:v>-0.22812260278188429</c:v>
                </c:pt>
                <c:pt idx="1497">
                  <c:v>-0.35114260637151801</c:v>
                </c:pt>
                <c:pt idx="1498">
                  <c:v>-1.0554487301516211</c:v>
                </c:pt>
                <c:pt idx="1499">
                  <c:v>-1.0145598333799091</c:v>
                </c:pt>
                <c:pt idx="1500">
                  <c:v>-1.0921822601636071</c:v>
                </c:pt>
                <c:pt idx="1501">
                  <c:v>-0.88262845575727156</c:v>
                </c:pt>
                <c:pt idx="1502">
                  <c:v>-0.86015016407430656</c:v>
                </c:pt>
                <c:pt idx="1503">
                  <c:v>-0.63518291673336635</c:v>
                </c:pt>
                <c:pt idx="1504">
                  <c:v>-0.40597416690814142</c:v>
                </c:pt>
                <c:pt idx="1505">
                  <c:v>-0.41912215327774799</c:v>
                </c:pt>
                <c:pt idx="1506">
                  <c:v>-0.28918553111161238</c:v>
                </c:pt>
                <c:pt idx="1507">
                  <c:v>-0.65777891107802688</c:v>
                </c:pt>
                <c:pt idx="1508">
                  <c:v>-0.42093055754948461</c:v>
                </c:pt>
                <c:pt idx="1509">
                  <c:v>-0.1553769712893574</c:v>
                </c:pt>
                <c:pt idx="1510">
                  <c:v>0.29212404354171201</c:v>
                </c:pt>
                <c:pt idx="1511">
                  <c:v>0.13188582977851029</c:v>
                </c:pt>
                <c:pt idx="1512">
                  <c:v>0.3087862079763451</c:v>
                </c:pt>
                <c:pt idx="1513">
                  <c:v>0.61432049374228204</c:v>
                </c:pt>
                <c:pt idx="1514">
                  <c:v>0.63575912649839672</c:v>
                </c:pt>
                <c:pt idx="1515">
                  <c:v>1.0872434015742829</c:v>
                </c:pt>
                <c:pt idx="1516">
                  <c:v>0.63277632689434782</c:v>
                </c:pt>
                <c:pt idx="1517">
                  <c:v>0.7926304811507231</c:v>
                </c:pt>
                <c:pt idx="1518">
                  <c:v>1.2168579344082631</c:v>
                </c:pt>
                <c:pt idx="1519">
                  <c:v>1.1806678268048501</c:v>
                </c:pt>
                <c:pt idx="1520">
                  <c:v>1.22109864839874</c:v>
                </c:pt>
                <c:pt idx="1521">
                  <c:v>1.5296565768834789</c:v>
                </c:pt>
                <c:pt idx="1522">
                  <c:v>1.586589025290204</c:v>
                </c:pt>
                <c:pt idx="1523">
                  <c:v>1.489653697831917</c:v>
                </c:pt>
                <c:pt idx="1524">
                  <c:v>1.415077775663248</c:v>
                </c:pt>
                <c:pt idx="1525">
                  <c:v>1.2937269710838699</c:v>
                </c:pt>
                <c:pt idx="1526">
                  <c:v>1.0899848624214159</c:v>
                </c:pt>
                <c:pt idx="1527">
                  <c:v>1.087499633750961</c:v>
                </c:pt>
                <c:pt idx="1528">
                  <c:v>0.64430885827878015</c:v>
                </c:pt>
                <c:pt idx="1529">
                  <c:v>0.25678756574509448</c:v>
                </c:pt>
                <c:pt idx="1530">
                  <c:v>-4.1995868778930578E-2</c:v>
                </c:pt>
                <c:pt idx="1531">
                  <c:v>0.26915627822571409</c:v>
                </c:pt>
                <c:pt idx="1532">
                  <c:v>0.15424718813347929</c:v>
                </c:pt>
                <c:pt idx="1533">
                  <c:v>-9.2451726960253611E-2</c:v>
                </c:pt>
                <c:pt idx="1534">
                  <c:v>-0.29768342475585879</c:v>
                </c:pt>
                <c:pt idx="1535">
                  <c:v>-0.59838580185919998</c:v>
                </c:pt>
                <c:pt idx="1536">
                  <c:v>-0.2498642163582665</c:v>
                </c:pt>
                <c:pt idx="1537">
                  <c:v>-0.53116615660644406</c:v>
                </c:pt>
                <c:pt idx="1538">
                  <c:v>-0.72388056498168052</c:v>
                </c:pt>
                <c:pt idx="1539">
                  <c:v>-0.3744393562959229</c:v>
                </c:pt>
                <c:pt idx="1540">
                  <c:v>-0.4946083880134613</c:v>
                </c:pt>
                <c:pt idx="1541">
                  <c:v>-0.50729900136809547</c:v>
                </c:pt>
                <c:pt idx="1542">
                  <c:v>-0.50346897361313314</c:v>
                </c:pt>
                <c:pt idx="1543">
                  <c:v>-0.38102664014761989</c:v>
                </c:pt>
                <c:pt idx="1544">
                  <c:v>-0.32919873267825078</c:v>
                </c:pt>
                <c:pt idx="1545">
                  <c:v>-0.63921645379341996</c:v>
                </c:pt>
                <c:pt idx="1546">
                  <c:v>-0.98646656130687127</c:v>
                </c:pt>
                <c:pt idx="1547">
                  <c:v>-0.71019938274632699</c:v>
                </c:pt>
                <c:pt idx="1548">
                  <c:v>-0.38895921454991528</c:v>
                </c:pt>
                <c:pt idx="1549">
                  <c:v>-2.4189739633990289E-2</c:v>
                </c:pt>
                <c:pt idx="1550">
                  <c:v>8.9523929664157606E-2</c:v>
                </c:pt>
                <c:pt idx="1551">
                  <c:v>0.2366817667994455</c:v>
                </c:pt>
                <c:pt idx="1552">
                  <c:v>8.2128779441023855E-2</c:v>
                </c:pt>
                <c:pt idx="1553">
                  <c:v>-0.16392060400193181</c:v>
                </c:pt>
                <c:pt idx="1554">
                  <c:v>-7.7939578420340716E-3</c:v>
                </c:pt>
                <c:pt idx="1555">
                  <c:v>-8.8733419827954949E-2</c:v>
                </c:pt>
                <c:pt idx="1556">
                  <c:v>-0.27754489869745202</c:v>
                </c:pt>
                <c:pt idx="1557">
                  <c:v>-6.2821332163558605E-2</c:v>
                </c:pt>
                <c:pt idx="1558">
                  <c:v>3.2312539496927688E-2</c:v>
                </c:pt>
                <c:pt idx="1559">
                  <c:v>-0.15697021573935241</c:v>
                </c:pt>
                <c:pt idx="1560">
                  <c:v>6.975821413145078E-2</c:v>
                </c:pt>
                <c:pt idx="1561">
                  <c:v>3.4775303365203292E-2</c:v>
                </c:pt>
                <c:pt idx="1562">
                  <c:v>0.18534930386967241</c:v>
                </c:pt>
                <c:pt idx="1563">
                  <c:v>-0.11256215116489859</c:v>
                </c:pt>
                <c:pt idx="1564">
                  <c:v>-0.69258791927031649</c:v>
                </c:pt>
                <c:pt idx="1565">
                  <c:v>-0.43567476935930988</c:v>
                </c:pt>
                <c:pt idx="1566">
                  <c:v>0.37308338801744773</c:v>
                </c:pt>
                <c:pt idx="1567">
                  <c:v>7.37927295288206E-2</c:v>
                </c:pt>
                <c:pt idx="1568">
                  <c:v>2.1692602399794019E-2</c:v>
                </c:pt>
                <c:pt idx="1569">
                  <c:v>-0.2148771179352422</c:v>
                </c:pt>
                <c:pt idx="1570">
                  <c:v>-0.17880710359153301</c:v>
                </c:pt>
                <c:pt idx="1571">
                  <c:v>-7.0347709962562108E-2</c:v>
                </c:pt>
                <c:pt idx="1572">
                  <c:v>0.23871040459597309</c:v>
                </c:pt>
                <c:pt idx="1573">
                  <c:v>0.50581757666898841</c:v>
                </c:pt>
                <c:pt idx="1574">
                  <c:v>0.33282725458164653</c:v>
                </c:pt>
                <c:pt idx="1575">
                  <c:v>0.51778401918157335</c:v>
                </c:pt>
                <c:pt idx="1576">
                  <c:v>0.83424284409958094</c:v>
                </c:pt>
                <c:pt idx="1577">
                  <c:v>0.60695340964545652</c:v>
                </c:pt>
                <c:pt idx="1578">
                  <c:v>0.38713967956657219</c:v>
                </c:pt>
                <c:pt idx="1579">
                  <c:v>0.28059100664780873</c:v>
                </c:pt>
                <c:pt idx="1580">
                  <c:v>0.366132688132707</c:v>
                </c:pt>
                <c:pt idx="1581">
                  <c:v>0.34498592274695611</c:v>
                </c:pt>
                <c:pt idx="1582">
                  <c:v>0.14089935115509999</c:v>
                </c:pt>
                <c:pt idx="1583">
                  <c:v>0.24587871522978519</c:v>
                </c:pt>
                <c:pt idx="1584">
                  <c:v>0.85441548786737409</c:v>
                </c:pt>
                <c:pt idx="1585">
                  <c:v>1.301559313542155</c:v>
                </c:pt>
                <c:pt idx="1586">
                  <c:v>1.055306334661708</c:v>
                </c:pt>
                <c:pt idx="1587">
                  <c:v>1.373059322452657</c:v>
                </c:pt>
                <c:pt idx="1588">
                  <c:v>1.3561756605409181</c:v>
                </c:pt>
                <c:pt idx="1589">
                  <c:v>1.3371008979027299</c:v>
                </c:pt>
                <c:pt idx="1590">
                  <c:v>1.2033947816976189</c:v>
                </c:pt>
                <c:pt idx="1591">
                  <c:v>0.85024309951493604</c:v>
                </c:pt>
                <c:pt idx="1592">
                  <c:v>0.64225706624346846</c:v>
                </c:pt>
                <c:pt idx="1593">
                  <c:v>0.63648696079870326</c:v>
                </c:pt>
                <c:pt idx="1594">
                  <c:v>0.5852496865919482</c:v>
                </c:pt>
                <c:pt idx="1595">
                  <c:v>0.47275407053404322</c:v>
                </c:pt>
                <c:pt idx="1596">
                  <c:v>0.28488955511562492</c:v>
                </c:pt>
                <c:pt idx="1597">
                  <c:v>0.3763434131757053</c:v>
                </c:pt>
                <c:pt idx="1598">
                  <c:v>0.27862801974036738</c:v>
                </c:pt>
                <c:pt idx="1599">
                  <c:v>0.24735930243236581</c:v>
                </c:pt>
                <c:pt idx="1600">
                  <c:v>5.4526060124956983E-2</c:v>
                </c:pt>
                <c:pt idx="1601">
                  <c:v>-0.1136694374125115</c:v>
                </c:pt>
                <c:pt idx="1602">
                  <c:v>-0.12640295976955751</c:v>
                </c:pt>
                <c:pt idx="1603">
                  <c:v>-0.13997408688202689</c:v>
                </c:pt>
                <c:pt idx="1604">
                  <c:v>-0.48568177482801739</c:v>
                </c:pt>
                <c:pt idx="1605">
                  <c:v>-0.63252558538071701</c:v>
                </c:pt>
                <c:pt idx="1606">
                  <c:v>-0.60203896993730732</c:v>
                </c:pt>
                <c:pt idx="1607">
                  <c:v>-0.9273807278461158</c:v>
                </c:pt>
                <c:pt idx="1608">
                  <c:v>-0.917652609689946</c:v>
                </c:pt>
                <c:pt idx="1609">
                  <c:v>-1.1334295404674251</c:v>
                </c:pt>
                <c:pt idx="1610">
                  <c:v>-1.0957858919895631</c:v>
                </c:pt>
                <c:pt idx="1611">
                  <c:v>-1.071216134933016</c:v>
                </c:pt>
                <c:pt idx="1612">
                  <c:v>-0.91250760306940981</c:v>
                </c:pt>
                <c:pt idx="1613">
                  <c:v>-0.79496528639142294</c:v>
                </c:pt>
                <c:pt idx="1614">
                  <c:v>-0.46437072282361308</c:v>
                </c:pt>
                <c:pt idx="1615">
                  <c:v>-0.35082557500073269</c:v>
                </c:pt>
                <c:pt idx="1616">
                  <c:v>-0.11954063244633741</c:v>
                </c:pt>
                <c:pt idx="1617">
                  <c:v>-3.322975659018337E-3</c:v>
                </c:pt>
                <c:pt idx="1618">
                  <c:v>0.14737976157066701</c:v>
                </c:pt>
                <c:pt idx="1619">
                  <c:v>0.3516608804537929</c:v>
                </c:pt>
                <c:pt idx="1620">
                  <c:v>0.38848975766754967</c:v>
                </c:pt>
                <c:pt idx="1621">
                  <c:v>0.51075224858643198</c:v>
                </c:pt>
                <c:pt idx="1622">
                  <c:v>0.51049773455428105</c:v>
                </c:pt>
                <c:pt idx="1623">
                  <c:v>0.54697097804138461</c:v>
                </c:pt>
                <c:pt idx="1624">
                  <c:v>0.68928069854546692</c:v>
                </c:pt>
                <c:pt idx="1625">
                  <c:v>0.72044277238053922</c:v>
                </c:pt>
                <c:pt idx="1626">
                  <c:v>0.72957559961870722</c:v>
                </c:pt>
                <c:pt idx="1627">
                  <c:v>0.72790616686132148</c:v>
                </c:pt>
                <c:pt idx="1628">
                  <c:v>0.57885533808556866</c:v>
                </c:pt>
                <c:pt idx="1629">
                  <c:v>0.76837794001142612</c:v>
                </c:pt>
                <c:pt idx="1630">
                  <c:v>0.73380407346459486</c:v>
                </c:pt>
                <c:pt idx="1631">
                  <c:v>1.0043468372640669</c:v>
                </c:pt>
                <c:pt idx="1632">
                  <c:v>1.152193907796135</c:v>
                </c:pt>
                <c:pt idx="1633">
                  <c:v>1.4166944514440409</c:v>
                </c:pt>
                <c:pt idx="1634">
                  <c:v>1.2849804535054969</c:v>
                </c:pt>
                <c:pt idx="1635">
                  <c:v>1.153869256141359</c:v>
                </c:pt>
                <c:pt idx="1636">
                  <c:v>1.442655215801214</c:v>
                </c:pt>
                <c:pt idx="1637">
                  <c:v>1.468359175292155</c:v>
                </c:pt>
                <c:pt idx="1638">
                  <c:v>1.701496477758508</c:v>
                </c:pt>
                <c:pt idx="1639">
                  <c:v>1.420724282451596</c:v>
                </c:pt>
                <c:pt idx="1640">
                  <c:v>1.9283639676182169</c:v>
                </c:pt>
                <c:pt idx="1641">
                  <c:v>2.4676795648216712</c:v>
                </c:pt>
                <c:pt idx="1642">
                  <c:v>2.9714895644845352</c:v>
                </c:pt>
                <c:pt idx="1643">
                  <c:v>3.3829102602635408</c:v>
                </c:pt>
                <c:pt idx="1644">
                  <c:v>2.0138864558804239</c:v>
                </c:pt>
                <c:pt idx="1645">
                  <c:v>1.6227464360837449</c:v>
                </c:pt>
                <c:pt idx="1646">
                  <c:v>1.874289269006516</c:v>
                </c:pt>
                <c:pt idx="1647">
                  <c:v>2.142791591949627</c:v>
                </c:pt>
                <c:pt idx="1648">
                  <c:v>1.835242434376706</c:v>
                </c:pt>
                <c:pt idx="1649">
                  <c:v>1.9291455750643369</c:v>
                </c:pt>
                <c:pt idx="1650">
                  <c:v>2.6778880418918432</c:v>
                </c:pt>
                <c:pt idx="1651">
                  <c:v>1.8867214833078849</c:v>
                </c:pt>
                <c:pt idx="1652">
                  <c:v>1.6787873157836699</c:v>
                </c:pt>
                <c:pt idx="1653">
                  <c:v>2.0224676380430542</c:v>
                </c:pt>
                <c:pt idx="1654">
                  <c:v>2.157548317408553</c:v>
                </c:pt>
                <c:pt idx="1655">
                  <c:v>3.3376679593837508</c:v>
                </c:pt>
                <c:pt idx="1656">
                  <c:v>3.3017404799977812</c:v>
                </c:pt>
                <c:pt idx="1657">
                  <c:v>4.1940772255706369</c:v>
                </c:pt>
                <c:pt idx="1658">
                  <c:v>3.2770568367604649</c:v>
                </c:pt>
                <c:pt idx="1659">
                  <c:v>4.3405244978038473</c:v>
                </c:pt>
                <c:pt idx="1660">
                  <c:v>3.0139966372238431</c:v>
                </c:pt>
                <c:pt idx="1661">
                  <c:v>1.726105862263563</c:v>
                </c:pt>
                <c:pt idx="1662">
                  <c:v>1.879572384425354</c:v>
                </c:pt>
                <c:pt idx="1663">
                  <c:v>1.6124835270749669</c:v>
                </c:pt>
                <c:pt idx="1664">
                  <c:v>2.5930697618791911</c:v>
                </c:pt>
                <c:pt idx="1665">
                  <c:v>2.8756967792221579</c:v>
                </c:pt>
                <c:pt idx="1666">
                  <c:v>3.1632539575998262</c:v>
                </c:pt>
                <c:pt idx="1667">
                  <c:v>5.0168485855815481</c:v>
                </c:pt>
                <c:pt idx="1668">
                  <c:v>4.8628770517610631</c:v>
                </c:pt>
                <c:pt idx="1669">
                  <c:v>5.255745126598959</c:v>
                </c:pt>
                <c:pt idx="1670">
                  <c:v>4.2243867434101157</c:v>
                </c:pt>
                <c:pt idx="1671">
                  <c:v>3.8112587582874311</c:v>
                </c:pt>
                <c:pt idx="1672">
                  <c:v>3.087066641677481</c:v>
                </c:pt>
                <c:pt idx="1673">
                  <c:v>2.3252373698483479</c:v>
                </c:pt>
                <c:pt idx="1674">
                  <c:v>2.1458676341966232</c:v>
                </c:pt>
                <c:pt idx="1675">
                  <c:v>1.2860660423320129</c:v>
                </c:pt>
                <c:pt idx="1676">
                  <c:v>0.53712671734998707</c:v>
                </c:pt>
                <c:pt idx="1677">
                  <c:v>-0.1519020726164888</c:v>
                </c:pt>
                <c:pt idx="1678">
                  <c:v>0.68450458180311957</c:v>
                </c:pt>
                <c:pt idx="1679">
                  <c:v>-0.46017133315865533</c:v>
                </c:pt>
                <c:pt idx="1680">
                  <c:v>0.14207389510661009</c:v>
                </c:pt>
                <c:pt idx="1681">
                  <c:v>1.044997687782709</c:v>
                </c:pt>
                <c:pt idx="1682">
                  <c:v>0.89412856996813028</c:v>
                </c:pt>
                <c:pt idx="1683">
                  <c:v>1.081780724227251</c:v>
                </c:pt>
                <c:pt idx="1684">
                  <c:v>1.034156049440504</c:v>
                </c:pt>
                <c:pt idx="1685">
                  <c:v>0.97398138397627221</c:v>
                </c:pt>
                <c:pt idx="1686">
                  <c:v>0.37850032038720599</c:v>
                </c:pt>
                <c:pt idx="1687">
                  <c:v>-1.067268550455482</c:v>
                </c:pt>
                <c:pt idx="1688">
                  <c:v>-0.52122184202930999</c:v>
                </c:pt>
                <c:pt idx="1689">
                  <c:v>-1.4953851484451051</c:v>
                </c:pt>
                <c:pt idx="1690">
                  <c:v>-1.475115887791679</c:v>
                </c:pt>
                <c:pt idx="1691">
                  <c:v>-0.67182646943006263</c:v>
                </c:pt>
                <c:pt idx="1692">
                  <c:v>-0.1214070688021921</c:v>
                </c:pt>
                <c:pt idx="1693">
                  <c:v>5.2534598469565763E-3</c:v>
                </c:pt>
                <c:pt idx="1694">
                  <c:v>-1.9086118372536862E-2</c:v>
                </c:pt>
                <c:pt idx="1695">
                  <c:v>-0.5121816329474802</c:v>
                </c:pt>
                <c:pt idx="1696">
                  <c:v>0.1622650104992463</c:v>
                </c:pt>
                <c:pt idx="1697">
                  <c:v>0.26173049149362732</c:v>
                </c:pt>
                <c:pt idx="1698">
                  <c:v>-0.1194090114321706</c:v>
                </c:pt>
                <c:pt idx="1699">
                  <c:v>-0.1113252055220986</c:v>
                </c:pt>
                <c:pt idx="1700">
                  <c:v>0.14108780812307919</c:v>
                </c:pt>
                <c:pt idx="1701">
                  <c:v>-0.14514448972391469</c:v>
                </c:pt>
                <c:pt idx="1702">
                  <c:v>-0.88765866063164844</c:v>
                </c:pt>
                <c:pt idx="1703">
                  <c:v>-0.96632555356707661</c:v>
                </c:pt>
                <c:pt idx="1704">
                  <c:v>-0.77244630019597949</c:v>
                </c:pt>
                <c:pt idx="1705">
                  <c:v>-0.82763021401845782</c:v>
                </c:pt>
                <c:pt idx="1706">
                  <c:v>-1.121806839059917</c:v>
                </c:pt>
                <c:pt idx="1707">
                  <c:v>-1.724914540459271</c:v>
                </c:pt>
                <c:pt idx="1708">
                  <c:v>-1.849012106838855</c:v>
                </c:pt>
                <c:pt idx="1709">
                  <c:v>-1.5294461106555901</c:v>
                </c:pt>
                <c:pt idx="1710">
                  <c:v>-1.284648887184904</c:v>
                </c:pt>
                <c:pt idx="1711">
                  <c:v>-1.3084568063695561</c:v>
                </c:pt>
                <c:pt idx="1712">
                  <c:v>-1.1034356433542249</c:v>
                </c:pt>
                <c:pt idx="1713">
                  <c:v>-1.4287902803753609</c:v>
                </c:pt>
                <c:pt idx="1714">
                  <c:v>-1.5043341209249259</c:v>
                </c:pt>
                <c:pt idx="1715">
                  <c:v>-1.46985461400656</c:v>
                </c:pt>
                <c:pt idx="1716">
                  <c:v>-2.0166895601273609</c:v>
                </c:pt>
                <c:pt idx="1717">
                  <c:v>-2.00055322947519</c:v>
                </c:pt>
                <c:pt idx="1718">
                  <c:v>-1.7801754031527299</c:v>
                </c:pt>
                <c:pt idx="1719">
                  <c:v>-1.667536565473112</c:v>
                </c:pt>
                <c:pt idx="1720">
                  <c:v>-1.6839045573587019</c:v>
                </c:pt>
                <c:pt idx="1721">
                  <c:v>-1.6166256438247519</c:v>
                </c:pt>
                <c:pt idx="1722">
                  <c:v>-0.95626454243264147</c:v>
                </c:pt>
                <c:pt idx="1723">
                  <c:v>-1.0375697042856591</c:v>
                </c:pt>
                <c:pt idx="1724">
                  <c:v>-1.187260819820088</c:v>
                </c:pt>
                <c:pt idx="1725">
                  <c:v>-1.2380561323760251</c:v>
                </c:pt>
                <c:pt idx="1726">
                  <c:v>-0.72778804517349249</c:v>
                </c:pt>
                <c:pt idx="1727">
                  <c:v>-0.54012332939108643</c:v>
                </c:pt>
                <c:pt idx="1728">
                  <c:v>-0.67837637747465196</c:v>
                </c:pt>
                <c:pt idx="1729">
                  <c:v>-0.34682619857511893</c:v>
                </c:pt>
                <c:pt idx="1730">
                  <c:v>-0.35370384502818403</c:v>
                </c:pt>
                <c:pt idx="1731">
                  <c:v>-0.36882425701363858</c:v>
                </c:pt>
                <c:pt idx="1732">
                  <c:v>-0.56907355821881223</c:v>
                </c:pt>
                <c:pt idx="1733">
                  <c:v>-0.14537803004799471</c:v>
                </c:pt>
                <c:pt idx="1734">
                  <c:v>-6.0326333047260393E-2</c:v>
                </c:pt>
                <c:pt idx="1735">
                  <c:v>0.28939829689459218</c:v>
                </c:pt>
                <c:pt idx="1736">
                  <c:v>0.49321795073647279</c:v>
                </c:pt>
                <c:pt idx="1737">
                  <c:v>0.32328957772014882</c:v>
                </c:pt>
                <c:pt idx="1738">
                  <c:v>0.28833909437565869</c:v>
                </c:pt>
                <c:pt idx="1739">
                  <c:v>0.2334310176423148</c:v>
                </c:pt>
                <c:pt idx="1740">
                  <c:v>0.1255159781664803</c:v>
                </c:pt>
                <c:pt idx="1741">
                  <c:v>0.35248122867962911</c:v>
                </c:pt>
                <c:pt idx="1742">
                  <c:v>0.13480604229432569</c:v>
                </c:pt>
                <c:pt idx="1743">
                  <c:v>0.12814866617142151</c:v>
                </c:pt>
                <c:pt idx="1744">
                  <c:v>6.1556798564286377E-2</c:v>
                </c:pt>
                <c:pt idx="1745">
                  <c:v>0.20525946714432719</c:v>
                </c:pt>
                <c:pt idx="1746">
                  <c:v>0.25826705874285011</c:v>
                </c:pt>
                <c:pt idx="1747">
                  <c:v>0.31555178265775252</c:v>
                </c:pt>
                <c:pt idx="1748">
                  <c:v>0.2339973881281748</c:v>
                </c:pt>
                <c:pt idx="1749">
                  <c:v>0.35924829386420248</c:v>
                </c:pt>
                <c:pt idx="1750">
                  <c:v>0.31817768630790039</c:v>
                </c:pt>
                <c:pt idx="1751">
                  <c:v>0.1909547464468998</c:v>
                </c:pt>
                <c:pt idx="1752">
                  <c:v>0.39651636279831881</c:v>
                </c:pt>
                <c:pt idx="1753">
                  <c:v>0.40338402606391771</c:v>
                </c:pt>
                <c:pt idx="1754">
                  <c:v>0.38230245731468709</c:v>
                </c:pt>
                <c:pt idx="1755">
                  <c:v>0.24972551305438781</c:v>
                </c:pt>
                <c:pt idx="1756">
                  <c:v>0.34215345692443822</c:v>
                </c:pt>
                <c:pt idx="1757">
                  <c:v>0.1274049067352529</c:v>
                </c:pt>
                <c:pt idx="1758">
                  <c:v>-2.8005922891408561E-2</c:v>
                </c:pt>
                <c:pt idx="1759">
                  <c:v>-7.9865990664438405E-2</c:v>
                </c:pt>
                <c:pt idx="1760">
                  <c:v>-0.18691510586026591</c:v>
                </c:pt>
                <c:pt idx="1761">
                  <c:v>-0.44784306663902862</c:v>
                </c:pt>
                <c:pt idx="1762">
                  <c:v>-0.47797963074194061</c:v>
                </c:pt>
                <c:pt idx="1763">
                  <c:v>-0.69823681937593152</c:v>
                </c:pt>
                <c:pt idx="1764">
                  <c:v>-0.4230577768497501</c:v>
                </c:pt>
                <c:pt idx="1765">
                  <c:v>-0.625278198232186</c:v>
                </c:pt>
                <c:pt idx="1766">
                  <c:v>-0.95754194853668462</c:v>
                </c:pt>
                <c:pt idx="1767">
                  <c:v>-0.93050168812944622</c:v>
                </c:pt>
                <c:pt idx="1768">
                  <c:v>-0.8567697825367645</c:v>
                </c:pt>
                <c:pt idx="1769">
                  <c:v>-1.0654730544450459</c:v>
                </c:pt>
                <c:pt idx="1770">
                  <c:v>-1.1122851440080199</c:v>
                </c:pt>
                <c:pt idx="1771">
                  <c:v>-1.0414902115852669</c:v>
                </c:pt>
                <c:pt idx="1772">
                  <c:v>-0.92849301239007875</c:v>
                </c:pt>
                <c:pt idx="1773">
                  <c:v>-0.85148094545384667</c:v>
                </c:pt>
                <c:pt idx="1774">
                  <c:v>-0.93784442172982041</c:v>
                </c:pt>
                <c:pt idx="1775">
                  <c:v>-0.98284329670645099</c:v>
                </c:pt>
                <c:pt idx="1776">
                  <c:v>-1.1167861192346</c:v>
                </c:pt>
                <c:pt idx="1777">
                  <c:v>-1.107750280940375</c:v>
                </c:pt>
                <c:pt idx="1778">
                  <c:v>-0.96208476179145064</c:v>
                </c:pt>
                <c:pt idx="1779">
                  <c:v>-0.65037436317078612</c:v>
                </c:pt>
                <c:pt idx="1780">
                  <c:v>-0.61800431660009625</c:v>
                </c:pt>
                <c:pt idx="1781">
                  <c:v>-0.66867513908354193</c:v>
                </c:pt>
                <c:pt idx="1782">
                  <c:v>-0.67195930965571293</c:v>
                </c:pt>
                <c:pt idx="1783">
                  <c:v>-0.64758781965802903</c:v>
                </c:pt>
                <c:pt idx="1784">
                  <c:v>-0.59367836834562482</c:v>
                </c:pt>
                <c:pt idx="1785">
                  <c:v>-0.46874755787795158</c:v>
                </c:pt>
                <c:pt idx="1786">
                  <c:v>-0.1769255673046862</c:v>
                </c:pt>
                <c:pt idx="1787">
                  <c:v>2.44700757342734E-2</c:v>
                </c:pt>
                <c:pt idx="1788">
                  <c:v>-3.6687623408426157E-2</c:v>
                </c:pt>
                <c:pt idx="1789">
                  <c:v>-0.20339565670704801</c:v>
                </c:pt>
                <c:pt idx="1790">
                  <c:v>-0.13715276548290961</c:v>
                </c:pt>
                <c:pt idx="1791">
                  <c:v>0.1667263225048124</c:v>
                </c:pt>
                <c:pt idx="1792">
                  <c:v>-0.10716281985743541</c:v>
                </c:pt>
                <c:pt idx="1793">
                  <c:v>-0.49875073220580107</c:v>
                </c:pt>
                <c:pt idx="1794">
                  <c:v>-0.39245375869287669</c:v>
                </c:pt>
                <c:pt idx="1795">
                  <c:v>-0.51816838802150178</c:v>
                </c:pt>
                <c:pt idx="1796">
                  <c:v>-0.39801367360454881</c:v>
                </c:pt>
                <c:pt idx="1797">
                  <c:v>-0.51215302387440442</c:v>
                </c:pt>
                <c:pt idx="1798">
                  <c:v>-0.74428408503649435</c:v>
                </c:pt>
                <c:pt idx="1799">
                  <c:v>-0.84987005760232703</c:v>
                </c:pt>
                <c:pt idx="1800">
                  <c:v>-0.78948200022617987</c:v>
                </c:pt>
                <c:pt idx="1801">
                  <c:v>-0.66999827527464328</c:v>
                </c:pt>
                <c:pt idx="1802">
                  <c:v>-0.56879814773153026</c:v>
                </c:pt>
                <c:pt idx="1803">
                  <c:v>-0.55897170669487783</c:v>
                </c:pt>
                <c:pt idx="1804">
                  <c:v>-0.78581051531152168</c:v>
                </c:pt>
                <c:pt idx="1805">
                  <c:v>-0.89223061780660939</c:v>
                </c:pt>
                <c:pt idx="1806">
                  <c:v>-1.2149957423949129</c:v>
                </c:pt>
                <c:pt idx="1807">
                  <c:v>-1.647827639903414</c:v>
                </c:pt>
                <c:pt idx="1808">
                  <c:v>-1.3119915979059269</c:v>
                </c:pt>
                <c:pt idx="1809">
                  <c:v>-1.29804864220715</c:v>
                </c:pt>
                <c:pt idx="1810">
                  <c:v>-1.304437331644998</c:v>
                </c:pt>
                <c:pt idx="1811">
                  <c:v>-1.545614930580604</c:v>
                </c:pt>
                <c:pt idx="1812">
                  <c:v>-1.416375738960681</c:v>
                </c:pt>
                <c:pt idx="1813">
                  <c:v>-1.2585781258398361</c:v>
                </c:pt>
                <c:pt idx="1814">
                  <c:v>-1.4861908254353571</c:v>
                </c:pt>
                <c:pt idx="1815">
                  <c:v>-1.4774356119453189</c:v>
                </c:pt>
                <c:pt idx="1816">
                  <c:v>-1.436250768229935</c:v>
                </c:pt>
                <c:pt idx="1817">
                  <c:v>-1.0572321234318749</c:v>
                </c:pt>
                <c:pt idx="1818">
                  <c:v>-0.96073529455863305</c:v>
                </c:pt>
                <c:pt idx="1819">
                  <c:v>-0.86811412024256251</c:v>
                </c:pt>
                <c:pt idx="1820">
                  <c:v>-0.70324907405391779</c:v>
                </c:pt>
                <c:pt idx="1821">
                  <c:v>-0.67394076986548968</c:v>
                </c:pt>
                <c:pt idx="1822">
                  <c:v>-0.75088915730243333</c:v>
                </c:pt>
                <c:pt idx="1823">
                  <c:v>-0.82817841141209192</c:v>
                </c:pt>
                <c:pt idx="1824">
                  <c:v>-0.55973047717435587</c:v>
                </c:pt>
                <c:pt idx="1825">
                  <c:v>-0.41326538744981201</c:v>
                </c:pt>
                <c:pt idx="1826">
                  <c:v>-9.8282038436008856E-2</c:v>
                </c:pt>
                <c:pt idx="1827">
                  <c:v>8.2623785488644144E-2</c:v>
                </c:pt>
                <c:pt idx="1828">
                  <c:v>-9.2448005557516547E-2</c:v>
                </c:pt>
                <c:pt idx="1829">
                  <c:v>0.18463345651175811</c:v>
                </c:pt>
                <c:pt idx="1830">
                  <c:v>0.12990443111366839</c:v>
                </c:pt>
                <c:pt idx="1831">
                  <c:v>1.348212349130865E-2</c:v>
                </c:pt>
                <c:pt idx="1832">
                  <c:v>-0.1239059308191979</c:v>
                </c:pt>
                <c:pt idx="1833">
                  <c:v>-0.2190533911484133</c:v>
                </c:pt>
                <c:pt idx="1834">
                  <c:v>4.7427032478306277E-2</c:v>
                </c:pt>
                <c:pt idx="1835">
                  <c:v>0.31895046302825381</c:v>
                </c:pt>
                <c:pt idx="1836">
                  <c:v>0.20628737010451281</c:v>
                </c:pt>
                <c:pt idx="1837">
                  <c:v>0.145172747942271</c:v>
                </c:pt>
                <c:pt idx="1838">
                  <c:v>0.19853470627118119</c:v>
                </c:pt>
                <c:pt idx="1839">
                  <c:v>0.22891952041015001</c:v>
                </c:pt>
                <c:pt idx="1840">
                  <c:v>0.1192323138841432</c:v>
                </c:pt>
                <c:pt idx="1841">
                  <c:v>0.25093823798039089</c:v>
                </c:pt>
                <c:pt idx="1842">
                  <c:v>0.25224583509504461</c:v>
                </c:pt>
                <c:pt idx="1843">
                  <c:v>0.35262830443741527</c:v>
                </c:pt>
                <c:pt idx="1844">
                  <c:v>5.651769701811718E-2</c:v>
                </c:pt>
                <c:pt idx="1845">
                  <c:v>-3.4032705559098778E-2</c:v>
                </c:pt>
                <c:pt idx="1846">
                  <c:v>-0.22364785850129371</c:v>
                </c:pt>
                <c:pt idx="1847">
                  <c:v>-0.29736709876916262</c:v>
                </c:pt>
                <c:pt idx="1848">
                  <c:v>-0.45944862152373628</c:v>
                </c:pt>
                <c:pt idx="1849">
                  <c:v>-0.75619580287838695</c:v>
                </c:pt>
                <c:pt idx="1850">
                  <c:v>-0.61826617452455446</c:v>
                </c:pt>
                <c:pt idx="1851">
                  <c:v>-0.57797081889906621</c:v>
                </c:pt>
                <c:pt idx="1852">
                  <c:v>-0.47356110906170867</c:v>
                </c:pt>
                <c:pt idx="1853">
                  <c:v>-0.54431553134980237</c:v>
                </c:pt>
                <c:pt idx="1854">
                  <c:v>-0.56747521638527942</c:v>
                </c:pt>
                <c:pt idx="1855">
                  <c:v>-0.51903022667494214</c:v>
                </c:pt>
                <c:pt idx="1856">
                  <c:v>-0.46245456047894129</c:v>
                </c:pt>
                <c:pt idx="1857">
                  <c:v>-0.60922057251292261</c:v>
                </c:pt>
                <c:pt idx="1858">
                  <c:v>-0.9631435734637982</c:v>
                </c:pt>
                <c:pt idx="1859">
                  <c:v>-1.0458398528730819</c:v>
                </c:pt>
                <c:pt idx="1860">
                  <c:v>-1.094492769738149</c:v>
                </c:pt>
                <c:pt idx="1861">
                  <c:v>-1.1083924693044289</c:v>
                </c:pt>
                <c:pt idx="1862">
                  <c:v>-1.257669457407252</c:v>
                </c:pt>
                <c:pt idx="1863">
                  <c:v>-1.064767378481684</c:v>
                </c:pt>
                <c:pt idx="1864">
                  <c:v>-0.72506658203121432</c:v>
                </c:pt>
                <c:pt idx="1865">
                  <c:v>-0.69255252630155784</c:v>
                </c:pt>
                <c:pt idx="1866">
                  <c:v>-0.72237291282862826</c:v>
                </c:pt>
                <c:pt idx="1867">
                  <c:v>-0.63540757245132962</c:v>
                </c:pt>
                <c:pt idx="1868">
                  <c:v>-0.33627689784820453</c:v>
                </c:pt>
                <c:pt idx="1869">
                  <c:v>-0.40334085753736582</c:v>
                </c:pt>
                <c:pt idx="1870">
                  <c:v>-0.43184992653926801</c:v>
                </c:pt>
                <c:pt idx="1871">
                  <c:v>-0.24914991609286749</c:v>
                </c:pt>
                <c:pt idx="1872">
                  <c:v>-0.34735143203640512</c:v>
                </c:pt>
                <c:pt idx="1873">
                  <c:v>-0.20187671206658059</c:v>
                </c:pt>
                <c:pt idx="1874">
                  <c:v>-0.20377543574052229</c:v>
                </c:pt>
                <c:pt idx="1875">
                  <c:v>-0.14673332617075671</c:v>
                </c:pt>
                <c:pt idx="1876">
                  <c:v>-5.5454921511246473E-2</c:v>
                </c:pt>
                <c:pt idx="1877">
                  <c:v>3.2209916700401277E-2</c:v>
                </c:pt>
                <c:pt idx="1878">
                  <c:v>0.51066847096091472</c:v>
                </c:pt>
                <c:pt idx="1879">
                  <c:v>0.55750464804246225</c:v>
                </c:pt>
                <c:pt idx="1880">
                  <c:v>0.62274324528581848</c:v>
                </c:pt>
                <c:pt idx="1881">
                  <c:v>0.29151250810280721</c:v>
                </c:pt>
                <c:pt idx="1882">
                  <c:v>0.29718189512163362</c:v>
                </c:pt>
                <c:pt idx="1883">
                  <c:v>-1.3557705018592121E-2</c:v>
                </c:pt>
                <c:pt idx="1884">
                  <c:v>-0.1411128873242507</c:v>
                </c:pt>
                <c:pt idx="1885">
                  <c:v>-0.12982460128718029</c:v>
                </c:pt>
                <c:pt idx="1886">
                  <c:v>-7.8423233159413172E-2</c:v>
                </c:pt>
                <c:pt idx="1887">
                  <c:v>-0.15952543549393711</c:v>
                </c:pt>
                <c:pt idx="1888">
                  <c:v>-0.33752877788390317</c:v>
                </c:pt>
                <c:pt idx="1889">
                  <c:v>-0.26252862065077942</c:v>
                </c:pt>
                <c:pt idx="1890">
                  <c:v>-0.15683069541582401</c:v>
                </c:pt>
                <c:pt idx="1891">
                  <c:v>-0.22162642182843459</c:v>
                </c:pt>
                <c:pt idx="1892">
                  <c:v>8.4947567756148937E-2</c:v>
                </c:pt>
                <c:pt idx="1893">
                  <c:v>-2.8118486469313631E-2</c:v>
                </c:pt>
                <c:pt idx="1894">
                  <c:v>-3.5897568064810967E-2</c:v>
                </c:pt>
                <c:pt idx="1895">
                  <c:v>-6.6402779204721665E-2</c:v>
                </c:pt>
                <c:pt idx="1896">
                  <c:v>-2.7663055821013749E-2</c:v>
                </c:pt>
                <c:pt idx="1897">
                  <c:v>-0.18348430606245261</c:v>
                </c:pt>
                <c:pt idx="1898">
                  <c:v>-0.30611837981850071</c:v>
                </c:pt>
                <c:pt idx="1899">
                  <c:v>-0.39635813883507498</c:v>
                </c:pt>
                <c:pt idx="1900">
                  <c:v>-0.32544059097141231</c:v>
                </c:pt>
                <c:pt idx="1901">
                  <c:v>-0.17932057297574019</c:v>
                </c:pt>
                <c:pt idx="1902">
                  <c:v>-0.27227639176940471</c:v>
                </c:pt>
                <c:pt idx="1903">
                  <c:v>-0.19956142613117719</c:v>
                </c:pt>
                <c:pt idx="1904">
                  <c:v>-0.15606271092476601</c:v>
                </c:pt>
                <c:pt idx="1905">
                  <c:v>-0.20918773400510371</c:v>
                </c:pt>
                <c:pt idx="1906">
                  <c:v>-0.22232793885066909</c:v>
                </c:pt>
                <c:pt idx="1907">
                  <c:v>-0.18276095473618739</c:v>
                </c:pt>
                <c:pt idx="1908">
                  <c:v>-0.29886108823681479</c:v>
                </c:pt>
                <c:pt idx="1909">
                  <c:v>-0.20269351750704409</c:v>
                </c:pt>
                <c:pt idx="1910">
                  <c:v>-0.20245771911752741</c:v>
                </c:pt>
                <c:pt idx="1911">
                  <c:v>-0.13247797027892971</c:v>
                </c:pt>
                <c:pt idx="1912">
                  <c:v>-0.17756879947888779</c:v>
                </c:pt>
                <c:pt idx="1913">
                  <c:v>9.9194919818102831E-3</c:v>
                </c:pt>
                <c:pt idx="1914">
                  <c:v>-9.0084889947123159E-2</c:v>
                </c:pt>
                <c:pt idx="1915">
                  <c:v>-0.21046794320149939</c:v>
                </c:pt>
                <c:pt idx="1916">
                  <c:v>-0.20261871446678001</c:v>
                </c:pt>
                <c:pt idx="1917">
                  <c:v>-5.8996417116439952E-3</c:v>
                </c:pt>
                <c:pt idx="1918">
                  <c:v>9.9473169342802079E-2</c:v>
                </c:pt>
                <c:pt idx="1919">
                  <c:v>4.13209990239699E-2</c:v>
                </c:pt>
                <c:pt idx="1920">
                  <c:v>2.1426713838198358E-3</c:v>
                </c:pt>
                <c:pt idx="1921">
                  <c:v>9.8592934452002082E-2</c:v>
                </c:pt>
                <c:pt idx="1922">
                  <c:v>0.13571874424518279</c:v>
                </c:pt>
                <c:pt idx="1923">
                  <c:v>0.1916893459884973</c:v>
                </c:pt>
                <c:pt idx="1924">
                  <c:v>6.1458163412424487E-2</c:v>
                </c:pt>
                <c:pt idx="1925">
                  <c:v>3.9199391336981844E-3</c:v>
                </c:pt>
                <c:pt idx="1926">
                  <c:v>2.959216600527163E-2</c:v>
                </c:pt>
                <c:pt idx="1927">
                  <c:v>4.4578130186848981E-2</c:v>
                </c:pt>
                <c:pt idx="1928">
                  <c:v>0.32829508376310529</c:v>
                </c:pt>
                <c:pt idx="1929">
                  <c:v>0.26967227999093413</c:v>
                </c:pt>
                <c:pt idx="1930">
                  <c:v>5.3053129966208729E-2</c:v>
                </c:pt>
                <c:pt idx="1931">
                  <c:v>2.879967181296457E-2</c:v>
                </c:pt>
                <c:pt idx="1932">
                  <c:v>-0.13434780340937169</c:v>
                </c:pt>
                <c:pt idx="1933">
                  <c:v>-0.1147309725246172</c:v>
                </c:pt>
                <c:pt idx="1934">
                  <c:v>-8.1075603413327521E-2</c:v>
                </c:pt>
                <c:pt idx="1935">
                  <c:v>-5.5816000461039482E-2</c:v>
                </c:pt>
                <c:pt idx="1936">
                  <c:v>-0.12721459394152429</c:v>
                </c:pt>
                <c:pt idx="1937">
                  <c:v>-0.14629692173564279</c:v>
                </c:pt>
                <c:pt idx="1938">
                  <c:v>-7.8045816084184039E-2</c:v>
                </c:pt>
                <c:pt idx="1939">
                  <c:v>7.2206993780010387E-2</c:v>
                </c:pt>
                <c:pt idx="1940">
                  <c:v>-0.21015871413572801</c:v>
                </c:pt>
                <c:pt idx="1941">
                  <c:v>-0.26803209302693859</c:v>
                </c:pt>
                <c:pt idx="1942">
                  <c:v>-9.8486286881347099E-2</c:v>
                </c:pt>
                <c:pt idx="1943">
                  <c:v>-5.1229701390304708E-2</c:v>
                </c:pt>
                <c:pt idx="1944">
                  <c:v>4.6737791934345352E-2</c:v>
                </c:pt>
                <c:pt idx="1945">
                  <c:v>0.30438024149785442</c:v>
                </c:pt>
                <c:pt idx="1946">
                  <c:v>0.38309586200325241</c:v>
                </c:pt>
                <c:pt idx="1947">
                  <c:v>0.35554785786015342</c:v>
                </c:pt>
                <c:pt idx="1948">
                  <c:v>0.15476176857446011</c:v>
                </c:pt>
                <c:pt idx="1949">
                  <c:v>0.1087782054731527</c:v>
                </c:pt>
                <c:pt idx="1950">
                  <c:v>0.24396026654676509</c:v>
                </c:pt>
                <c:pt idx="1951">
                  <c:v>0.27760663880667141</c:v>
                </c:pt>
                <c:pt idx="1952">
                  <c:v>0.47679008071851359</c:v>
                </c:pt>
                <c:pt idx="1953">
                  <c:v>0.38835793361295551</c:v>
                </c:pt>
                <c:pt idx="1954">
                  <c:v>0.36270036018629248</c:v>
                </c:pt>
                <c:pt idx="1955">
                  <c:v>0.28732243723609108</c:v>
                </c:pt>
                <c:pt idx="1956">
                  <c:v>0.31752275953490938</c:v>
                </c:pt>
                <c:pt idx="1957">
                  <c:v>0.1126320222664088</c:v>
                </c:pt>
                <c:pt idx="1958">
                  <c:v>-5.0771802703588421E-2</c:v>
                </c:pt>
                <c:pt idx="1959">
                  <c:v>-9.3353957142299659E-2</c:v>
                </c:pt>
                <c:pt idx="1960">
                  <c:v>-6.0236703843120062E-2</c:v>
                </c:pt>
                <c:pt idx="1961">
                  <c:v>-3.1236976128258272E-2</c:v>
                </c:pt>
                <c:pt idx="1962">
                  <c:v>-3.3534705011561451E-2</c:v>
                </c:pt>
                <c:pt idx="1963">
                  <c:v>8.3549315817296379E-3</c:v>
                </c:pt>
                <c:pt idx="1964">
                  <c:v>-7.6232436648835195E-2</c:v>
                </c:pt>
                <c:pt idx="1965">
                  <c:v>-0.18807260528152939</c:v>
                </c:pt>
                <c:pt idx="1966">
                  <c:v>-0.179287266348993</c:v>
                </c:pt>
                <c:pt idx="1967">
                  <c:v>-0.17957657320591561</c:v>
                </c:pt>
                <c:pt idx="1968">
                  <c:v>3.065929401279649E-2</c:v>
                </c:pt>
                <c:pt idx="1969">
                  <c:v>0.1090212450658566</c:v>
                </c:pt>
                <c:pt idx="1970">
                  <c:v>8.5429280982394551E-2</c:v>
                </c:pt>
                <c:pt idx="1971">
                  <c:v>2.7768438348630371E-2</c:v>
                </c:pt>
                <c:pt idx="1972">
                  <c:v>-7.9049071984154354E-2</c:v>
                </c:pt>
                <c:pt idx="1973">
                  <c:v>4.7231594706998122E-2</c:v>
                </c:pt>
                <c:pt idx="1974">
                  <c:v>0.24710806553114251</c:v>
                </c:pt>
                <c:pt idx="1975">
                  <c:v>0.34333633360452909</c:v>
                </c:pt>
                <c:pt idx="1976">
                  <c:v>0.3587429258683143</c:v>
                </c:pt>
                <c:pt idx="1977">
                  <c:v>0.54860256209439195</c:v>
                </c:pt>
                <c:pt idx="1978">
                  <c:v>0.60676190326491319</c:v>
                </c:pt>
                <c:pt idx="1979">
                  <c:v>0.5311656463289417</c:v>
                </c:pt>
                <c:pt idx="1980">
                  <c:v>0.4695430524332731</c:v>
                </c:pt>
                <c:pt idx="1981">
                  <c:v>0.46836555782556311</c:v>
                </c:pt>
                <c:pt idx="1982">
                  <c:v>0.67906512023953136</c:v>
                </c:pt>
                <c:pt idx="1983">
                  <c:v>0.63014721635187187</c:v>
                </c:pt>
                <c:pt idx="1984">
                  <c:v>0.68496531962941687</c:v>
                </c:pt>
                <c:pt idx="1985">
                  <c:v>0.52077739385135835</c:v>
                </c:pt>
                <c:pt idx="1986">
                  <c:v>0.37772343886826693</c:v>
                </c:pt>
                <c:pt idx="1987">
                  <c:v>0.4009393538955443</c:v>
                </c:pt>
                <c:pt idx="1988">
                  <c:v>0.33315444283345569</c:v>
                </c:pt>
                <c:pt idx="1989">
                  <c:v>0.1374546582033522</c:v>
                </c:pt>
                <c:pt idx="1990">
                  <c:v>9.7589867615184109E-2</c:v>
                </c:pt>
                <c:pt idx="1991">
                  <c:v>1.592772831869927E-2</c:v>
                </c:pt>
                <c:pt idx="1992">
                  <c:v>-8.5951329026905929E-2</c:v>
                </c:pt>
                <c:pt idx="1993">
                  <c:v>-0.11673627616822881</c:v>
                </c:pt>
                <c:pt idx="1994">
                  <c:v>-0.21580987951438391</c:v>
                </c:pt>
                <c:pt idx="1995">
                  <c:v>-0.21045674819682891</c:v>
                </c:pt>
                <c:pt idx="1996">
                  <c:v>-0.32578966921448288</c:v>
                </c:pt>
                <c:pt idx="1997">
                  <c:v>-0.48739253599994731</c:v>
                </c:pt>
                <c:pt idx="1998">
                  <c:v>-0.60403317311585036</c:v>
                </c:pt>
                <c:pt idx="1999">
                  <c:v>-0.52369411395284349</c:v>
                </c:pt>
                <c:pt idx="2000">
                  <c:v>-0.30926710634027632</c:v>
                </c:pt>
                <c:pt idx="2001">
                  <c:v>-0.39486007720344107</c:v>
                </c:pt>
                <c:pt idx="2002">
                  <c:v>-0.69944592561621144</c:v>
                </c:pt>
                <c:pt idx="2003">
                  <c:v>-0.68595973745154704</c:v>
                </c:pt>
                <c:pt idx="2004">
                  <c:v>-0.75883561471744387</c:v>
                </c:pt>
                <c:pt idx="2005">
                  <c:v>-0.57884250048126207</c:v>
                </c:pt>
                <c:pt idx="2006">
                  <c:v>-0.54736879413771877</c:v>
                </c:pt>
                <c:pt idx="2007">
                  <c:v>-0.53807046803892877</c:v>
                </c:pt>
                <c:pt idx="2008">
                  <c:v>-0.62908985370930126</c:v>
                </c:pt>
                <c:pt idx="2009">
                  <c:v>-0.49642804357300419</c:v>
                </c:pt>
                <c:pt idx="2010">
                  <c:v>-0.3852140481362844</c:v>
                </c:pt>
                <c:pt idx="2011">
                  <c:v>-0.1631421655279035</c:v>
                </c:pt>
                <c:pt idx="2012">
                  <c:v>-3.068903701939131E-2</c:v>
                </c:pt>
                <c:pt idx="2013">
                  <c:v>-0.21849634642082821</c:v>
                </c:pt>
                <c:pt idx="2014">
                  <c:v>-0.1806587480226502</c:v>
                </c:pt>
                <c:pt idx="2015">
                  <c:v>-0.18757086005331319</c:v>
                </c:pt>
                <c:pt idx="2016">
                  <c:v>-2.1193367733004652E-3</c:v>
                </c:pt>
                <c:pt idx="2017">
                  <c:v>1.7072765824703112E-2</c:v>
                </c:pt>
                <c:pt idx="2018">
                  <c:v>1.448524270587471E-2</c:v>
                </c:pt>
                <c:pt idx="2019">
                  <c:v>-1.8467855739112121E-2</c:v>
                </c:pt>
                <c:pt idx="2020">
                  <c:v>-9.6491657668348843E-2</c:v>
                </c:pt>
                <c:pt idx="2021">
                  <c:v>-0.20603774139853559</c:v>
                </c:pt>
                <c:pt idx="2022">
                  <c:v>-3.9225508574157179E-2</c:v>
                </c:pt>
                <c:pt idx="2023">
                  <c:v>4.4043194345335102E-2</c:v>
                </c:pt>
                <c:pt idx="2024">
                  <c:v>0.15501626740459901</c:v>
                </c:pt>
                <c:pt idx="2025">
                  <c:v>0.15648823556721159</c:v>
                </c:pt>
                <c:pt idx="2026">
                  <c:v>6.926687333658775E-2</c:v>
                </c:pt>
                <c:pt idx="2027">
                  <c:v>5.5823938412470492E-2</c:v>
                </c:pt>
                <c:pt idx="2028">
                  <c:v>2.0911189051558681E-2</c:v>
                </c:pt>
                <c:pt idx="2029">
                  <c:v>5.224280125377307E-2</c:v>
                </c:pt>
                <c:pt idx="2030">
                  <c:v>5.1498222295977628E-2</c:v>
                </c:pt>
                <c:pt idx="2031">
                  <c:v>-5.3423222299133377E-2</c:v>
                </c:pt>
                <c:pt idx="2032">
                  <c:v>-0.1912720320477635</c:v>
                </c:pt>
                <c:pt idx="2033">
                  <c:v>1.979514742237258E-2</c:v>
                </c:pt>
                <c:pt idx="2034">
                  <c:v>-9.1584269771828208E-2</c:v>
                </c:pt>
                <c:pt idx="2035">
                  <c:v>-0.14561054392642389</c:v>
                </c:pt>
                <c:pt idx="2036">
                  <c:v>-9.4193104324273302E-2</c:v>
                </c:pt>
                <c:pt idx="2037">
                  <c:v>-7.2544937948201674E-2</c:v>
                </c:pt>
                <c:pt idx="2038">
                  <c:v>-0.17662836263186771</c:v>
                </c:pt>
                <c:pt idx="2039">
                  <c:v>-8.6944586428182091E-2</c:v>
                </c:pt>
                <c:pt idx="2040">
                  <c:v>-8.1038451876888264E-3</c:v>
                </c:pt>
                <c:pt idx="2041">
                  <c:v>0.45311869311394359</c:v>
                </c:pt>
                <c:pt idx="2042">
                  <c:v>0.54522066486010634</c:v>
                </c:pt>
                <c:pt idx="2043">
                  <c:v>0.82488240837393556</c:v>
                </c:pt>
                <c:pt idx="2044">
                  <c:v>0.7402759154823878</c:v>
                </c:pt>
                <c:pt idx="2045">
                  <c:v>0.26826957371623561</c:v>
                </c:pt>
                <c:pt idx="2046">
                  <c:v>0.3285967865610086</c:v>
                </c:pt>
                <c:pt idx="2047">
                  <c:v>0.15711395380274329</c:v>
                </c:pt>
                <c:pt idx="2048">
                  <c:v>0.2390920096195924</c:v>
                </c:pt>
                <c:pt idx="2049">
                  <c:v>0.45166619735493901</c:v>
                </c:pt>
                <c:pt idx="2050">
                  <c:v>0.42292310740539352</c:v>
                </c:pt>
                <c:pt idx="2051">
                  <c:v>0.44008560259229518</c:v>
                </c:pt>
                <c:pt idx="2052">
                  <c:v>0.60100219976337887</c:v>
                </c:pt>
                <c:pt idx="2053">
                  <c:v>0.68155971526372972</c:v>
                </c:pt>
                <c:pt idx="2054">
                  <c:v>0.63010041423788954</c:v>
                </c:pt>
                <c:pt idx="2055">
                  <c:v>0.56593909971481204</c:v>
                </c:pt>
                <c:pt idx="2056">
                  <c:v>0.48558234362872382</c:v>
                </c:pt>
                <c:pt idx="2057">
                  <c:v>0.3783648987681934</c:v>
                </c:pt>
                <c:pt idx="2058">
                  <c:v>0.46871174507308522</c:v>
                </c:pt>
                <c:pt idx="2059">
                  <c:v>0.36340223720162418</c:v>
                </c:pt>
                <c:pt idx="2060">
                  <c:v>0.3201156672785419</c:v>
                </c:pt>
                <c:pt idx="2061">
                  <c:v>7.2785203939328094E-2</c:v>
                </c:pt>
                <c:pt idx="2062">
                  <c:v>-0.104800114963659</c:v>
                </c:pt>
                <c:pt idx="2063">
                  <c:v>-0.39469485276529581</c:v>
                </c:pt>
                <c:pt idx="2064">
                  <c:v>-0.27049092128252311</c:v>
                </c:pt>
                <c:pt idx="2065">
                  <c:v>0.22357607172174029</c:v>
                </c:pt>
                <c:pt idx="2066">
                  <c:v>0.1739964660494385</c:v>
                </c:pt>
                <c:pt idx="2067">
                  <c:v>0.25299550043401758</c:v>
                </c:pt>
                <c:pt idx="2068">
                  <c:v>0.243251578202479</c:v>
                </c:pt>
                <c:pt idx="2069">
                  <c:v>-4.3343012404076682E-2</c:v>
                </c:pt>
                <c:pt idx="2070">
                  <c:v>-9.0321441643096759E-2</c:v>
                </c:pt>
                <c:pt idx="2071">
                  <c:v>-0.2101207180206717</c:v>
                </c:pt>
                <c:pt idx="2072">
                  <c:v>-0.40534139145567161</c:v>
                </c:pt>
                <c:pt idx="2073">
                  <c:v>-0.67917967838058579</c:v>
                </c:pt>
                <c:pt idx="2074">
                  <c:v>-0.67084470872463597</c:v>
                </c:pt>
                <c:pt idx="2075">
                  <c:v>-0.52788177698246763</c:v>
                </c:pt>
                <c:pt idx="2076">
                  <c:v>-0.51653421898847951</c:v>
                </c:pt>
                <c:pt idx="2077">
                  <c:v>-0.33641110912189481</c:v>
                </c:pt>
                <c:pt idx="2078">
                  <c:v>-0.33345829718738562</c:v>
                </c:pt>
                <c:pt idx="2079">
                  <c:v>-0.31521560886309069</c:v>
                </c:pt>
                <c:pt idx="2080">
                  <c:v>-8.1200379062754624E-2</c:v>
                </c:pt>
                <c:pt idx="2081">
                  <c:v>-9.4970901458092435E-2</c:v>
                </c:pt>
                <c:pt idx="2082">
                  <c:v>-0.13568835091412751</c:v>
                </c:pt>
                <c:pt idx="2083">
                  <c:v>-0.31592592380580697</c:v>
                </c:pt>
                <c:pt idx="2084">
                  <c:v>-0.43676619175602871</c:v>
                </c:pt>
                <c:pt idx="2085">
                  <c:v>-0.48758985002829419</c:v>
                </c:pt>
                <c:pt idx="2086">
                  <c:v>-0.43428087905549051</c:v>
                </c:pt>
                <c:pt idx="2087">
                  <c:v>-0.38714252006971239</c:v>
                </c:pt>
                <c:pt idx="2088">
                  <c:v>-0.48599466398791019</c:v>
                </c:pt>
                <c:pt idx="2089">
                  <c:v>-0.54928859113107331</c:v>
                </c:pt>
                <c:pt idx="2090">
                  <c:v>-0.43494917537343358</c:v>
                </c:pt>
                <c:pt idx="2091">
                  <c:v>-0.37152686127260681</c:v>
                </c:pt>
                <c:pt idx="2092">
                  <c:v>-0.26085422477529152</c:v>
                </c:pt>
                <c:pt idx="2093">
                  <c:v>-0.1023771726533986</c:v>
                </c:pt>
                <c:pt idx="2094">
                  <c:v>-0.1303692922639518</c:v>
                </c:pt>
                <c:pt idx="2095">
                  <c:v>-0.25999613000175681</c:v>
                </c:pt>
                <c:pt idx="2096">
                  <c:v>-0.4189866155752921</c:v>
                </c:pt>
                <c:pt idx="2097">
                  <c:v>-0.39837597987946138</c:v>
                </c:pt>
                <c:pt idx="2098">
                  <c:v>-0.37522467964564488</c:v>
                </c:pt>
                <c:pt idx="2099">
                  <c:v>-0.37190234123957577</c:v>
                </c:pt>
                <c:pt idx="2100">
                  <c:v>-0.50817561150475143</c:v>
                </c:pt>
                <c:pt idx="2101">
                  <c:v>-0.55515755921181453</c:v>
                </c:pt>
                <c:pt idx="2102">
                  <c:v>-0.5874203260922326</c:v>
                </c:pt>
                <c:pt idx="2103">
                  <c:v>-0.56732393789356617</c:v>
                </c:pt>
                <c:pt idx="2104">
                  <c:v>-0.44697932513071431</c:v>
                </c:pt>
                <c:pt idx="2105">
                  <c:v>-0.39079995605824069</c:v>
                </c:pt>
                <c:pt idx="2106">
                  <c:v>-0.40983269916105319</c:v>
                </c:pt>
                <c:pt idx="2107">
                  <c:v>-0.34655368006702258</c:v>
                </c:pt>
                <c:pt idx="2108">
                  <c:v>-0.34896726250252202</c:v>
                </c:pt>
                <c:pt idx="2109">
                  <c:v>-0.19032475827660639</c:v>
                </c:pt>
                <c:pt idx="2110">
                  <c:v>-0.27571875968249993</c:v>
                </c:pt>
                <c:pt idx="2111">
                  <c:v>-0.19975694093889229</c:v>
                </c:pt>
                <c:pt idx="2112">
                  <c:v>-0.2467695604901442</c:v>
                </c:pt>
                <c:pt idx="2113">
                  <c:v>-0.42425420628083832</c:v>
                </c:pt>
                <c:pt idx="2114">
                  <c:v>-0.40504960010115482</c:v>
                </c:pt>
                <c:pt idx="2115">
                  <c:v>-0.37440080398060571</c:v>
                </c:pt>
                <c:pt idx="2116">
                  <c:v>-0.27711464428179072</c:v>
                </c:pt>
                <c:pt idx="2117">
                  <c:v>-0.28692099054045239</c:v>
                </c:pt>
                <c:pt idx="2118">
                  <c:v>-0.29131822695209503</c:v>
                </c:pt>
                <c:pt idx="2119">
                  <c:v>-0.1905461804680158</c:v>
                </c:pt>
                <c:pt idx="2120">
                  <c:v>-0.21872992141750561</c:v>
                </c:pt>
                <c:pt idx="2121">
                  <c:v>-9.5109311471913024E-2</c:v>
                </c:pt>
                <c:pt idx="2122">
                  <c:v>-3.957565613457485E-3</c:v>
                </c:pt>
                <c:pt idx="2123">
                  <c:v>0.13963820274139579</c:v>
                </c:pt>
                <c:pt idx="2124">
                  <c:v>-4.8045495330857344E-3</c:v>
                </c:pt>
                <c:pt idx="2125">
                  <c:v>-0.11828101493337689</c:v>
                </c:pt>
                <c:pt idx="2126">
                  <c:v>-0.10781122744443999</c:v>
                </c:pt>
                <c:pt idx="2127">
                  <c:v>-0.17235529567810409</c:v>
                </c:pt>
                <c:pt idx="2128">
                  <c:v>-0.13060692269220611</c:v>
                </c:pt>
                <c:pt idx="2129">
                  <c:v>-4.851856883065675E-2</c:v>
                </c:pt>
                <c:pt idx="2130">
                  <c:v>-9.7718963314809767E-2</c:v>
                </c:pt>
                <c:pt idx="2131">
                  <c:v>-0.16313731091924169</c:v>
                </c:pt>
                <c:pt idx="2132">
                  <c:v>-0.1914777700656046</c:v>
                </c:pt>
                <c:pt idx="2133">
                  <c:v>-0.1370403514187272</c:v>
                </c:pt>
                <c:pt idx="2134">
                  <c:v>-1.178806381405925E-2</c:v>
                </c:pt>
                <c:pt idx="2135">
                  <c:v>5.0231892372106651E-2</c:v>
                </c:pt>
                <c:pt idx="2136">
                  <c:v>4.7858897141095591E-2</c:v>
                </c:pt>
                <c:pt idx="2137">
                  <c:v>8.4871005717660555E-2</c:v>
                </c:pt>
                <c:pt idx="2138">
                  <c:v>0.15915804710209619</c:v>
                </c:pt>
                <c:pt idx="2139">
                  <c:v>5.351552404362242E-2</c:v>
                </c:pt>
                <c:pt idx="2140">
                  <c:v>4.4068068536371012E-2</c:v>
                </c:pt>
                <c:pt idx="2141">
                  <c:v>-0.15473488010521869</c:v>
                </c:pt>
                <c:pt idx="2142">
                  <c:v>-0.16360932110763299</c:v>
                </c:pt>
                <c:pt idx="2143">
                  <c:v>-0.18670213451802251</c:v>
                </c:pt>
                <c:pt idx="2144">
                  <c:v>-0.17978462485399571</c:v>
                </c:pt>
                <c:pt idx="2145">
                  <c:v>-0.1153698779470205</c:v>
                </c:pt>
                <c:pt idx="2146">
                  <c:v>-0.16466940117875231</c:v>
                </c:pt>
                <c:pt idx="2147">
                  <c:v>-0.1076137853403665</c:v>
                </c:pt>
                <c:pt idx="2148">
                  <c:v>-0.13985472367151641</c:v>
                </c:pt>
                <c:pt idx="2149">
                  <c:v>-0.31457734080480398</c:v>
                </c:pt>
                <c:pt idx="2150">
                  <c:v>-0.32297367226120888</c:v>
                </c:pt>
                <c:pt idx="2151">
                  <c:v>-0.35718844266944633</c:v>
                </c:pt>
                <c:pt idx="2152">
                  <c:v>-0.38499523450607509</c:v>
                </c:pt>
                <c:pt idx="2153">
                  <c:v>-0.55708752415478136</c:v>
                </c:pt>
                <c:pt idx="2154">
                  <c:v>-0.58666452686024884</c:v>
                </c:pt>
                <c:pt idx="2155">
                  <c:v>-0.56816637859538544</c:v>
                </c:pt>
                <c:pt idx="2156">
                  <c:v>-0.48434202592224512</c:v>
                </c:pt>
                <c:pt idx="2157">
                  <c:v>-0.3223636047234818</c:v>
                </c:pt>
                <c:pt idx="2158">
                  <c:v>-0.46566805971189312</c:v>
                </c:pt>
                <c:pt idx="2159">
                  <c:v>-0.30495657170379331</c:v>
                </c:pt>
                <c:pt idx="2160">
                  <c:v>-0.26234851147556493</c:v>
                </c:pt>
                <c:pt idx="2161">
                  <c:v>-0.16339773034332691</c:v>
                </c:pt>
                <c:pt idx="2162">
                  <c:v>-0.19461829625503729</c:v>
                </c:pt>
                <c:pt idx="2163">
                  <c:v>-0.15147540558868411</c:v>
                </c:pt>
                <c:pt idx="2164">
                  <c:v>-0.11036033201816289</c:v>
                </c:pt>
                <c:pt idx="2165">
                  <c:v>-0.19395557081309689</c:v>
                </c:pt>
                <c:pt idx="2166">
                  <c:v>-0.12129468977737411</c:v>
                </c:pt>
                <c:pt idx="2167">
                  <c:v>-0.23787947869218151</c:v>
                </c:pt>
                <c:pt idx="2168">
                  <c:v>-0.23792449582804931</c:v>
                </c:pt>
                <c:pt idx="2169">
                  <c:v>-7.7479841079585166E-2</c:v>
                </c:pt>
                <c:pt idx="2170">
                  <c:v>0.11624811263488299</c:v>
                </c:pt>
                <c:pt idx="2171">
                  <c:v>0.1913969260104226</c:v>
                </c:pt>
                <c:pt idx="2172">
                  <c:v>0.31772262600222112</c:v>
                </c:pt>
                <c:pt idx="2173">
                  <c:v>0.60040074978490343</c:v>
                </c:pt>
                <c:pt idx="2174">
                  <c:v>0.63120419243711667</c:v>
                </c:pt>
                <c:pt idx="2175">
                  <c:v>0.84306473914390523</c:v>
                </c:pt>
                <c:pt idx="2176">
                  <c:v>0.67439327368476565</c:v>
                </c:pt>
                <c:pt idx="2177">
                  <c:v>0.39052213137645952</c:v>
                </c:pt>
                <c:pt idx="2178">
                  <c:v>0.53576037373174989</c:v>
                </c:pt>
                <c:pt idx="2179">
                  <c:v>0.54880988701076006</c:v>
                </c:pt>
                <c:pt idx="2180">
                  <c:v>0.59930322989401486</c:v>
                </c:pt>
                <c:pt idx="2181">
                  <c:v>0.46712024320832263</c:v>
                </c:pt>
                <c:pt idx="2182">
                  <c:v>0.4487549308497793</c:v>
                </c:pt>
                <c:pt idx="2183">
                  <c:v>0.45612108461328549</c:v>
                </c:pt>
                <c:pt idx="2184">
                  <c:v>0.5276625820657036</c:v>
                </c:pt>
                <c:pt idx="2185">
                  <c:v>0.62340800311783828</c:v>
                </c:pt>
                <c:pt idx="2186">
                  <c:v>0.51925218711223475</c:v>
                </c:pt>
                <c:pt idx="2187">
                  <c:v>0.54025375887518001</c:v>
                </c:pt>
                <c:pt idx="2188">
                  <c:v>0.50668998680934274</c:v>
                </c:pt>
                <c:pt idx="2189">
                  <c:v>0.39055634227909081</c:v>
                </c:pt>
                <c:pt idx="2190">
                  <c:v>0.19354236382320239</c:v>
                </c:pt>
                <c:pt idx="2191">
                  <c:v>0.28068140313682838</c:v>
                </c:pt>
                <c:pt idx="2192">
                  <c:v>0.30250404366948741</c:v>
                </c:pt>
                <c:pt idx="2193">
                  <c:v>0.2363650520725552</c:v>
                </c:pt>
                <c:pt idx="2194">
                  <c:v>0.19398365718996549</c:v>
                </c:pt>
                <c:pt idx="2195">
                  <c:v>-0.12833373856304439</c:v>
                </c:pt>
                <c:pt idx="2196">
                  <c:v>5.2926609199209183E-2</c:v>
                </c:pt>
                <c:pt idx="2197">
                  <c:v>0.12757274743978711</c:v>
                </c:pt>
                <c:pt idx="2198">
                  <c:v>9.3784529973877831E-2</c:v>
                </c:pt>
                <c:pt idx="2199">
                  <c:v>-1.8669653257469259E-2</c:v>
                </c:pt>
                <c:pt idx="2200">
                  <c:v>-0.15631353568994599</c:v>
                </c:pt>
                <c:pt idx="2201">
                  <c:v>-8.1357055448330648E-2</c:v>
                </c:pt>
                <c:pt idx="2202">
                  <c:v>-2.67257667916813E-3</c:v>
                </c:pt>
                <c:pt idx="2203">
                  <c:v>-9.6990427669582172E-2</c:v>
                </c:pt>
                <c:pt idx="2204">
                  <c:v>-0.1999846836229941</c:v>
                </c:pt>
                <c:pt idx="2205">
                  <c:v>-0.29446561112978159</c:v>
                </c:pt>
                <c:pt idx="2206">
                  <c:v>-0.2414362178913477</c:v>
                </c:pt>
                <c:pt idx="2207">
                  <c:v>-0.31130594506420373</c:v>
                </c:pt>
                <c:pt idx="2208">
                  <c:v>-0.2121157194211962</c:v>
                </c:pt>
                <c:pt idx="2209">
                  <c:v>-8.2535498624535117E-2</c:v>
                </c:pt>
                <c:pt idx="2210">
                  <c:v>5.9989586927713723E-2</c:v>
                </c:pt>
                <c:pt idx="2211">
                  <c:v>6.6786772479282983E-2</c:v>
                </c:pt>
                <c:pt idx="2212">
                  <c:v>7.2394423903483593E-2</c:v>
                </c:pt>
                <c:pt idx="2213">
                  <c:v>1.4736377986321171E-2</c:v>
                </c:pt>
                <c:pt idx="2214">
                  <c:v>-3.6687766891328209E-2</c:v>
                </c:pt>
                <c:pt idx="2215">
                  <c:v>5.9695217148691852E-2</c:v>
                </c:pt>
                <c:pt idx="2216">
                  <c:v>-1.4789012301412901E-3</c:v>
                </c:pt>
                <c:pt idx="2217">
                  <c:v>2.6316810303904661E-2</c:v>
                </c:pt>
                <c:pt idx="2218">
                  <c:v>2.2514196161507918E-2</c:v>
                </c:pt>
                <c:pt idx="2219">
                  <c:v>-2.103022322881052E-2</c:v>
                </c:pt>
                <c:pt idx="2220">
                  <c:v>3.6868127017328549E-2</c:v>
                </c:pt>
                <c:pt idx="2221">
                  <c:v>8.4235693341085729E-2</c:v>
                </c:pt>
                <c:pt idx="2222">
                  <c:v>7.1114421289218174E-2</c:v>
                </c:pt>
                <c:pt idx="2223">
                  <c:v>0.13928007732016559</c:v>
                </c:pt>
                <c:pt idx="2224">
                  <c:v>0.25285711785013643</c:v>
                </c:pt>
                <c:pt idx="2225">
                  <c:v>0.46267744954587242</c:v>
                </c:pt>
                <c:pt idx="2226">
                  <c:v>0.54045815613362114</c:v>
                </c:pt>
                <c:pt idx="2227">
                  <c:v>0.59027644385032263</c:v>
                </c:pt>
                <c:pt idx="2228">
                  <c:v>0.55394403015816052</c:v>
                </c:pt>
                <c:pt idx="2229">
                  <c:v>0.48268677576198432</c:v>
                </c:pt>
                <c:pt idx="2230">
                  <c:v>0.43153348261712149</c:v>
                </c:pt>
                <c:pt idx="2231">
                  <c:v>0.31365134499917258</c:v>
                </c:pt>
                <c:pt idx="2232">
                  <c:v>0.1065608803467155</c:v>
                </c:pt>
                <c:pt idx="2233">
                  <c:v>0.18146148251100819</c:v>
                </c:pt>
                <c:pt idx="2234">
                  <c:v>0.33692977242281053</c:v>
                </c:pt>
                <c:pt idx="2235">
                  <c:v>0.34828864975953577</c:v>
                </c:pt>
                <c:pt idx="2236">
                  <c:v>0.30548489237688942</c:v>
                </c:pt>
                <c:pt idx="2237">
                  <c:v>0.21233792516853911</c:v>
                </c:pt>
                <c:pt idx="2238">
                  <c:v>0.16339785567287041</c:v>
                </c:pt>
                <c:pt idx="2239">
                  <c:v>8.7239576956359963E-2</c:v>
                </c:pt>
                <c:pt idx="2240">
                  <c:v>5.8866055778790137E-2</c:v>
                </c:pt>
                <c:pt idx="2241">
                  <c:v>0.1152852800906804</c:v>
                </c:pt>
                <c:pt idx="2242">
                  <c:v>0.15413662112772919</c:v>
                </c:pt>
                <c:pt idx="2243">
                  <c:v>0.12980113465416551</c:v>
                </c:pt>
                <c:pt idx="2244">
                  <c:v>1.52767062250397E-2</c:v>
                </c:pt>
                <c:pt idx="2245">
                  <c:v>-0.1571832115301347</c:v>
                </c:pt>
                <c:pt idx="2246">
                  <c:v>-0.17038983010665171</c:v>
                </c:pt>
                <c:pt idx="2247">
                  <c:v>-4.6488219806999347E-2</c:v>
                </c:pt>
                <c:pt idx="2248">
                  <c:v>1.356739776439387E-2</c:v>
                </c:pt>
                <c:pt idx="2249">
                  <c:v>-5.5991946173450158E-2</c:v>
                </c:pt>
                <c:pt idx="2250">
                  <c:v>-0.13408589370031279</c:v>
                </c:pt>
                <c:pt idx="2251">
                  <c:v>-0.16993667812573779</c:v>
                </c:pt>
                <c:pt idx="2252">
                  <c:v>-2.132921952616133E-2</c:v>
                </c:pt>
                <c:pt idx="2253">
                  <c:v>-2.6376282268701399E-2</c:v>
                </c:pt>
                <c:pt idx="2254">
                  <c:v>-0.12769434408303049</c:v>
                </c:pt>
                <c:pt idx="2255">
                  <c:v>-7.4961005593315075E-2</c:v>
                </c:pt>
                <c:pt idx="2256">
                  <c:v>-6.5808534059647414E-2</c:v>
                </c:pt>
                <c:pt idx="2257">
                  <c:v>4.0255676003072331E-2</c:v>
                </c:pt>
                <c:pt idx="2258">
                  <c:v>7.0309839426645995E-2</c:v>
                </c:pt>
                <c:pt idx="2259">
                  <c:v>0.13096238946580921</c:v>
                </c:pt>
                <c:pt idx="2260">
                  <c:v>0.13548323793948841</c:v>
                </c:pt>
                <c:pt idx="2261">
                  <c:v>5.5639744786117162E-2</c:v>
                </c:pt>
                <c:pt idx="2262">
                  <c:v>-1.709116999012902E-2</c:v>
                </c:pt>
                <c:pt idx="2263">
                  <c:v>-7.7553454227030305E-2</c:v>
                </c:pt>
                <c:pt idx="2264">
                  <c:v>-1.3323591528954281E-2</c:v>
                </c:pt>
                <c:pt idx="2265">
                  <c:v>3.4070887591081622E-2</c:v>
                </c:pt>
                <c:pt idx="2266">
                  <c:v>-4.279410635585526E-2</c:v>
                </c:pt>
                <c:pt idx="2267">
                  <c:v>-0.104573121283057</c:v>
                </c:pt>
                <c:pt idx="2268">
                  <c:v>-0.21234055924402431</c:v>
                </c:pt>
                <c:pt idx="2269">
                  <c:v>-0.24623550057875429</c:v>
                </c:pt>
                <c:pt idx="2270">
                  <c:v>-0.2014354916215764</c:v>
                </c:pt>
                <c:pt idx="2271">
                  <c:v>-0.19345465216196789</c:v>
                </c:pt>
                <c:pt idx="2272">
                  <c:v>-0.2959238227847048</c:v>
                </c:pt>
                <c:pt idx="2273">
                  <c:v>-0.39354839185993462</c:v>
                </c:pt>
                <c:pt idx="2274">
                  <c:v>-0.35154208740071741</c:v>
                </c:pt>
                <c:pt idx="2275">
                  <c:v>-0.40266424041553722</c:v>
                </c:pt>
                <c:pt idx="2276">
                  <c:v>-0.46291454428438739</c:v>
                </c:pt>
                <c:pt idx="2277">
                  <c:v>-0.52635973153613624</c:v>
                </c:pt>
                <c:pt idx="2278">
                  <c:v>-0.52549593845096798</c:v>
                </c:pt>
                <c:pt idx="2279">
                  <c:v>-0.39823207432939189</c:v>
                </c:pt>
                <c:pt idx="2280">
                  <c:v>-0.44736073604024168</c:v>
                </c:pt>
                <c:pt idx="2281">
                  <c:v>-0.42900990598553629</c:v>
                </c:pt>
                <c:pt idx="2282">
                  <c:v>-0.37117056193363512</c:v>
                </c:pt>
                <c:pt idx="2283">
                  <c:v>-0.42712044976195029</c:v>
                </c:pt>
                <c:pt idx="2284">
                  <c:v>-0.44352361024922382</c:v>
                </c:pt>
                <c:pt idx="2285">
                  <c:v>-0.40221616020767809</c:v>
                </c:pt>
                <c:pt idx="2286">
                  <c:v>-0.38690154565145879</c:v>
                </c:pt>
                <c:pt idx="2287">
                  <c:v>-0.35240146047963222</c:v>
                </c:pt>
                <c:pt idx="2288">
                  <c:v>-0.20869707473669211</c:v>
                </c:pt>
                <c:pt idx="2289">
                  <c:v>-4.5266238118963409E-2</c:v>
                </c:pt>
                <c:pt idx="2290">
                  <c:v>-2.9397744705944579E-4</c:v>
                </c:pt>
                <c:pt idx="2291">
                  <c:v>-6.8104044757502868E-2</c:v>
                </c:pt>
                <c:pt idx="2292">
                  <c:v>1.753860781742075E-2</c:v>
                </c:pt>
                <c:pt idx="2293">
                  <c:v>4.7023113685840848E-2</c:v>
                </c:pt>
                <c:pt idx="2294">
                  <c:v>3.6657406677503293E-2</c:v>
                </c:pt>
                <c:pt idx="2295">
                  <c:v>8.9525765701855917E-3</c:v>
                </c:pt>
                <c:pt idx="2296">
                  <c:v>7.9342019830278401E-2</c:v>
                </c:pt>
                <c:pt idx="2297">
                  <c:v>5.9050668256026888E-2</c:v>
                </c:pt>
                <c:pt idx="2298">
                  <c:v>7.1139874114246701E-2</c:v>
                </c:pt>
                <c:pt idx="2299">
                  <c:v>-9.7529079644564184E-2</c:v>
                </c:pt>
                <c:pt idx="2300">
                  <c:v>-2.634864067413312E-2</c:v>
                </c:pt>
                <c:pt idx="2301">
                  <c:v>4.6271227899194967E-2</c:v>
                </c:pt>
                <c:pt idx="2302">
                  <c:v>9.1500209774709892E-2</c:v>
                </c:pt>
                <c:pt idx="2303">
                  <c:v>0.18766374485017079</c:v>
                </c:pt>
                <c:pt idx="2304">
                  <c:v>0.18549812197779311</c:v>
                </c:pt>
                <c:pt idx="2305">
                  <c:v>0.14208485414579811</c:v>
                </c:pt>
                <c:pt idx="2306">
                  <c:v>0.14503311422889459</c:v>
                </c:pt>
                <c:pt idx="2307">
                  <c:v>0.1200316371397336</c:v>
                </c:pt>
                <c:pt idx="2308">
                  <c:v>-6.1262762929023377E-2</c:v>
                </c:pt>
                <c:pt idx="2309">
                  <c:v>-8.8787027308054697E-2</c:v>
                </c:pt>
                <c:pt idx="2310">
                  <c:v>-0.16104374473569849</c:v>
                </c:pt>
                <c:pt idx="2311">
                  <c:v>-8.819729361062352E-2</c:v>
                </c:pt>
                <c:pt idx="2312">
                  <c:v>-4.1531034701501317E-2</c:v>
                </c:pt>
                <c:pt idx="2313">
                  <c:v>-2.5183226380099639E-2</c:v>
                </c:pt>
                <c:pt idx="2314">
                  <c:v>-1.935513917033084E-2</c:v>
                </c:pt>
                <c:pt idx="2315">
                  <c:v>-2.2989851798005279E-2</c:v>
                </c:pt>
                <c:pt idx="2316">
                  <c:v>-1.038863930163088E-2</c:v>
                </c:pt>
                <c:pt idx="2317">
                  <c:v>-4.0857874595917609E-3</c:v>
                </c:pt>
                <c:pt idx="2318">
                  <c:v>-2.293814010503633E-2</c:v>
                </c:pt>
                <c:pt idx="2319">
                  <c:v>0.1045070914541476</c:v>
                </c:pt>
                <c:pt idx="2320">
                  <c:v>0.2289143397174086</c:v>
                </c:pt>
                <c:pt idx="2321">
                  <c:v>0.13206139579028289</c:v>
                </c:pt>
                <c:pt idx="2322">
                  <c:v>5.3875033793185478E-2</c:v>
                </c:pt>
                <c:pt idx="2323">
                  <c:v>7.6957269327002824E-3</c:v>
                </c:pt>
                <c:pt idx="2324">
                  <c:v>-1.8788197033701829E-2</c:v>
                </c:pt>
                <c:pt idx="2325">
                  <c:v>7.8537271092051011E-2</c:v>
                </c:pt>
                <c:pt idx="2326">
                  <c:v>0.15622741499189999</c:v>
                </c:pt>
                <c:pt idx="2327">
                  <c:v>0.13846523150718959</c:v>
                </c:pt>
                <c:pt idx="2328">
                  <c:v>0.212981467176071</c:v>
                </c:pt>
                <c:pt idx="2329">
                  <c:v>6.5109395394144967E-2</c:v>
                </c:pt>
                <c:pt idx="2330">
                  <c:v>2.3653554825686079E-2</c:v>
                </c:pt>
                <c:pt idx="2331">
                  <c:v>1.010584656060913E-2</c:v>
                </c:pt>
                <c:pt idx="2332">
                  <c:v>-7.1061906532454101E-3</c:v>
                </c:pt>
                <c:pt idx="2333">
                  <c:v>4.1585700808134743E-2</c:v>
                </c:pt>
                <c:pt idx="2334">
                  <c:v>-7.2215917038369326E-3</c:v>
                </c:pt>
                <c:pt idx="2335">
                  <c:v>2.6814143033785098E-2</c:v>
                </c:pt>
                <c:pt idx="2336">
                  <c:v>0.1271097604368103</c:v>
                </c:pt>
                <c:pt idx="2337">
                  <c:v>0.18771799558708521</c:v>
                </c:pt>
                <c:pt idx="2338">
                  <c:v>0.2176865973153396</c:v>
                </c:pt>
                <c:pt idx="2339">
                  <c:v>0.17384755414176961</c:v>
                </c:pt>
                <c:pt idx="2340">
                  <c:v>4.4093847018949979E-2</c:v>
                </c:pt>
                <c:pt idx="2341">
                  <c:v>0.16779447234882941</c:v>
                </c:pt>
                <c:pt idx="2342">
                  <c:v>6.7835954848156216E-2</c:v>
                </c:pt>
                <c:pt idx="2343">
                  <c:v>7.1742623620343809E-2</c:v>
                </c:pt>
                <c:pt idx="2344">
                  <c:v>1.414135850751681E-2</c:v>
                </c:pt>
                <c:pt idx="2345">
                  <c:v>-9.5515934664722538E-2</c:v>
                </c:pt>
                <c:pt idx="2346">
                  <c:v>-6.1396336766023511E-2</c:v>
                </c:pt>
                <c:pt idx="2347">
                  <c:v>-6.7874924137044282E-2</c:v>
                </c:pt>
                <c:pt idx="2348">
                  <c:v>0.15511728757381771</c:v>
                </c:pt>
                <c:pt idx="2349">
                  <c:v>0.27425920393456887</c:v>
                </c:pt>
                <c:pt idx="2350">
                  <c:v>0.27608152623784432</c:v>
                </c:pt>
                <c:pt idx="2351">
                  <c:v>0.2180020642857434</c:v>
                </c:pt>
                <c:pt idx="2352">
                  <c:v>0.16595949377807931</c:v>
                </c:pt>
                <c:pt idx="2353">
                  <c:v>0.1804545524656917</c:v>
                </c:pt>
                <c:pt idx="2354">
                  <c:v>0.37406906995162842</c:v>
                </c:pt>
                <c:pt idx="2355">
                  <c:v>0.36052829586132312</c:v>
                </c:pt>
                <c:pt idx="2356">
                  <c:v>0.45579763728074513</c:v>
                </c:pt>
                <c:pt idx="2357">
                  <c:v>0.42610184750892088</c:v>
                </c:pt>
                <c:pt idx="2358">
                  <c:v>0.52558150606985998</c:v>
                </c:pt>
                <c:pt idx="2359">
                  <c:v>0.59335347710598019</c:v>
                </c:pt>
                <c:pt idx="2360">
                  <c:v>0.33888953952408968</c:v>
                </c:pt>
                <c:pt idx="2361">
                  <c:v>-2.4838465045509128E-3</c:v>
                </c:pt>
                <c:pt idx="2362">
                  <c:v>5.6890135051809468E-2</c:v>
                </c:pt>
                <c:pt idx="2363">
                  <c:v>-7.7689695806888517E-2</c:v>
                </c:pt>
                <c:pt idx="2364">
                  <c:v>7.2522532058096598E-2</c:v>
                </c:pt>
                <c:pt idx="2365">
                  <c:v>6.2941538439906949E-2</c:v>
                </c:pt>
                <c:pt idx="2366">
                  <c:v>0.14371717304192</c:v>
                </c:pt>
                <c:pt idx="2367">
                  <c:v>0.30638111758018438</c:v>
                </c:pt>
                <c:pt idx="2368">
                  <c:v>0.19376278042298389</c:v>
                </c:pt>
                <c:pt idx="2369">
                  <c:v>0.2021903631718287</c:v>
                </c:pt>
                <c:pt idx="2370">
                  <c:v>0.1182194492605174</c:v>
                </c:pt>
                <c:pt idx="2371">
                  <c:v>-4.9076640528371573E-3</c:v>
                </c:pt>
                <c:pt idx="2372">
                  <c:v>-2.6649379355666289E-2</c:v>
                </c:pt>
                <c:pt idx="2373">
                  <c:v>-0.16881928347192771</c:v>
                </c:pt>
                <c:pt idx="2374">
                  <c:v>-0.46656641773119262</c:v>
                </c:pt>
                <c:pt idx="2375">
                  <c:v>-0.15010500383309749</c:v>
                </c:pt>
                <c:pt idx="2376">
                  <c:v>-0.35757631472336032</c:v>
                </c:pt>
                <c:pt idx="2377">
                  <c:v>-0.30531203699089582</c:v>
                </c:pt>
                <c:pt idx="2378">
                  <c:v>-0.33548599688851172</c:v>
                </c:pt>
                <c:pt idx="2379">
                  <c:v>-0.28371452575894912</c:v>
                </c:pt>
                <c:pt idx="2380">
                  <c:v>3.8441963266565717E-2</c:v>
                </c:pt>
                <c:pt idx="2381">
                  <c:v>0.4365685559181563</c:v>
                </c:pt>
                <c:pt idx="2382">
                  <c:v>0.58358195307676097</c:v>
                </c:pt>
                <c:pt idx="2383">
                  <c:v>0.58390660864995658</c:v>
                </c:pt>
                <c:pt idx="2384">
                  <c:v>0.46576817806860249</c:v>
                </c:pt>
                <c:pt idx="2385">
                  <c:v>0.8426210518161058</c:v>
                </c:pt>
                <c:pt idx="2386">
                  <c:v>0.89049873925205547</c:v>
                </c:pt>
                <c:pt idx="2387">
                  <c:v>1.198668363318691</c:v>
                </c:pt>
                <c:pt idx="2388">
                  <c:v>1.583241387277414</c:v>
                </c:pt>
                <c:pt idx="2389">
                  <c:v>1.2098167023149571</c:v>
                </c:pt>
                <c:pt idx="2390">
                  <c:v>0.97220177823406495</c:v>
                </c:pt>
                <c:pt idx="2391">
                  <c:v>0.99844612619564665</c:v>
                </c:pt>
                <c:pt idx="2392">
                  <c:v>1.120406732156104</c:v>
                </c:pt>
                <c:pt idx="2393">
                  <c:v>1.3079600107579941</c:v>
                </c:pt>
                <c:pt idx="2394">
                  <c:v>1.5744268326095121</c:v>
                </c:pt>
                <c:pt idx="2395">
                  <c:v>1.331126200562103</c:v>
                </c:pt>
                <c:pt idx="2396">
                  <c:v>1.3686540698747029</c:v>
                </c:pt>
                <c:pt idx="2397">
                  <c:v>1.0007683557299409</c:v>
                </c:pt>
                <c:pt idx="2398">
                  <c:v>0.82507274939666753</c:v>
                </c:pt>
                <c:pt idx="2399">
                  <c:v>0.50612481611514781</c:v>
                </c:pt>
                <c:pt idx="2400">
                  <c:v>0.36761489437063971</c:v>
                </c:pt>
                <c:pt idx="2401">
                  <c:v>0.17236571407815329</c:v>
                </c:pt>
                <c:pt idx="2402">
                  <c:v>-0.1214955333421549</c:v>
                </c:pt>
                <c:pt idx="2403">
                  <c:v>1.9669584267281881E-2</c:v>
                </c:pt>
                <c:pt idx="2404">
                  <c:v>0.15374849426955001</c:v>
                </c:pt>
                <c:pt idx="2405">
                  <c:v>-0.21049835431689809</c:v>
                </c:pt>
                <c:pt idx="2406">
                  <c:v>-0.44216774918081803</c:v>
                </c:pt>
                <c:pt idx="2407">
                  <c:v>-0.61353319786900185</c:v>
                </c:pt>
                <c:pt idx="2408">
                  <c:v>-1.112409963786311</c:v>
                </c:pt>
                <c:pt idx="2409">
                  <c:v>-0.86259392985676697</c:v>
                </c:pt>
                <c:pt idx="2410">
                  <c:v>-0.53516296801085439</c:v>
                </c:pt>
                <c:pt idx="2411">
                  <c:v>-0.44122828370255968</c:v>
                </c:pt>
                <c:pt idx="2412">
                  <c:v>-0.82759614926710745</c:v>
                </c:pt>
                <c:pt idx="2413">
                  <c:v>-1.0597515591157141</c:v>
                </c:pt>
                <c:pt idx="2414">
                  <c:v>-1.2229333512649101</c:v>
                </c:pt>
                <c:pt idx="2415">
                  <c:v>-0.87911431511898075</c:v>
                </c:pt>
                <c:pt idx="2416">
                  <c:v>-1.269946280292674</c:v>
                </c:pt>
                <c:pt idx="2417">
                  <c:v>-0.85907119434000734</c:v>
                </c:pt>
                <c:pt idx="2418">
                  <c:v>-0.69103248811944595</c:v>
                </c:pt>
                <c:pt idx="2419">
                  <c:v>-0.55282849495393138</c:v>
                </c:pt>
                <c:pt idx="2420">
                  <c:v>-0.32453574141649483</c:v>
                </c:pt>
                <c:pt idx="2421">
                  <c:v>-0.18610656959283869</c:v>
                </c:pt>
                <c:pt idx="2422">
                  <c:v>-3.5976469433878479E-2</c:v>
                </c:pt>
                <c:pt idx="2423">
                  <c:v>5.4739043931456843E-2</c:v>
                </c:pt>
                <c:pt idx="2424">
                  <c:v>0.16275135013629899</c:v>
                </c:pt>
                <c:pt idx="2425">
                  <c:v>0.23292702458633141</c:v>
                </c:pt>
                <c:pt idx="2426">
                  <c:v>0.26285130614442642</c:v>
                </c:pt>
                <c:pt idx="2427">
                  <c:v>0.2464851639631199</c:v>
                </c:pt>
                <c:pt idx="2428">
                  <c:v>0.31292584103096721</c:v>
                </c:pt>
                <c:pt idx="2429">
                  <c:v>0.64500709367684039</c:v>
                </c:pt>
                <c:pt idx="2430">
                  <c:v>0.77616809234231054</c:v>
                </c:pt>
                <c:pt idx="2431">
                  <c:v>1.0091689656425209</c:v>
                </c:pt>
                <c:pt idx="2432">
                  <c:v>1.0581219381679761</c:v>
                </c:pt>
                <c:pt idx="2433">
                  <c:v>1.1935828348975359</c:v>
                </c:pt>
                <c:pt idx="2434">
                  <c:v>0.73896765522427721</c:v>
                </c:pt>
                <c:pt idx="2435">
                  <c:v>0.14874271635449091</c:v>
                </c:pt>
                <c:pt idx="2436">
                  <c:v>0.45947213330254683</c:v>
                </c:pt>
                <c:pt idx="2437">
                  <c:v>0.26644926357246101</c:v>
                </c:pt>
                <c:pt idx="2438">
                  <c:v>0.26365114372921922</c:v>
                </c:pt>
                <c:pt idx="2439">
                  <c:v>0.3022428718086031</c:v>
                </c:pt>
                <c:pt idx="2440">
                  <c:v>0.27039832635147798</c:v>
                </c:pt>
                <c:pt idx="2441">
                  <c:v>0.23207788116103331</c:v>
                </c:pt>
                <c:pt idx="2442">
                  <c:v>0.33878634017369219</c:v>
                </c:pt>
                <c:pt idx="2443">
                  <c:v>0.37651622173589389</c:v>
                </c:pt>
                <c:pt idx="2444">
                  <c:v>0.43123300964141542</c:v>
                </c:pt>
                <c:pt idx="2445">
                  <c:v>0.38391579352033861</c:v>
                </c:pt>
                <c:pt idx="2446">
                  <c:v>0.44176783318027951</c:v>
                </c:pt>
                <c:pt idx="2447">
                  <c:v>0.28134412770372152</c:v>
                </c:pt>
                <c:pt idx="2448">
                  <c:v>0.15856187139353151</c:v>
                </c:pt>
                <c:pt idx="2449">
                  <c:v>-7.7160753447468311E-2</c:v>
                </c:pt>
                <c:pt idx="2450">
                  <c:v>-3.6729529272957813E-2</c:v>
                </c:pt>
                <c:pt idx="2451">
                  <c:v>-0.14458078901928939</c:v>
                </c:pt>
                <c:pt idx="2452">
                  <c:v>0.24448311677743939</c:v>
                </c:pt>
                <c:pt idx="2453">
                  <c:v>0.2543046259274242</c:v>
                </c:pt>
                <c:pt idx="2454">
                  <c:v>0.74613769834963906</c:v>
                </c:pt>
                <c:pt idx="2455">
                  <c:v>0.82628085164341858</c:v>
                </c:pt>
                <c:pt idx="2456">
                  <c:v>0.82026123933016815</c:v>
                </c:pt>
                <c:pt idx="2457">
                  <c:v>0.8052398274482705</c:v>
                </c:pt>
                <c:pt idx="2458">
                  <c:v>0.80704661023973623</c:v>
                </c:pt>
                <c:pt idx="2459">
                  <c:v>1.0006628807005711</c:v>
                </c:pt>
                <c:pt idx="2460">
                  <c:v>0.84228122512109771</c:v>
                </c:pt>
                <c:pt idx="2461">
                  <c:v>0.81430455050753725</c:v>
                </c:pt>
                <c:pt idx="2462">
                  <c:v>0.45785588558058771</c:v>
                </c:pt>
                <c:pt idx="2463">
                  <c:v>0.42887540521797363</c:v>
                </c:pt>
                <c:pt idx="2464">
                  <c:v>8.7808705998555323E-2</c:v>
                </c:pt>
                <c:pt idx="2465">
                  <c:v>6.3678294812292327E-2</c:v>
                </c:pt>
                <c:pt idx="2466">
                  <c:v>7.9117795153694173E-2</c:v>
                </c:pt>
                <c:pt idx="2467">
                  <c:v>-7.7190325060236445E-2</c:v>
                </c:pt>
                <c:pt idx="2468">
                  <c:v>-3.5059418079321253E-2</c:v>
                </c:pt>
                <c:pt idx="2469">
                  <c:v>-0.1464432415391993</c:v>
                </c:pt>
                <c:pt idx="2470">
                  <c:v>-0.34245905208239702</c:v>
                </c:pt>
                <c:pt idx="2471">
                  <c:v>-0.41881666749492158</c:v>
                </c:pt>
                <c:pt idx="2472">
                  <c:v>-0.40263008048613652</c:v>
                </c:pt>
                <c:pt idx="2473">
                  <c:v>-0.69696230961486128</c:v>
                </c:pt>
                <c:pt idx="2474">
                  <c:v>-0.8070660472512371</c:v>
                </c:pt>
                <c:pt idx="2475">
                  <c:v>-0.8886670630653194</c:v>
                </c:pt>
                <c:pt idx="2476">
                  <c:v>-0.83068594270606921</c:v>
                </c:pt>
                <c:pt idx="2477">
                  <c:v>-0.80474454122479122</c:v>
                </c:pt>
                <c:pt idx="2478">
                  <c:v>-0.88197322325189198</c:v>
                </c:pt>
                <c:pt idx="2479">
                  <c:v>-1.1402545404800699</c:v>
                </c:pt>
                <c:pt idx="2480">
                  <c:v>-1.104297027165335</c:v>
                </c:pt>
                <c:pt idx="2481">
                  <c:v>-1.143899240099131</c:v>
                </c:pt>
                <c:pt idx="2482">
                  <c:v>-0.90773191521311214</c:v>
                </c:pt>
                <c:pt idx="2483">
                  <c:v>-1.0171328209131441</c:v>
                </c:pt>
                <c:pt idx="2484">
                  <c:v>-1.0307841237522519</c:v>
                </c:pt>
                <c:pt idx="2485">
                  <c:v>-1.0684343309908331</c:v>
                </c:pt>
                <c:pt idx="2486">
                  <c:v>-1.121384688313771</c:v>
                </c:pt>
                <c:pt idx="2487">
                  <c:v>-1.0738530388122891</c:v>
                </c:pt>
                <c:pt idx="2488">
                  <c:v>-0.94461502323630431</c:v>
                </c:pt>
                <c:pt idx="2489">
                  <c:v>-0.9801042336155632</c:v>
                </c:pt>
                <c:pt idx="2490">
                  <c:v>-0.93352096062831047</c:v>
                </c:pt>
                <c:pt idx="2491">
                  <c:v>-0.83264149137966548</c:v>
                </c:pt>
                <c:pt idx="2492">
                  <c:v>-0.7725786231997418</c:v>
                </c:pt>
                <c:pt idx="2493">
                  <c:v>-0.32608074445742152</c:v>
                </c:pt>
                <c:pt idx="2494">
                  <c:v>-0.34434033076643972</c:v>
                </c:pt>
                <c:pt idx="2495">
                  <c:v>-0.20292668793370119</c:v>
                </c:pt>
                <c:pt idx="2496">
                  <c:v>-0.2417324367577558</c:v>
                </c:pt>
                <c:pt idx="2497">
                  <c:v>-0.23737512919649301</c:v>
                </c:pt>
                <c:pt idx="2498">
                  <c:v>-0.17600913464422899</c:v>
                </c:pt>
                <c:pt idx="2499">
                  <c:v>0.17569982922864061</c:v>
                </c:pt>
                <c:pt idx="2500">
                  <c:v>9.1534185134912779E-2</c:v>
                </c:pt>
                <c:pt idx="2501">
                  <c:v>-0.15498825399163391</c:v>
                </c:pt>
                <c:pt idx="2502">
                  <c:v>-0.14488879955302869</c:v>
                </c:pt>
                <c:pt idx="2503">
                  <c:v>7.8418065960365269E-2</c:v>
                </c:pt>
                <c:pt idx="2504">
                  <c:v>0.1640176207782626</c:v>
                </c:pt>
                <c:pt idx="2505">
                  <c:v>0.35155057877306167</c:v>
                </c:pt>
                <c:pt idx="2506">
                  <c:v>0.30631770192153651</c:v>
                </c:pt>
                <c:pt idx="2507">
                  <c:v>0.39791046989999551</c:v>
                </c:pt>
                <c:pt idx="2508">
                  <c:v>0.35713320998400178</c:v>
                </c:pt>
                <c:pt idx="2509">
                  <c:v>0.59346489443872308</c:v>
                </c:pt>
                <c:pt idx="2510">
                  <c:v>0.61373568910641341</c:v>
                </c:pt>
                <c:pt idx="2511">
                  <c:v>0.53326089168209234</c:v>
                </c:pt>
                <c:pt idx="2512">
                  <c:v>0.32082121764883009</c:v>
                </c:pt>
                <c:pt idx="2513">
                  <c:v>0.17890329361121449</c:v>
                </c:pt>
                <c:pt idx="2514">
                  <c:v>0.28907739858704729</c:v>
                </c:pt>
                <c:pt idx="2515">
                  <c:v>0.24209348574513659</c:v>
                </c:pt>
                <c:pt idx="2516">
                  <c:v>0.36768486347341311</c:v>
                </c:pt>
                <c:pt idx="2517">
                  <c:v>0.4173281175687556</c:v>
                </c:pt>
                <c:pt idx="2518">
                  <c:v>0.33947890585758173</c:v>
                </c:pt>
                <c:pt idx="2519">
                  <c:v>0.11301744386770721</c:v>
                </c:pt>
                <c:pt idx="2520">
                  <c:v>0.20921495646074631</c:v>
                </c:pt>
                <c:pt idx="2521">
                  <c:v>0.37395724560165688</c:v>
                </c:pt>
                <c:pt idx="2522">
                  <c:v>0.35161230476840533</c:v>
                </c:pt>
                <c:pt idx="2523">
                  <c:v>0.1930040201917966</c:v>
                </c:pt>
                <c:pt idx="2524">
                  <c:v>0.1299150860260242</c:v>
                </c:pt>
                <c:pt idx="2525">
                  <c:v>-0.1110936874614586</c:v>
                </c:pt>
                <c:pt idx="2526">
                  <c:v>4.6299611014400423E-2</c:v>
                </c:pt>
                <c:pt idx="2527">
                  <c:v>-2.1295385994589799E-2</c:v>
                </c:pt>
                <c:pt idx="2528">
                  <c:v>-5.7717950511303913E-2</c:v>
                </c:pt>
                <c:pt idx="2529">
                  <c:v>-1.0579840013736391E-2</c:v>
                </c:pt>
                <c:pt idx="2530">
                  <c:v>-3.7222104537231807E-2</c:v>
                </c:pt>
                <c:pt idx="2531">
                  <c:v>-9.2065272178962765E-2</c:v>
                </c:pt>
                <c:pt idx="2532">
                  <c:v>3.0317101955638859E-2</c:v>
                </c:pt>
                <c:pt idx="2533">
                  <c:v>-6.9402517951098239E-2</c:v>
                </c:pt>
                <c:pt idx="2534">
                  <c:v>-0.16078146661874709</c:v>
                </c:pt>
                <c:pt idx="2535">
                  <c:v>-0.1682814966143262</c:v>
                </c:pt>
                <c:pt idx="2536">
                  <c:v>-0.30587925506696539</c:v>
                </c:pt>
                <c:pt idx="2537">
                  <c:v>-0.15878297915892459</c:v>
                </c:pt>
                <c:pt idx="2538">
                  <c:v>-0.21723540980860701</c:v>
                </c:pt>
                <c:pt idx="2539">
                  <c:v>-0.2361181303109815</c:v>
                </c:pt>
                <c:pt idx="2540">
                  <c:v>-0.62335234183242305</c:v>
                </c:pt>
                <c:pt idx="2541">
                  <c:v>-0.58383648416052514</c:v>
                </c:pt>
                <c:pt idx="2542">
                  <c:v>-0.16353178404764601</c:v>
                </c:pt>
                <c:pt idx="2543">
                  <c:v>0.21913425352106641</c:v>
                </c:pt>
                <c:pt idx="2544">
                  <c:v>-1.711560878600402E-2</c:v>
                </c:pt>
                <c:pt idx="2545">
                  <c:v>0.19654109161750591</c:v>
                </c:pt>
                <c:pt idx="2546">
                  <c:v>0.35400764344137159</c:v>
                </c:pt>
                <c:pt idx="2547">
                  <c:v>0.44897710633722898</c:v>
                </c:pt>
                <c:pt idx="2548">
                  <c:v>0.46588777137854592</c:v>
                </c:pt>
                <c:pt idx="2549">
                  <c:v>0.33885956717222732</c:v>
                </c:pt>
                <c:pt idx="2550">
                  <c:v>0.30386868647656651</c:v>
                </c:pt>
                <c:pt idx="2551">
                  <c:v>0.53847370539012107</c:v>
                </c:pt>
                <c:pt idx="2552">
                  <c:v>0.92456863750542218</c:v>
                </c:pt>
                <c:pt idx="2553">
                  <c:v>1.0927302227812821</c:v>
                </c:pt>
                <c:pt idx="2554">
                  <c:v>1.259772612894416</c:v>
                </c:pt>
                <c:pt idx="2555">
                  <c:v>1.0057494797052859</c:v>
                </c:pt>
                <c:pt idx="2556">
                  <c:v>0.88907700418160684</c:v>
                </c:pt>
                <c:pt idx="2557">
                  <c:v>0.68056693148498715</c:v>
                </c:pt>
                <c:pt idx="2558">
                  <c:v>0.95272142105592617</c:v>
                </c:pt>
                <c:pt idx="2559">
                  <c:v>1.145044127773291</c:v>
                </c:pt>
                <c:pt idx="2560">
                  <c:v>1.6001123291464141</c:v>
                </c:pt>
                <c:pt idx="2561">
                  <c:v>1.9851158162918561</c:v>
                </c:pt>
                <c:pt idx="2562">
                  <c:v>1.4848845263978421</c:v>
                </c:pt>
                <c:pt idx="2563">
                  <c:v>0.77177013915242287</c:v>
                </c:pt>
                <c:pt idx="2564">
                  <c:v>0.90214942770492357</c:v>
                </c:pt>
                <c:pt idx="2565">
                  <c:v>0.90051182551263587</c:v>
                </c:pt>
                <c:pt idx="2566">
                  <c:v>0.59960907919805007</c:v>
                </c:pt>
                <c:pt idx="2567">
                  <c:v>0.42104579479911602</c:v>
                </c:pt>
                <c:pt idx="2568">
                  <c:v>0.32402473178473712</c:v>
                </c:pt>
                <c:pt idx="2569">
                  <c:v>0.34488182536033768</c:v>
                </c:pt>
                <c:pt idx="2570">
                  <c:v>0.41220671614380172</c:v>
                </c:pt>
                <c:pt idx="2571">
                  <c:v>1.6696551087862901E-2</c:v>
                </c:pt>
                <c:pt idx="2572">
                  <c:v>-0.51589356679379506</c:v>
                </c:pt>
                <c:pt idx="2573">
                  <c:v>-0.49178939653976461</c:v>
                </c:pt>
                <c:pt idx="2574">
                  <c:v>-0.49223357530765449</c:v>
                </c:pt>
                <c:pt idx="2575">
                  <c:v>-0.22186232795159239</c:v>
                </c:pt>
                <c:pt idx="2576">
                  <c:v>-3.024519163275231E-2</c:v>
                </c:pt>
                <c:pt idx="2577">
                  <c:v>0.110394856163831</c:v>
                </c:pt>
                <c:pt idx="2578">
                  <c:v>8.2484915880463583E-2</c:v>
                </c:pt>
                <c:pt idx="2579">
                  <c:v>-0.53266002662508416</c:v>
                </c:pt>
                <c:pt idx="2580">
                  <c:v>-1.0261632752284291</c:v>
                </c:pt>
                <c:pt idx="2581">
                  <c:v>-1.438726493069922</c:v>
                </c:pt>
                <c:pt idx="2582">
                  <c:v>-1.015393816937386</c:v>
                </c:pt>
                <c:pt idx="2583">
                  <c:v>-0.5367339031340167</c:v>
                </c:pt>
                <c:pt idx="2584">
                  <c:v>-0.45137710201122899</c:v>
                </c:pt>
                <c:pt idx="2585">
                  <c:v>-0.66123751840642064</c:v>
                </c:pt>
                <c:pt idx="2586">
                  <c:v>-0.81226590252482789</c:v>
                </c:pt>
                <c:pt idx="2587">
                  <c:v>-0.66586741564769814</c:v>
                </c:pt>
                <c:pt idx="2588">
                  <c:v>-0.75876427577664274</c:v>
                </c:pt>
                <c:pt idx="2589">
                  <c:v>-0.8186256708139753</c:v>
                </c:pt>
                <c:pt idx="2590">
                  <c:v>-0.74285590883840247</c:v>
                </c:pt>
                <c:pt idx="2591">
                  <c:v>-0.57847660991903938</c:v>
                </c:pt>
                <c:pt idx="2592">
                  <c:v>-0.6724729151023684</c:v>
                </c:pt>
                <c:pt idx="2593">
                  <c:v>-0.70421864508998555</c:v>
                </c:pt>
                <c:pt idx="2594">
                  <c:v>-0.63326411779835878</c:v>
                </c:pt>
                <c:pt idx="2595">
                  <c:v>-0.48879610326459449</c:v>
                </c:pt>
                <c:pt idx="2596">
                  <c:v>-0.62049438439802906</c:v>
                </c:pt>
                <c:pt idx="2597">
                  <c:v>-0.7634880032449286</c:v>
                </c:pt>
                <c:pt idx="2598">
                  <c:v>-0.87710619716285698</c:v>
                </c:pt>
                <c:pt idx="2599">
                  <c:v>-0.49047026695187412</c:v>
                </c:pt>
                <c:pt idx="2600">
                  <c:v>-0.13006269793644881</c:v>
                </c:pt>
                <c:pt idx="2601">
                  <c:v>-0.16637907463822171</c:v>
                </c:pt>
                <c:pt idx="2602">
                  <c:v>-0.36134802479475447</c:v>
                </c:pt>
                <c:pt idx="2603">
                  <c:v>-0.6527709731554302</c:v>
                </c:pt>
                <c:pt idx="2604">
                  <c:v>-0.6746426958829056</c:v>
                </c:pt>
                <c:pt idx="2605">
                  <c:v>-0.58296555338106659</c:v>
                </c:pt>
                <c:pt idx="2606">
                  <c:v>-0.34579705344345202</c:v>
                </c:pt>
                <c:pt idx="2607">
                  <c:v>-0.41273741824487908</c:v>
                </c:pt>
                <c:pt idx="2608">
                  <c:v>-4.4773193405829338E-2</c:v>
                </c:pt>
                <c:pt idx="2609">
                  <c:v>-1.7965254387586518E-2</c:v>
                </c:pt>
                <c:pt idx="2610">
                  <c:v>-8.3745649735262453E-2</c:v>
                </c:pt>
                <c:pt idx="2611">
                  <c:v>-7.0942282792477607E-2</c:v>
                </c:pt>
                <c:pt idx="2612">
                  <c:v>0.2443063911086929</c:v>
                </c:pt>
                <c:pt idx="2613">
                  <c:v>0.20027124547478431</c:v>
                </c:pt>
                <c:pt idx="2614">
                  <c:v>0.1691242556367871</c:v>
                </c:pt>
                <c:pt idx="2615">
                  <c:v>-0.1168633707814774</c:v>
                </c:pt>
                <c:pt idx="2616">
                  <c:v>7.4006221158746666E-2</c:v>
                </c:pt>
                <c:pt idx="2617">
                  <c:v>0.2447238440132595</c:v>
                </c:pt>
                <c:pt idx="2618">
                  <c:v>0.2069789422369325</c:v>
                </c:pt>
                <c:pt idx="2619">
                  <c:v>0.1086626069094221</c:v>
                </c:pt>
                <c:pt idx="2620">
                  <c:v>0.1293897029965857</c:v>
                </c:pt>
                <c:pt idx="2621">
                  <c:v>0.27329814564997468</c:v>
                </c:pt>
                <c:pt idx="2622">
                  <c:v>0.22510406322699009</c:v>
                </c:pt>
                <c:pt idx="2623">
                  <c:v>0.22348686827159439</c:v>
                </c:pt>
                <c:pt idx="2624">
                  <c:v>0.18805965886693199</c:v>
                </c:pt>
                <c:pt idx="2625">
                  <c:v>0.2403138875427856</c:v>
                </c:pt>
                <c:pt idx="2626">
                  <c:v>0.1816978639974621</c:v>
                </c:pt>
                <c:pt idx="2627">
                  <c:v>8.19813943606051E-2</c:v>
                </c:pt>
                <c:pt idx="2628">
                  <c:v>-0.1239881252974864</c:v>
                </c:pt>
                <c:pt idx="2629">
                  <c:v>-0.18656142233814621</c:v>
                </c:pt>
                <c:pt idx="2630">
                  <c:v>-0.24590951469920341</c:v>
                </c:pt>
                <c:pt idx="2631">
                  <c:v>-0.18555904617110269</c:v>
                </c:pt>
                <c:pt idx="2632">
                  <c:v>-0.56717661669616593</c:v>
                </c:pt>
                <c:pt idx="2633">
                  <c:v>-0.53199783009054391</c:v>
                </c:pt>
                <c:pt idx="2634">
                  <c:v>-0.62313985439884123</c:v>
                </c:pt>
                <c:pt idx="2635">
                  <c:v>-0.52611305920566043</c:v>
                </c:pt>
                <c:pt idx="2636">
                  <c:v>-0.59694405299290276</c:v>
                </c:pt>
                <c:pt idx="2637">
                  <c:v>-0.60596553810116849</c:v>
                </c:pt>
                <c:pt idx="2638">
                  <c:v>-0.52414873155107011</c:v>
                </c:pt>
                <c:pt idx="2639">
                  <c:v>-0.38129020278355641</c:v>
                </c:pt>
                <c:pt idx="2640">
                  <c:v>-0.31629848599512372</c:v>
                </c:pt>
                <c:pt idx="2641">
                  <c:v>-0.38955460394378288</c:v>
                </c:pt>
                <c:pt idx="2642">
                  <c:v>-0.46190279233101822</c:v>
                </c:pt>
                <c:pt idx="2643">
                  <c:v>-0.37775979209428118</c:v>
                </c:pt>
                <c:pt idx="2644">
                  <c:v>-0.30215467282730268</c:v>
                </c:pt>
                <c:pt idx="2645">
                  <c:v>-0.34151696655754232</c:v>
                </c:pt>
                <c:pt idx="2646">
                  <c:v>-0.37037978879267958</c:v>
                </c:pt>
                <c:pt idx="2647">
                  <c:v>-0.5235108889079868</c:v>
                </c:pt>
                <c:pt idx="2648">
                  <c:v>-0.44809407850414118</c:v>
                </c:pt>
                <c:pt idx="2649">
                  <c:v>-0.27971513549434818</c:v>
                </c:pt>
                <c:pt idx="2650">
                  <c:v>-0.1743535386619709</c:v>
                </c:pt>
                <c:pt idx="2651">
                  <c:v>-0.27214988456522837</c:v>
                </c:pt>
                <c:pt idx="2652">
                  <c:v>-9.5159269770747554E-2</c:v>
                </c:pt>
                <c:pt idx="2653">
                  <c:v>-0.231156080575598</c:v>
                </c:pt>
                <c:pt idx="2654">
                  <c:v>-0.22988864094326339</c:v>
                </c:pt>
                <c:pt idx="2655">
                  <c:v>-0.32018525019269539</c:v>
                </c:pt>
                <c:pt idx="2656">
                  <c:v>-0.25737931078833037</c:v>
                </c:pt>
                <c:pt idx="2657">
                  <c:v>-0.40467713998861998</c:v>
                </c:pt>
                <c:pt idx="2658">
                  <c:v>-0.4121318744635844</c:v>
                </c:pt>
                <c:pt idx="2659">
                  <c:v>-0.54536181508342318</c:v>
                </c:pt>
                <c:pt idx="2660">
                  <c:v>-0.71410086498267678</c:v>
                </c:pt>
                <c:pt idx="2661">
                  <c:v>-0.69488916122732525</c:v>
                </c:pt>
                <c:pt idx="2662">
                  <c:v>-0.55130583767900687</c:v>
                </c:pt>
                <c:pt idx="2663">
                  <c:v>-0.47083857019520869</c:v>
                </c:pt>
                <c:pt idx="2664">
                  <c:v>-0.45103381975856932</c:v>
                </c:pt>
                <c:pt idx="2665">
                  <c:v>-0.45807111178114562</c:v>
                </c:pt>
                <c:pt idx="2666">
                  <c:v>-0.46105830749784521</c:v>
                </c:pt>
                <c:pt idx="2667">
                  <c:v>-0.33756120261583672</c:v>
                </c:pt>
                <c:pt idx="2668">
                  <c:v>-0.40716856028113901</c:v>
                </c:pt>
                <c:pt idx="2669">
                  <c:v>-0.37245904147167491</c:v>
                </c:pt>
                <c:pt idx="2670">
                  <c:v>-0.31745597677755127</c:v>
                </c:pt>
                <c:pt idx="2671">
                  <c:v>-0.2397184483220369</c:v>
                </c:pt>
                <c:pt idx="2672">
                  <c:v>-7.1606971716310544E-2</c:v>
                </c:pt>
                <c:pt idx="2673">
                  <c:v>0.188286564946193</c:v>
                </c:pt>
                <c:pt idx="2674">
                  <c:v>0.25212436735244381</c:v>
                </c:pt>
                <c:pt idx="2675">
                  <c:v>0.21411350706146501</c:v>
                </c:pt>
                <c:pt idx="2676">
                  <c:v>0.29488209985410851</c:v>
                </c:pt>
                <c:pt idx="2677">
                  <c:v>0.39248699669961079</c:v>
                </c:pt>
                <c:pt idx="2678">
                  <c:v>0.31127714328596828</c:v>
                </c:pt>
                <c:pt idx="2679">
                  <c:v>0.34689272277648042</c:v>
                </c:pt>
                <c:pt idx="2680">
                  <c:v>0.37909038981682991</c:v>
                </c:pt>
                <c:pt idx="2681">
                  <c:v>0.52754663517775058</c:v>
                </c:pt>
                <c:pt idx="2682">
                  <c:v>0.48497004563923651</c:v>
                </c:pt>
                <c:pt idx="2683">
                  <c:v>0.54279855357989559</c:v>
                </c:pt>
                <c:pt idx="2684">
                  <c:v>0.51011341206098471</c:v>
                </c:pt>
                <c:pt idx="2685">
                  <c:v>0.32510762790852898</c:v>
                </c:pt>
                <c:pt idx="2686">
                  <c:v>0.34827163237634667</c:v>
                </c:pt>
                <c:pt idx="2687">
                  <c:v>9.1886575808335216E-2</c:v>
                </c:pt>
                <c:pt idx="2688">
                  <c:v>0.24325353020167559</c:v>
                </c:pt>
                <c:pt idx="2689">
                  <c:v>0.267399958357113</c:v>
                </c:pt>
                <c:pt idx="2690">
                  <c:v>0.15527561856654021</c:v>
                </c:pt>
                <c:pt idx="2691">
                  <c:v>0.1004154671540587</c:v>
                </c:pt>
                <c:pt idx="2692">
                  <c:v>-0.10245590392356391</c:v>
                </c:pt>
                <c:pt idx="2693">
                  <c:v>-0.13142914576547959</c:v>
                </c:pt>
                <c:pt idx="2694">
                  <c:v>-0.27401113690094298</c:v>
                </c:pt>
                <c:pt idx="2695">
                  <c:v>-0.1588325633189325</c:v>
                </c:pt>
                <c:pt idx="2696">
                  <c:v>-0.3934069244655311</c:v>
                </c:pt>
                <c:pt idx="2697">
                  <c:v>-0.296281851143049</c:v>
                </c:pt>
                <c:pt idx="2698">
                  <c:v>-7.7375402087789147E-2</c:v>
                </c:pt>
                <c:pt idx="2699">
                  <c:v>-0.13445726837652219</c:v>
                </c:pt>
                <c:pt idx="2700">
                  <c:v>-0.18396810226870641</c:v>
                </c:pt>
                <c:pt idx="2701">
                  <c:v>-0.31489310336472048</c:v>
                </c:pt>
                <c:pt idx="2702">
                  <c:v>-0.55754042386607383</c:v>
                </c:pt>
                <c:pt idx="2703">
                  <c:v>-0.6534172858274051</c:v>
                </c:pt>
                <c:pt idx="2704">
                  <c:v>-0.58569752126971275</c:v>
                </c:pt>
                <c:pt idx="2705">
                  <c:v>-0.41825358530001661</c:v>
                </c:pt>
                <c:pt idx="2706">
                  <c:v>-0.1860529946227634</c:v>
                </c:pt>
                <c:pt idx="2707">
                  <c:v>0.21123297448854769</c:v>
                </c:pt>
                <c:pt idx="2708">
                  <c:v>0.1231866725990739</c:v>
                </c:pt>
                <c:pt idx="2709">
                  <c:v>1.710602659668363E-3</c:v>
                </c:pt>
                <c:pt idx="2710">
                  <c:v>-3.4837624639338129E-2</c:v>
                </c:pt>
                <c:pt idx="2711">
                  <c:v>9.2773841765714585E-2</c:v>
                </c:pt>
                <c:pt idx="2712">
                  <c:v>0.19633955927041261</c:v>
                </c:pt>
                <c:pt idx="2713">
                  <c:v>0.19616288070989771</c:v>
                </c:pt>
                <c:pt idx="2714">
                  <c:v>0.29011204612942387</c:v>
                </c:pt>
                <c:pt idx="2715">
                  <c:v>0.2103173410519884</c:v>
                </c:pt>
                <c:pt idx="2716">
                  <c:v>0.3758208536207997</c:v>
                </c:pt>
                <c:pt idx="2717">
                  <c:v>0.21085093830686921</c:v>
                </c:pt>
                <c:pt idx="2718">
                  <c:v>0.11257724949360599</c:v>
                </c:pt>
                <c:pt idx="2719">
                  <c:v>0.24909368055720121</c:v>
                </c:pt>
                <c:pt idx="2720">
                  <c:v>0.13287522120300119</c:v>
                </c:pt>
                <c:pt idx="2721">
                  <c:v>0.3209563859759052</c:v>
                </c:pt>
                <c:pt idx="2722">
                  <c:v>0.60594092083425621</c:v>
                </c:pt>
                <c:pt idx="2723">
                  <c:v>0.60895577674846291</c:v>
                </c:pt>
                <c:pt idx="2724">
                  <c:v>0.67057067651528646</c:v>
                </c:pt>
                <c:pt idx="2725">
                  <c:v>0.79686066192856375</c:v>
                </c:pt>
                <c:pt idx="2726">
                  <c:v>0.64986864036920833</c:v>
                </c:pt>
                <c:pt idx="2727">
                  <c:v>0.61945266616835148</c:v>
                </c:pt>
                <c:pt idx="2728">
                  <c:v>0.49412122075692899</c:v>
                </c:pt>
                <c:pt idx="2729">
                  <c:v>0.49783221984006221</c:v>
                </c:pt>
                <c:pt idx="2730">
                  <c:v>0.52314060439470966</c:v>
                </c:pt>
                <c:pt idx="2731">
                  <c:v>0.44826141675941622</c:v>
                </c:pt>
                <c:pt idx="2732">
                  <c:v>0.60993141854756239</c:v>
                </c:pt>
                <c:pt idx="2733">
                  <c:v>0.50299164773828819</c:v>
                </c:pt>
                <c:pt idx="2734">
                  <c:v>0.50820111074327812</c:v>
                </c:pt>
                <c:pt idx="2735">
                  <c:v>0.66338049076218486</c:v>
                </c:pt>
                <c:pt idx="2736">
                  <c:v>0.65453504956784558</c:v>
                </c:pt>
                <c:pt idx="2737">
                  <c:v>0.69394406087791538</c:v>
                </c:pt>
                <c:pt idx="2738">
                  <c:v>0.70554065876258187</c:v>
                </c:pt>
                <c:pt idx="2739">
                  <c:v>0.67417529492404593</c:v>
                </c:pt>
                <c:pt idx="2740">
                  <c:v>0.86445431862060662</c:v>
                </c:pt>
                <c:pt idx="2741">
                  <c:v>0.71711591569079103</c:v>
                </c:pt>
                <c:pt idx="2742">
                  <c:v>0.61631654657456114</c:v>
                </c:pt>
                <c:pt idx="2743">
                  <c:v>0.42371086459905399</c:v>
                </c:pt>
                <c:pt idx="2744">
                  <c:v>0.23097791042565211</c:v>
                </c:pt>
                <c:pt idx="2745">
                  <c:v>0.23305417020238889</c:v>
                </c:pt>
                <c:pt idx="2746">
                  <c:v>0.2474794536463111</c:v>
                </c:pt>
                <c:pt idx="2747">
                  <c:v>0.16867785362065049</c:v>
                </c:pt>
                <c:pt idx="2748">
                  <c:v>0.40072385274995381</c:v>
                </c:pt>
                <c:pt idx="2749">
                  <c:v>0.50776405201462982</c:v>
                </c:pt>
                <c:pt idx="2750">
                  <c:v>0.58781793916875502</c:v>
                </c:pt>
                <c:pt idx="2751">
                  <c:v>0.63434434017554953</c:v>
                </c:pt>
                <c:pt idx="2752">
                  <c:v>0.5379233641451967</c:v>
                </c:pt>
                <c:pt idx="2753">
                  <c:v>0.51532069650063272</c:v>
                </c:pt>
                <c:pt idx="2754">
                  <c:v>0.53021693551545812</c:v>
                </c:pt>
                <c:pt idx="2755">
                  <c:v>0.67401193726091047</c:v>
                </c:pt>
                <c:pt idx="2756">
                  <c:v>0.68294993072343724</c:v>
                </c:pt>
                <c:pt idx="2757">
                  <c:v>0.65012438937623329</c:v>
                </c:pt>
                <c:pt idx="2758">
                  <c:v>0.53789959448764912</c:v>
                </c:pt>
                <c:pt idx="2759">
                  <c:v>0.5911759513313336</c:v>
                </c:pt>
                <c:pt idx="2760">
                  <c:v>0.66546057133082515</c:v>
                </c:pt>
                <c:pt idx="2761">
                  <c:v>0.66922423731283853</c:v>
                </c:pt>
                <c:pt idx="2762">
                  <c:v>0.62219110318898718</c:v>
                </c:pt>
                <c:pt idx="2763">
                  <c:v>0.87051324738645797</c:v>
                </c:pt>
                <c:pt idx="2764">
                  <c:v>0.80754681378080428</c:v>
                </c:pt>
                <c:pt idx="2765">
                  <c:v>0.35678633380980429</c:v>
                </c:pt>
                <c:pt idx="2766">
                  <c:v>0.18541851043148641</c:v>
                </c:pt>
                <c:pt idx="2767">
                  <c:v>0.21458053329260399</c:v>
                </c:pt>
                <c:pt idx="2768">
                  <c:v>-7.4860798612712429E-2</c:v>
                </c:pt>
                <c:pt idx="2769">
                  <c:v>-0.31068285299315468</c:v>
                </c:pt>
                <c:pt idx="2770">
                  <c:v>-0.26083897013735219</c:v>
                </c:pt>
                <c:pt idx="2771">
                  <c:v>-0.19493305069170819</c:v>
                </c:pt>
                <c:pt idx="2772">
                  <c:v>-0.2239469650593483</c:v>
                </c:pt>
                <c:pt idx="2773">
                  <c:v>-0.2371334172287477</c:v>
                </c:pt>
                <c:pt idx="2774">
                  <c:v>-0.34028514717894659</c:v>
                </c:pt>
                <c:pt idx="2775">
                  <c:v>-0.55923204161555551</c:v>
                </c:pt>
                <c:pt idx="2776">
                  <c:v>-0.72235711579195605</c:v>
                </c:pt>
                <c:pt idx="2777">
                  <c:v>-0.68434978731685947</c:v>
                </c:pt>
                <c:pt idx="2778">
                  <c:v>-0.62037459170505138</c:v>
                </c:pt>
                <c:pt idx="2779">
                  <c:v>-0.67594045196904917</c:v>
                </c:pt>
                <c:pt idx="2780">
                  <c:v>-0.89542751984345192</c:v>
                </c:pt>
                <c:pt idx="2781">
                  <c:v>-0.9987946796805055</c:v>
                </c:pt>
                <c:pt idx="2782">
                  <c:v>-1.0238230545402831</c:v>
                </c:pt>
                <c:pt idx="2783">
                  <c:v>-1.21434616086791</c:v>
                </c:pt>
                <c:pt idx="2784">
                  <c:v>-0.99304059675088319</c:v>
                </c:pt>
                <c:pt idx="2785">
                  <c:v>-0.6338120739870351</c:v>
                </c:pt>
                <c:pt idx="2786">
                  <c:v>-0.53222886399412161</c:v>
                </c:pt>
                <c:pt idx="2787">
                  <c:v>-0.49960067735554481</c:v>
                </c:pt>
                <c:pt idx="2788">
                  <c:v>-0.20939122549274319</c:v>
                </c:pt>
                <c:pt idx="2789">
                  <c:v>0.15491177205411211</c:v>
                </c:pt>
                <c:pt idx="2790">
                  <c:v>5.287795312894867E-2</c:v>
                </c:pt>
                <c:pt idx="2791">
                  <c:v>0.1179045697660111</c:v>
                </c:pt>
                <c:pt idx="2792">
                  <c:v>0.20298257949240689</c:v>
                </c:pt>
                <c:pt idx="2793">
                  <c:v>0.33134893847022889</c:v>
                </c:pt>
                <c:pt idx="2794">
                  <c:v>0.51597842338139588</c:v>
                </c:pt>
                <c:pt idx="2795">
                  <c:v>0.65583330850624721</c:v>
                </c:pt>
                <c:pt idx="2796">
                  <c:v>0.74624641623583632</c:v>
                </c:pt>
                <c:pt idx="2797">
                  <c:v>0.82292745341012496</c:v>
                </c:pt>
                <c:pt idx="2798">
                  <c:v>0.93137416818562013</c:v>
                </c:pt>
                <c:pt idx="2799">
                  <c:v>0.99289733587280027</c:v>
                </c:pt>
                <c:pt idx="2800">
                  <c:v>1.215329969905401</c:v>
                </c:pt>
                <c:pt idx="2801">
                  <c:v>1.4846951603467311</c:v>
                </c:pt>
                <c:pt idx="2802">
                  <c:v>1.701589394034601</c:v>
                </c:pt>
                <c:pt idx="2803">
                  <c:v>2.4726018525993609</c:v>
                </c:pt>
                <c:pt idx="2804">
                  <c:v>2.4280955252219929</c:v>
                </c:pt>
                <c:pt idx="2805">
                  <c:v>2.378348130313892</c:v>
                </c:pt>
                <c:pt idx="2806">
                  <c:v>2.471396131001999</c:v>
                </c:pt>
                <c:pt idx="2807">
                  <c:v>2.6162360314897359</c:v>
                </c:pt>
                <c:pt idx="2808">
                  <c:v>2.6279398639127169</c:v>
                </c:pt>
                <c:pt idx="2809">
                  <c:v>2.809526917382537</c:v>
                </c:pt>
                <c:pt idx="2810">
                  <c:v>2.9677527213514918</c:v>
                </c:pt>
                <c:pt idx="2811">
                  <c:v>2.9668482336822191</c:v>
                </c:pt>
                <c:pt idx="2812">
                  <c:v>2.2643943208671531</c:v>
                </c:pt>
                <c:pt idx="2813">
                  <c:v>2.1443918777048121</c:v>
                </c:pt>
                <c:pt idx="2814">
                  <c:v>2.4359738733783609</c:v>
                </c:pt>
                <c:pt idx="2815">
                  <c:v>2.7124907001222862</c:v>
                </c:pt>
                <c:pt idx="2816">
                  <c:v>3.2826749705681699</c:v>
                </c:pt>
                <c:pt idx="2817">
                  <c:v>3.8717982973741969</c:v>
                </c:pt>
                <c:pt idx="2818">
                  <c:v>3.7704045910408741</c:v>
                </c:pt>
                <c:pt idx="2819">
                  <c:v>3.2193120960442001</c:v>
                </c:pt>
                <c:pt idx="2820">
                  <c:v>2.723346410290413</c:v>
                </c:pt>
                <c:pt idx="2821">
                  <c:v>2.3449028776329861</c:v>
                </c:pt>
                <c:pt idx="2822">
                  <c:v>1.9710415283687319</c:v>
                </c:pt>
                <c:pt idx="2823">
                  <c:v>1.715238649989693</c:v>
                </c:pt>
                <c:pt idx="2824">
                  <c:v>1.750595489646225</c:v>
                </c:pt>
                <c:pt idx="2825">
                  <c:v>1.6891944178672109</c:v>
                </c:pt>
                <c:pt idx="2826">
                  <c:v>1.8853191871501269</c:v>
                </c:pt>
                <c:pt idx="2827">
                  <c:v>1.883339622150717</c:v>
                </c:pt>
                <c:pt idx="2828">
                  <c:v>1.8180790068733861</c:v>
                </c:pt>
                <c:pt idx="2829">
                  <c:v>1.26121750285963</c:v>
                </c:pt>
                <c:pt idx="2830">
                  <c:v>0.9204300741544128</c:v>
                </c:pt>
                <c:pt idx="2831">
                  <c:v>0.72146708034082485</c:v>
                </c:pt>
                <c:pt idx="2832">
                  <c:v>1.14178955071498</c:v>
                </c:pt>
                <c:pt idx="2833">
                  <c:v>0.81373576584569618</c:v>
                </c:pt>
                <c:pt idx="2834">
                  <c:v>0.23531930647748869</c:v>
                </c:pt>
                <c:pt idx="2835">
                  <c:v>-0.32079785202608629</c:v>
                </c:pt>
                <c:pt idx="2836">
                  <c:v>-1.0334310872420549</c:v>
                </c:pt>
                <c:pt idx="2837">
                  <c:v>-1.6566295688438379</c:v>
                </c:pt>
                <c:pt idx="2838">
                  <c:v>-1.7665020964746021</c:v>
                </c:pt>
                <c:pt idx="2839">
                  <c:v>-1.3922572415646199</c:v>
                </c:pt>
                <c:pt idx="2840">
                  <c:v>-0.72087741591469856</c:v>
                </c:pt>
                <c:pt idx="2841">
                  <c:v>-0.35523983722161429</c:v>
                </c:pt>
                <c:pt idx="2842">
                  <c:v>-2.8257277199819231E-2</c:v>
                </c:pt>
                <c:pt idx="2843">
                  <c:v>-7.9220315272947539E-2</c:v>
                </c:pt>
                <c:pt idx="2844">
                  <c:v>-3.6171688881568208E-2</c:v>
                </c:pt>
                <c:pt idx="2845">
                  <c:v>6.8687773280895745E-2</c:v>
                </c:pt>
                <c:pt idx="2846">
                  <c:v>1.8827029432424092E-2</c:v>
                </c:pt>
                <c:pt idx="2847">
                  <c:v>-0.34835070964275111</c:v>
                </c:pt>
                <c:pt idx="2848">
                  <c:v>-0.42530163940334342</c:v>
                </c:pt>
                <c:pt idx="2849">
                  <c:v>-0.22006248517539551</c:v>
                </c:pt>
                <c:pt idx="2850">
                  <c:v>2.8440448947864409E-2</c:v>
                </c:pt>
                <c:pt idx="2851">
                  <c:v>1.393265016420203E-2</c:v>
                </c:pt>
                <c:pt idx="2852">
                  <c:v>-3.8636383917174617E-2</c:v>
                </c:pt>
                <c:pt idx="2853">
                  <c:v>0.39446432301444873</c:v>
                </c:pt>
                <c:pt idx="2854">
                  <c:v>0.79543240889387434</c:v>
                </c:pt>
                <c:pt idx="2855">
                  <c:v>1.2017627977932199</c:v>
                </c:pt>
                <c:pt idx="2856">
                  <c:v>1.612611056537179</c:v>
                </c:pt>
                <c:pt idx="2857">
                  <c:v>1.9046892505088491</c:v>
                </c:pt>
                <c:pt idx="2858">
                  <c:v>2.3584468261174338</c:v>
                </c:pt>
                <c:pt idx="2859">
                  <c:v>2.172555628543881</c:v>
                </c:pt>
                <c:pt idx="2860">
                  <c:v>2.3039250518640242</c:v>
                </c:pt>
                <c:pt idx="2861">
                  <c:v>2.2429108570562839</c:v>
                </c:pt>
                <c:pt idx="2862">
                  <c:v>1.430504390128835</c:v>
                </c:pt>
                <c:pt idx="2863">
                  <c:v>1.143875058462092</c:v>
                </c:pt>
                <c:pt idx="2864">
                  <c:v>1.212856644783965</c:v>
                </c:pt>
                <c:pt idx="2865">
                  <c:v>0.8758836072851901</c:v>
                </c:pt>
                <c:pt idx="2866">
                  <c:v>0.9448527232870515</c:v>
                </c:pt>
                <c:pt idx="2867">
                  <c:v>1.304201068934189</c:v>
                </c:pt>
                <c:pt idx="2868">
                  <c:v>1.239583282558623</c:v>
                </c:pt>
                <c:pt idx="2869">
                  <c:v>1.3032112794654409</c:v>
                </c:pt>
                <c:pt idx="2870">
                  <c:v>1.0572693749258899</c:v>
                </c:pt>
                <c:pt idx="2871">
                  <c:v>1.0038121537065821</c:v>
                </c:pt>
                <c:pt idx="2872">
                  <c:v>0.71538832769941563</c:v>
                </c:pt>
                <c:pt idx="2873">
                  <c:v>0.49687686075041848</c:v>
                </c:pt>
                <c:pt idx="2874">
                  <c:v>0.18965215507977601</c:v>
                </c:pt>
                <c:pt idx="2875">
                  <c:v>-6.1625004401450433E-2</c:v>
                </c:pt>
                <c:pt idx="2876">
                  <c:v>-0.32322097433087238</c:v>
                </c:pt>
                <c:pt idx="2877">
                  <c:v>-0.70928289239168985</c:v>
                </c:pt>
                <c:pt idx="2878">
                  <c:v>-1.2841908228206329</c:v>
                </c:pt>
                <c:pt idx="2879">
                  <c:v>-1.1215762168808361</c:v>
                </c:pt>
                <c:pt idx="2880">
                  <c:v>-2.1056706262441698</c:v>
                </c:pt>
                <c:pt idx="2881">
                  <c:v>-2.418001120380481</c:v>
                </c:pt>
                <c:pt idx="2882">
                  <c:v>-1.637182287439144</c:v>
                </c:pt>
                <c:pt idx="2883">
                  <c:v>-1.533793596532067</c:v>
                </c:pt>
                <c:pt idx="2884">
                  <c:v>-1.775439205647382</c:v>
                </c:pt>
                <c:pt idx="2885">
                  <c:v>-1.2947072455213711</c:v>
                </c:pt>
                <c:pt idx="2886">
                  <c:v>-1.348637650536503</c:v>
                </c:pt>
                <c:pt idx="2887">
                  <c:v>-1.287205543519865</c:v>
                </c:pt>
                <c:pt idx="2888">
                  <c:v>-1.2984933580822711</c:v>
                </c:pt>
                <c:pt idx="2889">
                  <c:v>-1.5147700805823709</c:v>
                </c:pt>
                <c:pt idx="2890">
                  <c:v>-1.441352693507804</c:v>
                </c:pt>
                <c:pt idx="2891">
                  <c:v>-1.3784115190175179</c:v>
                </c:pt>
                <c:pt idx="2892">
                  <c:v>-1.027215766176397</c:v>
                </c:pt>
                <c:pt idx="2893">
                  <c:v>-0.95518604390253614</c:v>
                </c:pt>
                <c:pt idx="2894">
                  <c:v>-0.94577917362797059</c:v>
                </c:pt>
                <c:pt idx="2895">
                  <c:v>-0.96596578155627899</c:v>
                </c:pt>
                <c:pt idx="2896">
                  <c:v>-1.1702433655984279</c:v>
                </c:pt>
                <c:pt idx="2897">
                  <c:v>-1.1486672020390269</c:v>
                </c:pt>
                <c:pt idx="2898">
                  <c:v>-0.98893566513261655</c:v>
                </c:pt>
                <c:pt idx="2899">
                  <c:v>-0.9035733127088782</c:v>
                </c:pt>
                <c:pt idx="2900">
                  <c:v>-0.41739852820466528</c:v>
                </c:pt>
                <c:pt idx="2901">
                  <c:v>-0.21562558156878561</c:v>
                </c:pt>
                <c:pt idx="2902">
                  <c:v>-0.14844270634497531</c:v>
                </c:pt>
                <c:pt idx="2903">
                  <c:v>5.2418656869489939E-2</c:v>
                </c:pt>
                <c:pt idx="2904">
                  <c:v>2.843063103489113E-2</c:v>
                </c:pt>
                <c:pt idx="2905">
                  <c:v>-0.1833820338218424</c:v>
                </c:pt>
                <c:pt idx="2906">
                  <c:v>-0.25381081232786412</c:v>
                </c:pt>
                <c:pt idx="2907">
                  <c:v>-0.57694203916382947</c:v>
                </c:pt>
                <c:pt idx="2908">
                  <c:v>-0.49173535479989178</c:v>
                </c:pt>
                <c:pt idx="2909">
                  <c:v>-0.37738155142703028</c:v>
                </c:pt>
                <c:pt idx="2910">
                  <c:v>-0.26367338787570399</c:v>
                </c:pt>
                <c:pt idx="2911">
                  <c:v>-3.0743306252538669E-2</c:v>
                </c:pt>
                <c:pt idx="2912">
                  <c:v>0.50014676018254034</c:v>
                </c:pt>
                <c:pt idx="2913">
                  <c:v>0.58466936236594436</c:v>
                </c:pt>
                <c:pt idx="2914">
                  <c:v>0.99901263190333844</c:v>
                </c:pt>
                <c:pt idx="2915">
                  <c:v>1.0774182233111571</c:v>
                </c:pt>
                <c:pt idx="2916">
                  <c:v>1.422210168079004</c:v>
                </c:pt>
                <c:pt idx="2917">
                  <c:v>1.7669053015644931</c:v>
                </c:pt>
                <c:pt idx="2918">
                  <c:v>1.849673488437015</c:v>
                </c:pt>
                <c:pt idx="2919">
                  <c:v>1.886588590078164</c:v>
                </c:pt>
                <c:pt idx="2920">
                  <c:v>1.84552758759794</c:v>
                </c:pt>
                <c:pt idx="2921">
                  <c:v>1.709429305794085</c:v>
                </c:pt>
                <c:pt idx="2922">
                  <c:v>1.124094772286117</c:v>
                </c:pt>
                <c:pt idx="2923">
                  <c:v>0.97620688720207749</c:v>
                </c:pt>
                <c:pt idx="2924">
                  <c:v>1.434765647658631</c:v>
                </c:pt>
                <c:pt idx="2925">
                  <c:v>1.3747650369741671</c:v>
                </c:pt>
                <c:pt idx="2926">
                  <c:v>1.3239461528490539</c:v>
                </c:pt>
                <c:pt idx="2927">
                  <c:v>1.4683311361311051</c:v>
                </c:pt>
                <c:pt idx="2928">
                  <c:v>1.537514511714821</c:v>
                </c:pt>
                <c:pt idx="2929">
                  <c:v>1.5225958500389869</c:v>
                </c:pt>
                <c:pt idx="2930">
                  <c:v>1.5667372476513459</c:v>
                </c:pt>
                <c:pt idx="2931">
                  <c:v>1.710129446740692</c:v>
                </c:pt>
                <c:pt idx="2932">
                  <c:v>1.31728018739965</c:v>
                </c:pt>
                <c:pt idx="2933">
                  <c:v>1.365279544343678</c:v>
                </c:pt>
                <c:pt idx="2934">
                  <c:v>0.79890230366103732</c:v>
                </c:pt>
                <c:pt idx="2935">
                  <c:v>0.48884147312554721</c:v>
                </c:pt>
                <c:pt idx="2936">
                  <c:v>8.4046275784604982E-2</c:v>
                </c:pt>
                <c:pt idx="2937">
                  <c:v>-0.3296284834787781</c:v>
                </c:pt>
                <c:pt idx="2938">
                  <c:v>-0.36407856970533042</c:v>
                </c:pt>
                <c:pt idx="2939">
                  <c:v>-0.4603881925885312</c:v>
                </c:pt>
                <c:pt idx="2940">
                  <c:v>-0.3196230567178111</c:v>
                </c:pt>
                <c:pt idx="2941">
                  <c:v>-0.27206427889802809</c:v>
                </c:pt>
                <c:pt idx="2942">
                  <c:v>0.2120222271805563</c:v>
                </c:pt>
                <c:pt idx="2943">
                  <c:v>-1.92749627872731E-3</c:v>
                </c:pt>
                <c:pt idx="2944">
                  <c:v>-0.14897578523023261</c:v>
                </c:pt>
                <c:pt idx="2945">
                  <c:v>0.24543580415657759</c:v>
                </c:pt>
                <c:pt idx="2946">
                  <c:v>0.104905928400782</c:v>
                </c:pt>
                <c:pt idx="2947">
                  <c:v>2.4837393228794379E-2</c:v>
                </c:pt>
                <c:pt idx="2948">
                  <c:v>-1.28215176237623E-2</c:v>
                </c:pt>
                <c:pt idx="2949">
                  <c:v>-6.418817581362761E-2</c:v>
                </c:pt>
                <c:pt idx="2950">
                  <c:v>9.2509090141701333E-2</c:v>
                </c:pt>
                <c:pt idx="2951">
                  <c:v>-0.42923945067036717</c:v>
                </c:pt>
                <c:pt idx="2952">
                  <c:v>-0.49553987495912549</c:v>
                </c:pt>
                <c:pt idx="2953">
                  <c:v>-0.63773391007173907</c:v>
                </c:pt>
                <c:pt idx="2954">
                  <c:v>-0.21158430734496991</c:v>
                </c:pt>
                <c:pt idx="2955">
                  <c:v>0.1314181317082368</c:v>
                </c:pt>
                <c:pt idx="2956">
                  <c:v>0.23239814230155509</c:v>
                </c:pt>
                <c:pt idx="2957">
                  <c:v>0.25168998131285503</c:v>
                </c:pt>
                <c:pt idx="2958">
                  <c:v>0.31207671294888423</c:v>
                </c:pt>
                <c:pt idx="2959">
                  <c:v>0.25694020121709238</c:v>
                </c:pt>
                <c:pt idx="2960">
                  <c:v>0.38717944410471439</c:v>
                </c:pt>
                <c:pt idx="2961">
                  <c:v>0.32876943265632652</c:v>
                </c:pt>
                <c:pt idx="2962">
                  <c:v>0.23289917669431559</c:v>
                </c:pt>
                <c:pt idx="2963">
                  <c:v>0.48113567398803753</c:v>
                </c:pt>
                <c:pt idx="2964">
                  <c:v>0.32302989713697178</c:v>
                </c:pt>
                <c:pt idx="2965">
                  <c:v>0.2357998602770103</c:v>
                </c:pt>
                <c:pt idx="2966">
                  <c:v>0.45828775318273268</c:v>
                </c:pt>
                <c:pt idx="2967">
                  <c:v>0.54583720434150429</c:v>
                </c:pt>
                <c:pt idx="2968">
                  <c:v>0.46708886139647632</c:v>
                </c:pt>
                <c:pt idx="2969">
                  <c:v>0.73702167831132182</c:v>
                </c:pt>
                <c:pt idx="2970">
                  <c:v>0.45586492005050799</c:v>
                </c:pt>
                <c:pt idx="2971">
                  <c:v>0.7128709219066337</c:v>
                </c:pt>
                <c:pt idx="2972">
                  <c:v>0.7248587261434305</c:v>
                </c:pt>
                <c:pt idx="2973">
                  <c:v>0.60199445795903961</c:v>
                </c:pt>
                <c:pt idx="2974">
                  <c:v>0.20082781983508849</c:v>
                </c:pt>
                <c:pt idx="2975">
                  <c:v>-1.0396572155890221E-2</c:v>
                </c:pt>
                <c:pt idx="2976">
                  <c:v>-1.643126080906698E-2</c:v>
                </c:pt>
                <c:pt idx="2977">
                  <c:v>0.20344736261878699</c:v>
                </c:pt>
                <c:pt idx="2978">
                  <c:v>0.15051950677798959</c:v>
                </c:pt>
                <c:pt idx="2979">
                  <c:v>0.37331731160603637</c:v>
                </c:pt>
                <c:pt idx="2980">
                  <c:v>0.20055896227478001</c:v>
                </c:pt>
                <c:pt idx="2981">
                  <c:v>0.12977503136732921</c:v>
                </c:pt>
                <c:pt idx="2982">
                  <c:v>7.073101303357994E-2</c:v>
                </c:pt>
                <c:pt idx="2983">
                  <c:v>-8.4835545085159184E-2</c:v>
                </c:pt>
                <c:pt idx="2984">
                  <c:v>-0.11896298412282399</c:v>
                </c:pt>
                <c:pt idx="2985">
                  <c:v>-0.65485624134533349</c:v>
                </c:pt>
                <c:pt idx="2986">
                  <c:v>-0.9356496448841094</c:v>
                </c:pt>
                <c:pt idx="2987">
                  <c:v>-1.2270611018674269</c:v>
                </c:pt>
                <c:pt idx="2988">
                  <c:v>-1.2849220629801501</c:v>
                </c:pt>
                <c:pt idx="2989">
                  <c:v>-1.4029584670579369</c:v>
                </c:pt>
                <c:pt idx="2990">
                  <c:v>-1.4785283307461541</c:v>
                </c:pt>
                <c:pt idx="2991">
                  <c:v>-1.4375198008301839</c:v>
                </c:pt>
                <c:pt idx="2992">
                  <c:v>-1.5815533352818489</c:v>
                </c:pt>
                <c:pt idx="2993">
                  <c:v>-1.402627425102515</c:v>
                </c:pt>
                <c:pt idx="2994">
                  <c:v>-0.88439448434297108</c:v>
                </c:pt>
                <c:pt idx="2995">
                  <c:v>-0.67730758301200267</c:v>
                </c:pt>
                <c:pt idx="2996">
                  <c:v>-0.4292110124722745</c:v>
                </c:pt>
                <c:pt idx="2997">
                  <c:v>-0.54784453734580596</c:v>
                </c:pt>
                <c:pt idx="2998">
                  <c:v>-0.65295239805508409</c:v>
                </c:pt>
                <c:pt idx="2999">
                  <c:v>-0.63559464900608875</c:v>
                </c:pt>
                <c:pt idx="3000">
                  <c:v>-0.6691971154370856</c:v>
                </c:pt>
                <c:pt idx="3001">
                  <c:v>-0.5099794977264287</c:v>
                </c:pt>
                <c:pt idx="3002">
                  <c:v>-0.35579513864684159</c:v>
                </c:pt>
                <c:pt idx="3003">
                  <c:v>-0.2174588495863444</c:v>
                </c:pt>
                <c:pt idx="3004">
                  <c:v>-0.37986020530461673</c:v>
                </c:pt>
                <c:pt idx="3005">
                  <c:v>-0.16553134369977701</c:v>
                </c:pt>
                <c:pt idx="3006">
                  <c:v>-0.24631346220066949</c:v>
                </c:pt>
                <c:pt idx="3007">
                  <c:v>-0.1111963053993202</c:v>
                </c:pt>
                <c:pt idx="3008">
                  <c:v>-0.30125780381835732</c:v>
                </c:pt>
                <c:pt idx="3009">
                  <c:v>-0.38127469913743117</c:v>
                </c:pt>
                <c:pt idx="3010">
                  <c:v>-0.19307803088235481</c:v>
                </c:pt>
                <c:pt idx="3011">
                  <c:v>-0.30811031608390621</c:v>
                </c:pt>
                <c:pt idx="3012">
                  <c:v>-0.16389292348752621</c:v>
                </c:pt>
                <c:pt idx="3013">
                  <c:v>-5.5787377960222068E-2</c:v>
                </c:pt>
                <c:pt idx="3014">
                  <c:v>-0.65303510497448991</c:v>
                </c:pt>
                <c:pt idx="3015">
                  <c:v>-0.9118745735026379</c:v>
                </c:pt>
                <c:pt idx="3016">
                  <c:v>-1.2179355433337431</c:v>
                </c:pt>
                <c:pt idx="3017">
                  <c:v>-1.148550878749895</c:v>
                </c:pt>
                <c:pt idx="3018">
                  <c:v>-1.1349394850835699</c:v>
                </c:pt>
                <c:pt idx="3019">
                  <c:v>-1.147481137234819</c:v>
                </c:pt>
                <c:pt idx="3020">
                  <c:v>-1.0128904647537189</c:v>
                </c:pt>
                <c:pt idx="3021">
                  <c:v>-0.89431395347653664</c:v>
                </c:pt>
                <c:pt idx="3022">
                  <c:v>-0.94205577457870115</c:v>
                </c:pt>
                <c:pt idx="3023">
                  <c:v>-1.13443893955098</c:v>
                </c:pt>
                <c:pt idx="3024">
                  <c:v>-1.071117643001017</c:v>
                </c:pt>
                <c:pt idx="3025">
                  <c:v>-1.0683012259231619</c:v>
                </c:pt>
                <c:pt idx="3026">
                  <c:v>-0.94455688938186322</c:v>
                </c:pt>
                <c:pt idx="3027">
                  <c:v>-0.76332195229128541</c:v>
                </c:pt>
                <c:pt idx="3028">
                  <c:v>-0.48068055028498591</c:v>
                </c:pt>
                <c:pt idx="3029">
                  <c:v>-0.58344540345300189</c:v>
                </c:pt>
                <c:pt idx="3030">
                  <c:v>-0.67713395102279661</c:v>
                </c:pt>
                <c:pt idx="3031">
                  <c:v>-0.78545685595187587</c:v>
                </c:pt>
                <c:pt idx="3032">
                  <c:v>-0.73635350062192284</c:v>
                </c:pt>
                <c:pt idx="3033">
                  <c:v>-0.91263507763756524</c:v>
                </c:pt>
                <c:pt idx="3034">
                  <c:v>-0.66427607221062246</c:v>
                </c:pt>
                <c:pt idx="3035">
                  <c:v>-0.49061918697621448</c:v>
                </c:pt>
                <c:pt idx="3036">
                  <c:v>-0.24394010982689909</c:v>
                </c:pt>
                <c:pt idx="3037">
                  <c:v>-0.25348403845369383</c:v>
                </c:pt>
                <c:pt idx="3038">
                  <c:v>-0.28734039264261069</c:v>
                </c:pt>
                <c:pt idx="3039">
                  <c:v>-0.4242474323898891</c:v>
                </c:pt>
                <c:pt idx="3040">
                  <c:v>-0.41152775131488661</c:v>
                </c:pt>
                <c:pt idx="3041">
                  <c:v>-0.49915344034044451</c:v>
                </c:pt>
                <c:pt idx="3042">
                  <c:v>-0.5782559988640984</c:v>
                </c:pt>
                <c:pt idx="3043">
                  <c:v>-0.44851590875296249</c:v>
                </c:pt>
                <c:pt idx="3044">
                  <c:v>-0.47237211050211669</c:v>
                </c:pt>
                <c:pt idx="3045">
                  <c:v>-0.3680278514532922</c:v>
                </c:pt>
                <c:pt idx="3046">
                  <c:v>-0.32426736227998598</c:v>
                </c:pt>
                <c:pt idx="3047">
                  <c:v>-0.40387275938878092</c:v>
                </c:pt>
                <c:pt idx="3048">
                  <c:v>-0.27952488642441092</c:v>
                </c:pt>
                <c:pt idx="3049">
                  <c:v>-0.31339734082827497</c:v>
                </c:pt>
                <c:pt idx="3050">
                  <c:v>-0.54136730171629022</c:v>
                </c:pt>
                <c:pt idx="3051">
                  <c:v>-0.39450435373701859</c:v>
                </c:pt>
                <c:pt idx="3052">
                  <c:v>-0.24933431429928771</c:v>
                </c:pt>
                <c:pt idx="3053">
                  <c:v>-6.1526498606965102E-2</c:v>
                </c:pt>
                <c:pt idx="3054">
                  <c:v>1.047714769213828E-2</c:v>
                </c:pt>
                <c:pt idx="3055">
                  <c:v>-0.1368668880198009</c:v>
                </c:pt>
                <c:pt idx="3056">
                  <c:v>-0.53802869058554592</c:v>
                </c:pt>
                <c:pt idx="3057">
                  <c:v>-0.62259329655788642</c:v>
                </c:pt>
                <c:pt idx="3058">
                  <c:v>-0.54183243463375508</c:v>
                </c:pt>
                <c:pt idx="3059">
                  <c:v>-0.52610857317897897</c:v>
                </c:pt>
                <c:pt idx="3060">
                  <c:v>-0.62799312875368407</c:v>
                </c:pt>
                <c:pt idx="3061">
                  <c:v>-0.56981752546695363</c:v>
                </c:pt>
                <c:pt idx="3062">
                  <c:v>-0.35157968284962671</c:v>
                </c:pt>
                <c:pt idx="3063">
                  <c:v>-0.50548247918340594</c:v>
                </c:pt>
                <c:pt idx="3064">
                  <c:v>-0.40328016581331277</c:v>
                </c:pt>
                <c:pt idx="3065">
                  <c:v>-0.47319382626144291</c:v>
                </c:pt>
                <c:pt idx="3066">
                  <c:v>-0.47562512057225592</c:v>
                </c:pt>
                <c:pt idx="3067">
                  <c:v>-0.63116240327959017</c:v>
                </c:pt>
                <c:pt idx="3068">
                  <c:v>-0.74165567051145354</c:v>
                </c:pt>
                <c:pt idx="3069">
                  <c:v>-0.52167910588836564</c:v>
                </c:pt>
                <c:pt idx="3070">
                  <c:v>-0.17621785615773239</c:v>
                </c:pt>
                <c:pt idx="3071">
                  <c:v>-0.29538315377094621</c:v>
                </c:pt>
                <c:pt idx="3072">
                  <c:v>-0.39018825950741182</c:v>
                </c:pt>
                <c:pt idx="3073">
                  <c:v>-0.44332935188456901</c:v>
                </c:pt>
                <c:pt idx="3074">
                  <c:v>-0.53791157033399151</c:v>
                </c:pt>
                <c:pt idx="3075">
                  <c:v>-0.3776726550515821</c:v>
                </c:pt>
                <c:pt idx="3076">
                  <c:v>-6.0968931789734766E-3</c:v>
                </c:pt>
                <c:pt idx="3077">
                  <c:v>8.1975539224652408E-2</c:v>
                </c:pt>
                <c:pt idx="3078">
                  <c:v>8.3091347972096011E-2</c:v>
                </c:pt>
                <c:pt idx="3079">
                  <c:v>1.344306028196964E-2</c:v>
                </c:pt>
                <c:pt idx="3080">
                  <c:v>7.4920558252961317E-2</c:v>
                </c:pt>
                <c:pt idx="3081">
                  <c:v>-2.498111146265225E-2</c:v>
                </c:pt>
                <c:pt idx="3082">
                  <c:v>-7.5119686206285355E-2</c:v>
                </c:pt>
                <c:pt idx="3083">
                  <c:v>-0.18058222037570021</c:v>
                </c:pt>
                <c:pt idx="3084">
                  <c:v>-0.38564914806783418</c:v>
                </c:pt>
                <c:pt idx="3085">
                  <c:v>-0.52184565298094332</c:v>
                </c:pt>
                <c:pt idx="3086">
                  <c:v>-0.43644820143707019</c:v>
                </c:pt>
                <c:pt idx="3087">
                  <c:v>-0.15672116897034311</c:v>
                </c:pt>
                <c:pt idx="3088">
                  <c:v>-0.1267112816442918</c:v>
                </c:pt>
                <c:pt idx="3089">
                  <c:v>-0.11390441999195861</c:v>
                </c:pt>
                <c:pt idx="3090">
                  <c:v>-0.1142262472964404</c:v>
                </c:pt>
                <c:pt idx="3091">
                  <c:v>0.17902529105424861</c:v>
                </c:pt>
                <c:pt idx="3092">
                  <c:v>0.30388247969281851</c:v>
                </c:pt>
                <c:pt idx="3093">
                  <c:v>0.42909538052767721</c:v>
                </c:pt>
                <c:pt idx="3094">
                  <c:v>0.37607810098802941</c:v>
                </c:pt>
                <c:pt idx="3095">
                  <c:v>0.67001306550220241</c:v>
                </c:pt>
                <c:pt idx="3096">
                  <c:v>0.58704401148764351</c:v>
                </c:pt>
                <c:pt idx="3097">
                  <c:v>0.60934792613704858</c:v>
                </c:pt>
                <c:pt idx="3098">
                  <c:v>0.58505145259820257</c:v>
                </c:pt>
                <c:pt idx="3099">
                  <c:v>0.48569753531899362</c:v>
                </c:pt>
                <c:pt idx="3100">
                  <c:v>0.37702805798129702</c:v>
                </c:pt>
                <c:pt idx="3101">
                  <c:v>0.4280973880320107</c:v>
                </c:pt>
                <c:pt idx="3102">
                  <c:v>0.22663991009420839</c:v>
                </c:pt>
                <c:pt idx="3103">
                  <c:v>0.28589589522709791</c:v>
                </c:pt>
                <c:pt idx="3104">
                  <c:v>0.29084114486028012</c:v>
                </c:pt>
                <c:pt idx="3105">
                  <c:v>0.39723542301003728</c:v>
                </c:pt>
                <c:pt idx="3106">
                  <c:v>0.3426518108157377</c:v>
                </c:pt>
                <c:pt idx="3107">
                  <c:v>0.34009756648078432</c:v>
                </c:pt>
                <c:pt idx="3108">
                  <c:v>0.30548016687242879</c:v>
                </c:pt>
                <c:pt idx="3109">
                  <c:v>0.1501059855301245</c:v>
                </c:pt>
                <c:pt idx="3110">
                  <c:v>-7.2270272319231887E-2</c:v>
                </c:pt>
                <c:pt idx="3111">
                  <c:v>-0.49461696090606327</c:v>
                </c:pt>
                <c:pt idx="3112">
                  <c:v>-0.80957287934425892</c:v>
                </c:pt>
                <c:pt idx="3113">
                  <c:v>-1.115016672427027</c:v>
                </c:pt>
                <c:pt idx="3114">
                  <c:v>-1.0755909415039839</c:v>
                </c:pt>
                <c:pt idx="3115">
                  <c:v>-1.4033704612810589</c:v>
                </c:pt>
                <c:pt idx="3116">
                  <c:v>-1.3668062817612061</c:v>
                </c:pt>
                <c:pt idx="3117">
                  <c:v>-1.3184810128705999</c:v>
                </c:pt>
                <c:pt idx="3118">
                  <c:v>-1.311305953728694</c:v>
                </c:pt>
                <c:pt idx="3119">
                  <c:v>-0.88809094460702165</c:v>
                </c:pt>
                <c:pt idx="3120">
                  <c:v>-0.40702931135582071</c:v>
                </c:pt>
                <c:pt idx="3121">
                  <c:v>-0.33255951353400992</c:v>
                </c:pt>
                <c:pt idx="3122">
                  <c:v>-0.38147210974769208</c:v>
                </c:pt>
                <c:pt idx="3123">
                  <c:v>0.190856498564797</c:v>
                </c:pt>
                <c:pt idx="3124">
                  <c:v>0.4387942448068119</c:v>
                </c:pt>
                <c:pt idx="3125">
                  <c:v>0.35441320156525391</c:v>
                </c:pt>
                <c:pt idx="3126">
                  <c:v>0.30905746721943622</c:v>
                </c:pt>
                <c:pt idx="3127">
                  <c:v>0.39843900316078967</c:v>
                </c:pt>
                <c:pt idx="3128">
                  <c:v>0.43498894945022309</c:v>
                </c:pt>
                <c:pt idx="3129">
                  <c:v>0.97889155566525365</c:v>
                </c:pt>
                <c:pt idx="3130">
                  <c:v>1.0940186351659491</c:v>
                </c:pt>
                <c:pt idx="3131">
                  <c:v>1.217313481733445</c:v>
                </c:pt>
                <c:pt idx="3132">
                  <c:v>1.5019426690454589</c:v>
                </c:pt>
                <c:pt idx="3133">
                  <c:v>1.7114013287041761</c:v>
                </c:pt>
                <c:pt idx="3134">
                  <c:v>2.4303902763930392</c:v>
                </c:pt>
                <c:pt idx="3135">
                  <c:v>2.3520915110597032</c:v>
                </c:pt>
                <c:pt idx="3136">
                  <c:v>2.516678656354256</c:v>
                </c:pt>
                <c:pt idx="3137">
                  <c:v>2.410737680900779</c:v>
                </c:pt>
                <c:pt idx="3138">
                  <c:v>2.2666824778161581</c:v>
                </c:pt>
                <c:pt idx="3139">
                  <c:v>1.3552608447484349</c:v>
                </c:pt>
                <c:pt idx="3140">
                  <c:v>0.73806517934888305</c:v>
                </c:pt>
                <c:pt idx="3141">
                  <c:v>0.60115477267283268</c:v>
                </c:pt>
                <c:pt idx="3142">
                  <c:v>0.73019324836963084</c:v>
                </c:pt>
                <c:pt idx="3143">
                  <c:v>0.48743094998340791</c:v>
                </c:pt>
                <c:pt idx="3144">
                  <c:v>0.22432632442472869</c:v>
                </c:pt>
                <c:pt idx="3145">
                  <c:v>0.43995855542748979</c:v>
                </c:pt>
                <c:pt idx="3146">
                  <c:v>0.78383178273449372</c:v>
                </c:pt>
                <c:pt idx="3147">
                  <c:v>0.90846176875942464</c:v>
                </c:pt>
                <c:pt idx="3148">
                  <c:v>0.52200835669174361</c:v>
                </c:pt>
                <c:pt idx="3149">
                  <c:v>0.16620054494017519</c:v>
                </c:pt>
                <c:pt idx="3150">
                  <c:v>0.49552186836038209</c:v>
                </c:pt>
                <c:pt idx="3151">
                  <c:v>0.6326006317308287</c:v>
                </c:pt>
                <c:pt idx="3152">
                  <c:v>0.66411755262072425</c:v>
                </c:pt>
                <c:pt idx="3153">
                  <c:v>0.32752964455366218</c:v>
                </c:pt>
                <c:pt idx="3154">
                  <c:v>-4.0215435797844479E-2</c:v>
                </c:pt>
                <c:pt idx="3155">
                  <c:v>-0.3324203048959975</c:v>
                </c:pt>
                <c:pt idx="3156">
                  <c:v>-0.63454008298334308</c:v>
                </c:pt>
                <c:pt idx="3157">
                  <c:v>-0.77396508167259359</c:v>
                </c:pt>
                <c:pt idx="3158">
                  <c:v>-0.54098576169857671</c:v>
                </c:pt>
                <c:pt idx="3159">
                  <c:v>0.50415137518647601</c:v>
                </c:pt>
                <c:pt idx="3160">
                  <c:v>1.01083526173754</c:v>
                </c:pt>
                <c:pt idx="3161">
                  <c:v>0.99974703765896666</c:v>
                </c:pt>
                <c:pt idx="3162">
                  <c:v>1.3025510809437331</c:v>
                </c:pt>
                <c:pt idx="3163">
                  <c:v>1.322294287222078</c:v>
                </c:pt>
                <c:pt idx="3164">
                  <c:v>1.3834974305857439</c:v>
                </c:pt>
                <c:pt idx="3165">
                  <c:v>1.526723720112908</c:v>
                </c:pt>
                <c:pt idx="3166">
                  <c:v>1.254365309302099</c:v>
                </c:pt>
                <c:pt idx="3167">
                  <c:v>1.094427191125676</c:v>
                </c:pt>
                <c:pt idx="3168">
                  <c:v>1.6087140741124959</c:v>
                </c:pt>
                <c:pt idx="3169">
                  <c:v>1.4896674672694561</c:v>
                </c:pt>
                <c:pt idx="3170">
                  <c:v>1.075033777838609</c:v>
                </c:pt>
                <c:pt idx="3171">
                  <c:v>0.82097226878098051</c:v>
                </c:pt>
                <c:pt idx="3172">
                  <c:v>-7.2161670083689691E-2</c:v>
                </c:pt>
                <c:pt idx="3173">
                  <c:v>4.2079777723191797E-2</c:v>
                </c:pt>
                <c:pt idx="3174">
                  <c:v>-0.32675192520552782</c:v>
                </c:pt>
                <c:pt idx="3175">
                  <c:v>-0.1101562139060026</c:v>
                </c:pt>
                <c:pt idx="3176">
                  <c:v>1.192502709293123E-2</c:v>
                </c:pt>
                <c:pt idx="3177">
                  <c:v>0.36402543177329882</c:v>
                </c:pt>
                <c:pt idx="3178">
                  <c:v>0.43292448684457557</c:v>
                </c:pt>
                <c:pt idx="3179">
                  <c:v>0.23399276093393381</c:v>
                </c:pt>
                <c:pt idx="3180">
                  <c:v>-0.17245450294022699</c:v>
                </c:pt>
                <c:pt idx="3181">
                  <c:v>-2.8189738906213291E-3</c:v>
                </c:pt>
                <c:pt idx="3182">
                  <c:v>-0.1682760407458993</c:v>
                </c:pt>
                <c:pt idx="3183">
                  <c:v>-0.1858298595290204</c:v>
                </c:pt>
                <c:pt idx="3184">
                  <c:v>3.5477200541343887E-2</c:v>
                </c:pt>
                <c:pt idx="3185">
                  <c:v>4.5182724880347136E-3</c:v>
                </c:pt>
                <c:pt idx="3186">
                  <c:v>0.26350920176348802</c:v>
                </c:pt>
                <c:pt idx="3187">
                  <c:v>0.44824359085472182</c:v>
                </c:pt>
                <c:pt idx="3188">
                  <c:v>0.6645156111659366</c:v>
                </c:pt>
                <c:pt idx="3189">
                  <c:v>1.0721939419565141</c:v>
                </c:pt>
                <c:pt idx="3190">
                  <c:v>0.82046233194851448</c:v>
                </c:pt>
                <c:pt idx="3191">
                  <c:v>0.73993348139715087</c:v>
                </c:pt>
                <c:pt idx="3192">
                  <c:v>1.073516440914384</c:v>
                </c:pt>
                <c:pt idx="3193">
                  <c:v>1.0453511240291491</c:v>
                </c:pt>
                <c:pt idx="3194">
                  <c:v>1.244346281446175</c:v>
                </c:pt>
                <c:pt idx="3195">
                  <c:v>1.4344291315175699</c:v>
                </c:pt>
                <c:pt idx="3196">
                  <c:v>1.5690680840524689</c:v>
                </c:pt>
                <c:pt idx="3197">
                  <c:v>1.289557423069208</c:v>
                </c:pt>
                <c:pt idx="3198">
                  <c:v>1.3160500722221711</c:v>
                </c:pt>
                <c:pt idx="3199">
                  <c:v>1.4220070520262671</c:v>
                </c:pt>
                <c:pt idx="3200">
                  <c:v>1.365377436307939</c:v>
                </c:pt>
                <c:pt idx="3201">
                  <c:v>1.129366297212939</c:v>
                </c:pt>
                <c:pt idx="3202">
                  <c:v>1.0054859916673751</c:v>
                </c:pt>
                <c:pt idx="3203">
                  <c:v>0.50601623726412737</c:v>
                </c:pt>
                <c:pt idx="3204">
                  <c:v>0.57287207899876591</c:v>
                </c:pt>
                <c:pt idx="3205">
                  <c:v>0.27629337792301739</c:v>
                </c:pt>
                <c:pt idx="3206">
                  <c:v>-0.1905891417984672</c:v>
                </c:pt>
                <c:pt idx="3207">
                  <c:v>-0.55912354435531764</c:v>
                </c:pt>
                <c:pt idx="3208">
                  <c:v>-1.030277767707569</c:v>
                </c:pt>
                <c:pt idx="3209">
                  <c:v>-1.35284711993588</c:v>
                </c:pt>
                <c:pt idx="3210">
                  <c:v>-1.1782198351295661</c:v>
                </c:pt>
                <c:pt idx="3211">
                  <c:v>-0.97070626713315089</c:v>
                </c:pt>
                <c:pt idx="3212">
                  <c:v>-0.73264193638620878</c:v>
                </c:pt>
                <c:pt idx="3213">
                  <c:v>-0.65076223360316021</c:v>
                </c:pt>
                <c:pt idx="3214">
                  <c:v>-0.70444097911725623</c:v>
                </c:pt>
                <c:pt idx="3215">
                  <c:v>-0.77237340651838471</c:v>
                </c:pt>
                <c:pt idx="3216">
                  <c:v>-0.70883584833700797</c:v>
                </c:pt>
                <c:pt idx="3217">
                  <c:v>-0.58191539546563276</c:v>
                </c:pt>
                <c:pt idx="3218">
                  <c:v>-0.28097346574738918</c:v>
                </c:pt>
                <c:pt idx="3219">
                  <c:v>-0.23047046927761641</c:v>
                </c:pt>
                <c:pt idx="3220">
                  <c:v>-0.18821968012724399</c:v>
                </c:pt>
                <c:pt idx="3221">
                  <c:v>7.1126574276271337E-2</c:v>
                </c:pt>
                <c:pt idx="3222">
                  <c:v>0.2226930156023085</c:v>
                </c:pt>
                <c:pt idx="3223">
                  <c:v>0.68997586706264746</c:v>
                </c:pt>
                <c:pt idx="3224">
                  <c:v>0.78247020576935056</c:v>
                </c:pt>
                <c:pt idx="3225">
                  <c:v>1.184173053869888</c:v>
                </c:pt>
                <c:pt idx="3226">
                  <c:v>1.740386749970257</c:v>
                </c:pt>
                <c:pt idx="3227">
                  <c:v>1.526463483167168</c:v>
                </c:pt>
                <c:pt idx="3228">
                  <c:v>1.488309110756266</c:v>
                </c:pt>
                <c:pt idx="3229">
                  <c:v>1.3960216663274989</c:v>
                </c:pt>
                <c:pt idx="3230">
                  <c:v>1.6663870398611651</c:v>
                </c:pt>
                <c:pt idx="3231">
                  <c:v>1.932788984555434</c:v>
                </c:pt>
                <c:pt idx="3232">
                  <c:v>1.9895092500672269</c:v>
                </c:pt>
                <c:pt idx="3233">
                  <c:v>1.8250980526978129</c:v>
                </c:pt>
                <c:pt idx="3234">
                  <c:v>1.8649995445360941</c:v>
                </c:pt>
                <c:pt idx="3235">
                  <c:v>1.9613501382129761</c:v>
                </c:pt>
                <c:pt idx="3236">
                  <c:v>1.593265024635441</c:v>
                </c:pt>
                <c:pt idx="3237">
                  <c:v>1.5400078286244341</c:v>
                </c:pt>
                <c:pt idx="3238">
                  <c:v>1.1351556314514959</c:v>
                </c:pt>
                <c:pt idx="3239">
                  <c:v>1.265005548701958</c:v>
                </c:pt>
                <c:pt idx="3240">
                  <c:v>1.557770939574042</c:v>
                </c:pt>
                <c:pt idx="3241">
                  <c:v>1.7215741442550621</c:v>
                </c:pt>
                <c:pt idx="3242">
                  <c:v>2.1898724544359758</c:v>
                </c:pt>
                <c:pt idx="3243">
                  <c:v>2.1040564529015469</c:v>
                </c:pt>
                <c:pt idx="3244">
                  <c:v>1.861626712357267</c:v>
                </c:pt>
                <c:pt idx="3245">
                  <c:v>1.7304908097929581</c:v>
                </c:pt>
                <c:pt idx="3246">
                  <c:v>1.7757341510947751</c:v>
                </c:pt>
                <c:pt idx="3247">
                  <c:v>2.0130896156782621</c:v>
                </c:pt>
                <c:pt idx="3248">
                  <c:v>2.030602691834535</c:v>
                </c:pt>
                <c:pt idx="3249">
                  <c:v>1.7696605546227679</c:v>
                </c:pt>
                <c:pt idx="3250">
                  <c:v>1.9639836631977949</c:v>
                </c:pt>
                <c:pt idx="3251">
                  <c:v>1.5910360168595361</c:v>
                </c:pt>
                <c:pt idx="3252">
                  <c:v>1.29429252931616</c:v>
                </c:pt>
                <c:pt idx="3253">
                  <c:v>1.344851255956006</c:v>
                </c:pt>
                <c:pt idx="3254">
                  <c:v>1.2971825162517601</c:v>
                </c:pt>
                <c:pt idx="3255">
                  <c:v>1.433089558423202</c:v>
                </c:pt>
                <c:pt idx="3256">
                  <c:v>1.786270129768202</c:v>
                </c:pt>
                <c:pt idx="3257">
                  <c:v>1.7607363273532071</c:v>
                </c:pt>
                <c:pt idx="3258">
                  <c:v>1.42387374736954</c:v>
                </c:pt>
                <c:pt idx="3259">
                  <c:v>0.66104434580248894</c:v>
                </c:pt>
                <c:pt idx="3260">
                  <c:v>0.39826083365336667</c:v>
                </c:pt>
                <c:pt idx="3261">
                  <c:v>-0.1239589144386819</c:v>
                </c:pt>
                <c:pt idx="3262">
                  <c:v>-0.69195046173388464</c:v>
                </c:pt>
                <c:pt idx="3263">
                  <c:v>-1.199310118428812</c:v>
                </c:pt>
                <c:pt idx="3264">
                  <c:v>-1.2405063886233321</c:v>
                </c:pt>
                <c:pt idx="3265">
                  <c:v>-1.24719370874479</c:v>
                </c:pt>
                <c:pt idx="3266">
                  <c:v>-1.5173170503140641</c:v>
                </c:pt>
                <c:pt idx="3267">
                  <c:v>-1.805660228784786</c:v>
                </c:pt>
                <c:pt idx="3268">
                  <c:v>-1.8244077157053971</c:v>
                </c:pt>
                <c:pt idx="3269">
                  <c:v>-1.598646285790609</c:v>
                </c:pt>
                <c:pt idx="3270">
                  <c:v>-1.698164013701158</c:v>
                </c:pt>
                <c:pt idx="3271">
                  <c:v>-1.5264489604950811</c:v>
                </c:pt>
                <c:pt idx="3272">
                  <c:v>-1.3905547505565661</c:v>
                </c:pt>
                <c:pt idx="3273">
                  <c:v>-1.2986939744669219</c:v>
                </c:pt>
                <c:pt idx="3274">
                  <c:v>-1.4019161927509101</c:v>
                </c:pt>
                <c:pt idx="3275">
                  <c:v>-1.7886161394333451</c:v>
                </c:pt>
                <c:pt idx="3276">
                  <c:v>-1.9623652789674331</c:v>
                </c:pt>
                <c:pt idx="3277">
                  <c:v>-1.867786214452315</c:v>
                </c:pt>
                <c:pt idx="3278">
                  <c:v>-1.2702880244604231</c:v>
                </c:pt>
                <c:pt idx="3279">
                  <c:v>-0.559387886431718</c:v>
                </c:pt>
                <c:pt idx="3280">
                  <c:v>-0.56930173491578706</c:v>
                </c:pt>
                <c:pt idx="3281">
                  <c:v>-0.40203143202768371</c:v>
                </c:pt>
                <c:pt idx="3282">
                  <c:v>-0.40145230215898497</c:v>
                </c:pt>
                <c:pt idx="3283">
                  <c:v>-0.35679428812567399</c:v>
                </c:pt>
                <c:pt idx="3284">
                  <c:v>-0.14322933021897449</c:v>
                </c:pt>
                <c:pt idx="3285">
                  <c:v>-0.1653579020973851</c:v>
                </c:pt>
                <c:pt idx="3286">
                  <c:v>-0.40898583790500309</c:v>
                </c:pt>
                <c:pt idx="3287">
                  <c:v>-0.30521520934767921</c:v>
                </c:pt>
                <c:pt idx="3288">
                  <c:v>-0.30977298770102119</c:v>
                </c:pt>
                <c:pt idx="3289">
                  <c:v>-0.20318285256996671</c:v>
                </c:pt>
                <c:pt idx="3290">
                  <c:v>-0.36564326049099549</c:v>
                </c:pt>
                <c:pt idx="3291">
                  <c:v>-0.43512113539859548</c:v>
                </c:pt>
                <c:pt idx="3292">
                  <c:v>-0.32441716966241768</c:v>
                </c:pt>
                <c:pt idx="3293">
                  <c:v>-0.22743469324282101</c:v>
                </c:pt>
                <c:pt idx="3294">
                  <c:v>9.6705904377529985E-3</c:v>
                </c:pt>
                <c:pt idx="3295">
                  <c:v>0.36280048974626411</c:v>
                </c:pt>
                <c:pt idx="3296">
                  <c:v>0.54969055838506553</c:v>
                </c:pt>
                <c:pt idx="3297">
                  <c:v>0.37793866746812071</c:v>
                </c:pt>
                <c:pt idx="3298">
                  <c:v>7.1956603338920275E-2</c:v>
                </c:pt>
                <c:pt idx="3299">
                  <c:v>-0.2180779434625153</c:v>
                </c:pt>
                <c:pt idx="3300">
                  <c:v>-0.19492699504555969</c:v>
                </c:pt>
                <c:pt idx="3301">
                  <c:v>-0.13270009919189199</c:v>
                </c:pt>
                <c:pt idx="3302">
                  <c:v>0.13921539657950949</c:v>
                </c:pt>
                <c:pt idx="3303">
                  <c:v>0.29818545299615229</c:v>
                </c:pt>
                <c:pt idx="3304">
                  <c:v>4.2329918096776442E-2</c:v>
                </c:pt>
                <c:pt idx="3305">
                  <c:v>9.7758953435443566E-2</c:v>
                </c:pt>
                <c:pt idx="3306">
                  <c:v>0.4121439076680915</c:v>
                </c:pt>
                <c:pt idx="3307">
                  <c:v>0.40483073636883021</c:v>
                </c:pt>
                <c:pt idx="3308">
                  <c:v>0.65874983015024569</c:v>
                </c:pt>
                <c:pt idx="3309">
                  <c:v>0.53017204193337963</c:v>
                </c:pt>
                <c:pt idx="3310">
                  <c:v>0.37339993690384921</c:v>
                </c:pt>
                <c:pt idx="3311">
                  <c:v>0.23682038047135109</c:v>
                </c:pt>
                <c:pt idx="3312">
                  <c:v>0.48709052123953672</c:v>
                </c:pt>
                <c:pt idx="3313">
                  <c:v>0.46520273012964419</c:v>
                </c:pt>
                <c:pt idx="3314">
                  <c:v>0.31476360410659487</c:v>
                </c:pt>
                <c:pt idx="3315">
                  <c:v>0.1882807297909127</c:v>
                </c:pt>
                <c:pt idx="3316">
                  <c:v>0.21442718450111389</c:v>
                </c:pt>
                <c:pt idx="3317">
                  <c:v>0.28596135600004019</c:v>
                </c:pt>
                <c:pt idx="3318">
                  <c:v>0.35754606304719738</c:v>
                </c:pt>
                <c:pt idx="3319">
                  <c:v>0.1029800659473353</c:v>
                </c:pt>
                <c:pt idx="3320">
                  <c:v>0.26083290721953539</c:v>
                </c:pt>
                <c:pt idx="3321">
                  <c:v>8.4890244364475231E-2</c:v>
                </c:pt>
                <c:pt idx="3322">
                  <c:v>-0.22562455253172201</c:v>
                </c:pt>
                <c:pt idx="3323">
                  <c:v>0.1167938008526069</c:v>
                </c:pt>
                <c:pt idx="3324">
                  <c:v>0.32868072566148371</c:v>
                </c:pt>
                <c:pt idx="3325">
                  <c:v>0.34253314612657448</c:v>
                </c:pt>
                <c:pt idx="3326">
                  <c:v>-9.6043026116908833E-2</c:v>
                </c:pt>
                <c:pt idx="3327">
                  <c:v>-5.510030285741413E-2</c:v>
                </c:pt>
                <c:pt idx="3328">
                  <c:v>-0.3055308292219075</c:v>
                </c:pt>
                <c:pt idx="3329">
                  <c:v>-0.15280396122561929</c:v>
                </c:pt>
                <c:pt idx="3330">
                  <c:v>-5.6787508365012063E-2</c:v>
                </c:pt>
                <c:pt idx="3331">
                  <c:v>0.33918668093718418</c:v>
                </c:pt>
                <c:pt idx="3332">
                  <c:v>0.22196105081637321</c:v>
                </c:pt>
                <c:pt idx="3333">
                  <c:v>1.4899900949501039E-2</c:v>
                </c:pt>
                <c:pt idx="3334">
                  <c:v>0.14393341211825869</c:v>
                </c:pt>
                <c:pt idx="3335">
                  <c:v>0.82705762122367776</c:v>
                </c:pt>
                <c:pt idx="3336">
                  <c:v>0.88950825312742632</c:v>
                </c:pt>
                <c:pt idx="3337">
                  <c:v>0.99379317130064104</c:v>
                </c:pt>
                <c:pt idx="3338">
                  <c:v>0.8957885703244598</c:v>
                </c:pt>
                <c:pt idx="3339">
                  <c:v>0.9164212393881267</c:v>
                </c:pt>
                <c:pt idx="3340">
                  <c:v>0.71897264582333553</c:v>
                </c:pt>
                <c:pt idx="3341">
                  <c:v>0.97521718643287325</c:v>
                </c:pt>
                <c:pt idx="3342">
                  <c:v>1.311935068427335</c:v>
                </c:pt>
                <c:pt idx="3343">
                  <c:v>1.2648217271256099</c:v>
                </c:pt>
                <c:pt idx="3344">
                  <c:v>1.348686891968556</c:v>
                </c:pt>
                <c:pt idx="3345">
                  <c:v>1.798319511106405</c:v>
                </c:pt>
                <c:pt idx="3346">
                  <c:v>2.096486411311663</c:v>
                </c:pt>
                <c:pt idx="3347">
                  <c:v>1.9674833081241141</c:v>
                </c:pt>
                <c:pt idx="3348">
                  <c:v>1.941881941070182</c:v>
                </c:pt>
                <c:pt idx="3349">
                  <c:v>1.5997939013043909</c:v>
                </c:pt>
                <c:pt idx="3350">
                  <c:v>1.726565872750514</c:v>
                </c:pt>
                <c:pt idx="3351">
                  <c:v>1.475364064368919</c:v>
                </c:pt>
                <c:pt idx="3352">
                  <c:v>1.466896382258313</c:v>
                </c:pt>
                <c:pt idx="3353">
                  <c:v>1.714017456431929</c:v>
                </c:pt>
                <c:pt idx="3354">
                  <c:v>1.5929474584781891</c:v>
                </c:pt>
                <c:pt idx="3355">
                  <c:v>0.9045487628587604</c:v>
                </c:pt>
                <c:pt idx="3356">
                  <c:v>0.85610928857625446</c:v>
                </c:pt>
                <c:pt idx="3357">
                  <c:v>1.221649720647161</c:v>
                </c:pt>
                <c:pt idx="3358">
                  <c:v>1.162497897753455</c:v>
                </c:pt>
                <c:pt idx="3359">
                  <c:v>1.385138166807071</c:v>
                </c:pt>
                <c:pt idx="3360">
                  <c:v>1.134608121475317</c:v>
                </c:pt>
                <c:pt idx="3361">
                  <c:v>1.148043048751447</c:v>
                </c:pt>
                <c:pt idx="3362">
                  <c:v>1.3757770892959711</c:v>
                </c:pt>
                <c:pt idx="3363">
                  <c:v>1.617924377926347</c:v>
                </c:pt>
                <c:pt idx="3364">
                  <c:v>1.847749064095473</c:v>
                </c:pt>
                <c:pt idx="3365">
                  <c:v>1.2517952795723679</c:v>
                </c:pt>
                <c:pt idx="3366">
                  <c:v>1.5126080547740901</c:v>
                </c:pt>
                <c:pt idx="3367">
                  <c:v>1.592797940197104</c:v>
                </c:pt>
                <c:pt idx="3368">
                  <c:v>1.6457096543844389</c:v>
                </c:pt>
                <c:pt idx="3369">
                  <c:v>2.3867796520269531</c:v>
                </c:pt>
                <c:pt idx="3370">
                  <c:v>2.2710874266519872</c:v>
                </c:pt>
                <c:pt idx="3371">
                  <c:v>2.18547011555314</c:v>
                </c:pt>
                <c:pt idx="3372">
                  <c:v>2.0716717681084438</c:v>
                </c:pt>
                <c:pt idx="3373">
                  <c:v>1.9672659123920919</c:v>
                </c:pt>
                <c:pt idx="3374">
                  <c:v>2.124691057376225</c:v>
                </c:pt>
                <c:pt idx="3375">
                  <c:v>2.501771237544228</c:v>
                </c:pt>
                <c:pt idx="3376">
                  <c:v>2.6785986531847379</c:v>
                </c:pt>
                <c:pt idx="3377">
                  <c:v>2.7316604467542991</c:v>
                </c:pt>
                <c:pt idx="3378">
                  <c:v>3.3314011929109499</c:v>
                </c:pt>
                <c:pt idx="3379">
                  <c:v>2.9017717750012562</c:v>
                </c:pt>
                <c:pt idx="3380">
                  <c:v>2.6801976217886598</c:v>
                </c:pt>
                <c:pt idx="3381">
                  <c:v>3.2720503219494601</c:v>
                </c:pt>
                <c:pt idx="3382">
                  <c:v>2.686263119955417</c:v>
                </c:pt>
                <c:pt idx="3383">
                  <c:v>1.62099225174294</c:v>
                </c:pt>
                <c:pt idx="3384">
                  <c:v>1.207409147161713</c:v>
                </c:pt>
                <c:pt idx="3385">
                  <c:v>0.91729088183107998</c:v>
                </c:pt>
                <c:pt idx="3386">
                  <c:v>0.26401873015859928</c:v>
                </c:pt>
                <c:pt idx="3387">
                  <c:v>0.2018094026978472</c:v>
                </c:pt>
                <c:pt idx="3388">
                  <c:v>0.45816292930099872</c:v>
                </c:pt>
                <c:pt idx="3389">
                  <c:v>-0.13472423108560991</c:v>
                </c:pt>
                <c:pt idx="3390">
                  <c:v>-0.1886325913113038</c:v>
                </c:pt>
                <c:pt idx="3391">
                  <c:v>0.46729397392292532</c:v>
                </c:pt>
                <c:pt idx="3392">
                  <c:v>0.55241674054513423</c:v>
                </c:pt>
                <c:pt idx="3393">
                  <c:v>0.34400967942841582</c:v>
                </c:pt>
                <c:pt idx="3394">
                  <c:v>0.2259044342080917</c:v>
                </c:pt>
                <c:pt idx="3395">
                  <c:v>5.8904487552942419E-2</c:v>
                </c:pt>
                <c:pt idx="3396">
                  <c:v>-0.32282435550630367</c:v>
                </c:pt>
                <c:pt idx="3397">
                  <c:v>-0.65909288863408599</c:v>
                </c:pt>
                <c:pt idx="3398">
                  <c:v>-1.325870786026218</c:v>
                </c:pt>
                <c:pt idx="3399">
                  <c:v>-1.068878404593586</c:v>
                </c:pt>
                <c:pt idx="3400">
                  <c:v>-0.66895671380361421</c:v>
                </c:pt>
                <c:pt idx="3401">
                  <c:v>-1.406397087041799</c:v>
                </c:pt>
                <c:pt idx="3402">
                  <c:v>-1.326734687083837</c:v>
                </c:pt>
                <c:pt idx="3403">
                  <c:v>-0.46821364959667222</c:v>
                </c:pt>
                <c:pt idx="3404">
                  <c:v>-0.60976028455062103</c:v>
                </c:pt>
                <c:pt idx="3405">
                  <c:v>-0.73809749393974855</c:v>
                </c:pt>
                <c:pt idx="3406">
                  <c:v>-0.64145793198019685</c:v>
                </c:pt>
                <c:pt idx="3407">
                  <c:v>-0.33710357391115631</c:v>
                </c:pt>
                <c:pt idx="3408">
                  <c:v>-0.45338558995276668</c:v>
                </c:pt>
                <c:pt idx="3409">
                  <c:v>-0.24275573312448989</c:v>
                </c:pt>
                <c:pt idx="3410">
                  <c:v>-0.2348944076575083</c:v>
                </c:pt>
                <c:pt idx="3411">
                  <c:v>-0.96878159639472072</c:v>
                </c:pt>
                <c:pt idx="3412">
                  <c:v>-0.79106219349033857</c:v>
                </c:pt>
                <c:pt idx="3413">
                  <c:v>-0.4326749860740649</c:v>
                </c:pt>
                <c:pt idx="3414">
                  <c:v>-0.52441710492161675</c:v>
                </c:pt>
                <c:pt idx="3415">
                  <c:v>-0.81479161322504756</c:v>
                </c:pt>
                <c:pt idx="3416">
                  <c:v>-0.94443827691687521</c:v>
                </c:pt>
                <c:pt idx="3417">
                  <c:v>-1.4265558241343841</c:v>
                </c:pt>
                <c:pt idx="3418">
                  <c:v>-1.4025551491616</c:v>
                </c:pt>
                <c:pt idx="3419">
                  <c:v>-1.3488812177101299</c:v>
                </c:pt>
                <c:pt idx="3420">
                  <c:v>-0.83227011289782249</c:v>
                </c:pt>
                <c:pt idx="3421">
                  <c:v>-0.70082004020389732</c:v>
                </c:pt>
                <c:pt idx="3422">
                  <c:v>-0.61335734684199161</c:v>
                </c:pt>
                <c:pt idx="3423">
                  <c:v>-0.38753418983553339</c:v>
                </c:pt>
                <c:pt idx="3424">
                  <c:v>-0.26215293325483241</c:v>
                </c:pt>
                <c:pt idx="3425">
                  <c:v>4.914031764153217E-2</c:v>
                </c:pt>
                <c:pt idx="3426">
                  <c:v>0.22955570400864531</c:v>
                </c:pt>
                <c:pt idx="3427">
                  <c:v>-5.6005274428709839E-3</c:v>
                </c:pt>
                <c:pt idx="3428">
                  <c:v>-3.6337414722417173E-2</c:v>
                </c:pt>
                <c:pt idx="3429">
                  <c:v>-4.246133950183726E-2</c:v>
                </c:pt>
                <c:pt idx="3430">
                  <c:v>-0.15492619273792821</c:v>
                </c:pt>
                <c:pt idx="3431">
                  <c:v>0.29634598514823057</c:v>
                </c:pt>
                <c:pt idx="3432">
                  <c:v>0.35394356934552279</c:v>
                </c:pt>
                <c:pt idx="3433">
                  <c:v>0.36449413593216973</c:v>
                </c:pt>
                <c:pt idx="3434">
                  <c:v>0.2126073519510093</c:v>
                </c:pt>
                <c:pt idx="3435">
                  <c:v>0.57957683344134503</c:v>
                </c:pt>
                <c:pt idx="3436">
                  <c:v>0.5691245535540902</c:v>
                </c:pt>
                <c:pt idx="3437">
                  <c:v>1.0347571381035361</c:v>
                </c:pt>
                <c:pt idx="3438">
                  <c:v>1.445821425608385</c:v>
                </c:pt>
                <c:pt idx="3439">
                  <c:v>1.4326672918594401</c:v>
                </c:pt>
                <c:pt idx="3440">
                  <c:v>0.89720839597000024</c:v>
                </c:pt>
                <c:pt idx="3441">
                  <c:v>0.72631465423040298</c:v>
                </c:pt>
                <c:pt idx="3442">
                  <c:v>0.48351963983223478</c:v>
                </c:pt>
                <c:pt idx="3443">
                  <c:v>0.27916965757050038</c:v>
                </c:pt>
                <c:pt idx="3444">
                  <c:v>0.56850779804445706</c:v>
                </c:pt>
                <c:pt idx="3445">
                  <c:v>0.32286002176020412</c:v>
                </c:pt>
                <c:pt idx="3446">
                  <c:v>0.3110461556871193</c:v>
                </c:pt>
                <c:pt idx="3447">
                  <c:v>0.57135370844286693</c:v>
                </c:pt>
                <c:pt idx="3448">
                  <c:v>0.50907116797438301</c:v>
                </c:pt>
                <c:pt idx="3449">
                  <c:v>0.38226815038762368</c:v>
                </c:pt>
                <c:pt idx="3450">
                  <c:v>0.5282754670634503</c:v>
                </c:pt>
                <c:pt idx="3451">
                  <c:v>0.2399476293073205</c:v>
                </c:pt>
                <c:pt idx="3452">
                  <c:v>7.873435449586387E-2</c:v>
                </c:pt>
                <c:pt idx="3453">
                  <c:v>0.11440311154540481</c:v>
                </c:pt>
                <c:pt idx="3454">
                  <c:v>0.25474135143974119</c:v>
                </c:pt>
                <c:pt idx="3455">
                  <c:v>-2.82945152735029E-2</c:v>
                </c:pt>
                <c:pt idx="3456">
                  <c:v>0.31225290639272502</c:v>
                </c:pt>
                <c:pt idx="3457">
                  <c:v>0.18546419711234099</c:v>
                </c:pt>
                <c:pt idx="3458">
                  <c:v>-0.35989362021789478</c:v>
                </c:pt>
                <c:pt idx="3459">
                  <c:v>-0.584474918894757</c:v>
                </c:pt>
                <c:pt idx="3460">
                  <c:v>-0.54242259473318299</c:v>
                </c:pt>
                <c:pt idx="3461">
                  <c:v>-0.58630958668698407</c:v>
                </c:pt>
                <c:pt idx="3462">
                  <c:v>-0.64852019784350023</c:v>
                </c:pt>
                <c:pt idx="3463">
                  <c:v>-1.0571886272357689</c:v>
                </c:pt>
                <c:pt idx="3464">
                  <c:v>-1.1319402819214111</c:v>
                </c:pt>
                <c:pt idx="3465">
                  <c:v>-0.92948507906617051</c:v>
                </c:pt>
                <c:pt idx="3466">
                  <c:v>-0.96901337826962564</c:v>
                </c:pt>
                <c:pt idx="3467">
                  <c:v>-1.046322973140499</c:v>
                </c:pt>
                <c:pt idx="3468">
                  <c:v>-0.9129133921925382</c:v>
                </c:pt>
                <c:pt idx="3469">
                  <c:v>-0.67296488136131982</c:v>
                </c:pt>
                <c:pt idx="3470">
                  <c:v>-0.70037394371226247</c:v>
                </c:pt>
                <c:pt idx="3471">
                  <c:v>-0.66207563094659316</c:v>
                </c:pt>
                <c:pt idx="3472">
                  <c:v>-0.7643409767050624</c:v>
                </c:pt>
                <c:pt idx="3473">
                  <c:v>-1.0691842098738269</c:v>
                </c:pt>
                <c:pt idx="3474">
                  <c:v>-1.0522912348573821</c:v>
                </c:pt>
                <c:pt idx="3475">
                  <c:v>-1.1084022106704841</c:v>
                </c:pt>
                <c:pt idx="3476">
                  <c:v>-1.640620701978375</c:v>
                </c:pt>
                <c:pt idx="3477">
                  <c:v>-1.5870156906661921</c:v>
                </c:pt>
                <c:pt idx="3478">
                  <c:v>-1.4562270075455921</c:v>
                </c:pt>
                <c:pt idx="3479">
                  <c:v>-1.223191092855356</c:v>
                </c:pt>
                <c:pt idx="3480">
                  <c:v>-1.0053493415521471</c:v>
                </c:pt>
                <c:pt idx="3481">
                  <c:v>-0.8874728246706528</c:v>
                </c:pt>
                <c:pt idx="3482">
                  <c:v>-0.84961022828046662</c:v>
                </c:pt>
                <c:pt idx="3483">
                  <c:v>-0.81387795481224456</c:v>
                </c:pt>
                <c:pt idx="3484">
                  <c:v>-1.322121408199417</c:v>
                </c:pt>
                <c:pt idx="3485">
                  <c:v>-1.7166918405936049</c:v>
                </c:pt>
                <c:pt idx="3486">
                  <c:v>-1.395160507836676</c:v>
                </c:pt>
                <c:pt idx="3487">
                  <c:v>-1.5122710612548469</c:v>
                </c:pt>
                <c:pt idx="3488">
                  <c:v>-2.0183392764521719</c:v>
                </c:pt>
                <c:pt idx="3489">
                  <c:v>-2.4162573339201661</c:v>
                </c:pt>
                <c:pt idx="3490">
                  <c:v>-2.5819118303710469</c:v>
                </c:pt>
                <c:pt idx="3491">
                  <c:v>-2.528257240854801</c:v>
                </c:pt>
                <c:pt idx="3492">
                  <c:v>-1.9726277656491791</c:v>
                </c:pt>
                <c:pt idx="3493">
                  <c:v>-1.656323239115548</c:v>
                </c:pt>
                <c:pt idx="3494">
                  <c:v>-2.443491438952607</c:v>
                </c:pt>
                <c:pt idx="3495">
                  <c:v>-2.5811435511035921</c:v>
                </c:pt>
                <c:pt idx="3496">
                  <c:v>-2.2402409728526451</c:v>
                </c:pt>
                <c:pt idx="3497">
                  <c:v>-2.5003268437491522</c:v>
                </c:pt>
                <c:pt idx="3498">
                  <c:v>-2.069346249329532</c:v>
                </c:pt>
                <c:pt idx="3499">
                  <c:v>-1.828062995378976</c:v>
                </c:pt>
                <c:pt idx="3500">
                  <c:v>-2.2425219457369909</c:v>
                </c:pt>
                <c:pt idx="3501">
                  <c:v>-2.3629100780499752</c:v>
                </c:pt>
                <c:pt idx="3502">
                  <c:v>-2.3334185955579239</c:v>
                </c:pt>
                <c:pt idx="3503">
                  <c:v>-2.0167228202950169</c:v>
                </c:pt>
                <c:pt idx="3504">
                  <c:v>-1.774903512192338</c:v>
                </c:pt>
                <c:pt idx="3505">
                  <c:v>-1.0631146098094291</c:v>
                </c:pt>
                <c:pt idx="3506">
                  <c:v>-1.039630319551595</c:v>
                </c:pt>
                <c:pt idx="3507">
                  <c:v>-0.88471714117616651</c:v>
                </c:pt>
                <c:pt idx="3508">
                  <c:v>-0.39634514241448349</c:v>
                </c:pt>
                <c:pt idx="3509">
                  <c:v>-0.55836586393167653</c:v>
                </c:pt>
                <c:pt idx="3510">
                  <c:v>-0.75923417798479231</c:v>
                </c:pt>
                <c:pt idx="3511">
                  <c:v>-0.89819077958005555</c:v>
                </c:pt>
                <c:pt idx="3512">
                  <c:v>-1.700012550351427</c:v>
                </c:pt>
                <c:pt idx="3513">
                  <c:v>-1.9827497926398989</c:v>
                </c:pt>
                <c:pt idx="3514">
                  <c:v>-1.1901769398841651</c:v>
                </c:pt>
                <c:pt idx="3515">
                  <c:v>-0.95789511436090136</c:v>
                </c:pt>
                <c:pt idx="3516">
                  <c:v>-1.0255102446068749</c:v>
                </c:pt>
                <c:pt idx="3517">
                  <c:v>-0.87275230132890036</c:v>
                </c:pt>
                <c:pt idx="3518">
                  <c:v>-0.98602572184179238</c:v>
                </c:pt>
                <c:pt idx="3519">
                  <c:v>-1.3289924597363401</c:v>
                </c:pt>
                <c:pt idx="3520">
                  <c:v>-1.120155140578885</c:v>
                </c:pt>
                <c:pt idx="3521">
                  <c:v>-1.1607459952901349</c:v>
                </c:pt>
                <c:pt idx="3522">
                  <c:v>-1.0058969962958371</c:v>
                </c:pt>
                <c:pt idx="3523">
                  <c:v>-1.3118400097976479</c:v>
                </c:pt>
                <c:pt idx="3524">
                  <c:v>-1.14979116930146</c:v>
                </c:pt>
                <c:pt idx="3525">
                  <c:v>-1.1472148133300419</c:v>
                </c:pt>
                <c:pt idx="3526">
                  <c:v>-1.3041217287306059</c:v>
                </c:pt>
                <c:pt idx="3527">
                  <c:v>-1.44174106386319</c:v>
                </c:pt>
                <c:pt idx="3528">
                  <c:v>-1.5579283466134179</c:v>
                </c:pt>
                <c:pt idx="3529">
                  <c:v>-1.1181762866194791</c:v>
                </c:pt>
                <c:pt idx="3530">
                  <c:v>-1.048707990019925</c:v>
                </c:pt>
                <c:pt idx="3531">
                  <c:v>-1.08632582236183</c:v>
                </c:pt>
                <c:pt idx="3532">
                  <c:v>-0.82209098370886668</c:v>
                </c:pt>
                <c:pt idx="3533">
                  <c:v>-0.59934273176553388</c:v>
                </c:pt>
                <c:pt idx="3534">
                  <c:v>-0.59618272623435753</c:v>
                </c:pt>
                <c:pt idx="3535">
                  <c:v>-0.53906749670551812</c:v>
                </c:pt>
                <c:pt idx="3536">
                  <c:v>-0.20743634373650069</c:v>
                </c:pt>
                <c:pt idx="3537">
                  <c:v>-6.2543304615417974E-2</c:v>
                </c:pt>
                <c:pt idx="3538">
                  <c:v>-0.50564622836681206</c:v>
                </c:pt>
                <c:pt idx="3539">
                  <c:v>-0.14851955144888429</c:v>
                </c:pt>
                <c:pt idx="3540">
                  <c:v>-7.8497188230489623E-2</c:v>
                </c:pt>
                <c:pt idx="3541">
                  <c:v>0.18234231889249619</c:v>
                </c:pt>
                <c:pt idx="3542">
                  <c:v>0.28907708935367887</c:v>
                </c:pt>
                <c:pt idx="3543">
                  <c:v>0.38562095591233669</c:v>
                </c:pt>
                <c:pt idx="3544">
                  <c:v>0.40787846650041959</c:v>
                </c:pt>
                <c:pt idx="3545">
                  <c:v>0.1914235566420095</c:v>
                </c:pt>
                <c:pt idx="3546">
                  <c:v>3.3125046825520599E-4</c:v>
                </c:pt>
                <c:pt idx="3547">
                  <c:v>-0.25482939293529427</c:v>
                </c:pt>
                <c:pt idx="3548">
                  <c:v>-0.44095519924303522</c:v>
                </c:pt>
                <c:pt idx="3549">
                  <c:v>-0.6013556491683163</c:v>
                </c:pt>
                <c:pt idx="3550">
                  <c:v>-0.51499883854493655</c:v>
                </c:pt>
                <c:pt idx="3551">
                  <c:v>-0.28363795376122403</c:v>
                </c:pt>
                <c:pt idx="3552">
                  <c:v>-2.1107347938777651E-2</c:v>
                </c:pt>
                <c:pt idx="3553">
                  <c:v>3.3297355811565538E-2</c:v>
                </c:pt>
                <c:pt idx="3554">
                  <c:v>0.11689466843430731</c:v>
                </c:pt>
                <c:pt idx="3555">
                  <c:v>8.4705378442821357E-3</c:v>
                </c:pt>
                <c:pt idx="3556">
                  <c:v>-0.23030020620593819</c:v>
                </c:pt>
                <c:pt idx="3557">
                  <c:v>-0.55247424182228688</c:v>
                </c:pt>
                <c:pt idx="3558">
                  <c:v>-0.5178890660787796</c:v>
                </c:pt>
                <c:pt idx="3559">
                  <c:v>-0.83849652948033793</c:v>
                </c:pt>
                <c:pt idx="3560">
                  <c:v>-0.8017144526756127</c:v>
                </c:pt>
                <c:pt idx="3561">
                  <c:v>-1.052992933757394</c:v>
                </c:pt>
                <c:pt idx="3562">
                  <c:v>-0.97901297284943434</c:v>
                </c:pt>
                <c:pt idx="3563">
                  <c:v>-0.87852267936265183</c:v>
                </c:pt>
                <c:pt idx="3564">
                  <c:v>-1.2606416241162419</c:v>
                </c:pt>
                <c:pt idx="3565">
                  <c:v>-1.4397402815765701</c:v>
                </c:pt>
                <c:pt idx="3566">
                  <c:v>-1.390177462877302</c:v>
                </c:pt>
                <c:pt idx="3567">
                  <c:v>-1.067206489016634</c:v>
                </c:pt>
                <c:pt idx="3568">
                  <c:v>-0.88280201634174127</c:v>
                </c:pt>
                <c:pt idx="3569">
                  <c:v>-0.61592527559143695</c:v>
                </c:pt>
                <c:pt idx="3570">
                  <c:v>-0.27748398284015008</c:v>
                </c:pt>
                <c:pt idx="3571">
                  <c:v>-0.30946908994949329</c:v>
                </c:pt>
                <c:pt idx="3572">
                  <c:v>-0.86617672441206484</c:v>
                </c:pt>
                <c:pt idx="3573">
                  <c:v>-1.0357385325347339</c:v>
                </c:pt>
                <c:pt idx="3574">
                  <c:v>-1.254855756301932</c:v>
                </c:pt>
                <c:pt idx="3575">
                  <c:v>-1.253025329577945</c:v>
                </c:pt>
                <c:pt idx="3576">
                  <c:v>-1.414287006050126</c:v>
                </c:pt>
                <c:pt idx="3577">
                  <c:v>-1.1184544556459459</c:v>
                </c:pt>
                <c:pt idx="3578">
                  <c:v>-0.97843247730213811</c:v>
                </c:pt>
                <c:pt idx="3579">
                  <c:v>-0.84321426182575043</c:v>
                </c:pt>
                <c:pt idx="3580">
                  <c:v>-0.96645096569080458</c:v>
                </c:pt>
                <c:pt idx="3581">
                  <c:v>-0.71621620943800079</c:v>
                </c:pt>
                <c:pt idx="3582">
                  <c:v>-0.84513048324311235</c:v>
                </c:pt>
                <c:pt idx="3583">
                  <c:v>-0.76216979814543018</c:v>
                </c:pt>
                <c:pt idx="3584">
                  <c:v>-0.48975892075582839</c:v>
                </c:pt>
                <c:pt idx="3585">
                  <c:v>-0.28923638052433048</c:v>
                </c:pt>
                <c:pt idx="3586">
                  <c:v>-0.16072888601194429</c:v>
                </c:pt>
                <c:pt idx="3587">
                  <c:v>-0.33480807837502202</c:v>
                </c:pt>
                <c:pt idx="3588">
                  <c:v>-0.2808347935559205</c:v>
                </c:pt>
                <c:pt idx="3589">
                  <c:v>-0.47748812900508958</c:v>
                </c:pt>
                <c:pt idx="3590">
                  <c:v>-0.57518724818871858</c:v>
                </c:pt>
                <c:pt idx="3591">
                  <c:v>-0.83413403097867922</c:v>
                </c:pt>
                <c:pt idx="3592">
                  <c:v>-0.70567161385029353</c:v>
                </c:pt>
                <c:pt idx="3593">
                  <c:v>-0.66615626108156334</c:v>
                </c:pt>
                <c:pt idx="3594">
                  <c:v>-0.73543970383232971</c:v>
                </c:pt>
                <c:pt idx="3595">
                  <c:v>-0.78531743138413879</c:v>
                </c:pt>
                <c:pt idx="3596">
                  <c:v>-0.64388057793545661</c:v>
                </c:pt>
                <c:pt idx="3597">
                  <c:v>-0.67392927527227453</c:v>
                </c:pt>
                <c:pt idx="3598">
                  <c:v>-0.6674465936193702</c:v>
                </c:pt>
                <c:pt idx="3599">
                  <c:v>-0.6935136999275443</c:v>
                </c:pt>
                <c:pt idx="3600">
                  <c:v>-0.44681209984631659</c:v>
                </c:pt>
                <c:pt idx="3601">
                  <c:v>-0.51175683283513662</c:v>
                </c:pt>
                <c:pt idx="3602">
                  <c:v>-0.6094972578115655</c:v>
                </c:pt>
                <c:pt idx="3603">
                  <c:v>-0.64666885146631536</c:v>
                </c:pt>
                <c:pt idx="3604">
                  <c:v>-0.62606726822022407</c:v>
                </c:pt>
                <c:pt idx="3605">
                  <c:v>-0.5074968421671463</c:v>
                </c:pt>
                <c:pt idx="3606">
                  <c:v>-0.50179608968347655</c:v>
                </c:pt>
                <c:pt idx="3607">
                  <c:v>-0.28333445224955789</c:v>
                </c:pt>
                <c:pt idx="3608">
                  <c:v>-0.30039023188394492</c:v>
                </c:pt>
                <c:pt idx="3609">
                  <c:v>-0.29670763444064679</c:v>
                </c:pt>
                <c:pt idx="3610">
                  <c:v>-0.36912847098657142</c:v>
                </c:pt>
                <c:pt idx="3611">
                  <c:v>-0.18009529260322721</c:v>
                </c:pt>
                <c:pt idx="3612">
                  <c:v>-7.5001634239841505E-2</c:v>
                </c:pt>
                <c:pt idx="3613">
                  <c:v>-2.6708239350530421E-3</c:v>
                </c:pt>
                <c:pt idx="3614">
                  <c:v>2.9737185225257021E-2</c:v>
                </c:pt>
                <c:pt idx="3615">
                  <c:v>-6.3130944577244552E-2</c:v>
                </c:pt>
                <c:pt idx="3616">
                  <c:v>0.30904010493311962</c:v>
                </c:pt>
                <c:pt idx="3617">
                  <c:v>0.244245185932847</c:v>
                </c:pt>
                <c:pt idx="3618">
                  <c:v>0.59157763543323727</c:v>
                </c:pt>
                <c:pt idx="3619">
                  <c:v>0.68204013827753796</c:v>
                </c:pt>
                <c:pt idx="3620">
                  <c:v>0.48129222708357022</c:v>
                </c:pt>
                <c:pt idx="3621">
                  <c:v>0.39015111536823222</c:v>
                </c:pt>
                <c:pt idx="3622">
                  <c:v>0.26884579443780449</c:v>
                </c:pt>
                <c:pt idx="3623">
                  <c:v>0.35732588612775168</c:v>
                </c:pt>
                <c:pt idx="3624">
                  <c:v>0.1337298492105507</c:v>
                </c:pt>
                <c:pt idx="3625">
                  <c:v>-0.2050849929669693</c:v>
                </c:pt>
                <c:pt idx="3626">
                  <c:v>-0.129574859327373</c:v>
                </c:pt>
                <c:pt idx="3627">
                  <c:v>-8.3055800959658532E-2</c:v>
                </c:pt>
                <c:pt idx="3628">
                  <c:v>-0.24122083747602299</c:v>
                </c:pt>
                <c:pt idx="3629">
                  <c:v>-0.31444454112321951</c:v>
                </c:pt>
                <c:pt idx="3630">
                  <c:v>-0.1838555904589447</c:v>
                </c:pt>
                <c:pt idx="3631">
                  <c:v>-0.1416737305687015</c:v>
                </c:pt>
                <c:pt idx="3632">
                  <c:v>-0.23479907233126179</c:v>
                </c:pt>
                <c:pt idx="3633">
                  <c:v>-0.1987522444167325</c:v>
                </c:pt>
                <c:pt idx="3634">
                  <c:v>-0.1173581676089327</c:v>
                </c:pt>
                <c:pt idx="3635">
                  <c:v>-2.8524638382351202E-3</c:v>
                </c:pt>
                <c:pt idx="3636">
                  <c:v>-0.44939857193433691</c:v>
                </c:pt>
                <c:pt idx="3637">
                  <c:v>-0.45320329624011002</c:v>
                </c:pt>
                <c:pt idx="3638">
                  <c:v>-0.74482657375915118</c:v>
                </c:pt>
                <c:pt idx="3639">
                  <c:v>-0.92835525030982569</c:v>
                </c:pt>
                <c:pt idx="3640">
                  <c:v>-0.85021944207566635</c:v>
                </c:pt>
                <c:pt idx="3641">
                  <c:v>-0.73716307772731204</c:v>
                </c:pt>
                <c:pt idx="3642">
                  <c:v>-0.67621802653903818</c:v>
                </c:pt>
                <c:pt idx="3643">
                  <c:v>-0.90195886368690148</c:v>
                </c:pt>
                <c:pt idx="3644">
                  <c:v>-0.7170434157816078</c:v>
                </c:pt>
                <c:pt idx="3645">
                  <c:v>-0.45052297657058521</c:v>
                </c:pt>
                <c:pt idx="3646">
                  <c:v>-0.64603927361168589</c:v>
                </c:pt>
                <c:pt idx="3647">
                  <c:v>-0.71209705876597085</c:v>
                </c:pt>
                <c:pt idx="3648">
                  <c:v>-0.47364574350020949</c:v>
                </c:pt>
                <c:pt idx="3649">
                  <c:v>-0.28347950470621153</c:v>
                </c:pt>
                <c:pt idx="3650">
                  <c:v>-0.24523487727909449</c:v>
                </c:pt>
                <c:pt idx="3651">
                  <c:v>-0.28085289153313669</c:v>
                </c:pt>
                <c:pt idx="3652">
                  <c:v>6.6677278699272147E-2</c:v>
                </c:pt>
                <c:pt idx="3653">
                  <c:v>0.1044427170130762</c:v>
                </c:pt>
                <c:pt idx="3654">
                  <c:v>0.1183557289440528</c:v>
                </c:pt>
                <c:pt idx="3655">
                  <c:v>-0.13811188232686011</c:v>
                </c:pt>
                <c:pt idx="3656">
                  <c:v>-0.1545096203585625</c:v>
                </c:pt>
                <c:pt idx="3657">
                  <c:v>0.14425563099065861</c:v>
                </c:pt>
                <c:pt idx="3658">
                  <c:v>0.79253466954940821</c:v>
                </c:pt>
                <c:pt idx="3659">
                  <c:v>1.153905719624178</c:v>
                </c:pt>
                <c:pt idx="3660">
                  <c:v>1.5379000811671251</c:v>
                </c:pt>
                <c:pt idx="3661">
                  <c:v>1.119233580061527</c:v>
                </c:pt>
                <c:pt idx="3662">
                  <c:v>1.263616117574633</c:v>
                </c:pt>
                <c:pt idx="3663">
                  <c:v>1.3549457469438919</c:v>
                </c:pt>
                <c:pt idx="3664">
                  <c:v>1.1300804097772339</c:v>
                </c:pt>
                <c:pt idx="3665">
                  <c:v>1.0153102560794871</c:v>
                </c:pt>
                <c:pt idx="3666">
                  <c:v>1.2321748095429841</c:v>
                </c:pt>
                <c:pt idx="3667">
                  <c:v>1.225800984581725</c:v>
                </c:pt>
                <c:pt idx="3668">
                  <c:v>1.269270835595975</c:v>
                </c:pt>
                <c:pt idx="3669">
                  <c:v>0.96697647811899445</c:v>
                </c:pt>
                <c:pt idx="3670">
                  <c:v>0.83019544973015702</c:v>
                </c:pt>
                <c:pt idx="3671">
                  <c:v>0.7767180847009133</c:v>
                </c:pt>
                <c:pt idx="3672">
                  <c:v>1.0459537735278579</c:v>
                </c:pt>
                <c:pt idx="3673">
                  <c:v>1.0099795802925531</c:v>
                </c:pt>
                <c:pt idx="3674">
                  <c:v>0.82612795138977735</c:v>
                </c:pt>
                <c:pt idx="3675">
                  <c:v>1.029009489710127</c:v>
                </c:pt>
                <c:pt idx="3676">
                  <c:v>0.93809344021335839</c:v>
                </c:pt>
                <c:pt idx="3677">
                  <c:v>0.58008286438095169</c:v>
                </c:pt>
                <c:pt idx="3678">
                  <c:v>-9.8493759074896284E-2</c:v>
                </c:pt>
                <c:pt idx="3679">
                  <c:v>-0.44993492731303858</c:v>
                </c:pt>
                <c:pt idx="3680">
                  <c:v>-0.88305830443441169</c:v>
                </c:pt>
                <c:pt idx="3681">
                  <c:v>-0.51853212457468656</c:v>
                </c:pt>
                <c:pt idx="3682">
                  <c:v>-0.40684165284748841</c:v>
                </c:pt>
                <c:pt idx="3683">
                  <c:v>-0.46828767404756699</c:v>
                </c:pt>
                <c:pt idx="3684">
                  <c:v>-0.25550686191478161</c:v>
                </c:pt>
                <c:pt idx="3685">
                  <c:v>-0.31422785996629621</c:v>
                </c:pt>
                <c:pt idx="3686">
                  <c:v>-0.6137119968635113</c:v>
                </c:pt>
                <c:pt idx="3687">
                  <c:v>-0.68302522925017195</c:v>
                </c:pt>
                <c:pt idx="3688">
                  <c:v>-0.96603541357240985</c:v>
                </c:pt>
                <c:pt idx="3689">
                  <c:v>-0.82448575259198265</c:v>
                </c:pt>
                <c:pt idx="3690">
                  <c:v>-0.77243035964497342</c:v>
                </c:pt>
                <c:pt idx="3691">
                  <c:v>-0.68700308539166943</c:v>
                </c:pt>
                <c:pt idx="3692">
                  <c:v>-1.1878386172078581</c:v>
                </c:pt>
                <c:pt idx="3693">
                  <c:v>-1.352742448455956</c:v>
                </c:pt>
                <c:pt idx="3694">
                  <c:v>-1.1636828903423091</c:v>
                </c:pt>
                <c:pt idx="3695">
                  <c:v>-1.166538073627545</c:v>
                </c:pt>
                <c:pt idx="3696">
                  <c:v>-1.151713888492111</c:v>
                </c:pt>
                <c:pt idx="3697">
                  <c:v>-1.059386068429933</c:v>
                </c:pt>
                <c:pt idx="3698">
                  <c:v>-1.0627042414412129</c:v>
                </c:pt>
                <c:pt idx="3699">
                  <c:v>-1.0623342308410451</c:v>
                </c:pt>
                <c:pt idx="3700">
                  <c:v>-1.010346792559681</c:v>
                </c:pt>
                <c:pt idx="3701">
                  <c:v>-1.2896796719549259</c:v>
                </c:pt>
                <c:pt idx="3702">
                  <c:v>-1.38791386733275</c:v>
                </c:pt>
                <c:pt idx="3703">
                  <c:v>-1.2890847241193051</c:v>
                </c:pt>
                <c:pt idx="3704">
                  <c:v>-1.297841535190601</c:v>
                </c:pt>
                <c:pt idx="3705">
                  <c:v>-1.062344847613699</c:v>
                </c:pt>
                <c:pt idx="3706">
                  <c:v>-0.94203250811829486</c:v>
                </c:pt>
                <c:pt idx="3707">
                  <c:v>-1.0086481264287659</c:v>
                </c:pt>
                <c:pt idx="3708">
                  <c:v>-0.97321273889876547</c:v>
                </c:pt>
                <c:pt idx="3709">
                  <c:v>-0.92858650081356364</c:v>
                </c:pt>
                <c:pt idx="3710">
                  <c:v>-0.85868633532845229</c:v>
                </c:pt>
                <c:pt idx="3711">
                  <c:v>-1.0206958080669339</c:v>
                </c:pt>
                <c:pt idx="3712">
                  <c:v>-0.9620349525886952</c:v>
                </c:pt>
                <c:pt idx="3713">
                  <c:v>-0.90485409507209713</c:v>
                </c:pt>
                <c:pt idx="3714">
                  <c:v>-0.88077953279548726</c:v>
                </c:pt>
                <c:pt idx="3715">
                  <c:v>-0.9081262182619213</c:v>
                </c:pt>
                <c:pt idx="3716">
                  <c:v>-0.83705846943429185</c:v>
                </c:pt>
                <c:pt idx="3717">
                  <c:v>-0.88314551978778988</c:v>
                </c:pt>
                <c:pt idx="3718">
                  <c:v>-0.83717512150973716</c:v>
                </c:pt>
                <c:pt idx="3719">
                  <c:v>-0.85719780949680124</c:v>
                </c:pt>
                <c:pt idx="3720">
                  <c:v>-0.91291980235183345</c:v>
                </c:pt>
                <c:pt idx="3721">
                  <c:v>-0.71906793602693941</c:v>
                </c:pt>
                <c:pt idx="3722">
                  <c:v>-0.91821788216609113</c:v>
                </c:pt>
                <c:pt idx="3723">
                  <c:v>-0.95211949282696784</c:v>
                </c:pt>
                <c:pt idx="3724">
                  <c:v>-0.91916792382238921</c:v>
                </c:pt>
                <c:pt idx="3725">
                  <c:v>-0.93589936984592415</c:v>
                </c:pt>
                <c:pt idx="3726">
                  <c:v>-0.77941028452499095</c:v>
                </c:pt>
                <c:pt idx="3727">
                  <c:v>-0.69545805271995509</c:v>
                </c:pt>
                <c:pt idx="3728">
                  <c:v>-0.6834357318653298</c:v>
                </c:pt>
                <c:pt idx="3729">
                  <c:v>-0.75337078697388915</c:v>
                </c:pt>
                <c:pt idx="3730">
                  <c:v>-1.010559362459434</c:v>
                </c:pt>
                <c:pt idx="3731">
                  <c:v>-0.69601370433909615</c:v>
                </c:pt>
                <c:pt idx="3732">
                  <c:v>-0.82147079124269651</c:v>
                </c:pt>
                <c:pt idx="3733">
                  <c:v>-0.63635172456808153</c:v>
                </c:pt>
                <c:pt idx="3734">
                  <c:v>-0.69969622206988513</c:v>
                </c:pt>
                <c:pt idx="3735">
                  <c:v>-0.65444530947377888</c:v>
                </c:pt>
                <c:pt idx="3736">
                  <c:v>-0.46157915141486727</c:v>
                </c:pt>
                <c:pt idx="3737">
                  <c:v>-0.15214956818696351</c:v>
                </c:pt>
                <c:pt idx="3738">
                  <c:v>-6.0524538577236532E-2</c:v>
                </c:pt>
                <c:pt idx="3739">
                  <c:v>-0.1487997096462515</c:v>
                </c:pt>
                <c:pt idx="3740">
                  <c:v>-0.13097893490781631</c:v>
                </c:pt>
                <c:pt idx="3741">
                  <c:v>7.7421214649169498E-2</c:v>
                </c:pt>
                <c:pt idx="3742">
                  <c:v>-4.5787200697983171E-2</c:v>
                </c:pt>
                <c:pt idx="3743">
                  <c:v>-0.14947229734204021</c:v>
                </c:pt>
                <c:pt idx="3744">
                  <c:v>-0.1834365207626806</c:v>
                </c:pt>
                <c:pt idx="3745">
                  <c:v>-9.2958198553719854E-2</c:v>
                </c:pt>
                <c:pt idx="3746">
                  <c:v>-0.17875705583461809</c:v>
                </c:pt>
                <c:pt idx="3747">
                  <c:v>-6.186527580786691E-2</c:v>
                </c:pt>
                <c:pt idx="3748">
                  <c:v>0.1244171964652197</c:v>
                </c:pt>
                <c:pt idx="3749">
                  <c:v>5.6450001719709882E-2</c:v>
                </c:pt>
                <c:pt idx="3750">
                  <c:v>0.2110800777726361</c:v>
                </c:pt>
                <c:pt idx="3751">
                  <c:v>7.9349659719105015E-2</c:v>
                </c:pt>
                <c:pt idx="3752">
                  <c:v>0.1043311208887449</c:v>
                </c:pt>
                <c:pt idx="3753">
                  <c:v>-8.9622534525583594E-2</c:v>
                </c:pt>
                <c:pt idx="3754">
                  <c:v>6.6744368613167779E-2</c:v>
                </c:pt>
                <c:pt idx="3755">
                  <c:v>5.1597658859656448E-3</c:v>
                </c:pt>
                <c:pt idx="3756">
                  <c:v>-0.1184964992909141</c:v>
                </c:pt>
                <c:pt idx="3757">
                  <c:v>-0.43209353528634348</c:v>
                </c:pt>
                <c:pt idx="3758">
                  <c:v>-0.39611267005341988</c:v>
                </c:pt>
                <c:pt idx="3759">
                  <c:v>-0.2142705862314721</c:v>
                </c:pt>
                <c:pt idx="3760">
                  <c:v>-0.27250640175758872</c:v>
                </c:pt>
                <c:pt idx="3761">
                  <c:v>-0.32977034348403311</c:v>
                </c:pt>
                <c:pt idx="3762">
                  <c:v>-1.2107742588436639E-2</c:v>
                </c:pt>
                <c:pt idx="3763">
                  <c:v>0.10832003844456679</c:v>
                </c:pt>
                <c:pt idx="3764">
                  <c:v>8.5278410070344604E-2</c:v>
                </c:pt>
                <c:pt idx="3765">
                  <c:v>-0.1141925623722158</c:v>
                </c:pt>
                <c:pt idx="3766">
                  <c:v>-1.6440216171120962E-2</c:v>
                </c:pt>
                <c:pt idx="3767">
                  <c:v>-8.8666306000992609E-2</c:v>
                </c:pt>
                <c:pt idx="3768">
                  <c:v>-0.36282169012527338</c:v>
                </c:pt>
                <c:pt idx="3769">
                  <c:v>-8.6800899013798491E-2</c:v>
                </c:pt>
                <c:pt idx="3770">
                  <c:v>5.3686413008896428E-2</c:v>
                </c:pt>
                <c:pt idx="3771">
                  <c:v>4.0047283370428328E-3</c:v>
                </c:pt>
                <c:pt idx="3772">
                  <c:v>7.5895502894688896E-2</c:v>
                </c:pt>
                <c:pt idx="3773">
                  <c:v>-7.9289630908667072E-2</c:v>
                </c:pt>
                <c:pt idx="3774">
                  <c:v>-0.22652009458635369</c:v>
                </c:pt>
                <c:pt idx="3775">
                  <c:v>8.5980470660445993E-2</c:v>
                </c:pt>
                <c:pt idx="3776">
                  <c:v>4.473628816921843E-2</c:v>
                </c:pt>
                <c:pt idx="3777">
                  <c:v>0.14407405919991439</c:v>
                </c:pt>
                <c:pt idx="3778">
                  <c:v>-7.1636651409721586E-2</c:v>
                </c:pt>
                <c:pt idx="3779">
                  <c:v>-0.23778800929147439</c:v>
                </c:pt>
                <c:pt idx="3780">
                  <c:v>-0.23619371848064041</c:v>
                </c:pt>
                <c:pt idx="3781">
                  <c:v>-0.40098415595094972</c:v>
                </c:pt>
                <c:pt idx="3782">
                  <c:v>-0.62072439853588313</c:v>
                </c:pt>
                <c:pt idx="3783">
                  <c:v>-0.71182440107515621</c:v>
                </c:pt>
                <c:pt idx="3784">
                  <c:v>-0.43534832127263151</c:v>
                </c:pt>
                <c:pt idx="3785">
                  <c:v>1.8431647442441399</c:v>
                </c:pt>
                <c:pt idx="3786">
                  <c:v>1.1590000950106341</c:v>
                </c:pt>
                <c:pt idx="3787">
                  <c:v>1.309714324202482</c:v>
                </c:pt>
                <c:pt idx="3788">
                  <c:v>1.1270025267528161</c:v>
                </c:pt>
                <c:pt idx="3789">
                  <c:v>0.70998499989126407</c:v>
                </c:pt>
                <c:pt idx="3790">
                  <c:v>0.6868002181351236</c:v>
                </c:pt>
                <c:pt idx="3791">
                  <c:v>0.56105029593841937</c:v>
                </c:pt>
                <c:pt idx="3792">
                  <c:v>0.52799870244547031</c:v>
                </c:pt>
                <c:pt idx="3793">
                  <c:v>0.70179577894296152</c:v>
                </c:pt>
                <c:pt idx="3794">
                  <c:v>0.65407771758882616</c:v>
                </c:pt>
                <c:pt idx="3795">
                  <c:v>0.55824299048767356</c:v>
                </c:pt>
                <c:pt idx="3796">
                  <c:v>0.68722535718185529</c:v>
                </c:pt>
                <c:pt idx="3797">
                  <c:v>0.74837499845238631</c:v>
                </c:pt>
                <c:pt idx="3798">
                  <c:v>0.72396366565743175</c:v>
                </c:pt>
                <c:pt idx="3799">
                  <c:v>0.89537783701039064</c:v>
                </c:pt>
                <c:pt idx="3800">
                  <c:v>0.97968356601227391</c:v>
                </c:pt>
                <c:pt idx="3801">
                  <c:v>0.99316532523228729</c:v>
                </c:pt>
                <c:pt idx="3802">
                  <c:v>1.1746126731177</c:v>
                </c:pt>
                <c:pt idx="3803">
                  <c:v>1.3218817537999279</c:v>
                </c:pt>
                <c:pt idx="3804">
                  <c:v>0.93632878789679397</c:v>
                </c:pt>
                <c:pt idx="3805">
                  <c:v>-1.267994745293763</c:v>
                </c:pt>
                <c:pt idx="3806">
                  <c:v>-0.75856448146445599</c:v>
                </c:pt>
                <c:pt idx="3807">
                  <c:v>-0.79250958712023889</c:v>
                </c:pt>
                <c:pt idx="3808">
                  <c:v>-0.3532564918316356</c:v>
                </c:pt>
                <c:pt idx="3809">
                  <c:v>-9.4170759106604315E-2</c:v>
                </c:pt>
                <c:pt idx="3810">
                  <c:v>-0.21513854310219049</c:v>
                </c:pt>
                <c:pt idx="3811">
                  <c:v>-0.16017816570492399</c:v>
                </c:pt>
                <c:pt idx="3812">
                  <c:v>-2.0289221533662551E-2</c:v>
                </c:pt>
                <c:pt idx="3813">
                  <c:v>-0.1492728102688895</c:v>
                </c:pt>
                <c:pt idx="3814">
                  <c:v>7.4458938366234739E-3</c:v>
                </c:pt>
                <c:pt idx="3815">
                  <c:v>-7.5473451232530062E-2</c:v>
                </c:pt>
                <c:pt idx="3816">
                  <c:v>-0.2147291921089752</c:v>
                </c:pt>
                <c:pt idx="3817">
                  <c:v>-0.29969217007728433</c:v>
                </c:pt>
                <c:pt idx="3818">
                  <c:v>-0.19301481061296999</c:v>
                </c:pt>
                <c:pt idx="3819">
                  <c:v>-0.2191938392569307</c:v>
                </c:pt>
                <c:pt idx="3820">
                  <c:v>-0.23798062779795701</c:v>
                </c:pt>
                <c:pt idx="3821">
                  <c:v>-0.27336343537746571</c:v>
                </c:pt>
                <c:pt idx="3822">
                  <c:v>-0.37090783303462599</c:v>
                </c:pt>
                <c:pt idx="3823">
                  <c:v>-0.65685726422036828</c:v>
                </c:pt>
                <c:pt idx="3824">
                  <c:v>-0.4974825730207994</c:v>
                </c:pt>
                <c:pt idx="3825">
                  <c:v>-0.67626244741655761</c:v>
                </c:pt>
                <c:pt idx="3826">
                  <c:v>-0.68885850237530466</c:v>
                </c:pt>
                <c:pt idx="3827">
                  <c:v>-0.91164246719733122</c:v>
                </c:pt>
                <c:pt idx="3828">
                  <c:v>-1.142104714467147</c:v>
                </c:pt>
                <c:pt idx="3829">
                  <c:v>-1.2492431882057999</c:v>
                </c:pt>
                <c:pt idx="3830">
                  <c:v>-1.2539041542264651</c:v>
                </c:pt>
                <c:pt idx="3831">
                  <c:v>-1.0729442568758649</c:v>
                </c:pt>
                <c:pt idx="3832">
                  <c:v>-1.080123513541194</c:v>
                </c:pt>
                <c:pt idx="3833">
                  <c:v>-0.98040547460339755</c:v>
                </c:pt>
                <c:pt idx="3834">
                  <c:v>-1.1268434826053211</c:v>
                </c:pt>
                <c:pt idx="3835">
                  <c:v>-1.1319951174727081</c:v>
                </c:pt>
                <c:pt idx="3836">
                  <c:v>-1.145007662427818</c:v>
                </c:pt>
                <c:pt idx="3837">
                  <c:v>-1.2510722666878351</c:v>
                </c:pt>
                <c:pt idx="3838">
                  <c:v>-1.3240856198291691</c:v>
                </c:pt>
                <c:pt idx="3839">
                  <c:v>-1.4070261524353691</c:v>
                </c:pt>
                <c:pt idx="3840">
                  <c:v>-1.394005427721875</c:v>
                </c:pt>
                <c:pt idx="3841">
                  <c:v>-1.27663851694704</c:v>
                </c:pt>
                <c:pt idx="3842">
                  <c:v>-1.155118366888864</c:v>
                </c:pt>
                <c:pt idx="3843">
                  <c:v>-0.81632306283475253</c:v>
                </c:pt>
                <c:pt idx="3844">
                  <c:v>-0.63062776319163516</c:v>
                </c:pt>
                <c:pt idx="3845">
                  <c:v>-0.49244436239402911</c:v>
                </c:pt>
                <c:pt idx="3846">
                  <c:v>-0.39221504658615503</c:v>
                </c:pt>
                <c:pt idx="3847">
                  <c:v>-0.34616685408962511</c:v>
                </c:pt>
                <c:pt idx="3848">
                  <c:v>-0.29927755382412541</c:v>
                </c:pt>
                <c:pt idx="3849">
                  <c:v>-2.9745419663228839E-2</c:v>
                </c:pt>
                <c:pt idx="3850">
                  <c:v>-9.4462383636962632E-2</c:v>
                </c:pt>
                <c:pt idx="3851">
                  <c:v>-0.1778939596711025</c:v>
                </c:pt>
                <c:pt idx="3852">
                  <c:v>-0.2478448633940292</c:v>
                </c:pt>
                <c:pt idx="3853">
                  <c:v>-0.32385034534868973</c:v>
                </c:pt>
                <c:pt idx="3854">
                  <c:v>-0.31402279504599179</c:v>
                </c:pt>
                <c:pt idx="3855">
                  <c:v>-0.28596141996381491</c:v>
                </c:pt>
                <c:pt idx="3856">
                  <c:v>-0.12884204340008351</c:v>
                </c:pt>
                <c:pt idx="3857">
                  <c:v>-2.6961164925889739E-2</c:v>
                </c:pt>
                <c:pt idx="3858">
                  <c:v>-3.3593995028607167E-2</c:v>
                </c:pt>
                <c:pt idx="3859">
                  <c:v>-3.6432474966714562E-2</c:v>
                </c:pt>
                <c:pt idx="3860">
                  <c:v>-7.7663301303423485E-2</c:v>
                </c:pt>
                <c:pt idx="3861">
                  <c:v>-7.8455091259561571E-2</c:v>
                </c:pt>
                <c:pt idx="3862">
                  <c:v>-0.26059394210115272</c:v>
                </c:pt>
                <c:pt idx="3863">
                  <c:v>-0.49512596735093561</c:v>
                </c:pt>
                <c:pt idx="3864">
                  <c:v>-0.79190754965036536</c:v>
                </c:pt>
                <c:pt idx="3865">
                  <c:v>-0.75598024722240931</c:v>
                </c:pt>
                <c:pt idx="3866">
                  <c:v>-0.67145225864688785</c:v>
                </c:pt>
                <c:pt idx="3867">
                  <c:v>-0.63089476101221365</c:v>
                </c:pt>
                <c:pt idx="3868">
                  <c:v>-0.57902465630909139</c:v>
                </c:pt>
                <c:pt idx="3869">
                  <c:v>-0.79157091481260411</c:v>
                </c:pt>
                <c:pt idx="3870">
                  <c:v>-0.73522623208246707</c:v>
                </c:pt>
                <c:pt idx="3871">
                  <c:v>-0.71536601117745968</c:v>
                </c:pt>
                <c:pt idx="3872">
                  <c:v>-0.45277211318617933</c:v>
                </c:pt>
                <c:pt idx="3873">
                  <c:v>-0.3816223284446783</c:v>
                </c:pt>
                <c:pt idx="3874">
                  <c:v>-0.32091856150872622</c:v>
                </c:pt>
                <c:pt idx="3875">
                  <c:v>-0.18567612786759111</c:v>
                </c:pt>
                <c:pt idx="3876">
                  <c:v>-0.23794677381404331</c:v>
                </c:pt>
                <c:pt idx="3877">
                  <c:v>-0.1758141822884822</c:v>
                </c:pt>
                <c:pt idx="3878">
                  <c:v>-0.20064046653408429</c:v>
                </c:pt>
                <c:pt idx="3879">
                  <c:v>-0.21723696482103411</c:v>
                </c:pt>
                <c:pt idx="3880">
                  <c:v>-0.21351799844496511</c:v>
                </c:pt>
                <c:pt idx="3881">
                  <c:v>-0.24986016255421681</c:v>
                </c:pt>
                <c:pt idx="3882">
                  <c:v>-0.18768757133583799</c:v>
                </c:pt>
                <c:pt idx="3883">
                  <c:v>-2.7427823999597498E-3</c:v>
                </c:pt>
                <c:pt idx="3884">
                  <c:v>0.15545234597162</c:v>
                </c:pt>
                <c:pt idx="3885">
                  <c:v>0.20916469537186769</c:v>
                </c:pt>
                <c:pt idx="3886">
                  <c:v>4.6179913838962507E-2</c:v>
                </c:pt>
                <c:pt idx="3887">
                  <c:v>-2.5925324153396531E-3</c:v>
                </c:pt>
                <c:pt idx="3888">
                  <c:v>-2.3238416740458491E-2</c:v>
                </c:pt>
                <c:pt idx="3889">
                  <c:v>5.5025728915081867E-2</c:v>
                </c:pt>
                <c:pt idx="3890">
                  <c:v>4.0252956035930321E-2</c:v>
                </c:pt>
                <c:pt idx="3891">
                  <c:v>-4.1826690864143923E-2</c:v>
                </c:pt>
                <c:pt idx="3892">
                  <c:v>-0.41433823236673079</c:v>
                </c:pt>
                <c:pt idx="3893">
                  <c:v>-0.37803086261388952</c:v>
                </c:pt>
                <c:pt idx="3894">
                  <c:v>-0.26082890971011319</c:v>
                </c:pt>
                <c:pt idx="3895">
                  <c:v>-0.27864491518448681</c:v>
                </c:pt>
                <c:pt idx="3896">
                  <c:v>-0.30912595488929973</c:v>
                </c:pt>
                <c:pt idx="3897">
                  <c:v>-0.2101835388168159</c:v>
                </c:pt>
                <c:pt idx="3898">
                  <c:v>-0.12075916517428879</c:v>
                </c:pt>
                <c:pt idx="3899">
                  <c:v>-3.1788869815507617E-2</c:v>
                </c:pt>
                <c:pt idx="3900">
                  <c:v>4.9636681077021093E-2</c:v>
                </c:pt>
                <c:pt idx="3901">
                  <c:v>0.1344381124142611</c:v>
                </c:pt>
                <c:pt idx="3902">
                  <c:v>0.35152384928929459</c:v>
                </c:pt>
                <c:pt idx="3903">
                  <c:v>0.17902903207635101</c:v>
                </c:pt>
                <c:pt idx="3904">
                  <c:v>0.26907486729516877</c:v>
                </c:pt>
                <c:pt idx="3905">
                  <c:v>9.1406262518037115E-2</c:v>
                </c:pt>
                <c:pt idx="3906">
                  <c:v>0.15663366775561721</c:v>
                </c:pt>
                <c:pt idx="3907">
                  <c:v>0.3309137872684636</c:v>
                </c:pt>
                <c:pt idx="3908">
                  <c:v>0.47812097511645368</c:v>
                </c:pt>
                <c:pt idx="3909">
                  <c:v>0.51411726342455921</c:v>
                </c:pt>
                <c:pt idx="3910">
                  <c:v>0.47157661196798251</c:v>
                </c:pt>
                <c:pt idx="3911">
                  <c:v>0.45093669407858838</c:v>
                </c:pt>
                <c:pt idx="3912">
                  <c:v>0.40535340306307011</c:v>
                </c:pt>
                <c:pt idx="3913">
                  <c:v>0.37486906802013409</c:v>
                </c:pt>
                <c:pt idx="3914">
                  <c:v>0.20396035326274189</c:v>
                </c:pt>
                <c:pt idx="3915">
                  <c:v>7.8187370630440442E-2</c:v>
                </c:pt>
                <c:pt idx="3916">
                  <c:v>2.8226204235437771E-2</c:v>
                </c:pt>
                <c:pt idx="3917">
                  <c:v>-0.2116407161000993</c:v>
                </c:pt>
                <c:pt idx="3918">
                  <c:v>-0.1005292613550464</c:v>
                </c:pt>
                <c:pt idx="3919">
                  <c:v>9.9016972474061618E-2</c:v>
                </c:pt>
                <c:pt idx="3920">
                  <c:v>4.6935589280306993E-2</c:v>
                </c:pt>
                <c:pt idx="3921">
                  <c:v>-0.1165814908603677</c:v>
                </c:pt>
                <c:pt idx="3922">
                  <c:v>-0.42159971201339702</c:v>
                </c:pt>
                <c:pt idx="3923">
                  <c:v>-0.296076014664236</c:v>
                </c:pt>
                <c:pt idx="3924">
                  <c:v>-0.18974766467141119</c:v>
                </c:pt>
                <c:pt idx="3925">
                  <c:v>-0.1096221090373396</c:v>
                </c:pt>
                <c:pt idx="3926">
                  <c:v>-0.109017309195807</c:v>
                </c:pt>
                <c:pt idx="3927">
                  <c:v>-0.1704152298863876</c:v>
                </c:pt>
                <c:pt idx="3928">
                  <c:v>-0.32089660141933068</c:v>
                </c:pt>
                <c:pt idx="3929">
                  <c:v>-0.25977836018089823</c:v>
                </c:pt>
                <c:pt idx="3930">
                  <c:v>-0.21513000744006569</c:v>
                </c:pt>
                <c:pt idx="3931">
                  <c:v>-0.19555603101637239</c:v>
                </c:pt>
                <c:pt idx="3932">
                  <c:v>-3.3445945263393798E-2</c:v>
                </c:pt>
                <c:pt idx="3933">
                  <c:v>-8.484016478520652E-2</c:v>
                </c:pt>
                <c:pt idx="3934">
                  <c:v>3.4920421296013388E-2</c:v>
                </c:pt>
                <c:pt idx="3935">
                  <c:v>6.2901583389547336E-2</c:v>
                </c:pt>
                <c:pt idx="3936">
                  <c:v>7.9042888811981904E-2</c:v>
                </c:pt>
                <c:pt idx="3937">
                  <c:v>8.2728223394918338E-2</c:v>
                </c:pt>
                <c:pt idx="3938">
                  <c:v>-6.1646260991405993E-2</c:v>
                </c:pt>
                <c:pt idx="3939">
                  <c:v>-0.50878227556943922</c:v>
                </c:pt>
                <c:pt idx="3940">
                  <c:v>-0.60399060237729196</c:v>
                </c:pt>
                <c:pt idx="3941">
                  <c:v>-0.59152104886653178</c:v>
                </c:pt>
                <c:pt idx="3942">
                  <c:v>-0.41750217531370742</c:v>
                </c:pt>
                <c:pt idx="3943">
                  <c:v>-0.47692230590487911</c:v>
                </c:pt>
                <c:pt idx="3944">
                  <c:v>-0.6548317674577212</c:v>
                </c:pt>
                <c:pt idx="3945">
                  <c:v>-0.60868829102248889</c:v>
                </c:pt>
                <c:pt idx="3946">
                  <c:v>-0.70400575322896908</c:v>
                </c:pt>
                <c:pt idx="3947">
                  <c:v>-0.83136651631142244</c:v>
                </c:pt>
                <c:pt idx="3948">
                  <c:v>-0.82299890847629664</c:v>
                </c:pt>
                <c:pt idx="3949">
                  <c:v>-0.87220071473955774</c:v>
                </c:pt>
                <c:pt idx="3950">
                  <c:v>-0.78436436488553085</c:v>
                </c:pt>
                <c:pt idx="3951">
                  <c:v>-0.73432975355827201</c:v>
                </c:pt>
                <c:pt idx="3952">
                  <c:v>-0.71890262455509157</c:v>
                </c:pt>
                <c:pt idx="3953">
                  <c:v>-0.66570307681600527</c:v>
                </c:pt>
                <c:pt idx="3954">
                  <c:v>-0.49896084132790508</c:v>
                </c:pt>
                <c:pt idx="3955">
                  <c:v>-0.81778568346770564</c:v>
                </c:pt>
                <c:pt idx="3956">
                  <c:v>-1.0031890922322551</c:v>
                </c:pt>
                <c:pt idx="3957">
                  <c:v>-0.83784103399070686</c:v>
                </c:pt>
                <c:pt idx="3958">
                  <c:v>-0.78007575913756322</c:v>
                </c:pt>
                <c:pt idx="3959">
                  <c:v>-0.52643584051043657</c:v>
                </c:pt>
                <c:pt idx="3960">
                  <c:v>-0.38652335446739239</c:v>
                </c:pt>
                <c:pt idx="3961">
                  <c:v>-8.7865332977543533E-3</c:v>
                </c:pt>
                <c:pt idx="3962">
                  <c:v>0.19205761090349949</c:v>
                </c:pt>
                <c:pt idx="3963">
                  <c:v>0.20013252101943571</c:v>
                </c:pt>
                <c:pt idx="3964">
                  <c:v>8.9012528121544046E-2</c:v>
                </c:pt>
                <c:pt idx="3965">
                  <c:v>0.35350146858781889</c:v>
                </c:pt>
                <c:pt idx="3966">
                  <c:v>0.60967407180046485</c:v>
                </c:pt>
                <c:pt idx="3967">
                  <c:v>0.41029257971777588</c:v>
                </c:pt>
                <c:pt idx="3968">
                  <c:v>0.20599211260318359</c:v>
                </c:pt>
                <c:pt idx="3969">
                  <c:v>0.1037055168980672</c:v>
                </c:pt>
                <c:pt idx="3970">
                  <c:v>4.6546993161345383E-2</c:v>
                </c:pt>
                <c:pt idx="3971">
                  <c:v>0.15754897505066401</c:v>
                </c:pt>
                <c:pt idx="3972">
                  <c:v>0.15166496890067599</c:v>
                </c:pt>
                <c:pt idx="3973">
                  <c:v>0.16159271904128411</c:v>
                </c:pt>
                <c:pt idx="3974">
                  <c:v>-0.14355131133967319</c:v>
                </c:pt>
                <c:pt idx="3975">
                  <c:v>1.24186884035653E-2</c:v>
                </c:pt>
                <c:pt idx="3976">
                  <c:v>0.34436519873910187</c:v>
                </c:pt>
                <c:pt idx="3977">
                  <c:v>0.26300577756308757</c:v>
                </c:pt>
                <c:pt idx="3978">
                  <c:v>0.32835584475951368</c:v>
                </c:pt>
                <c:pt idx="3979">
                  <c:v>0.2905997853830079</c:v>
                </c:pt>
                <c:pt idx="3980">
                  <c:v>0.1444931148582059</c:v>
                </c:pt>
                <c:pt idx="3981">
                  <c:v>-0.2378246302654877</c:v>
                </c:pt>
                <c:pt idx="3982">
                  <c:v>-0.39381292116758848</c:v>
                </c:pt>
                <c:pt idx="3983">
                  <c:v>-0.30363027511992169</c:v>
                </c:pt>
                <c:pt idx="3984">
                  <c:v>-0.33055125390238549</c:v>
                </c:pt>
                <c:pt idx="3985">
                  <c:v>-0.64910604015039353</c:v>
                </c:pt>
                <c:pt idx="3986">
                  <c:v>-0.87571058125698753</c:v>
                </c:pt>
                <c:pt idx="3987">
                  <c:v>-0.58909383634742263</c:v>
                </c:pt>
                <c:pt idx="3988">
                  <c:v>-0.2158045349651771</c:v>
                </c:pt>
                <c:pt idx="3989">
                  <c:v>-0.17443085452452911</c:v>
                </c:pt>
                <c:pt idx="3990">
                  <c:v>-6.7259715778519941E-2</c:v>
                </c:pt>
                <c:pt idx="3991">
                  <c:v>9.1436744039641193E-2</c:v>
                </c:pt>
                <c:pt idx="3992">
                  <c:v>2.5415830742581409E-3</c:v>
                </c:pt>
                <c:pt idx="3993">
                  <c:v>5.4545110521719092E-2</c:v>
                </c:pt>
                <c:pt idx="3994">
                  <c:v>0.29319367285726622</c:v>
                </c:pt>
                <c:pt idx="3995">
                  <c:v>0.31741724605106331</c:v>
                </c:pt>
                <c:pt idx="3996">
                  <c:v>0.31122563767643402</c:v>
                </c:pt>
                <c:pt idx="3997">
                  <c:v>0.30089584969323979</c:v>
                </c:pt>
                <c:pt idx="3998">
                  <c:v>0.101782180593357</c:v>
                </c:pt>
                <c:pt idx="3999">
                  <c:v>0.19365119097133851</c:v>
                </c:pt>
                <c:pt idx="4000">
                  <c:v>0.36775239575379037</c:v>
                </c:pt>
                <c:pt idx="4001">
                  <c:v>0.63822579137075053</c:v>
                </c:pt>
                <c:pt idx="4002">
                  <c:v>0.39929054396349511</c:v>
                </c:pt>
                <c:pt idx="4003">
                  <c:v>0.57189965840716883</c:v>
                </c:pt>
                <c:pt idx="4004">
                  <c:v>0.80396104778884292</c:v>
                </c:pt>
                <c:pt idx="4005">
                  <c:v>0.88907758682739468</c:v>
                </c:pt>
                <c:pt idx="4006">
                  <c:v>0.84171644680546243</c:v>
                </c:pt>
                <c:pt idx="4007">
                  <c:v>0.74440686457364713</c:v>
                </c:pt>
                <c:pt idx="4008">
                  <c:v>0.74546902058819497</c:v>
                </c:pt>
                <c:pt idx="4009">
                  <c:v>0.75838405612098592</c:v>
                </c:pt>
                <c:pt idx="4010">
                  <c:v>0.58693246737680305</c:v>
                </c:pt>
                <c:pt idx="4011">
                  <c:v>0.22040572670451369</c:v>
                </c:pt>
                <c:pt idx="4012">
                  <c:v>0.34840280473099061</c:v>
                </c:pt>
                <c:pt idx="4013">
                  <c:v>0.36713276659941058</c:v>
                </c:pt>
                <c:pt idx="4014">
                  <c:v>0.38249977677988373</c:v>
                </c:pt>
                <c:pt idx="4015">
                  <c:v>0.60042094277586622</c:v>
                </c:pt>
                <c:pt idx="4016">
                  <c:v>0.63150508851093234</c:v>
                </c:pt>
                <c:pt idx="4017">
                  <c:v>0.54432754399299521</c:v>
                </c:pt>
                <c:pt idx="4018">
                  <c:v>0.51373298662018796</c:v>
                </c:pt>
                <c:pt idx="4019">
                  <c:v>0.63960334910848271</c:v>
                </c:pt>
                <c:pt idx="4020">
                  <c:v>0.89753088320370844</c:v>
                </c:pt>
                <c:pt idx="4021">
                  <c:v>0.92170244388496458</c:v>
                </c:pt>
                <c:pt idx="4022">
                  <c:v>0.99523735656334189</c:v>
                </c:pt>
                <c:pt idx="4023">
                  <c:v>0.93421598396602556</c:v>
                </c:pt>
                <c:pt idx="4024">
                  <c:v>1.0981385137351449</c:v>
                </c:pt>
                <c:pt idx="4025">
                  <c:v>1.1259380939615531</c:v>
                </c:pt>
                <c:pt idx="4026">
                  <c:v>0.8387209327208387</c:v>
                </c:pt>
                <c:pt idx="4027">
                  <c:v>0.99142932727446598</c:v>
                </c:pt>
                <c:pt idx="4028">
                  <c:v>1.035600714588053</c:v>
                </c:pt>
                <c:pt idx="4029">
                  <c:v>1.208658551161425</c:v>
                </c:pt>
                <c:pt idx="4030">
                  <c:v>1.3022536030807139</c:v>
                </c:pt>
                <c:pt idx="4031">
                  <c:v>1.6144271757515629</c:v>
                </c:pt>
                <c:pt idx="4032">
                  <c:v>1.9606536908696299</c:v>
                </c:pt>
                <c:pt idx="4033">
                  <c:v>1.6662912539346819</c:v>
                </c:pt>
                <c:pt idx="4034">
                  <c:v>1.304123091873606</c:v>
                </c:pt>
                <c:pt idx="4035">
                  <c:v>1.122904613743658</c:v>
                </c:pt>
                <c:pt idx="4036">
                  <c:v>1.101698254119734</c:v>
                </c:pt>
                <c:pt idx="4037">
                  <c:v>1.3016286055873481</c:v>
                </c:pt>
                <c:pt idx="4038">
                  <c:v>1.5933181448599489</c:v>
                </c:pt>
                <c:pt idx="4039">
                  <c:v>1.872623907663985</c:v>
                </c:pt>
                <c:pt idx="4040">
                  <c:v>1.6709176754982571</c:v>
                </c:pt>
                <c:pt idx="4041">
                  <c:v>1.7197337242284929</c:v>
                </c:pt>
                <c:pt idx="4042">
                  <c:v>1.7734330249241379</c:v>
                </c:pt>
                <c:pt idx="4043">
                  <c:v>1.930577203658383</c:v>
                </c:pt>
                <c:pt idx="4044">
                  <c:v>1.9046374109147231</c:v>
                </c:pt>
                <c:pt idx="4045">
                  <c:v>2.2704261146829592</c:v>
                </c:pt>
                <c:pt idx="4046">
                  <c:v>2.2451745583868479</c:v>
                </c:pt>
                <c:pt idx="4047">
                  <c:v>2.0032644000659339</c:v>
                </c:pt>
                <c:pt idx="4048">
                  <c:v>2.0086417103961081</c:v>
                </c:pt>
                <c:pt idx="4049">
                  <c:v>1.8812395217885469</c:v>
                </c:pt>
                <c:pt idx="4050">
                  <c:v>2.1359630009184878</c:v>
                </c:pt>
                <c:pt idx="4051">
                  <c:v>1.969644258997753</c:v>
                </c:pt>
                <c:pt idx="4052">
                  <c:v>1.5395611343062281</c:v>
                </c:pt>
                <c:pt idx="4053">
                  <c:v>1.569934945411706</c:v>
                </c:pt>
                <c:pt idx="4054">
                  <c:v>1.728693762994852</c:v>
                </c:pt>
                <c:pt idx="4055">
                  <c:v>1.945485129830145</c:v>
                </c:pt>
                <c:pt idx="4056">
                  <c:v>1.772719968086478</c:v>
                </c:pt>
                <c:pt idx="4057">
                  <c:v>1.570499714594763</c:v>
                </c:pt>
                <c:pt idx="4058">
                  <c:v>1.307478446311231</c:v>
                </c:pt>
                <c:pt idx="4059">
                  <c:v>1.152368302823233</c:v>
                </c:pt>
                <c:pt idx="4060">
                  <c:v>0.99445816723888247</c:v>
                </c:pt>
                <c:pt idx="4061">
                  <c:v>0.7951184994621654</c:v>
                </c:pt>
                <c:pt idx="4062">
                  <c:v>0.93321912539256902</c:v>
                </c:pt>
                <c:pt idx="4063">
                  <c:v>0.55563248879713389</c:v>
                </c:pt>
                <c:pt idx="4064">
                  <c:v>0.27775414085978628</c:v>
                </c:pt>
                <c:pt idx="4065">
                  <c:v>-0.11721274941233741</c:v>
                </c:pt>
                <c:pt idx="4066">
                  <c:v>0.1158918670241076</c:v>
                </c:pt>
                <c:pt idx="4067">
                  <c:v>-0.1057383392111565</c:v>
                </c:pt>
                <c:pt idx="4068">
                  <c:v>-0.1154524610838332</c:v>
                </c:pt>
                <c:pt idx="4069">
                  <c:v>-0.11893944387270081</c:v>
                </c:pt>
                <c:pt idx="4070">
                  <c:v>-0.4655314463491847</c:v>
                </c:pt>
                <c:pt idx="4071">
                  <c:v>-0.51621605872228316</c:v>
                </c:pt>
                <c:pt idx="4072">
                  <c:v>-0.51803569274730454</c:v>
                </c:pt>
                <c:pt idx="4073">
                  <c:v>-0.38236498260234242</c:v>
                </c:pt>
                <c:pt idx="4074">
                  <c:v>-0.3391431604276563</c:v>
                </c:pt>
                <c:pt idx="4075">
                  <c:v>-0.88624870601855055</c:v>
                </c:pt>
                <c:pt idx="4076">
                  <c:v>-0.82843939267091893</c:v>
                </c:pt>
                <c:pt idx="4077">
                  <c:v>-0.90202379869053273</c:v>
                </c:pt>
                <c:pt idx="4078">
                  <c:v>-1.0380450626461499</c:v>
                </c:pt>
                <c:pt idx="4079">
                  <c:v>-1.2480179922025489</c:v>
                </c:pt>
                <c:pt idx="4080">
                  <c:v>-1.240086668413386</c:v>
                </c:pt>
                <c:pt idx="4081">
                  <c:v>-1.22877828487638</c:v>
                </c:pt>
                <c:pt idx="4082">
                  <c:v>-1.177774464142229</c:v>
                </c:pt>
                <c:pt idx="4083">
                  <c:v>-1.10590943784504</c:v>
                </c:pt>
                <c:pt idx="4084">
                  <c:v>-1.0186185780410799</c:v>
                </c:pt>
                <c:pt idx="4085">
                  <c:v>-1.257099879475754</c:v>
                </c:pt>
                <c:pt idx="4086">
                  <c:v>-1.107142014602545</c:v>
                </c:pt>
                <c:pt idx="4087">
                  <c:v>-0.62240300786434632</c:v>
                </c:pt>
                <c:pt idx="4088">
                  <c:v>-0.63478417597127856</c:v>
                </c:pt>
                <c:pt idx="4089">
                  <c:v>-0.45578010400128122</c:v>
                </c:pt>
                <c:pt idx="4090">
                  <c:v>2.886589660866162E-2</c:v>
                </c:pt>
                <c:pt idx="4091">
                  <c:v>0.33548846078140859</c:v>
                </c:pt>
                <c:pt idx="4092">
                  <c:v>2.7607610666794E-2</c:v>
                </c:pt>
                <c:pt idx="4093">
                  <c:v>0.13635437254623781</c:v>
                </c:pt>
                <c:pt idx="4094">
                  <c:v>6.9175438950990056E-2</c:v>
                </c:pt>
                <c:pt idx="4095">
                  <c:v>0.65646474323809689</c:v>
                </c:pt>
                <c:pt idx="4096">
                  <c:v>0.772359813395187</c:v>
                </c:pt>
                <c:pt idx="4097">
                  <c:v>1.2881825470281529</c:v>
                </c:pt>
                <c:pt idx="4098">
                  <c:v>1.7211122265038721</c:v>
                </c:pt>
                <c:pt idx="4099">
                  <c:v>1.905721150809033</c:v>
                </c:pt>
                <c:pt idx="4100">
                  <c:v>2.0021393229051099</c:v>
                </c:pt>
                <c:pt idx="4101">
                  <c:v>1.9176044661388849</c:v>
                </c:pt>
                <c:pt idx="4102">
                  <c:v>1.967454730380912</c:v>
                </c:pt>
                <c:pt idx="4103">
                  <c:v>1.9918460401646569</c:v>
                </c:pt>
                <c:pt idx="4104">
                  <c:v>2.2455442998555539</c:v>
                </c:pt>
                <c:pt idx="4105">
                  <c:v>2.2723744910023349</c:v>
                </c:pt>
                <c:pt idx="4106">
                  <c:v>2.3716881737929651</c:v>
                </c:pt>
                <c:pt idx="4107">
                  <c:v>2.426072824450999</c:v>
                </c:pt>
                <c:pt idx="4108">
                  <c:v>2.1622208626106429</c:v>
                </c:pt>
                <c:pt idx="4109">
                  <c:v>1.651883232972235</c:v>
                </c:pt>
                <c:pt idx="4110">
                  <c:v>1.115827078000003</c:v>
                </c:pt>
                <c:pt idx="4111">
                  <c:v>1.054784472544213</c:v>
                </c:pt>
                <c:pt idx="4112">
                  <c:v>1.250855410638912</c:v>
                </c:pt>
                <c:pt idx="4113">
                  <c:v>1.322488466874717</c:v>
                </c:pt>
                <c:pt idx="4114">
                  <c:v>1.3895236249430081</c:v>
                </c:pt>
                <c:pt idx="4115">
                  <c:v>1.0850495650816241</c:v>
                </c:pt>
                <c:pt idx="4116">
                  <c:v>0.88096109856258076</c:v>
                </c:pt>
                <c:pt idx="4117">
                  <c:v>0.46402350988307728</c:v>
                </c:pt>
                <c:pt idx="4118">
                  <c:v>0.14265998695772761</c:v>
                </c:pt>
                <c:pt idx="4119">
                  <c:v>-0.3017715707508597</c:v>
                </c:pt>
                <c:pt idx="4120">
                  <c:v>-0.31286522645917159</c:v>
                </c:pt>
                <c:pt idx="4121">
                  <c:v>-0.102685848920318</c:v>
                </c:pt>
                <c:pt idx="4122">
                  <c:v>-0.551562174825457</c:v>
                </c:pt>
                <c:pt idx="4123">
                  <c:v>-0.75412126963895343</c:v>
                </c:pt>
                <c:pt idx="4124">
                  <c:v>-0.97816133801800698</c:v>
                </c:pt>
                <c:pt idx="4125">
                  <c:v>-0.77850712073174799</c:v>
                </c:pt>
                <c:pt idx="4126">
                  <c:v>-1.222761332457426</c:v>
                </c:pt>
                <c:pt idx="4127">
                  <c:v>-1.7482274059653169</c:v>
                </c:pt>
                <c:pt idx="4128">
                  <c:v>-1.5275697602467839</c:v>
                </c:pt>
                <c:pt idx="4129">
                  <c:v>-1.311289741631436</c:v>
                </c:pt>
                <c:pt idx="4130">
                  <c:v>-1.866666297586316</c:v>
                </c:pt>
                <c:pt idx="4131">
                  <c:v>-2.287625548975333</c:v>
                </c:pt>
                <c:pt idx="4132">
                  <c:v>-1.99117284441567</c:v>
                </c:pt>
                <c:pt idx="4133">
                  <c:v>-2.158176522133636</c:v>
                </c:pt>
                <c:pt idx="4134">
                  <c:v>-2.3840554057091721</c:v>
                </c:pt>
                <c:pt idx="4135">
                  <c:v>-2.5040866373188182</c:v>
                </c:pt>
                <c:pt idx="4136">
                  <c:v>-2.501745977968918</c:v>
                </c:pt>
                <c:pt idx="4137">
                  <c:v>-2.3143374780851889</c:v>
                </c:pt>
                <c:pt idx="4138">
                  <c:v>-2.183161429083095</c:v>
                </c:pt>
                <c:pt idx="4139">
                  <c:v>-2.128974992079117</c:v>
                </c:pt>
                <c:pt idx="4140">
                  <c:v>-2.1271505034367428</c:v>
                </c:pt>
                <c:pt idx="4141">
                  <c:v>-2.122945510352213</c:v>
                </c:pt>
                <c:pt idx="4142">
                  <c:v>-1.882240864889549</c:v>
                </c:pt>
                <c:pt idx="4143">
                  <c:v>-1.9322507211584521</c:v>
                </c:pt>
                <c:pt idx="4144">
                  <c:v>-2.0806312405917948</c:v>
                </c:pt>
                <c:pt idx="4145">
                  <c:v>-2.0772560595170608</c:v>
                </c:pt>
                <c:pt idx="4146">
                  <c:v>-1.678366505301004</c:v>
                </c:pt>
                <c:pt idx="4147">
                  <c:v>-1.429681918317296</c:v>
                </c:pt>
                <c:pt idx="4148">
                  <c:v>-1.575776746465654</c:v>
                </c:pt>
                <c:pt idx="4149">
                  <c:v>-1.405581883022285</c:v>
                </c:pt>
                <c:pt idx="4150">
                  <c:v>-0.67464617932611348</c:v>
                </c:pt>
                <c:pt idx="4151">
                  <c:v>-0.39664748985515003</c:v>
                </c:pt>
                <c:pt idx="4152">
                  <c:v>-0.52073668636135173</c:v>
                </c:pt>
                <c:pt idx="4153">
                  <c:v>-0.49365961859618351</c:v>
                </c:pt>
                <c:pt idx="4154">
                  <c:v>-0.1338924706135555</c:v>
                </c:pt>
                <c:pt idx="4155">
                  <c:v>0.1093907112861663</c:v>
                </c:pt>
                <c:pt idx="4156">
                  <c:v>-6.4249327200205384E-3</c:v>
                </c:pt>
                <c:pt idx="4157">
                  <c:v>-8.9946184225171033E-2</c:v>
                </c:pt>
                <c:pt idx="4158">
                  <c:v>2.4413380886633921E-2</c:v>
                </c:pt>
                <c:pt idx="4159">
                  <c:v>0.24501250008518391</c:v>
                </c:pt>
                <c:pt idx="4160">
                  <c:v>0.22602205375650811</c:v>
                </c:pt>
                <c:pt idx="4161">
                  <c:v>0.36901275018252172</c:v>
                </c:pt>
                <c:pt idx="4162">
                  <c:v>0.49064239471781051</c:v>
                </c:pt>
                <c:pt idx="4163">
                  <c:v>0.49508434966605258</c:v>
                </c:pt>
                <c:pt idx="4164">
                  <c:v>0.49580159218508391</c:v>
                </c:pt>
                <c:pt idx="4165">
                  <c:v>0.46555599724313462</c:v>
                </c:pt>
                <c:pt idx="4166">
                  <c:v>0.31755990219686819</c:v>
                </c:pt>
                <c:pt idx="4167">
                  <c:v>0.53133327386566864</c:v>
                </c:pt>
                <c:pt idx="4168">
                  <c:v>0.64401334660337095</c:v>
                </c:pt>
                <c:pt idx="4169">
                  <c:v>0.61870331736204598</c:v>
                </c:pt>
                <c:pt idx="4170">
                  <c:v>0.4913798270745236</c:v>
                </c:pt>
                <c:pt idx="4171">
                  <c:v>0.47585223829500228</c:v>
                </c:pt>
                <c:pt idx="4172">
                  <c:v>0.40660508423065461</c:v>
                </c:pt>
                <c:pt idx="4173">
                  <c:v>0.19973966128828349</c:v>
                </c:pt>
                <c:pt idx="4174">
                  <c:v>-4.2751501995847957E-2</c:v>
                </c:pt>
                <c:pt idx="4175">
                  <c:v>-4.5078400628594723E-2</c:v>
                </c:pt>
                <c:pt idx="4176">
                  <c:v>0.17874616083171199</c:v>
                </c:pt>
                <c:pt idx="4177">
                  <c:v>0.1477523572713042</c:v>
                </c:pt>
                <c:pt idx="4178">
                  <c:v>4.4534739279230212E-2</c:v>
                </c:pt>
                <c:pt idx="4179">
                  <c:v>-8.8832358722442842E-2</c:v>
                </c:pt>
                <c:pt idx="4180">
                  <c:v>-3.8855283275881641E-2</c:v>
                </c:pt>
                <c:pt idx="4181">
                  <c:v>-0.1358294423339694</c:v>
                </c:pt>
                <c:pt idx="4182">
                  <c:v>-0.23949168443346339</c:v>
                </c:pt>
                <c:pt idx="4183">
                  <c:v>-0.1697311183991014</c:v>
                </c:pt>
                <c:pt idx="4184">
                  <c:v>-0.29091254374830328</c:v>
                </c:pt>
                <c:pt idx="4185">
                  <c:v>-0.50734898146616991</c:v>
                </c:pt>
                <c:pt idx="4186">
                  <c:v>-0.5483045712169331</c:v>
                </c:pt>
                <c:pt idx="4187">
                  <c:v>-0.82989090922610842</c:v>
                </c:pt>
                <c:pt idx="4188">
                  <c:v>-0.89285052267596843</c:v>
                </c:pt>
                <c:pt idx="4189">
                  <c:v>-1.112308742754611</c:v>
                </c:pt>
                <c:pt idx="4190">
                  <c:v>-0.950332936623552</c:v>
                </c:pt>
                <c:pt idx="4191">
                  <c:v>-0.93941470180930342</c:v>
                </c:pt>
                <c:pt idx="4192">
                  <c:v>-0.90850160181357209</c:v>
                </c:pt>
                <c:pt idx="4193">
                  <c:v>-0.72508934422653681</c:v>
                </c:pt>
                <c:pt idx="4194">
                  <c:v>-0.59379492358711106</c:v>
                </c:pt>
                <c:pt idx="4195">
                  <c:v>-0.5589695330007024</c:v>
                </c:pt>
                <c:pt idx="4196">
                  <c:v>-0.70005718785185922</c:v>
                </c:pt>
                <c:pt idx="4197">
                  <c:v>-0.73096032538371603</c:v>
                </c:pt>
                <c:pt idx="4198">
                  <c:v>-0.71640693549865908</c:v>
                </c:pt>
                <c:pt idx="4199">
                  <c:v>-0.62556557335990737</c:v>
                </c:pt>
                <c:pt idx="4200">
                  <c:v>-0.68967952684007949</c:v>
                </c:pt>
                <c:pt idx="4201">
                  <c:v>-0.87962094578201722</c:v>
                </c:pt>
                <c:pt idx="4202">
                  <c:v>-0.99029685305797432</c:v>
                </c:pt>
                <c:pt idx="4203">
                  <c:v>-0.87233068198140007</c:v>
                </c:pt>
                <c:pt idx="4204">
                  <c:v>-0.99770477519119449</c:v>
                </c:pt>
                <c:pt idx="4205">
                  <c:v>-0.77256564670495909</c:v>
                </c:pt>
                <c:pt idx="4206">
                  <c:v>-0.61921031527435078</c:v>
                </c:pt>
                <c:pt idx="4207">
                  <c:v>-0.44904199855607052</c:v>
                </c:pt>
                <c:pt idx="4208">
                  <c:v>-0.3007724714521483</c:v>
                </c:pt>
                <c:pt idx="4209">
                  <c:v>-2.207638190017969E-2</c:v>
                </c:pt>
                <c:pt idx="4210">
                  <c:v>4.4535771300391609E-2</c:v>
                </c:pt>
                <c:pt idx="4211">
                  <c:v>1.9992976067446579E-2</c:v>
                </c:pt>
                <c:pt idx="4212">
                  <c:v>-0.1036962357391694</c:v>
                </c:pt>
                <c:pt idx="4213">
                  <c:v>-0.1007059304146837</c:v>
                </c:pt>
                <c:pt idx="4214">
                  <c:v>-0.1180470170950921</c:v>
                </c:pt>
                <c:pt idx="4215">
                  <c:v>-0.40762186684512441</c:v>
                </c:pt>
                <c:pt idx="4216">
                  <c:v>-0.17963979279070519</c:v>
                </c:pt>
                <c:pt idx="4217">
                  <c:v>-0.22906531554160861</c:v>
                </c:pt>
                <c:pt idx="4218">
                  <c:v>-0.1641700910733872</c:v>
                </c:pt>
                <c:pt idx="4219">
                  <c:v>-3.2754566215584577E-2</c:v>
                </c:pt>
                <c:pt idx="4220">
                  <c:v>-8.220082282012986E-2</c:v>
                </c:pt>
                <c:pt idx="4221">
                  <c:v>-0.1341195168059707</c:v>
                </c:pt>
                <c:pt idx="4222">
                  <c:v>2.4862733697913829E-2</c:v>
                </c:pt>
                <c:pt idx="4223">
                  <c:v>-6.1554872096137671E-2</c:v>
                </c:pt>
                <c:pt idx="4224">
                  <c:v>0.31216348597502991</c:v>
                </c:pt>
                <c:pt idx="4225">
                  <c:v>0.45967017868419141</c:v>
                </c:pt>
                <c:pt idx="4226">
                  <c:v>0.68492705836500001</c:v>
                </c:pt>
                <c:pt idx="4227">
                  <c:v>0.76119243824939486</c:v>
                </c:pt>
                <c:pt idx="4228">
                  <c:v>0.60831833217155207</c:v>
                </c:pt>
                <c:pt idx="4229">
                  <c:v>0.22597867143680209</c:v>
                </c:pt>
                <c:pt idx="4230">
                  <c:v>2.2366931609482852E-3</c:v>
                </c:pt>
                <c:pt idx="4231">
                  <c:v>-0.1084489672958157</c:v>
                </c:pt>
                <c:pt idx="4232">
                  <c:v>9.3044316632056881E-2</c:v>
                </c:pt>
                <c:pt idx="4233">
                  <c:v>0.1073947784915672</c:v>
                </c:pt>
                <c:pt idx="4234">
                  <c:v>-2.4041373734691378E-2</c:v>
                </c:pt>
                <c:pt idx="4235">
                  <c:v>9.8347861288446747E-2</c:v>
                </c:pt>
                <c:pt idx="4236">
                  <c:v>0.17448867368224699</c:v>
                </c:pt>
                <c:pt idx="4237">
                  <c:v>0.31507956065846898</c:v>
                </c:pt>
                <c:pt idx="4238">
                  <c:v>0.81747140314822175</c:v>
                </c:pt>
                <c:pt idx="4239">
                  <c:v>0.61989850480818143</c:v>
                </c:pt>
                <c:pt idx="4240">
                  <c:v>0.64986118353175215</c:v>
                </c:pt>
                <c:pt idx="4241">
                  <c:v>1.1203369026661329</c:v>
                </c:pt>
                <c:pt idx="4242">
                  <c:v>1.0583709274858339</c:v>
                </c:pt>
                <c:pt idx="4243">
                  <c:v>0.96877419806150566</c:v>
                </c:pt>
                <c:pt idx="4244">
                  <c:v>0.65837572244754616</c:v>
                </c:pt>
                <c:pt idx="4245">
                  <c:v>0.48582920739272312</c:v>
                </c:pt>
                <c:pt idx="4246">
                  <c:v>0.25690277580460419</c:v>
                </c:pt>
                <c:pt idx="4247">
                  <c:v>0.25257209973610228</c:v>
                </c:pt>
                <c:pt idx="4248">
                  <c:v>0.21565945339340301</c:v>
                </c:pt>
                <c:pt idx="4249">
                  <c:v>0.46861170623806142</c:v>
                </c:pt>
                <c:pt idx="4250">
                  <c:v>0.57289230642557365</c:v>
                </c:pt>
                <c:pt idx="4251">
                  <c:v>0.51031905713709935</c:v>
                </c:pt>
                <c:pt idx="4252">
                  <c:v>0.4978147745033274</c:v>
                </c:pt>
                <c:pt idx="4253">
                  <c:v>0.57692843769512148</c:v>
                </c:pt>
                <c:pt idx="4254">
                  <c:v>0.66678631632227336</c:v>
                </c:pt>
                <c:pt idx="4255">
                  <c:v>0.84406713679322587</c:v>
                </c:pt>
                <c:pt idx="4256">
                  <c:v>0.84308479677643478</c:v>
                </c:pt>
                <c:pt idx="4257">
                  <c:v>0.72721175259338544</c:v>
                </c:pt>
                <c:pt idx="4258">
                  <c:v>6.4986184946164066E-2</c:v>
                </c:pt>
                <c:pt idx="4259">
                  <c:v>0.1184749836648295</c:v>
                </c:pt>
                <c:pt idx="4260">
                  <c:v>0.34652472241330229</c:v>
                </c:pt>
                <c:pt idx="4261">
                  <c:v>-2.5354972354100329E-2</c:v>
                </c:pt>
                <c:pt idx="4262">
                  <c:v>-7.7929204028511709E-2</c:v>
                </c:pt>
                <c:pt idx="4263">
                  <c:v>0.13110842285122479</c:v>
                </c:pt>
                <c:pt idx="4264">
                  <c:v>0.37275175979763547</c:v>
                </c:pt>
                <c:pt idx="4265">
                  <c:v>0.47462363377122002</c:v>
                </c:pt>
                <c:pt idx="4266">
                  <c:v>0.32014644696316907</c:v>
                </c:pt>
                <c:pt idx="4267">
                  <c:v>0.30499270440406379</c:v>
                </c:pt>
                <c:pt idx="4268">
                  <c:v>0.47818492386827111</c:v>
                </c:pt>
                <c:pt idx="4269">
                  <c:v>0.25325307618493847</c:v>
                </c:pt>
                <c:pt idx="4270">
                  <c:v>0.29828861852268651</c:v>
                </c:pt>
                <c:pt idx="4271">
                  <c:v>0.36296032337941142</c:v>
                </c:pt>
                <c:pt idx="4272">
                  <c:v>0.45068832613682941</c:v>
                </c:pt>
                <c:pt idx="4273">
                  <c:v>0.29499600805918569</c:v>
                </c:pt>
                <c:pt idx="4274">
                  <c:v>0.41860288227637021</c:v>
                </c:pt>
                <c:pt idx="4275">
                  <c:v>0.54229487461947967</c:v>
                </c:pt>
                <c:pt idx="4276">
                  <c:v>0.67887182210074604</c:v>
                </c:pt>
                <c:pt idx="4277">
                  <c:v>0.64911484741059033</c:v>
                </c:pt>
                <c:pt idx="4278">
                  <c:v>0.48829921367849177</c:v>
                </c:pt>
                <c:pt idx="4279">
                  <c:v>0.39193152911125262</c:v>
                </c:pt>
                <c:pt idx="4280">
                  <c:v>0.25447612489175708</c:v>
                </c:pt>
                <c:pt idx="4281">
                  <c:v>0.1529507376597295</c:v>
                </c:pt>
                <c:pt idx="4282">
                  <c:v>0.18931989060463769</c:v>
                </c:pt>
                <c:pt idx="4283">
                  <c:v>0.13279573666095151</c:v>
                </c:pt>
                <c:pt idx="4284">
                  <c:v>-4.6668483112274886E-3</c:v>
                </c:pt>
                <c:pt idx="4285">
                  <c:v>-0.1395099503806812</c:v>
                </c:pt>
                <c:pt idx="4286">
                  <c:v>-6.8952632466650912E-2</c:v>
                </c:pt>
                <c:pt idx="4287">
                  <c:v>-0.33554059437960099</c:v>
                </c:pt>
                <c:pt idx="4288">
                  <c:v>-0.66100352247858807</c:v>
                </c:pt>
                <c:pt idx="4289">
                  <c:v>-0.38991835769302219</c:v>
                </c:pt>
                <c:pt idx="4290">
                  <c:v>-0.50020348020268623</c:v>
                </c:pt>
                <c:pt idx="4291">
                  <c:v>-0.58261171666590872</c:v>
                </c:pt>
                <c:pt idx="4292">
                  <c:v>-0.73561510235925798</c:v>
                </c:pt>
                <c:pt idx="4293">
                  <c:v>-0.80534283660651906</c:v>
                </c:pt>
                <c:pt idx="4294">
                  <c:v>-0.91955653443822205</c:v>
                </c:pt>
                <c:pt idx="4295">
                  <c:v>-1.1649134641222469</c:v>
                </c:pt>
                <c:pt idx="4296">
                  <c:v>-1.4073400906307749</c:v>
                </c:pt>
                <c:pt idx="4297">
                  <c:v>-1.3028088438715499</c:v>
                </c:pt>
                <c:pt idx="4298">
                  <c:v>-1.252748268767709</c:v>
                </c:pt>
                <c:pt idx="4299">
                  <c:v>-1.226358523549534</c:v>
                </c:pt>
                <c:pt idx="4300">
                  <c:v>-1.610145315027607</c:v>
                </c:pt>
                <c:pt idx="4301">
                  <c:v>-1.533453738885876</c:v>
                </c:pt>
                <c:pt idx="4302">
                  <c:v>-1.388838640945264</c:v>
                </c:pt>
                <c:pt idx="4303">
                  <c:v>-1.316924545458779</c:v>
                </c:pt>
                <c:pt idx="4304">
                  <c:v>-1.161391455478022</c:v>
                </c:pt>
                <c:pt idx="4305">
                  <c:v>-1.2486555220603539</c:v>
                </c:pt>
                <c:pt idx="4306">
                  <c:v>-1.2850614803979381</c:v>
                </c:pt>
                <c:pt idx="4307">
                  <c:v>-0.97529233201323196</c:v>
                </c:pt>
                <c:pt idx="4308">
                  <c:v>-0.85279764039224182</c:v>
                </c:pt>
                <c:pt idx="4309">
                  <c:v>-1.0672879031450291</c:v>
                </c:pt>
                <c:pt idx="4310">
                  <c:v>-0.93832992093385326</c:v>
                </c:pt>
                <c:pt idx="4311">
                  <c:v>-0.92163160542609968</c:v>
                </c:pt>
                <c:pt idx="4312">
                  <c:v>-1.284747558139874</c:v>
                </c:pt>
                <c:pt idx="4313">
                  <c:v>-1.224860253855298</c:v>
                </c:pt>
                <c:pt idx="4314">
                  <c:v>-1.2168803046824339</c:v>
                </c:pt>
                <c:pt idx="4315">
                  <c:v>-1.164633966235646</c:v>
                </c:pt>
                <c:pt idx="4316">
                  <c:v>-1.1328417544363609</c:v>
                </c:pt>
                <c:pt idx="4317">
                  <c:v>-1.163696022307086</c:v>
                </c:pt>
                <c:pt idx="4318">
                  <c:v>-1.0491386818518911</c:v>
                </c:pt>
                <c:pt idx="4319">
                  <c:v>-0.9678789558913623</c:v>
                </c:pt>
                <c:pt idx="4320">
                  <c:v>-0.67344110161541304</c:v>
                </c:pt>
                <c:pt idx="4321">
                  <c:v>-0.71152466117114244</c:v>
                </c:pt>
                <c:pt idx="4322">
                  <c:v>-0.85310905185734842</c:v>
                </c:pt>
                <c:pt idx="4323">
                  <c:v>-0.76056666709781717</c:v>
                </c:pt>
                <c:pt idx="4324">
                  <c:v>-0.81640555134156356</c:v>
                </c:pt>
                <c:pt idx="4325">
                  <c:v>-0.64808187053116029</c:v>
                </c:pt>
                <c:pt idx="4326">
                  <c:v>-0.50766550299256696</c:v>
                </c:pt>
                <c:pt idx="4327">
                  <c:v>-0.60541273776532878</c:v>
                </c:pt>
                <c:pt idx="4328">
                  <c:v>-0.31792499162914062</c:v>
                </c:pt>
                <c:pt idx="4329">
                  <c:v>-3.375211429360081E-2</c:v>
                </c:pt>
                <c:pt idx="4330">
                  <c:v>0.32705743022959821</c:v>
                </c:pt>
                <c:pt idx="4331">
                  <c:v>0.41609146190017138</c:v>
                </c:pt>
                <c:pt idx="4332">
                  <c:v>0.74726141376544497</c:v>
                </c:pt>
                <c:pt idx="4333">
                  <c:v>0.58942155148700937</c:v>
                </c:pt>
                <c:pt idx="4334">
                  <c:v>0.61652057197872445</c:v>
                </c:pt>
                <c:pt idx="4335">
                  <c:v>0.85478181305244938</c:v>
                </c:pt>
                <c:pt idx="4336">
                  <c:v>0.68574078681782336</c:v>
                </c:pt>
                <c:pt idx="4337">
                  <c:v>0.90326139384324033</c:v>
                </c:pt>
                <c:pt idx="4338">
                  <c:v>1.0051228234110059</c:v>
                </c:pt>
                <c:pt idx="4339">
                  <c:v>0.88008652068401083</c:v>
                </c:pt>
                <c:pt idx="4340">
                  <c:v>1.000066930659615</c:v>
                </c:pt>
                <c:pt idx="4341">
                  <c:v>1.0656011210283129</c:v>
                </c:pt>
                <c:pt idx="4342">
                  <c:v>0.96612119479523972</c:v>
                </c:pt>
                <c:pt idx="4343">
                  <c:v>0.9164968407183256</c:v>
                </c:pt>
                <c:pt idx="4344">
                  <c:v>1.139119521548362</c:v>
                </c:pt>
                <c:pt idx="4345">
                  <c:v>1.3375316490749809</c:v>
                </c:pt>
                <c:pt idx="4346">
                  <c:v>1.4095041827924719</c:v>
                </c:pt>
                <c:pt idx="4347">
                  <c:v>1.454224980000149</c:v>
                </c:pt>
                <c:pt idx="4348">
                  <c:v>1.2017255197359149</c:v>
                </c:pt>
                <c:pt idx="4349">
                  <c:v>0.87844760075285444</c:v>
                </c:pt>
                <c:pt idx="4350">
                  <c:v>0.50188152804152164</c:v>
                </c:pt>
                <c:pt idx="4351">
                  <c:v>0.45342542035229288</c:v>
                </c:pt>
                <c:pt idx="4352">
                  <c:v>0.26112900763994329</c:v>
                </c:pt>
                <c:pt idx="4353">
                  <c:v>0.34259023547485568</c:v>
                </c:pt>
                <c:pt idx="4354">
                  <c:v>0.25245464640921078</c:v>
                </c:pt>
                <c:pt idx="4355">
                  <c:v>5.218579779673508E-2</c:v>
                </c:pt>
                <c:pt idx="4356">
                  <c:v>0.22795477317680399</c:v>
                </c:pt>
                <c:pt idx="4357">
                  <c:v>-9.9884940938645528E-2</c:v>
                </c:pt>
                <c:pt idx="4358">
                  <c:v>-0.29670780180011369</c:v>
                </c:pt>
                <c:pt idx="4359">
                  <c:v>-7.4612298686056233E-2</c:v>
                </c:pt>
                <c:pt idx="4360">
                  <c:v>-0.175733935781622</c:v>
                </c:pt>
                <c:pt idx="4361">
                  <c:v>-0.30172605129416741</c:v>
                </c:pt>
                <c:pt idx="4362">
                  <c:v>-0.153242736196399</c:v>
                </c:pt>
                <c:pt idx="4363">
                  <c:v>-0.19966171867979579</c:v>
                </c:pt>
                <c:pt idx="4364">
                  <c:v>-0.1122461193118513</c:v>
                </c:pt>
                <c:pt idx="4365">
                  <c:v>-0.2646099967953866</c:v>
                </c:pt>
                <c:pt idx="4366">
                  <c:v>-0.25018632073455133</c:v>
                </c:pt>
                <c:pt idx="4367">
                  <c:v>-0.32160436326534919</c:v>
                </c:pt>
                <c:pt idx="4368">
                  <c:v>-0.35234208797486549</c:v>
                </c:pt>
                <c:pt idx="4369">
                  <c:v>-0.12475370920520699</c:v>
                </c:pt>
                <c:pt idx="4370">
                  <c:v>-0.20339760839161319</c:v>
                </c:pt>
                <c:pt idx="4371">
                  <c:v>-7.7085182034828836E-2</c:v>
                </c:pt>
                <c:pt idx="4372">
                  <c:v>0.1467751273628202</c:v>
                </c:pt>
                <c:pt idx="4373">
                  <c:v>0.14194042338949431</c:v>
                </c:pt>
                <c:pt idx="4374">
                  <c:v>0.1124802385514118</c:v>
                </c:pt>
                <c:pt idx="4375">
                  <c:v>0.1954967901973203</c:v>
                </c:pt>
                <c:pt idx="4376">
                  <c:v>0.1630744769682444</c:v>
                </c:pt>
                <c:pt idx="4377">
                  <c:v>0.14999510492062301</c:v>
                </c:pt>
                <c:pt idx="4378">
                  <c:v>0.2339182779892075</c:v>
                </c:pt>
                <c:pt idx="4379">
                  <c:v>-5.4946027532727669E-2</c:v>
                </c:pt>
                <c:pt idx="4380">
                  <c:v>-5.004647246461158E-2</c:v>
                </c:pt>
                <c:pt idx="4381">
                  <c:v>0.10702285155351481</c:v>
                </c:pt>
                <c:pt idx="4382">
                  <c:v>5.5042508702443538E-2</c:v>
                </c:pt>
                <c:pt idx="4383">
                  <c:v>-7.5867035161736915E-2</c:v>
                </c:pt>
                <c:pt idx="4384">
                  <c:v>-0.37317896596256739</c:v>
                </c:pt>
                <c:pt idx="4385">
                  <c:v>-0.47507653741038741</c:v>
                </c:pt>
                <c:pt idx="4386">
                  <c:v>-0.65979803512146318</c:v>
                </c:pt>
                <c:pt idx="4387">
                  <c:v>-0.75133492305306726</c:v>
                </c:pt>
                <c:pt idx="4388">
                  <c:v>-0.8477559670045357</c:v>
                </c:pt>
                <c:pt idx="4389">
                  <c:v>-1.0054723259853819</c:v>
                </c:pt>
                <c:pt idx="4390">
                  <c:v>-1.1072849340816791</c:v>
                </c:pt>
                <c:pt idx="4391">
                  <c:v>-1.127270524194304</c:v>
                </c:pt>
                <c:pt idx="4392">
                  <c:v>-1.070439221727276</c:v>
                </c:pt>
                <c:pt idx="4393">
                  <c:v>-0.85583230202909133</c:v>
                </c:pt>
                <c:pt idx="4394">
                  <c:v>-0.87088695573673591</c:v>
                </c:pt>
                <c:pt idx="4395">
                  <c:v>-0.97117673312484898</c:v>
                </c:pt>
                <c:pt idx="4396">
                  <c:v>-0.98208339994538374</c:v>
                </c:pt>
                <c:pt idx="4397">
                  <c:v>-0.68352345297476225</c:v>
                </c:pt>
                <c:pt idx="4398">
                  <c:v>-0.50464410707152563</c:v>
                </c:pt>
                <c:pt idx="4399">
                  <c:v>-0.18804703964712291</c:v>
                </c:pt>
                <c:pt idx="4400">
                  <c:v>-0.1531359085992566</c:v>
                </c:pt>
                <c:pt idx="4401">
                  <c:v>-7.8083397080459971E-2</c:v>
                </c:pt>
                <c:pt idx="4402">
                  <c:v>1.9153733868610859E-2</c:v>
                </c:pt>
                <c:pt idx="4403">
                  <c:v>0.2055247869778665</c:v>
                </c:pt>
                <c:pt idx="4404">
                  <c:v>0.31391493834281192</c:v>
                </c:pt>
                <c:pt idx="4405">
                  <c:v>0.43591040256109131</c:v>
                </c:pt>
                <c:pt idx="4406">
                  <c:v>0.58897160653940894</c:v>
                </c:pt>
                <c:pt idx="4407">
                  <c:v>0.58963735130015327</c:v>
                </c:pt>
                <c:pt idx="4408">
                  <c:v>0.82995357793501157</c:v>
                </c:pt>
                <c:pt idx="4409">
                  <c:v>1.07541208170076</c:v>
                </c:pt>
                <c:pt idx="4410">
                  <c:v>1.235192806440826</c:v>
                </c:pt>
                <c:pt idx="4411">
                  <c:v>1.149435630393606</c:v>
                </c:pt>
                <c:pt idx="4412">
                  <c:v>1.023858451891666</c:v>
                </c:pt>
                <c:pt idx="4413">
                  <c:v>1.0228720870827319</c:v>
                </c:pt>
                <c:pt idx="4414">
                  <c:v>1.0582179861454311</c:v>
                </c:pt>
                <c:pt idx="4415">
                  <c:v>0.99044895745434181</c:v>
                </c:pt>
                <c:pt idx="4416">
                  <c:v>0.92453788962669725</c:v>
                </c:pt>
                <c:pt idx="4417">
                  <c:v>0.527061877515968</c:v>
                </c:pt>
                <c:pt idx="4418">
                  <c:v>0.32363306886624899</c:v>
                </c:pt>
                <c:pt idx="4419">
                  <c:v>0.15609869071164939</c:v>
                </c:pt>
                <c:pt idx="4420">
                  <c:v>-5.039738608391283E-2</c:v>
                </c:pt>
                <c:pt idx="4421">
                  <c:v>-0.41373997954527858</c:v>
                </c:pt>
                <c:pt idx="4422">
                  <c:v>-0.53897842223615877</c:v>
                </c:pt>
                <c:pt idx="4423">
                  <c:v>-0.62962287239519599</c:v>
                </c:pt>
                <c:pt idx="4424">
                  <c:v>-0.67413658279276234</c:v>
                </c:pt>
                <c:pt idx="4425">
                  <c:v>-0.78596401778192881</c:v>
                </c:pt>
                <c:pt idx="4426">
                  <c:v>-0.67650044321683167</c:v>
                </c:pt>
                <c:pt idx="4427">
                  <c:v>-0.53504512243254176</c:v>
                </c:pt>
                <c:pt idx="4428">
                  <c:v>-0.65444850805242383</c:v>
                </c:pt>
                <c:pt idx="4429">
                  <c:v>-0.86188915154072943</c:v>
                </c:pt>
                <c:pt idx="4430">
                  <c:v>-0.96459295539487577</c:v>
                </c:pt>
                <c:pt idx="4431">
                  <c:v>-1.0118898569726511</c:v>
                </c:pt>
                <c:pt idx="4432">
                  <c:v>-1.0712174650121991</c:v>
                </c:pt>
                <c:pt idx="4433">
                  <c:v>-0.99843809354287494</c:v>
                </c:pt>
                <c:pt idx="4434">
                  <c:v>-0.85929032824573826</c:v>
                </c:pt>
                <c:pt idx="4435">
                  <c:v>-0.71061085590815465</c:v>
                </c:pt>
                <c:pt idx="4436">
                  <c:v>-0.81794741788161252</c:v>
                </c:pt>
                <c:pt idx="4437">
                  <c:v>-0.61845082602616774</c:v>
                </c:pt>
                <c:pt idx="4438">
                  <c:v>-0.49727300669744379</c:v>
                </c:pt>
                <c:pt idx="4439">
                  <c:v>-0.24656258966436739</c:v>
                </c:pt>
                <c:pt idx="4440">
                  <c:v>-5.8007558802669779E-2</c:v>
                </c:pt>
                <c:pt idx="4441">
                  <c:v>0.1135007728670938</c:v>
                </c:pt>
                <c:pt idx="4442">
                  <c:v>0.22704082746074011</c:v>
                </c:pt>
                <c:pt idx="4443">
                  <c:v>0.23334370797050891</c:v>
                </c:pt>
                <c:pt idx="4444">
                  <c:v>0.21575323862549539</c:v>
                </c:pt>
                <c:pt idx="4445">
                  <c:v>0.25288486236068752</c:v>
                </c:pt>
                <c:pt idx="4446">
                  <c:v>-8.0713161359697216E-4</c:v>
                </c:pt>
                <c:pt idx="4447">
                  <c:v>-3.8891077077363369E-2</c:v>
                </c:pt>
                <c:pt idx="4448">
                  <c:v>7.5113031599061908E-2</c:v>
                </c:pt>
                <c:pt idx="4449">
                  <c:v>0.34109276515675041</c:v>
                </c:pt>
                <c:pt idx="4450">
                  <c:v>0.2426999831818894</c:v>
                </c:pt>
                <c:pt idx="4451">
                  <c:v>0.2467928506914111</c:v>
                </c:pt>
                <c:pt idx="4452">
                  <c:v>0.51978428451212833</c:v>
                </c:pt>
                <c:pt idx="4453">
                  <c:v>0.55999453898708107</c:v>
                </c:pt>
                <c:pt idx="4454">
                  <c:v>0.44890395905953162</c:v>
                </c:pt>
                <c:pt idx="4455">
                  <c:v>0.23757243237745571</c:v>
                </c:pt>
                <c:pt idx="4456">
                  <c:v>0.25697686908095252</c:v>
                </c:pt>
                <c:pt idx="4457">
                  <c:v>0.34173141818554492</c:v>
                </c:pt>
                <c:pt idx="4458">
                  <c:v>0.52707301231464843</c:v>
                </c:pt>
                <c:pt idx="4459">
                  <c:v>0.34717661637004038</c:v>
                </c:pt>
                <c:pt idx="4460">
                  <c:v>0.22412424162211009</c:v>
                </c:pt>
                <c:pt idx="4461">
                  <c:v>0.2171476345293657</c:v>
                </c:pt>
                <c:pt idx="4462">
                  <c:v>0.1924364003026193</c:v>
                </c:pt>
                <c:pt idx="4463">
                  <c:v>4.0228203396402103E-2</c:v>
                </c:pt>
                <c:pt idx="4464">
                  <c:v>3.4744328447020019E-3</c:v>
                </c:pt>
                <c:pt idx="4465">
                  <c:v>2.94711930315079E-2</c:v>
                </c:pt>
                <c:pt idx="4466">
                  <c:v>0.1101013773515718</c:v>
                </c:pt>
                <c:pt idx="4467">
                  <c:v>0.17397354248599209</c:v>
                </c:pt>
                <c:pt idx="4468">
                  <c:v>0.16791706128451031</c:v>
                </c:pt>
                <c:pt idx="4469">
                  <c:v>0.60302979407501567</c:v>
                </c:pt>
                <c:pt idx="4470">
                  <c:v>1.044145366283848</c:v>
                </c:pt>
                <c:pt idx="4471">
                  <c:v>1.454919777535203</c:v>
                </c:pt>
                <c:pt idx="4472">
                  <c:v>1.0245212372383901</c:v>
                </c:pt>
                <c:pt idx="4473">
                  <c:v>0.6535026285225336</c:v>
                </c:pt>
                <c:pt idx="4474">
                  <c:v>0.58574482634956693</c:v>
                </c:pt>
                <c:pt idx="4475">
                  <c:v>1.4218419119178241</c:v>
                </c:pt>
                <c:pt idx="4476">
                  <c:v>1.838796896313031</c:v>
                </c:pt>
                <c:pt idx="4477">
                  <c:v>2.8180752446822321</c:v>
                </c:pt>
                <c:pt idx="4478">
                  <c:v>2.2618370021089458</c:v>
                </c:pt>
                <c:pt idx="4479">
                  <c:v>3.1750144617507541</c:v>
                </c:pt>
                <c:pt idx="4480">
                  <c:v>5.2514861015696317</c:v>
                </c:pt>
                <c:pt idx="4481">
                  <c:v>3.8192136329068158</c:v>
                </c:pt>
                <c:pt idx="4482">
                  <c:v>4.4168552228403666</c:v>
                </c:pt>
                <c:pt idx="4483">
                  <c:v>4.2268942284850661</c:v>
                </c:pt>
                <c:pt idx="4484">
                  <c:v>5.5737196832425147</c:v>
                </c:pt>
                <c:pt idx="4485">
                  <c:v>5.1968271699477651</c:v>
                </c:pt>
                <c:pt idx="4486">
                  <c:v>4.9905312834474378</c:v>
                </c:pt>
                <c:pt idx="4487">
                  <c:v>5.2035913435080152</c:v>
                </c:pt>
                <c:pt idx="4488">
                  <c:v>4.4636857490970314</c:v>
                </c:pt>
                <c:pt idx="4489">
                  <c:v>2.926414505108633</c:v>
                </c:pt>
                <c:pt idx="4490">
                  <c:v>2.4243934912664691</c:v>
                </c:pt>
                <c:pt idx="4491">
                  <c:v>2.5848049410726759</c:v>
                </c:pt>
                <c:pt idx="4492">
                  <c:v>2.820571966628048</c:v>
                </c:pt>
                <c:pt idx="4493">
                  <c:v>2.9640229336859831</c:v>
                </c:pt>
                <c:pt idx="4494">
                  <c:v>3.503674144553182</c:v>
                </c:pt>
                <c:pt idx="4495">
                  <c:v>2.9516789730585491</c:v>
                </c:pt>
                <c:pt idx="4496">
                  <c:v>2.9665985958101611</c:v>
                </c:pt>
                <c:pt idx="4497">
                  <c:v>1.9977130783899739</c:v>
                </c:pt>
                <c:pt idx="4498">
                  <c:v>2.001624436073516</c:v>
                </c:pt>
                <c:pt idx="4499">
                  <c:v>1.0366855947144771</c:v>
                </c:pt>
                <c:pt idx="4500">
                  <c:v>-1.133829352443237</c:v>
                </c:pt>
                <c:pt idx="4501">
                  <c:v>9.7404408417752761E-2</c:v>
                </c:pt>
                <c:pt idx="4502">
                  <c:v>-0.54393715613393301</c:v>
                </c:pt>
                <c:pt idx="4503">
                  <c:v>-0.14128790568877331</c:v>
                </c:pt>
                <c:pt idx="4504">
                  <c:v>-1.554415934376665</c:v>
                </c:pt>
                <c:pt idx="4505">
                  <c:v>-1.4199589305577771</c:v>
                </c:pt>
                <c:pt idx="4506">
                  <c:v>-1.3806620171554409</c:v>
                </c:pt>
                <c:pt idx="4507">
                  <c:v>-1.4902171736785019</c:v>
                </c:pt>
                <c:pt idx="4508">
                  <c:v>-0.60246139019107547</c:v>
                </c:pt>
                <c:pt idx="4509">
                  <c:v>1.51593260314779</c:v>
                </c:pt>
                <c:pt idx="4510">
                  <c:v>1.7961966721112641</c:v>
                </c:pt>
                <c:pt idx="4511">
                  <c:v>0.78385384493948973</c:v>
                </c:pt>
                <c:pt idx="4512">
                  <c:v>0.33091359323437991</c:v>
                </c:pt>
                <c:pt idx="4513">
                  <c:v>0.21544059731646401</c:v>
                </c:pt>
                <c:pt idx="4514">
                  <c:v>6.7107553660768718E-2</c:v>
                </c:pt>
                <c:pt idx="4515">
                  <c:v>-8.5510102302354909E-2</c:v>
                </c:pt>
                <c:pt idx="4516">
                  <c:v>-0.13140143556395531</c:v>
                </c:pt>
                <c:pt idx="4517">
                  <c:v>0.27871335165172478</c:v>
                </c:pt>
                <c:pt idx="4518">
                  <c:v>0.29195636951512749</c:v>
                </c:pt>
                <c:pt idx="4519">
                  <c:v>0.52887808937034742</c:v>
                </c:pt>
                <c:pt idx="4520">
                  <c:v>1.1770962498919031</c:v>
                </c:pt>
                <c:pt idx="4521">
                  <c:v>1.443435316393145</c:v>
                </c:pt>
                <c:pt idx="4522">
                  <c:v>1.507503452236846</c:v>
                </c:pt>
                <c:pt idx="4523">
                  <c:v>1.104693700233021</c:v>
                </c:pt>
                <c:pt idx="4524">
                  <c:v>0.934746091945863</c:v>
                </c:pt>
                <c:pt idx="4525">
                  <c:v>0.89463752090257798</c:v>
                </c:pt>
                <c:pt idx="4526">
                  <c:v>0.83245914603482607</c:v>
                </c:pt>
                <c:pt idx="4527">
                  <c:v>0.34590712456987133</c:v>
                </c:pt>
                <c:pt idx="4528">
                  <c:v>4.4060470001803943E-2</c:v>
                </c:pt>
                <c:pt idx="4529">
                  <c:v>-1.407223651323612</c:v>
                </c:pt>
                <c:pt idx="4530">
                  <c:v>-1.754190626469615</c:v>
                </c:pt>
                <c:pt idx="4531">
                  <c:v>-1.249301268993539</c:v>
                </c:pt>
                <c:pt idx="4532">
                  <c:v>-0.73578837750923753</c:v>
                </c:pt>
                <c:pt idx="4533">
                  <c:v>-0.51958209502937736</c:v>
                </c:pt>
                <c:pt idx="4534">
                  <c:v>-0.97700103144512218</c:v>
                </c:pt>
                <c:pt idx="4535">
                  <c:v>-1.253904684669009</c:v>
                </c:pt>
                <c:pt idx="4536">
                  <c:v>-1.904329865956135</c:v>
                </c:pt>
                <c:pt idx="4537">
                  <c:v>-2.0148027696189779</c:v>
                </c:pt>
                <c:pt idx="4538">
                  <c:v>-2.0581864768477161</c:v>
                </c:pt>
                <c:pt idx="4539">
                  <c:v>-2.1627004263469152</c:v>
                </c:pt>
                <c:pt idx="4540">
                  <c:v>-2.289555857934523</c:v>
                </c:pt>
                <c:pt idx="4541">
                  <c:v>-2.6575008419879151</c:v>
                </c:pt>
                <c:pt idx="4542">
                  <c:v>-2.1441609725592379</c:v>
                </c:pt>
                <c:pt idx="4543">
                  <c:v>-1.767782476818921</c:v>
                </c:pt>
                <c:pt idx="4544">
                  <c:v>-1.6095007637291521</c:v>
                </c:pt>
                <c:pt idx="4545">
                  <c:v>-1.399051161010457</c:v>
                </c:pt>
                <c:pt idx="4546">
                  <c:v>-1.041631024147019</c:v>
                </c:pt>
                <c:pt idx="4547">
                  <c:v>-0.82740901103992215</c:v>
                </c:pt>
                <c:pt idx="4548">
                  <c:v>-0.98334476644179902</c:v>
                </c:pt>
                <c:pt idx="4549">
                  <c:v>-0.84274241900650215</c:v>
                </c:pt>
                <c:pt idx="4550">
                  <c:v>-0.29519299471358063</c:v>
                </c:pt>
                <c:pt idx="4551">
                  <c:v>-0.14424319277709979</c:v>
                </c:pt>
                <c:pt idx="4552">
                  <c:v>2.4135981912022102E-3</c:v>
                </c:pt>
                <c:pt idx="4553">
                  <c:v>-0.19414495105943341</c:v>
                </c:pt>
                <c:pt idx="4554">
                  <c:v>-0.117432930398332</c:v>
                </c:pt>
                <c:pt idx="4555">
                  <c:v>4.5293184471552922E-2</c:v>
                </c:pt>
                <c:pt idx="4556">
                  <c:v>0.33803412290944229</c:v>
                </c:pt>
                <c:pt idx="4557">
                  <c:v>0.19862899707928561</c:v>
                </c:pt>
                <c:pt idx="4558">
                  <c:v>0.39280912634124648</c:v>
                </c:pt>
                <c:pt idx="4559">
                  <c:v>0.60943804985566852</c:v>
                </c:pt>
                <c:pt idx="4560">
                  <c:v>0.63716069592089286</c:v>
                </c:pt>
                <c:pt idx="4561">
                  <c:v>0.62192275259673779</c:v>
                </c:pt>
                <c:pt idx="4562">
                  <c:v>0.15036147120991039</c:v>
                </c:pt>
                <c:pt idx="4563">
                  <c:v>4.7144931817160356E-3</c:v>
                </c:pt>
                <c:pt idx="4564">
                  <c:v>0.21960470533502119</c:v>
                </c:pt>
                <c:pt idx="4565">
                  <c:v>-2.4176277291153979E-2</c:v>
                </c:pt>
                <c:pt idx="4566">
                  <c:v>-0.27400748033186462</c:v>
                </c:pt>
                <c:pt idx="4567">
                  <c:v>-0.34741221098102731</c:v>
                </c:pt>
                <c:pt idx="4568">
                  <c:v>-0.25888629488874187</c:v>
                </c:pt>
                <c:pt idx="4569">
                  <c:v>-0.31491480127371141</c:v>
                </c:pt>
                <c:pt idx="4570">
                  <c:v>-0.70584882341180588</c:v>
                </c:pt>
                <c:pt idx="4571">
                  <c:v>-0.50998624593196185</c:v>
                </c:pt>
                <c:pt idx="4572">
                  <c:v>-0.7360633625025268</c:v>
                </c:pt>
                <c:pt idx="4573">
                  <c:v>-0.76883204593197851</c:v>
                </c:pt>
                <c:pt idx="4574">
                  <c:v>-0.71814796704874739</c:v>
                </c:pt>
                <c:pt idx="4575">
                  <c:v>-0.53185784769256172</c:v>
                </c:pt>
                <c:pt idx="4576">
                  <c:v>-0.43529500565587242</c:v>
                </c:pt>
                <c:pt idx="4577">
                  <c:v>-0.40784752902907367</c:v>
                </c:pt>
                <c:pt idx="4578">
                  <c:v>-0.22095739656665581</c:v>
                </c:pt>
                <c:pt idx="4579">
                  <c:v>-0.2272198921597787</c:v>
                </c:pt>
                <c:pt idx="4580">
                  <c:v>-0.34052797527911433</c:v>
                </c:pt>
                <c:pt idx="4581">
                  <c:v>-0.30180851898889538</c:v>
                </c:pt>
                <c:pt idx="4582">
                  <c:v>-0.1377769966908417</c:v>
                </c:pt>
                <c:pt idx="4583">
                  <c:v>-0.19338206945584049</c:v>
                </c:pt>
                <c:pt idx="4584">
                  <c:v>-0.25645031578328731</c:v>
                </c:pt>
                <c:pt idx="4585">
                  <c:v>7.1397182157739714E-4</c:v>
                </c:pt>
                <c:pt idx="4586">
                  <c:v>4.4615317631359619E-3</c:v>
                </c:pt>
                <c:pt idx="4587">
                  <c:v>0.1722348250298664</c:v>
                </c:pt>
                <c:pt idx="4588">
                  <c:v>0.36933190199104771</c:v>
                </c:pt>
                <c:pt idx="4589">
                  <c:v>0.43856023629525942</c:v>
                </c:pt>
                <c:pt idx="4590">
                  <c:v>0.73685056621480927</c:v>
                </c:pt>
                <c:pt idx="4591">
                  <c:v>0.71263912407862262</c:v>
                </c:pt>
                <c:pt idx="4592">
                  <c:v>0.6061843468537137</c:v>
                </c:pt>
                <c:pt idx="4593">
                  <c:v>0.61388768422451634</c:v>
                </c:pt>
                <c:pt idx="4594">
                  <c:v>0.61786379945283842</c:v>
                </c:pt>
                <c:pt idx="4595">
                  <c:v>0.80618358295824433</c:v>
                </c:pt>
                <c:pt idx="4596">
                  <c:v>0.90080967568813575</c:v>
                </c:pt>
                <c:pt idx="4597">
                  <c:v>0.60532270355890871</c:v>
                </c:pt>
                <c:pt idx="4598">
                  <c:v>0.49943070134103401</c:v>
                </c:pt>
                <c:pt idx="4599">
                  <c:v>0.1107703678100362</c:v>
                </c:pt>
                <c:pt idx="4600">
                  <c:v>0.1204361219400792</c:v>
                </c:pt>
                <c:pt idx="4601">
                  <c:v>7.2661174932882225E-2</c:v>
                </c:pt>
                <c:pt idx="4602">
                  <c:v>-0.15165415108019081</c:v>
                </c:pt>
                <c:pt idx="4603">
                  <c:v>0.10552198486948849</c:v>
                </c:pt>
                <c:pt idx="4604">
                  <c:v>-9.5899481150463872E-2</c:v>
                </c:pt>
                <c:pt idx="4605">
                  <c:v>-0.1876772822706762</c:v>
                </c:pt>
                <c:pt idx="4606">
                  <c:v>-0.21420629819406201</c:v>
                </c:pt>
                <c:pt idx="4607">
                  <c:v>-0.30581721486689628</c:v>
                </c:pt>
                <c:pt idx="4608">
                  <c:v>-0.46237420610091212</c:v>
                </c:pt>
                <c:pt idx="4609">
                  <c:v>-0.29357922757814531</c:v>
                </c:pt>
                <c:pt idx="4610">
                  <c:v>-0.45724532914837251</c:v>
                </c:pt>
                <c:pt idx="4611">
                  <c:v>-0.42158650070636899</c:v>
                </c:pt>
                <c:pt idx="4612">
                  <c:v>7.612154497346367E-2</c:v>
                </c:pt>
                <c:pt idx="4613">
                  <c:v>0.14566183628547261</c:v>
                </c:pt>
                <c:pt idx="4614">
                  <c:v>0.43183842027200542</c:v>
                </c:pt>
                <c:pt idx="4615">
                  <c:v>0.2466589811909079</c:v>
                </c:pt>
                <c:pt idx="4616">
                  <c:v>0.18135577392082899</c:v>
                </c:pt>
                <c:pt idx="4617">
                  <c:v>0.70421413441963898</c:v>
                </c:pt>
                <c:pt idx="4618">
                  <c:v>0.80339672524899319</c:v>
                </c:pt>
                <c:pt idx="4619">
                  <c:v>0.93851451298937916</c:v>
                </c:pt>
                <c:pt idx="4620">
                  <c:v>0.98881604581765759</c:v>
                </c:pt>
                <c:pt idx="4621">
                  <c:v>1.1745220011429001</c:v>
                </c:pt>
                <c:pt idx="4622">
                  <c:v>1.026766253377291</c:v>
                </c:pt>
                <c:pt idx="4623">
                  <c:v>0.72631972083477281</c:v>
                </c:pt>
                <c:pt idx="4624">
                  <c:v>0.94305850316275996</c:v>
                </c:pt>
                <c:pt idx="4625">
                  <c:v>0.82836492878101475</c:v>
                </c:pt>
                <c:pt idx="4626">
                  <c:v>0.69600449954560217</c:v>
                </c:pt>
                <c:pt idx="4627">
                  <c:v>0.73328248650344685</c:v>
                </c:pt>
                <c:pt idx="4628">
                  <c:v>0.72747574167901152</c:v>
                </c:pt>
                <c:pt idx="4629">
                  <c:v>0.86728020293409391</c:v>
                </c:pt>
                <c:pt idx="4630">
                  <c:v>0.92299587953772466</c:v>
                </c:pt>
                <c:pt idx="4631">
                  <c:v>0.59149565051082831</c:v>
                </c:pt>
                <c:pt idx="4632">
                  <c:v>6.1440695473176342E-2</c:v>
                </c:pt>
                <c:pt idx="4633">
                  <c:v>0.13253974505067059</c:v>
                </c:pt>
                <c:pt idx="4634">
                  <c:v>-0.15781135183715719</c:v>
                </c:pt>
                <c:pt idx="4635">
                  <c:v>2.773712294760837E-2</c:v>
                </c:pt>
                <c:pt idx="4636">
                  <c:v>6.8354659484839209E-2</c:v>
                </c:pt>
                <c:pt idx="4637">
                  <c:v>-0.1192506980398008</c:v>
                </c:pt>
                <c:pt idx="4638">
                  <c:v>-7.706621118849806E-2</c:v>
                </c:pt>
                <c:pt idx="4639">
                  <c:v>6.3517151607679637E-2</c:v>
                </c:pt>
                <c:pt idx="4640">
                  <c:v>7.859527560087283E-2</c:v>
                </c:pt>
                <c:pt idx="4641">
                  <c:v>-0.1065065391432812</c:v>
                </c:pt>
                <c:pt idx="4642">
                  <c:v>-5.1718769697163297E-2</c:v>
                </c:pt>
                <c:pt idx="4643">
                  <c:v>-0.27012152434345338</c:v>
                </c:pt>
                <c:pt idx="4644">
                  <c:v>-0.50044593761596268</c:v>
                </c:pt>
                <c:pt idx="4645">
                  <c:v>-1.0106977603217571</c:v>
                </c:pt>
                <c:pt idx="4646">
                  <c:v>-0.71733363765064384</c:v>
                </c:pt>
                <c:pt idx="4647">
                  <c:v>-0.5823543094816146</c:v>
                </c:pt>
                <c:pt idx="4648">
                  <c:v>-0.45638822771223397</c:v>
                </c:pt>
                <c:pt idx="4649">
                  <c:v>-0.50926396725462852</c:v>
                </c:pt>
                <c:pt idx="4650">
                  <c:v>-0.64541810312697734</c:v>
                </c:pt>
                <c:pt idx="4651">
                  <c:v>-0.59579750745792059</c:v>
                </c:pt>
                <c:pt idx="4652">
                  <c:v>-0.54037506719454775</c:v>
                </c:pt>
                <c:pt idx="4653">
                  <c:v>-0.52664695993219013</c:v>
                </c:pt>
                <c:pt idx="4654">
                  <c:v>-0.4276480620574718</c:v>
                </c:pt>
                <c:pt idx="4655">
                  <c:v>-0.47554584766092373</c:v>
                </c:pt>
                <c:pt idx="4656">
                  <c:v>-0.53112067077171032</c:v>
                </c:pt>
                <c:pt idx="4657">
                  <c:v>-0.68022446497865474</c:v>
                </c:pt>
                <c:pt idx="4658">
                  <c:v>-0.93077937941332101</c:v>
                </c:pt>
                <c:pt idx="4659">
                  <c:v>-1.000420641421133</c:v>
                </c:pt>
                <c:pt idx="4660">
                  <c:v>-1.0191771058005681</c:v>
                </c:pt>
                <c:pt idx="4661">
                  <c:v>-1.2138350726186871</c:v>
                </c:pt>
                <c:pt idx="4662">
                  <c:v>-1.2434945143957861</c:v>
                </c:pt>
                <c:pt idx="4663">
                  <c:v>-1.204883573061958</c:v>
                </c:pt>
                <c:pt idx="4664">
                  <c:v>-1.0381639164627861</c:v>
                </c:pt>
                <c:pt idx="4665">
                  <c:v>-0.58402776645287047</c:v>
                </c:pt>
                <c:pt idx="4666">
                  <c:v>-0.74209987508502506</c:v>
                </c:pt>
                <c:pt idx="4667">
                  <c:v>-0.81057875719113692</c:v>
                </c:pt>
                <c:pt idx="4668">
                  <c:v>-1.005935694808479</c:v>
                </c:pt>
                <c:pt idx="4669">
                  <c:v>-1.19717990272033</c:v>
                </c:pt>
                <c:pt idx="4670">
                  <c:v>-1.084530276796573</c:v>
                </c:pt>
                <c:pt idx="4671">
                  <c:v>-1.0543482302111711</c:v>
                </c:pt>
                <c:pt idx="4672">
                  <c:v>-0.92976597096516189</c:v>
                </c:pt>
                <c:pt idx="4673">
                  <c:v>-1.0477818295944541</c:v>
                </c:pt>
                <c:pt idx="4674">
                  <c:v>-1.090966270490229</c:v>
                </c:pt>
                <c:pt idx="4675">
                  <c:v>-1.0714226793203909</c:v>
                </c:pt>
                <c:pt idx="4676">
                  <c:v>-1.092465710298552</c:v>
                </c:pt>
                <c:pt idx="4677">
                  <c:v>-1.0241956635196741</c:v>
                </c:pt>
                <c:pt idx="4678">
                  <c:v>-0.84949361427635051</c:v>
                </c:pt>
                <c:pt idx="4679">
                  <c:v>-0.92938080490995667</c:v>
                </c:pt>
                <c:pt idx="4680">
                  <c:v>-0.9699680725262535</c:v>
                </c:pt>
                <c:pt idx="4681">
                  <c:v>-0.76785761988599466</c:v>
                </c:pt>
                <c:pt idx="4682">
                  <c:v>-0.31071026310361938</c:v>
                </c:pt>
                <c:pt idx="4683">
                  <c:v>2.9568822073551059E-2</c:v>
                </c:pt>
                <c:pt idx="4684">
                  <c:v>0.2379459788254068</c:v>
                </c:pt>
                <c:pt idx="4685">
                  <c:v>0.4345926225999821</c:v>
                </c:pt>
                <c:pt idx="4686">
                  <c:v>0.79706505332737987</c:v>
                </c:pt>
                <c:pt idx="4687">
                  <c:v>0.62524111725001696</c:v>
                </c:pt>
                <c:pt idx="4688">
                  <c:v>0.60556273354695256</c:v>
                </c:pt>
                <c:pt idx="4689">
                  <c:v>0.57824454593774455</c:v>
                </c:pt>
                <c:pt idx="4690">
                  <c:v>0.68336168127794383</c:v>
                </c:pt>
                <c:pt idx="4691">
                  <c:v>0.70958466199106718</c:v>
                </c:pt>
                <c:pt idx="4692">
                  <c:v>0.68949426842300865</c:v>
                </c:pt>
                <c:pt idx="4693">
                  <c:v>0.75602059997520321</c:v>
                </c:pt>
                <c:pt idx="4694">
                  <c:v>0.82530604716706824</c:v>
                </c:pt>
                <c:pt idx="4695">
                  <c:v>0.97914327773721499</c:v>
                </c:pt>
                <c:pt idx="4696">
                  <c:v>0.92524161867655519</c:v>
                </c:pt>
                <c:pt idx="4697">
                  <c:v>0.94745345970956096</c:v>
                </c:pt>
                <c:pt idx="4698">
                  <c:v>0.81480693360020118</c:v>
                </c:pt>
                <c:pt idx="4699">
                  <c:v>0.93707492574491147</c:v>
                </c:pt>
                <c:pt idx="4700">
                  <c:v>0.90884211901993384</c:v>
                </c:pt>
                <c:pt idx="4701">
                  <c:v>0.74825232253993856</c:v>
                </c:pt>
                <c:pt idx="4702">
                  <c:v>0.33401371699260829</c:v>
                </c:pt>
                <c:pt idx="4703">
                  <c:v>0.32171278109337481</c:v>
                </c:pt>
                <c:pt idx="4704">
                  <c:v>0.11767575209995509</c:v>
                </c:pt>
                <c:pt idx="4705">
                  <c:v>1.0204470247723609E-2</c:v>
                </c:pt>
                <c:pt idx="4706">
                  <c:v>-0.17874344089124139</c:v>
                </c:pt>
                <c:pt idx="4707">
                  <c:v>-0.118242275914722</c:v>
                </c:pt>
                <c:pt idx="4708">
                  <c:v>-8.6719962768355183E-2</c:v>
                </c:pt>
                <c:pt idx="4709">
                  <c:v>0.1005816889501947</c:v>
                </c:pt>
                <c:pt idx="4710">
                  <c:v>0.14674458412164679</c:v>
                </c:pt>
                <c:pt idx="4711">
                  <c:v>0.16938100149761859</c:v>
                </c:pt>
                <c:pt idx="4712">
                  <c:v>0.17649985682657651</c:v>
                </c:pt>
                <c:pt idx="4713">
                  <c:v>0.59361264990637219</c:v>
                </c:pt>
                <c:pt idx="4714">
                  <c:v>0.29462554769173172</c:v>
                </c:pt>
                <c:pt idx="4715">
                  <c:v>6.4092888603140871E-2</c:v>
                </c:pt>
                <c:pt idx="4716">
                  <c:v>0.39886591498751739</c:v>
                </c:pt>
                <c:pt idx="4717">
                  <c:v>0.60669118625473806</c:v>
                </c:pt>
                <c:pt idx="4718">
                  <c:v>0.75725571753335197</c:v>
                </c:pt>
                <c:pt idx="4719">
                  <c:v>0.97283003243433941</c:v>
                </c:pt>
                <c:pt idx="4720">
                  <c:v>1.1976396912057961</c:v>
                </c:pt>
                <c:pt idx="4721">
                  <c:v>1.0364944286519251</c:v>
                </c:pt>
                <c:pt idx="4722">
                  <c:v>1.138557951757954</c:v>
                </c:pt>
                <c:pt idx="4723">
                  <c:v>1.397569201253315</c:v>
                </c:pt>
                <c:pt idx="4724">
                  <c:v>1.5650499820394601</c:v>
                </c:pt>
                <c:pt idx="4725">
                  <c:v>1.440121706448817</c:v>
                </c:pt>
                <c:pt idx="4726">
                  <c:v>0.99948284600348014</c:v>
                </c:pt>
                <c:pt idx="4727">
                  <c:v>1.0765876571284461</c:v>
                </c:pt>
                <c:pt idx="4728">
                  <c:v>1.234303167634313</c:v>
                </c:pt>
                <c:pt idx="4729">
                  <c:v>1.070867384810541</c:v>
                </c:pt>
                <c:pt idx="4730">
                  <c:v>0.97708560382074239</c:v>
                </c:pt>
                <c:pt idx="4731">
                  <c:v>0.83943833287560421</c:v>
                </c:pt>
                <c:pt idx="4732">
                  <c:v>0.79978191882950955</c:v>
                </c:pt>
                <c:pt idx="4733">
                  <c:v>0.53699544759417728</c:v>
                </c:pt>
                <c:pt idx="4734">
                  <c:v>0.80694422243536879</c:v>
                </c:pt>
                <c:pt idx="4735">
                  <c:v>0.95769002353556099</c:v>
                </c:pt>
                <c:pt idx="4736">
                  <c:v>0.89359942334428821</c:v>
                </c:pt>
                <c:pt idx="4737">
                  <c:v>0.78020094118323691</c:v>
                </c:pt>
                <c:pt idx="4738">
                  <c:v>0.87359641071061411</c:v>
                </c:pt>
                <c:pt idx="4739">
                  <c:v>0.56084033249266818</c:v>
                </c:pt>
                <c:pt idx="4740">
                  <c:v>0.26208892211539869</c:v>
                </c:pt>
                <c:pt idx="4741">
                  <c:v>0.6615719980362752</c:v>
                </c:pt>
                <c:pt idx="4742">
                  <c:v>0.61705101306766286</c:v>
                </c:pt>
                <c:pt idx="4743">
                  <c:v>0.24914054136796179</c:v>
                </c:pt>
                <c:pt idx="4744">
                  <c:v>0.12303241310405839</c:v>
                </c:pt>
                <c:pt idx="4745">
                  <c:v>8.4885527437153607E-2</c:v>
                </c:pt>
                <c:pt idx="4746">
                  <c:v>0.51482607625118859</c:v>
                </c:pt>
                <c:pt idx="4747">
                  <c:v>0.50088350462149567</c:v>
                </c:pt>
                <c:pt idx="4748">
                  <c:v>0.50258142746069068</c:v>
                </c:pt>
                <c:pt idx="4749">
                  <c:v>0.5085030069230555</c:v>
                </c:pt>
                <c:pt idx="4750">
                  <c:v>0.26914430962628128</c:v>
                </c:pt>
                <c:pt idx="4751">
                  <c:v>0.23728781712846439</c:v>
                </c:pt>
                <c:pt idx="4752">
                  <c:v>7.8917476843526083E-2</c:v>
                </c:pt>
                <c:pt idx="4753">
                  <c:v>-3.6035274712106782E-2</c:v>
                </c:pt>
                <c:pt idx="4754">
                  <c:v>-0.31242666991682438</c:v>
                </c:pt>
                <c:pt idx="4755">
                  <c:v>-0.56752915235531509</c:v>
                </c:pt>
                <c:pt idx="4756">
                  <c:v>-0.75889973323668414</c:v>
                </c:pt>
                <c:pt idx="4757">
                  <c:v>-0.79485724674240099</c:v>
                </c:pt>
                <c:pt idx="4758">
                  <c:v>-1.0669951393147461</c:v>
                </c:pt>
                <c:pt idx="4759">
                  <c:v>-1.0243273031262909</c:v>
                </c:pt>
                <c:pt idx="4760">
                  <c:v>-0.81068208660443497</c:v>
                </c:pt>
                <c:pt idx="4761">
                  <c:v>-0.77469241911132602</c:v>
                </c:pt>
                <c:pt idx="4762">
                  <c:v>-0.57522782440664721</c:v>
                </c:pt>
                <c:pt idx="4763">
                  <c:v>-0.69365907797343185</c:v>
                </c:pt>
                <c:pt idx="4764">
                  <c:v>-0.87248144071870437</c:v>
                </c:pt>
                <c:pt idx="4765">
                  <c:v>-0.86974701482402195</c:v>
                </c:pt>
                <c:pt idx="4766">
                  <c:v>-1.021964178500359</c:v>
                </c:pt>
                <c:pt idx="4767">
                  <c:v>-1.058259836435731</c:v>
                </c:pt>
                <c:pt idx="4768">
                  <c:v>-1.012719392519619</c:v>
                </c:pt>
                <c:pt idx="4769">
                  <c:v>-0.89078031994281426</c:v>
                </c:pt>
                <c:pt idx="4770">
                  <c:v>-0.71838191605292023</c:v>
                </c:pt>
                <c:pt idx="4771">
                  <c:v>-0.58104080217728538</c:v>
                </c:pt>
                <c:pt idx="4772">
                  <c:v>-0.38712969625345711</c:v>
                </c:pt>
                <c:pt idx="4773">
                  <c:v>-0.34977602225758281</c:v>
                </c:pt>
                <c:pt idx="4774">
                  <c:v>-0.2346780747309056</c:v>
                </c:pt>
                <c:pt idx="4775">
                  <c:v>-0.15106145794448059</c:v>
                </c:pt>
                <c:pt idx="4776">
                  <c:v>-6.9242348652005181E-2</c:v>
                </c:pt>
                <c:pt idx="4777">
                  <c:v>-0.16355204278013569</c:v>
                </c:pt>
                <c:pt idx="4778">
                  <c:v>-0.14186535547704801</c:v>
                </c:pt>
                <c:pt idx="4779">
                  <c:v>-0.2104305029590807</c:v>
                </c:pt>
                <c:pt idx="4780">
                  <c:v>-0.4119036873786513</c:v>
                </c:pt>
                <c:pt idx="4781">
                  <c:v>-0.43982996228189519</c:v>
                </c:pt>
                <c:pt idx="4782">
                  <c:v>-0.67953342826318941</c:v>
                </c:pt>
                <c:pt idx="4783">
                  <c:v>-0.67944239670260487</c:v>
                </c:pt>
                <c:pt idx="4784">
                  <c:v>-0.66304507062336004</c:v>
                </c:pt>
                <c:pt idx="4785">
                  <c:v>-0.48673772008560312</c:v>
                </c:pt>
                <c:pt idx="4786">
                  <c:v>-0.50062230367593441</c:v>
                </c:pt>
                <c:pt idx="4787">
                  <c:v>-0.45312515845929252</c:v>
                </c:pt>
                <c:pt idx="4788">
                  <c:v>-0.53663105879484985</c:v>
                </c:pt>
                <c:pt idx="4789">
                  <c:v>-0.46415240810148151</c:v>
                </c:pt>
                <c:pt idx="4790">
                  <c:v>-0.49987054933466291</c:v>
                </c:pt>
                <c:pt idx="4791">
                  <c:v>-0.47403996620323929</c:v>
                </c:pt>
                <c:pt idx="4792">
                  <c:v>-0.57632805131931208</c:v>
                </c:pt>
                <c:pt idx="4793">
                  <c:v>-0.56191669377498743</c:v>
                </c:pt>
                <c:pt idx="4794">
                  <c:v>-0.3883824493549774</c:v>
                </c:pt>
                <c:pt idx="4795">
                  <c:v>-0.46346978911644698</c:v>
                </c:pt>
                <c:pt idx="4796">
                  <c:v>-0.50534924138511683</c:v>
                </c:pt>
                <c:pt idx="4797">
                  <c:v>-0.54948199466444636</c:v>
                </c:pt>
                <c:pt idx="4798">
                  <c:v>-0.60400752830560112</c:v>
                </c:pt>
                <c:pt idx="4799">
                  <c:v>-0.493497044091952</c:v>
                </c:pt>
                <c:pt idx="4800">
                  <c:v>-0.41542072798479951</c:v>
                </c:pt>
                <c:pt idx="4801">
                  <c:v>-0.45607811566550449</c:v>
                </c:pt>
                <c:pt idx="4802">
                  <c:v>-0.19659851718014151</c:v>
                </c:pt>
                <c:pt idx="4803">
                  <c:v>1.9425856900827841E-2</c:v>
                </c:pt>
                <c:pt idx="4804">
                  <c:v>0.13783886592266351</c:v>
                </c:pt>
                <c:pt idx="4805">
                  <c:v>0.2164441438659456</c:v>
                </c:pt>
                <c:pt idx="4806">
                  <c:v>0.45089832522696799</c:v>
                </c:pt>
                <c:pt idx="4807">
                  <c:v>0.47853996200852839</c:v>
                </c:pt>
                <c:pt idx="4808">
                  <c:v>0.50686933372674015</c:v>
                </c:pt>
                <c:pt idx="4809">
                  <c:v>0.38464125470813321</c:v>
                </c:pt>
                <c:pt idx="4810">
                  <c:v>0.44538561276307059</c:v>
                </c:pt>
                <c:pt idx="4811">
                  <c:v>0.20194382451176651</c:v>
                </c:pt>
                <c:pt idx="4812">
                  <c:v>0.30800726944723228</c:v>
                </c:pt>
                <c:pt idx="4813">
                  <c:v>0.17398714185903749</c:v>
                </c:pt>
                <c:pt idx="4814">
                  <c:v>0.20985621613236549</c:v>
                </c:pt>
                <c:pt idx="4815">
                  <c:v>0.30129724327570051</c:v>
                </c:pt>
                <c:pt idx="4816">
                  <c:v>0.28411941267342739</c:v>
                </c:pt>
                <c:pt idx="4817">
                  <c:v>0.32965694515332389</c:v>
                </c:pt>
                <c:pt idx="4818">
                  <c:v>0.52062779669367287</c:v>
                </c:pt>
                <c:pt idx="4819">
                  <c:v>0.58288658222430401</c:v>
                </c:pt>
                <c:pt idx="4820">
                  <c:v>0.65915645514157284</c:v>
                </c:pt>
                <c:pt idx="4821">
                  <c:v>0.65676054243364845</c:v>
                </c:pt>
                <c:pt idx="4822">
                  <c:v>0.31889383555894862</c:v>
                </c:pt>
                <c:pt idx="4823">
                  <c:v>0.50357220020762505</c:v>
                </c:pt>
                <c:pt idx="4824">
                  <c:v>0.55286479973060587</c:v>
                </c:pt>
                <c:pt idx="4825">
                  <c:v>0.60808163932661563</c:v>
                </c:pt>
                <c:pt idx="4826">
                  <c:v>0.35544294017083139</c:v>
                </c:pt>
                <c:pt idx="4827">
                  <c:v>0.39163358907885409</c:v>
                </c:pt>
                <c:pt idx="4828">
                  <c:v>0.42014942680399958</c:v>
                </c:pt>
                <c:pt idx="4829">
                  <c:v>0.54207538823701062</c:v>
                </c:pt>
                <c:pt idx="4830">
                  <c:v>0.41937591455293621</c:v>
                </c:pt>
                <c:pt idx="4831">
                  <c:v>0.64342158898856838</c:v>
                </c:pt>
                <c:pt idx="4832">
                  <c:v>0.6773584145803252</c:v>
                </c:pt>
                <c:pt idx="4833">
                  <c:v>0.80954797969027148</c:v>
                </c:pt>
                <c:pt idx="4834">
                  <c:v>0.73855690787077277</c:v>
                </c:pt>
                <c:pt idx="4835">
                  <c:v>0.76513795122119743</c:v>
                </c:pt>
                <c:pt idx="4836">
                  <c:v>0.97651318863314962</c:v>
                </c:pt>
                <c:pt idx="4837">
                  <c:v>1.1518871849599901</c:v>
                </c:pt>
                <c:pt idx="4838">
                  <c:v>1.003192189176672</c:v>
                </c:pt>
                <c:pt idx="4839">
                  <c:v>0.95898051592383016</c:v>
                </c:pt>
                <c:pt idx="4840">
                  <c:v>0.7450231739497748</c:v>
                </c:pt>
                <c:pt idx="4841">
                  <c:v>0.59158709629466832</c:v>
                </c:pt>
                <c:pt idx="4842">
                  <c:v>0.76509839219480347</c:v>
                </c:pt>
                <c:pt idx="4843">
                  <c:v>0.41095146516607411</c:v>
                </c:pt>
                <c:pt idx="4844">
                  <c:v>0.2879197609099261</c:v>
                </c:pt>
                <c:pt idx="4845">
                  <c:v>0.17233268919999131</c:v>
                </c:pt>
                <c:pt idx="4846">
                  <c:v>0.23962605548305679</c:v>
                </c:pt>
                <c:pt idx="4847">
                  <c:v>0.26442005453216372</c:v>
                </c:pt>
                <c:pt idx="4848">
                  <c:v>0.1639533859056348</c:v>
                </c:pt>
                <c:pt idx="4849">
                  <c:v>5.2786439277512281E-2</c:v>
                </c:pt>
                <c:pt idx="4850">
                  <c:v>0.40168938509276159</c:v>
                </c:pt>
                <c:pt idx="4851">
                  <c:v>0.56915734575150911</c:v>
                </c:pt>
                <c:pt idx="4852">
                  <c:v>0.34849418062062998</c:v>
                </c:pt>
                <c:pt idx="4853">
                  <c:v>0.2398524522307813</c:v>
                </c:pt>
                <c:pt idx="4854">
                  <c:v>0.12502780838782629</c:v>
                </c:pt>
                <c:pt idx="4855">
                  <c:v>0.15473554862021491</c:v>
                </c:pt>
                <c:pt idx="4856">
                  <c:v>-3.1368741875940423E-2</c:v>
                </c:pt>
                <c:pt idx="4857">
                  <c:v>-4.9826578675508999E-2</c:v>
                </c:pt>
                <c:pt idx="4858">
                  <c:v>0.16156822272349031</c:v>
                </c:pt>
                <c:pt idx="4859">
                  <c:v>1.266718469532274E-3</c:v>
                </c:pt>
                <c:pt idx="4860">
                  <c:v>0.1186341889482093</c:v>
                </c:pt>
                <c:pt idx="4861">
                  <c:v>0.35794280446340082</c:v>
                </c:pt>
                <c:pt idx="4862">
                  <c:v>0.50036469022146168</c:v>
                </c:pt>
                <c:pt idx="4863">
                  <c:v>0.67084395411517672</c:v>
                </c:pt>
                <c:pt idx="4864">
                  <c:v>0.91618507254281789</c:v>
                </c:pt>
                <c:pt idx="4865">
                  <c:v>0.83558159284642519</c:v>
                </c:pt>
                <c:pt idx="4866">
                  <c:v>0.87618753812456263</c:v>
                </c:pt>
                <c:pt idx="4867">
                  <c:v>0.63913241411674726</c:v>
                </c:pt>
                <c:pt idx="4868">
                  <c:v>0.70562800030444628</c:v>
                </c:pt>
                <c:pt idx="4869">
                  <c:v>0.78282421193907548</c:v>
                </c:pt>
                <c:pt idx="4870">
                  <c:v>0.53811867128664626</c:v>
                </c:pt>
                <c:pt idx="4871">
                  <c:v>0.41218016742382207</c:v>
                </c:pt>
                <c:pt idx="4872">
                  <c:v>0.44564609436416258</c:v>
                </c:pt>
                <c:pt idx="4873">
                  <c:v>0.52093078323746422</c:v>
                </c:pt>
                <c:pt idx="4874">
                  <c:v>0.60776187323724618</c:v>
                </c:pt>
                <c:pt idx="4875">
                  <c:v>0.47086862671674901</c:v>
                </c:pt>
                <c:pt idx="4876">
                  <c:v>0.44380354662077193</c:v>
                </c:pt>
                <c:pt idx="4877">
                  <c:v>0.47240657941787523</c:v>
                </c:pt>
                <c:pt idx="4878">
                  <c:v>0.65970743220126649</c:v>
                </c:pt>
                <c:pt idx="4879">
                  <c:v>0.88570504794460314</c:v>
                </c:pt>
                <c:pt idx="4880">
                  <c:v>1.3951251597668719</c:v>
                </c:pt>
                <c:pt idx="4881">
                  <c:v>1.507519085207119</c:v>
                </c:pt>
                <c:pt idx="4882">
                  <c:v>1.228706154334462</c:v>
                </c:pt>
                <c:pt idx="4883">
                  <c:v>1.2543733048526</c:v>
                </c:pt>
                <c:pt idx="4884">
                  <c:v>1.0414000134124</c:v>
                </c:pt>
                <c:pt idx="4885">
                  <c:v>1.46883080299931</c:v>
                </c:pt>
                <c:pt idx="4886">
                  <c:v>1.3837998218254</c:v>
                </c:pt>
                <c:pt idx="4887">
                  <c:v>1.6647538510852009</c:v>
                </c:pt>
                <c:pt idx="4888">
                  <c:v>1.383595681756987</c:v>
                </c:pt>
                <c:pt idx="4889">
                  <c:v>1.219730872346422</c:v>
                </c:pt>
                <c:pt idx="4890">
                  <c:v>1.0974099708503979</c:v>
                </c:pt>
                <c:pt idx="4891">
                  <c:v>1.0861245799340999</c:v>
                </c:pt>
                <c:pt idx="4892">
                  <c:v>0.99932912954044628</c:v>
                </c:pt>
                <c:pt idx="4893">
                  <c:v>0.91705410585458902</c:v>
                </c:pt>
                <c:pt idx="4894">
                  <c:v>0.7706990510842493</c:v>
                </c:pt>
                <c:pt idx="4895">
                  <c:v>0.82082011583413761</c:v>
                </c:pt>
                <c:pt idx="4896">
                  <c:v>0.95238368612274582</c:v>
                </c:pt>
                <c:pt idx="4897">
                  <c:v>0.90579181947453957</c:v>
                </c:pt>
                <c:pt idx="4898">
                  <c:v>0.6688423283326479</c:v>
                </c:pt>
                <c:pt idx="4899">
                  <c:v>0.56570661058202931</c:v>
                </c:pt>
                <c:pt idx="4900">
                  <c:v>0.27156513493430529</c:v>
                </c:pt>
                <c:pt idx="4901">
                  <c:v>7.8537334531630018E-2</c:v>
                </c:pt>
                <c:pt idx="4902">
                  <c:v>0.15227882854309971</c:v>
                </c:pt>
                <c:pt idx="4903">
                  <c:v>2.179944080739166E-2</c:v>
                </c:pt>
                <c:pt idx="4904">
                  <c:v>0.1151722290107547</c:v>
                </c:pt>
                <c:pt idx="4905">
                  <c:v>-0.32390128966492793</c:v>
                </c:pt>
                <c:pt idx="4906">
                  <c:v>-0.3666361150585043</c:v>
                </c:pt>
                <c:pt idx="4907">
                  <c:v>-0.57447470517451815</c:v>
                </c:pt>
                <c:pt idx="4908">
                  <c:v>-0.51564960644851321</c:v>
                </c:pt>
                <c:pt idx="4909">
                  <c:v>-0.57251558816009651</c:v>
                </c:pt>
                <c:pt idx="4910">
                  <c:v>-0.41203787387675939</c:v>
                </c:pt>
                <c:pt idx="4911">
                  <c:v>-0.58474083574436497</c:v>
                </c:pt>
                <c:pt idx="4912">
                  <c:v>-0.59133286019153308</c:v>
                </c:pt>
                <c:pt idx="4913">
                  <c:v>-0.52619682418562785</c:v>
                </c:pt>
                <c:pt idx="4914">
                  <c:v>-0.49826054016441967</c:v>
                </c:pt>
                <c:pt idx="4915">
                  <c:v>-0.36628023935295639</c:v>
                </c:pt>
                <c:pt idx="4916">
                  <c:v>-0.49196239867622082</c:v>
                </c:pt>
                <c:pt idx="4917">
                  <c:v>-0.46973205819788971</c:v>
                </c:pt>
                <c:pt idx="4918">
                  <c:v>-0.53545716001429999</c:v>
                </c:pt>
                <c:pt idx="4919">
                  <c:v>-0.42991893306999091</c:v>
                </c:pt>
                <c:pt idx="4920">
                  <c:v>-0.66623823236236068</c:v>
                </c:pt>
                <c:pt idx="4921">
                  <c:v>-0.71767968174156671</c:v>
                </c:pt>
                <c:pt idx="4922">
                  <c:v>-0.67175186569458756</c:v>
                </c:pt>
                <c:pt idx="4923">
                  <c:v>-0.63307567429046741</c:v>
                </c:pt>
                <c:pt idx="4924">
                  <c:v>-0.74701388005961122</c:v>
                </c:pt>
                <c:pt idx="4925">
                  <c:v>-0.74708392892816811</c:v>
                </c:pt>
                <c:pt idx="4926">
                  <c:v>-0.63190696754510878</c:v>
                </c:pt>
                <c:pt idx="4927">
                  <c:v>-0.71864791957341401</c:v>
                </c:pt>
                <c:pt idx="4928">
                  <c:v>-0.46886969371116338</c:v>
                </c:pt>
                <c:pt idx="4929">
                  <c:v>-8.3813485703139248E-2</c:v>
                </c:pt>
                <c:pt idx="4930">
                  <c:v>-3.9815534793417463E-2</c:v>
                </c:pt>
                <c:pt idx="4931">
                  <c:v>0.17373546079956581</c:v>
                </c:pt>
                <c:pt idx="4932">
                  <c:v>0.37745653843587113</c:v>
                </c:pt>
                <c:pt idx="4933">
                  <c:v>0.39391491099958248</c:v>
                </c:pt>
                <c:pt idx="4934">
                  <c:v>0.40637104985334183</c:v>
                </c:pt>
                <c:pt idx="4935">
                  <c:v>6.121563482609238E-2</c:v>
                </c:pt>
                <c:pt idx="4936">
                  <c:v>6.6132545392703204E-2</c:v>
                </c:pt>
                <c:pt idx="4937">
                  <c:v>2.2804357613708148E-3</c:v>
                </c:pt>
                <c:pt idx="4938">
                  <c:v>7.3584208806270548E-2</c:v>
                </c:pt>
                <c:pt idx="4939">
                  <c:v>6.16585798584873E-2</c:v>
                </c:pt>
                <c:pt idx="4940">
                  <c:v>-1.6534101803810319E-2</c:v>
                </c:pt>
                <c:pt idx="4941">
                  <c:v>-0.1908993282346281</c:v>
                </c:pt>
                <c:pt idx="4942">
                  <c:v>-5.7492584395362117E-2</c:v>
                </c:pt>
                <c:pt idx="4943">
                  <c:v>-1.0190896470468979E-2</c:v>
                </c:pt>
                <c:pt idx="4944">
                  <c:v>3.8723099612629083E-2</c:v>
                </c:pt>
                <c:pt idx="4945">
                  <c:v>1.228669041946221E-3</c:v>
                </c:pt>
                <c:pt idx="4946">
                  <c:v>1.82001195323079E-2</c:v>
                </c:pt>
                <c:pt idx="4947">
                  <c:v>0.17599647264397139</c:v>
                </c:pt>
                <c:pt idx="4948">
                  <c:v>-3.4572061656804563E-2</c:v>
                </c:pt>
                <c:pt idx="4949">
                  <c:v>-0.49986783361356651</c:v>
                </c:pt>
                <c:pt idx="4950">
                  <c:v>-0.66571517491198118</c:v>
                </c:pt>
                <c:pt idx="4951">
                  <c:v>-0.72984492268048207</c:v>
                </c:pt>
                <c:pt idx="4952">
                  <c:v>-0.55619731310296949</c:v>
                </c:pt>
                <c:pt idx="4953">
                  <c:v>-0.69023957382781143</c:v>
                </c:pt>
                <c:pt idx="4954">
                  <c:v>-0.60224085427752938</c:v>
                </c:pt>
                <c:pt idx="4955">
                  <c:v>-0.36959370038980371</c:v>
                </c:pt>
                <c:pt idx="4956">
                  <c:v>-0.36467649130587221</c:v>
                </c:pt>
                <c:pt idx="4957">
                  <c:v>-0.32062644011993269</c:v>
                </c:pt>
                <c:pt idx="4958">
                  <c:v>-0.38775231343553629</c:v>
                </c:pt>
                <c:pt idx="4959">
                  <c:v>-0.57151930904321357</c:v>
                </c:pt>
                <c:pt idx="4960">
                  <c:v>-0.46829003092537957</c:v>
                </c:pt>
                <c:pt idx="4961">
                  <c:v>-0.19873486263846579</c:v>
                </c:pt>
                <c:pt idx="4962">
                  <c:v>-0.33255878130164468</c:v>
                </c:pt>
                <c:pt idx="4963">
                  <c:v>-0.45401403390295397</c:v>
                </c:pt>
                <c:pt idx="4964">
                  <c:v>-0.48052998419638432</c:v>
                </c:pt>
                <c:pt idx="4965">
                  <c:v>-0.49901404028780699</c:v>
                </c:pt>
                <c:pt idx="4966">
                  <c:v>-0.40804463553095083</c:v>
                </c:pt>
                <c:pt idx="4967">
                  <c:v>-0.42883618808860041</c:v>
                </c:pt>
                <c:pt idx="4968">
                  <c:v>-0.25702010375314788</c:v>
                </c:pt>
                <c:pt idx="4969">
                  <c:v>-9.3615763926143639E-2</c:v>
                </c:pt>
                <c:pt idx="4970">
                  <c:v>0.17542784224984009</c:v>
                </c:pt>
                <c:pt idx="4971">
                  <c:v>0.32665519896732698</c:v>
                </c:pt>
                <c:pt idx="4972">
                  <c:v>0.2276666284722722</c:v>
                </c:pt>
                <c:pt idx="4973">
                  <c:v>2.5792590269891402E-2</c:v>
                </c:pt>
                <c:pt idx="4974">
                  <c:v>0.1112502118597099</c:v>
                </c:pt>
                <c:pt idx="4975">
                  <c:v>0.16659990381726841</c:v>
                </c:pt>
                <c:pt idx="4976">
                  <c:v>0.3386742121513231</c:v>
                </c:pt>
                <c:pt idx="4977">
                  <c:v>0.20119077490449161</c:v>
                </c:pt>
                <c:pt idx="4978">
                  <c:v>0.1027350660533418</c:v>
                </c:pt>
                <c:pt idx="4979">
                  <c:v>4.1437108876231442E-2</c:v>
                </c:pt>
                <c:pt idx="4980">
                  <c:v>-5.1595702148795518E-2</c:v>
                </c:pt>
                <c:pt idx="4981">
                  <c:v>-5.5739794767420713E-2</c:v>
                </c:pt>
                <c:pt idx="4982">
                  <c:v>-0.12884241733457849</c:v>
                </c:pt>
                <c:pt idx="4983">
                  <c:v>-0.10292180581778521</c:v>
                </c:pt>
                <c:pt idx="4984">
                  <c:v>-0.32579266866347312</c:v>
                </c:pt>
                <c:pt idx="4985">
                  <c:v>-0.38504849772568289</c:v>
                </c:pt>
                <c:pt idx="4986">
                  <c:v>-0.5879727845401358</c:v>
                </c:pt>
                <c:pt idx="4987">
                  <c:v>-0.70816819462221414</c:v>
                </c:pt>
                <c:pt idx="4988">
                  <c:v>-0.7079979954608091</c:v>
                </c:pt>
                <c:pt idx="4989">
                  <c:v>-0.69514700827507481</c:v>
                </c:pt>
                <c:pt idx="4990">
                  <c:v>-1.045193703446905</c:v>
                </c:pt>
                <c:pt idx="4991">
                  <c:v>-1.3793776379844549</c:v>
                </c:pt>
                <c:pt idx="4992">
                  <c:v>-1.2919845669342529</c:v>
                </c:pt>
                <c:pt idx="4993">
                  <c:v>-0.83740401020611543</c:v>
                </c:pt>
                <c:pt idx="4994">
                  <c:v>-0.83005832756374653</c:v>
                </c:pt>
                <c:pt idx="4995">
                  <c:v>-0.72909505453430334</c:v>
                </c:pt>
                <c:pt idx="4996">
                  <c:v>-0.86118286563824376</c:v>
                </c:pt>
                <c:pt idx="4997">
                  <c:v>-0.86004611204806591</c:v>
                </c:pt>
                <c:pt idx="4998">
                  <c:v>-0.76369344917651905</c:v>
                </c:pt>
                <c:pt idx="4999">
                  <c:v>-0.45861110213951878</c:v>
                </c:pt>
                <c:pt idx="5000">
                  <c:v>-0.3988112804606232</c:v>
                </c:pt>
                <c:pt idx="5001">
                  <c:v>-0.48546197327553797</c:v>
                </c:pt>
                <c:pt idx="5002">
                  <c:v>-0.45906389993635432</c:v>
                </c:pt>
                <c:pt idx="5003">
                  <c:v>-0.13877054522505211</c:v>
                </c:pt>
                <c:pt idx="5004">
                  <c:v>0.24864700318354829</c:v>
                </c:pt>
                <c:pt idx="5005">
                  <c:v>0.60738250395439752</c:v>
                </c:pt>
                <c:pt idx="5006">
                  <c:v>0.64320550029779167</c:v>
                </c:pt>
                <c:pt idx="5007">
                  <c:v>0.73040682748263741</c:v>
                </c:pt>
                <c:pt idx="5008">
                  <c:v>0.58240784198962758</c:v>
                </c:pt>
                <c:pt idx="5009">
                  <c:v>0.86528096402664534</c:v>
                </c:pt>
                <c:pt idx="5010">
                  <c:v>1.004669224704503</c:v>
                </c:pt>
                <c:pt idx="5011">
                  <c:v>1.1002249028230049</c:v>
                </c:pt>
                <c:pt idx="5012">
                  <c:v>1.0889731397767459</c:v>
                </c:pt>
                <c:pt idx="5013">
                  <c:v>1.138016303988505</c:v>
                </c:pt>
                <c:pt idx="5014">
                  <c:v>1.097408859470772</c:v>
                </c:pt>
                <c:pt idx="5015">
                  <c:v>0.89387316626153412</c:v>
                </c:pt>
                <c:pt idx="5016">
                  <c:v>0.89143797256193757</c:v>
                </c:pt>
                <c:pt idx="5017">
                  <c:v>1.003862857852907</c:v>
                </c:pt>
                <c:pt idx="5018">
                  <c:v>0.90325395370360229</c:v>
                </c:pt>
                <c:pt idx="5019">
                  <c:v>0.68848545087093649</c:v>
                </c:pt>
                <c:pt idx="5020">
                  <c:v>0.61347089295915713</c:v>
                </c:pt>
                <c:pt idx="5021">
                  <c:v>0.68064908261640189</c:v>
                </c:pt>
                <c:pt idx="5022">
                  <c:v>0.64770742075657439</c:v>
                </c:pt>
                <c:pt idx="5023">
                  <c:v>0.28450754725202199</c:v>
                </c:pt>
                <c:pt idx="5024">
                  <c:v>-1.1428169644133989E-2</c:v>
                </c:pt>
                <c:pt idx="5025">
                  <c:v>-0.1095584004583436</c:v>
                </c:pt>
                <c:pt idx="5026">
                  <c:v>-0.1196716538382725</c:v>
                </c:pt>
                <c:pt idx="5027">
                  <c:v>-0.26021879674857201</c:v>
                </c:pt>
                <c:pt idx="5028">
                  <c:v>-0.27144944339395483</c:v>
                </c:pt>
                <c:pt idx="5029">
                  <c:v>-0.4330513322914406</c:v>
                </c:pt>
                <c:pt idx="5030">
                  <c:v>-0.42391339591686711</c:v>
                </c:pt>
                <c:pt idx="5031">
                  <c:v>-0.2143183839777876</c:v>
                </c:pt>
                <c:pt idx="5032">
                  <c:v>-0.2830475467923142</c:v>
                </c:pt>
                <c:pt idx="5033">
                  <c:v>-0.47416394897035741</c:v>
                </c:pt>
                <c:pt idx="5034">
                  <c:v>-0.532020734652626</c:v>
                </c:pt>
                <c:pt idx="5035">
                  <c:v>-0.25627079292932797</c:v>
                </c:pt>
                <c:pt idx="5036">
                  <c:v>-0.29618758520845928</c:v>
                </c:pt>
                <c:pt idx="5037">
                  <c:v>-0.35946849206551817</c:v>
                </c:pt>
                <c:pt idx="5038">
                  <c:v>-0.12411274380660831</c:v>
                </c:pt>
                <c:pt idx="5039">
                  <c:v>0.32036988040562608</c:v>
                </c:pt>
                <c:pt idx="5040">
                  <c:v>0.66717634219833011</c:v>
                </c:pt>
                <c:pt idx="5041">
                  <c:v>0.44037082315117482</c:v>
                </c:pt>
                <c:pt idx="5042">
                  <c:v>0.57624741833530635</c:v>
                </c:pt>
                <c:pt idx="5043">
                  <c:v>0.68506334682594827</c:v>
                </c:pt>
                <c:pt idx="5044">
                  <c:v>0.82488823844554526</c:v>
                </c:pt>
                <c:pt idx="5045">
                  <c:v>0.704801634097315</c:v>
                </c:pt>
                <c:pt idx="5046">
                  <c:v>0.74605643735452498</c:v>
                </c:pt>
                <c:pt idx="5047">
                  <c:v>1.0512375867482691</c:v>
                </c:pt>
                <c:pt idx="5048">
                  <c:v>1.144626368297802</c:v>
                </c:pt>
                <c:pt idx="5049">
                  <c:v>1.2503250196820901</c:v>
                </c:pt>
                <c:pt idx="5050">
                  <c:v>1.2546234499827931</c:v>
                </c:pt>
                <c:pt idx="5051">
                  <c:v>1.072968155681139</c:v>
                </c:pt>
                <c:pt idx="5052">
                  <c:v>1.0681296554000941</c:v>
                </c:pt>
                <c:pt idx="5053">
                  <c:v>1.084126347413092</c:v>
                </c:pt>
                <c:pt idx="5054">
                  <c:v>1.217633100971973</c:v>
                </c:pt>
                <c:pt idx="5055">
                  <c:v>1.071044882588134</c:v>
                </c:pt>
                <c:pt idx="5056">
                  <c:v>0.89074775290609398</c:v>
                </c:pt>
                <c:pt idx="5057">
                  <c:v>0.87092606911013271</c:v>
                </c:pt>
                <c:pt idx="5058">
                  <c:v>0.91477198955517791</c:v>
                </c:pt>
                <c:pt idx="5059">
                  <c:v>0.62175114770680706</c:v>
                </c:pt>
                <c:pt idx="5060">
                  <c:v>0.47117670448578441</c:v>
                </c:pt>
                <c:pt idx="5061">
                  <c:v>0.82402068435850306</c:v>
                </c:pt>
                <c:pt idx="5062">
                  <c:v>0.68437749910891366</c:v>
                </c:pt>
                <c:pt idx="5063">
                  <c:v>0.73858090509750662</c:v>
                </c:pt>
                <c:pt idx="5064">
                  <c:v>0.78155065101274657</c:v>
                </c:pt>
                <c:pt idx="5065">
                  <c:v>0.71103321343023884</c:v>
                </c:pt>
                <c:pt idx="5066">
                  <c:v>0.76062223890036895</c:v>
                </c:pt>
                <c:pt idx="5067">
                  <c:v>0.51924381104960016</c:v>
                </c:pt>
                <c:pt idx="5068">
                  <c:v>0.39094978894446752</c:v>
                </c:pt>
                <c:pt idx="5069">
                  <c:v>0.1742294089541078</c:v>
                </c:pt>
                <c:pt idx="5070">
                  <c:v>1.044764560083237E-2</c:v>
                </c:pt>
                <c:pt idx="5071">
                  <c:v>-0.1847827829607348</c:v>
                </c:pt>
                <c:pt idx="5072">
                  <c:v>-0.40795205357288039</c:v>
                </c:pt>
                <c:pt idx="5073">
                  <c:v>-0.52796690238239263</c:v>
                </c:pt>
                <c:pt idx="5074">
                  <c:v>-0.50497992898623867</c:v>
                </c:pt>
                <c:pt idx="5075">
                  <c:v>-0.60776476267295798</c:v>
                </c:pt>
                <c:pt idx="5076">
                  <c:v>-0.6832325121606635</c:v>
                </c:pt>
                <c:pt idx="5077">
                  <c:v>-0.72072168015072757</c:v>
                </c:pt>
                <c:pt idx="5078">
                  <c:v>-1.2183732928956481</c:v>
                </c:pt>
                <c:pt idx="5079">
                  <c:v>-1.2107298997738589</c:v>
                </c:pt>
                <c:pt idx="5080">
                  <c:v>-1.4383521096520699</c:v>
                </c:pt>
                <c:pt idx="5081">
                  <c:v>-1.502644534174838</c:v>
                </c:pt>
                <c:pt idx="5082">
                  <c:v>-1.527214707901299</c:v>
                </c:pt>
                <c:pt idx="5083">
                  <c:v>-1.6809608524664139</c:v>
                </c:pt>
                <c:pt idx="5084">
                  <c:v>-1.6086682237251859</c:v>
                </c:pt>
                <c:pt idx="5085">
                  <c:v>-1.3635261060266031</c:v>
                </c:pt>
                <c:pt idx="5086">
                  <c:v>-1.378599354137086</c:v>
                </c:pt>
                <c:pt idx="5087">
                  <c:v>-1.1329370847704361</c:v>
                </c:pt>
                <c:pt idx="5088">
                  <c:v>-0.99897622136678754</c:v>
                </c:pt>
                <c:pt idx="5089">
                  <c:v>-1.1870742063786319</c:v>
                </c:pt>
                <c:pt idx="5090">
                  <c:v>-1.0159984336550389</c:v>
                </c:pt>
                <c:pt idx="5091">
                  <c:v>-0.68762737361430892</c:v>
                </c:pt>
                <c:pt idx="5092">
                  <c:v>-0.59069230311776222</c:v>
                </c:pt>
                <c:pt idx="5093">
                  <c:v>-0.51465387626505954</c:v>
                </c:pt>
                <c:pt idx="5094">
                  <c:v>-0.68922003042722479</c:v>
                </c:pt>
                <c:pt idx="5095">
                  <c:v>-0.56224201317926459</c:v>
                </c:pt>
                <c:pt idx="5096">
                  <c:v>-0.38993969362882941</c:v>
                </c:pt>
                <c:pt idx="5097">
                  <c:v>-0.42783967459474898</c:v>
                </c:pt>
                <c:pt idx="5098">
                  <c:v>-0.15264082458796821</c:v>
                </c:pt>
                <c:pt idx="5099">
                  <c:v>-5.7237793519862752E-2</c:v>
                </c:pt>
                <c:pt idx="5100">
                  <c:v>-2.710964441118419E-2</c:v>
                </c:pt>
                <c:pt idx="5101">
                  <c:v>-0.27513450119187671</c:v>
                </c:pt>
                <c:pt idx="5102">
                  <c:v>-0.19120242101053919</c:v>
                </c:pt>
                <c:pt idx="5103">
                  <c:v>0.12148759221801179</c:v>
                </c:pt>
                <c:pt idx="5104">
                  <c:v>5.37714634363139E-2</c:v>
                </c:pt>
                <c:pt idx="5105">
                  <c:v>2.2950322121746559E-2</c:v>
                </c:pt>
                <c:pt idx="5106">
                  <c:v>3.6756090346630049E-2</c:v>
                </c:pt>
                <c:pt idx="5107">
                  <c:v>-0.24332390748463689</c:v>
                </c:pt>
                <c:pt idx="5108">
                  <c:v>-0.20606309080977281</c:v>
                </c:pt>
                <c:pt idx="5109">
                  <c:v>-6.6183975670664905E-2</c:v>
                </c:pt>
                <c:pt idx="5110">
                  <c:v>-0.13693859071816791</c:v>
                </c:pt>
                <c:pt idx="5111">
                  <c:v>-1.900423638106626E-3</c:v>
                </c:pt>
                <c:pt idx="5112">
                  <c:v>0.39546249217093088</c:v>
                </c:pt>
                <c:pt idx="5113">
                  <c:v>0.39652454102052959</c:v>
                </c:pt>
                <c:pt idx="5114">
                  <c:v>0.41368952008074161</c:v>
                </c:pt>
                <c:pt idx="5115">
                  <c:v>0.36604065984668421</c:v>
                </c:pt>
                <c:pt idx="5116">
                  <c:v>0.41622003003928709</c:v>
                </c:pt>
                <c:pt idx="5117">
                  <c:v>7.7736036978634501E-2</c:v>
                </c:pt>
                <c:pt idx="5118">
                  <c:v>-4.1785361248734637E-2</c:v>
                </c:pt>
                <c:pt idx="5119">
                  <c:v>-4.9168803845233443E-2</c:v>
                </c:pt>
                <c:pt idx="5120">
                  <c:v>0.1168294257291099</c:v>
                </c:pt>
                <c:pt idx="5121">
                  <c:v>0.35191092719977313</c:v>
                </c:pt>
                <c:pt idx="5122">
                  <c:v>0.38576851797129791</c:v>
                </c:pt>
                <c:pt idx="5123">
                  <c:v>0.2080817312322859</c:v>
                </c:pt>
                <c:pt idx="5124">
                  <c:v>0.34706437900542658</c:v>
                </c:pt>
                <c:pt idx="5125">
                  <c:v>0.26891418240536502</c:v>
                </c:pt>
                <c:pt idx="5126">
                  <c:v>0.10117473061350039</c:v>
                </c:pt>
                <c:pt idx="5127">
                  <c:v>0.17811240521588809</c:v>
                </c:pt>
                <c:pt idx="5128">
                  <c:v>0.16901437765319469</c:v>
                </c:pt>
                <c:pt idx="5129">
                  <c:v>0.18081742383966609</c:v>
                </c:pt>
                <c:pt idx="5130">
                  <c:v>0.16579299055118399</c:v>
                </c:pt>
                <c:pt idx="5131">
                  <c:v>0.10507147561493541</c:v>
                </c:pt>
                <c:pt idx="5132">
                  <c:v>-0.21390984181868111</c:v>
                </c:pt>
                <c:pt idx="5133">
                  <c:v>-0.14196773821734601</c:v>
                </c:pt>
                <c:pt idx="5134">
                  <c:v>-0.27196566539036271</c:v>
                </c:pt>
                <c:pt idx="5135">
                  <c:v>-0.29841276204557632</c:v>
                </c:pt>
                <c:pt idx="5136">
                  <c:v>-0.44924015520383781</c:v>
                </c:pt>
                <c:pt idx="5137">
                  <c:v>-0.22291945325974341</c:v>
                </c:pt>
                <c:pt idx="5138">
                  <c:v>-4.3115027056362797E-2</c:v>
                </c:pt>
                <c:pt idx="5139">
                  <c:v>-0.38506397310968959</c:v>
                </c:pt>
                <c:pt idx="5140">
                  <c:v>-0.25636117978114098</c:v>
                </c:pt>
                <c:pt idx="5141">
                  <c:v>-0.17291842392444259</c:v>
                </c:pt>
                <c:pt idx="5142">
                  <c:v>-0.1119050795588955</c:v>
                </c:pt>
                <c:pt idx="5143">
                  <c:v>0.46298027161258809</c:v>
                </c:pt>
                <c:pt idx="5144">
                  <c:v>0.38920633280407951</c:v>
                </c:pt>
                <c:pt idx="5145">
                  <c:v>0.1264103869642107</c:v>
                </c:pt>
                <c:pt idx="5146">
                  <c:v>0.36191557441891059</c:v>
                </c:pt>
                <c:pt idx="5147">
                  <c:v>0.71023782815593506</c:v>
                </c:pt>
                <c:pt idx="5148">
                  <c:v>0.60407955439575511</c:v>
                </c:pt>
                <c:pt idx="5149">
                  <c:v>0.56463054359482123</c:v>
                </c:pt>
                <c:pt idx="5150">
                  <c:v>0.72633272677839356</c:v>
                </c:pt>
                <c:pt idx="5151">
                  <c:v>0.75063896942677832</c:v>
                </c:pt>
                <c:pt idx="5152">
                  <c:v>0.47841439371529082</c:v>
                </c:pt>
                <c:pt idx="5153">
                  <c:v>0.53865041447854767</c:v>
                </c:pt>
                <c:pt idx="5154">
                  <c:v>0.6083261612097407</c:v>
                </c:pt>
                <c:pt idx="5155">
                  <c:v>0.2231742695497293</c:v>
                </c:pt>
                <c:pt idx="5156">
                  <c:v>0.23865822607192261</c:v>
                </c:pt>
                <c:pt idx="5157">
                  <c:v>0.32656541963747271</c:v>
                </c:pt>
                <c:pt idx="5158">
                  <c:v>0.14376542881514659</c:v>
                </c:pt>
                <c:pt idx="5159">
                  <c:v>0.52613909641930523</c:v>
                </c:pt>
                <c:pt idx="5160">
                  <c:v>0.46522611971600009</c:v>
                </c:pt>
                <c:pt idx="5161">
                  <c:v>0.21747173702057121</c:v>
                </c:pt>
                <c:pt idx="5162">
                  <c:v>0.15136007002471921</c:v>
                </c:pt>
                <c:pt idx="5163">
                  <c:v>-0.43341006228556922</c:v>
                </c:pt>
                <c:pt idx="5164">
                  <c:v>-0.29656627930550011</c:v>
                </c:pt>
                <c:pt idx="5165">
                  <c:v>-3.507744510708407E-2</c:v>
                </c:pt>
                <c:pt idx="5166">
                  <c:v>-2.9984741002829032E-3</c:v>
                </c:pt>
                <c:pt idx="5167">
                  <c:v>-0.39943768756023429</c:v>
                </c:pt>
                <c:pt idx="5168">
                  <c:v>-0.28448952589757542</c:v>
                </c:pt>
                <c:pt idx="5169">
                  <c:v>-0.1195902960022725</c:v>
                </c:pt>
                <c:pt idx="5170">
                  <c:v>-0.40979433889684658</c:v>
                </c:pt>
                <c:pt idx="5171">
                  <c:v>-0.71185055938495856</c:v>
                </c:pt>
                <c:pt idx="5172">
                  <c:v>-0.53431100169373014</c:v>
                </c:pt>
                <c:pt idx="5173">
                  <c:v>-0.79759556351765815</c:v>
                </c:pt>
                <c:pt idx="5174">
                  <c:v>-0.70383099497212109</c:v>
                </c:pt>
                <c:pt idx="5175">
                  <c:v>-0.21590941439487871</c:v>
                </c:pt>
                <c:pt idx="5176">
                  <c:v>-0.16172940395790339</c:v>
                </c:pt>
                <c:pt idx="5177">
                  <c:v>-0.15500131763205771</c:v>
                </c:pt>
                <c:pt idx="5178">
                  <c:v>0.23745398019814901</c:v>
                </c:pt>
                <c:pt idx="5179">
                  <c:v>0.22877535758817821</c:v>
                </c:pt>
                <c:pt idx="5180">
                  <c:v>0.31533346688264091</c:v>
                </c:pt>
                <c:pt idx="5181">
                  <c:v>0.26217626092886531</c:v>
                </c:pt>
                <c:pt idx="5182">
                  <c:v>-2.6723514416662361E-2</c:v>
                </c:pt>
                <c:pt idx="5183">
                  <c:v>-0.10139494219775751</c:v>
                </c:pt>
                <c:pt idx="5184">
                  <c:v>-0.44686936597599769</c:v>
                </c:pt>
                <c:pt idx="5185">
                  <c:v>-0.64826769636211623</c:v>
                </c:pt>
                <c:pt idx="5186">
                  <c:v>-1.001284184320788</c:v>
                </c:pt>
                <c:pt idx="5187">
                  <c:v>-0.92094778966251056</c:v>
                </c:pt>
                <c:pt idx="5188">
                  <c:v>-0.85442649842270868</c:v>
                </c:pt>
                <c:pt idx="5189">
                  <c:v>-0.95057966488479961</c:v>
                </c:pt>
                <c:pt idx="5190">
                  <c:v>-0.75519102664241988</c:v>
                </c:pt>
                <c:pt idx="5191">
                  <c:v>-0.40381595866249409</c:v>
                </c:pt>
                <c:pt idx="5192">
                  <c:v>-0.23986880267914901</c:v>
                </c:pt>
                <c:pt idx="5193">
                  <c:v>-7.6220371664296391E-2</c:v>
                </c:pt>
                <c:pt idx="5194">
                  <c:v>-0.2547227420660591</c:v>
                </c:pt>
                <c:pt idx="5195">
                  <c:v>-0.53551302512437804</c:v>
                </c:pt>
                <c:pt idx="5196">
                  <c:v>-0.4419543590128468</c:v>
                </c:pt>
                <c:pt idx="5197">
                  <c:v>-0.32562650846305979</c:v>
                </c:pt>
                <c:pt idx="5198">
                  <c:v>-0.540156685808031</c:v>
                </c:pt>
                <c:pt idx="5199">
                  <c:v>-0.76793048541172038</c:v>
                </c:pt>
                <c:pt idx="5200">
                  <c:v>-0.95005904425241339</c:v>
                </c:pt>
                <c:pt idx="5201">
                  <c:v>-0.9751237058363843</c:v>
                </c:pt>
                <c:pt idx="5202">
                  <c:v>-0.3704604174063908</c:v>
                </c:pt>
                <c:pt idx="5203">
                  <c:v>-0.1953860816115672</c:v>
                </c:pt>
                <c:pt idx="5204">
                  <c:v>-0.1079642934370983</c:v>
                </c:pt>
                <c:pt idx="5205">
                  <c:v>9.8278839664634274E-3</c:v>
                </c:pt>
                <c:pt idx="5206">
                  <c:v>0.30955380242017178</c:v>
                </c:pt>
                <c:pt idx="5207">
                  <c:v>0.35948662703767759</c:v>
                </c:pt>
                <c:pt idx="5208">
                  <c:v>0.15227121551192441</c:v>
                </c:pt>
                <c:pt idx="5209">
                  <c:v>9.926936914498441E-2</c:v>
                </c:pt>
                <c:pt idx="5210">
                  <c:v>6.7476086248641612E-2</c:v>
                </c:pt>
                <c:pt idx="5211">
                  <c:v>-9.7298929796315825E-2</c:v>
                </c:pt>
                <c:pt idx="5212">
                  <c:v>-0.25857103046508589</c:v>
                </c:pt>
                <c:pt idx="5213">
                  <c:v>-0.23058340608579811</c:v>
                </c:pt>
                <c:pt idx="5214">
                  <c:v>-0.21144365157362111</c:v>
                </c:pt>
                <c:pt idx="5215">
                  <c:v>8.476031228337895E-2</c:v>
                </c:pt>
                <c:pt idx="5216">
                  <c:v>-2.8401224258109521E-3</c:v>
                </c:pt>
                <c:pt idx="5217">
                  <c:v>3.0430943552914751E-2</c:v>
                </c:pt>
                <c:pt idx="5218">
                  <c:v>1.0453519979208761E-2</c:v>
                </c:pt>
                <c:pt idx="5219">
                  <c:v>0.1222153310100815</c:v>
                </c:pt>
                <c:pt idx="5220">
                  <c:v>7.141576674561971E-2</c:v>
                </c:pt>
                <c:pt idx="5221">
                  <c:v>0.1398769565913856</c:v>
                </c:pt>
                <c:pt idx="5222">
                  <c:v>-0.17611367325295799</c:v>
                </c:pt>
                <c:pt idx="5223">
                  <c:v>-0.44945679580738718</c:v>
                </c:pt>
                <c:pt idx="5224">
                  <c:v>-0.49137668908398741</c:v>
                </c:pt>
                <c:pt idx="5225">
                  <c:v>-0.30130064309609328</c:v>
                </c:pt>
                <c:pt idx="5226">
                  <c:v>-0.35536628785301549</c:v>
                </c:pt>
                <c:pt idx="5227">
                  <c:v>-0.34803491892002508</c:v>
                </c:pt>
                <c:pt idx="5228">
                  <c:v>-0.16861807973840789</c:v>
                </c:pt>
                <c:pt idx="5229">
                  <c:v>-7.6572574720327843E-2</c:v>
                </c:pt>
                <c:pt idx="5230">
                  <c:v>-5.7588186632885292E-2</c:v>
                </c:pt>
                <c:pt idx="5231">
                  <c:v>-4.9346295451209353E-2</c:v>
                </c:pt>
                <c:pt idx="5232">
                  <c:v>-6.6514155417691068E-2</c:v>
                </c:pt>
                <c:pt idx="5233">
                  <c:v>-0.16732305617716381</c:v>
                </c:pt>
                <c:pt idx="5234">
                  <c:v>-8.1931588011225718E-3</c:v>
                </c:pt>
                <c:pt idx="5235">
                  <c:v>-0.19846323927175119</c:v>
                </c:pt>
                <c:pt idx="5236">
                  <c:v>-0.26284999825089511</c:v>
                </c:pt>
                <c:pt idx="5237">
                  <c:v>-0.35394281553819867</c:v>
                </c:pt>
                <c:pt idx="5238">
                  <c:v>-0.3634574289717773</c:v>
                </c:pt>
                <c:pt idx="5239">
                  <c:v>-0.57790042907954564</c:v>
                </c:pt>
                <c:pt idx="5240">
                  <c:v>-0.56633139045073133</c:v>
                </c:pt>
                <c:pt idx="5241">
                  <c:v>-0.52999183829804508</c:v>
                </c:pt>
                <c:pt idx="5242">
                  <c:v>-0.50072111426399479</c:v>
                </c:pt>
                <c:pt idx="5243">
                  <c:v>-0.38463282014549982</c:v>
                </c:pt>
                <c:pt idx="5244">
                  <c:v>-0.201191761862416</c:v>
                </c:pt>
                <c:pt idx="5245">
                  <c:v>-0.3533979713841866</c:v>
                </c:pt>
                <c:pt idx="5246">
                  <c:v>-0.70795862736511628</c:v>
                </c:pt>
                <c:pt idx="5247">
                  <c:v>-0.85991042704209175</c:v>
                </c:pt>
                <c:pt idx="5248">
                  <c:v>-1.1171948153499749</c:v>
                </c:pt>
                <c:pt idx="5249">
                  <c:v>-1.033933064119114</c:v>
                </c:pt>
                <c:pt idx="5250">
                  <c:v>-1.0195635299738799</c:v>
                </c:pt>
                <c:pt idx="5251">
                  <c:v>-1.035857990219462</c:v>
                </c:pt>
                <c:pt idx="5252">
                  <c:v>-0.64279329717723499</c:v>
                </c:pt>
                <c:pt idx="5253">
                  <c:v>-0.60361691429588049</c:v>
                </c:pt>
                <c:pt idx="5254">
                  <c:v>-0.70764616365801325</c:v>
                </c:pt>
                <c:pt idx="5255">
                  <c:v>-0.6882840208775679</c:v>
                </c:pt>
                <c:pt idx="5256">
                  <c:v>-0.50866208408480618</c:v>
                </c:pt>
                <c:pt idx="5257">
                  <c:v>-0.555812637061745</c:v>
                </c:pt>
                <c:pt idx="5258">
                  <c:v>-0.53002825879645188</c:v>
                </c:pt>
                <c:pt idx="5259">
                  <c:v>-0.35192838551500338</c:v>
                </c:pt>
                <c:pt idx="5260">
                  <c:v>-0.31401389567397792</c:v>
                </c:pt>
                <c:pt idx="5261">
                  <c:v>-0.24744151241620979</c:v>
                </c:pt>
                <c:pt idx="5262">
                  <c:v>-0.36995671946310299</c:v>
                </c:pt>
                <c:pt idx="5263">
                  <c:v>-0.33193469885413729</c:v>
                </c:pt>
                <c:pt idx="5264">
                  <c:v>-0.31861586604621961</c:v>
                </c:pt>
                <c:pt idx="5265">
                  <c:v>-0.46208501673410901</c:v>
                </c:pt>
                <c:pt idx="5266">
                  <c:v>-0.25083856827697548</c:v>
                </c:pt>
                <c:pt idx="5267">
                  <c:v>-0.1898848458515561</c:v>
                </c:pt>
                <c:pt idx="5268">
                  <c:v>-0.10525881089907151</c:v>
                </c:pt>
                <c:pt idx="5269">
                  <c:v>-0.13594657526790471</c:v>
                </c:pt>
                <c:pt idx="5270">
                  <c:v>-0.1016891807380219</c:v>
                </c:pt>
                <c:pt idx="5271">
                  <c:v>-0.26663104378839242</c:v>
                </c:pt>
                <c:pt idx="5272">
                  <c:v>-0.51205188890010334</c:v>
                </c:pt>
                <c:pt idx="5273">
                  <c:v>-0.52589223769750137</c:v>
                </c:pt>
                <c:pt idx="5274">
                  <c:v>-0.56468040844760858</c:v>
                </c:pt>
                <c:pt idx="5275">
                  <c:v>-0.58093297671621824</c:v>
                </c:pt>
                <c:pt idx="5276">
                  <c:v>-0.58305098184956572</c:v>
                </c:pt>
                <c:pt idx="5277">
                  <c:v>-0.50719602620705262</c:v>
                </c:pt>
                <c:pt idx="5278">
                  <c:v>-0.54852308433225383</c:v>
                </c:pt>
                <c:pt idx="5279">
                  <c:v>-0.45304851016285019</c:v>
                </c:pt>
                <c:pt idx="5280">
                  <c:v>-0.31217355286184101</c:v>
                </c:pt>
                <c:pt idx="5281">
                  <c:v>-0.42880421831664017</c:v>
                </c:pt>
                <c:pt idx="5282">
                  <c:v>-0.53581516135140184</c:v>
                </c:pt>
                <c:pt idx="5283">
                  <c:v>-0.73141078536085813</c:v>
                </c:pt>
                <c:pt idx="5284">
                  <c:v>-0.92314181880636659</c:v>
                </c:pt>
                <c:pt idx="5285">
                  <c:v>-0.79222691682749824</c:v>
                </c:pt>
                <c:pt idx="5286">
                  <c:v>-0.85674134736715823</c:v>
                </c:pt>
                <c:pt idx="5287">
                  <c:v>-0.82966180621178165</c:v>
                </c:pt>
                <c:pt idx="5288">
                  <c:v>-0.76679901241191561</c:v>
                </c:pt>
                <c:pt idx="5289">
                  <c:v>-0.86665429249027148</c:v>
                </c:pt>
                <c:pt idx="5290">
                  <c:v>-1.001311895202214</c:v>
                </c:pt>
                <c:pt idx="5291">
                  <c:v>-0.97507926275376378</c:v>
                </c:pt>
                <c:pt idx="5292">
                  <c:v>-1.0971241255117321</c:v>
                </c:pt>
                <c:pt idx="5293">
                  <c:v>-1.0687875091950301</c:v>
                </c:pt>
                <c:pt idx="5294">
                  <c:v>-1.095162578745279</c:v>
                </c:pt>
                <c:pt idx="5295">
                  <c:v>-1.0837764684830831</c:v>
                </c:pt>
                <c:pt idx="5296">
                  <c:v>-1.1122158907644759</c:v>
                </c:pt>
                <c:pt idx="5297">
                  <c:v>-1.1206132983049519</c:v>
                </c:pt>
                <c:pt idx="5298">
                  <c:v>-1.0671842770117279</c:v>
                </c:pt>
                <c:pt idx="5299">
                  <c:v>-1.024762195820804</c:v>
                </c:pt>
                <c:pt idx="5300">
                  <c:v>-1.1311642164332789</c:v>
                </c:pt>
                <c:pt idx="5301">
                  <c:v>-1.1830635735575961</c:v>
                </c:pt>
                <c:pt idx="5302">
                  <c:v>-1.070101907315294</c:v>
                </c:pt>
                <c:pt idx="5303">
                  <c:v>-0.82242373381055822</c:v>
                </c:pt>
                <c:pt idx="5304">
                  <c:v>-0.57222292219352633</c:v>
                </c:pt>
                <c:pt idx="5305">
                  <c:v>-0.42718671208947667</c:v>
                </c:pt>
                <c:pt idx="5306">
                  <c:v>-0.38934844680472858</c:v>
                </c:pt>
                <c:pt idx="5307">
                  <c:v>-0.30250248161395282</c:v>
                </c:pt>
                <c:pt idx="5308">
                  <c:v>-0.27558467478366772</c:v>
                </c:pt>
                <c:pt idx="5309">
                  <c:v>-0.43011195269415697</c:v>
                </c:pt>
                <c:pt idx="5310">
                  <c:v>-0.34484206425979491</c:v>
                </c:pt>
                <c:pt idx="5311">
                  <c:v>-0.2465238057522344</c:v>
                </c:pt>
                <c:pt idx="5312">
                  <c:v>-0.1146873325201035</c:v>
                </c:pt>
                <c:pt idx="5313">
                  <c:v>-0.2356468612981627</c:v>
                </c:pt>
                <c:pt idx="5314">
                  <c:v>-0.1246742965731571</c:v>
                </c:pt>
                <c:pt idx="5315">
                  <c:v>-2.7806761768984081E-2</c:v>
                </c:pt>
                <c:pt idx="5316">
                  <c:v>-9.685184325372613E-2</c:v>
                </c:pt>
                <c:pt idx="5317">
                  <c:v>-0.16336966095979411</c:v>
                </c:pt>
                <c:pt idx="5318">
                  <c:v>-0.24869124810418389</c:v>
                </c:pt>
                <c:pt idx="5319">
                  <c:v>-0.49182261236935548</c:v>
                </c:pt>
                <c:pt idx="5320">
                  <c:v>-0.51262231144223458</c:v>
                </c:pt>
                <c:pt idx="5321">
                  <c:v>-0.28683436236395482</c:v>
                </c:pt>
                <c:pt idx="5322">
                  <c:v>-0.1642158705276163</c:v>
                </c:pt>
                <c:pt idx="5323">
                  <c:v>-0.13794896461863779</c:v>
                </c:pt>
                <c:pt idx="5324">
                  <c:v>-0.1949484435958834</c:v>
                </c:pt>
                <c:pt idx="5325">
                  <c:v>-0.16754621693446239</c:v>
                </c:pt>
                <c:pt idx="5326">
                  <c:v>-0.1475915475964229</c:v>
                </c:pt>
                <c:pt idx="5327">
                  <c:v>-0.1087273404143476</c:v>
                </c:pt>
                <c:pt idx="5328">
                  <c:v>-0.12834421908571561</c:v>
                </c:pt>
                <c:pt idx="5329">
                  <c:v>9.0267339348584066E-2</c:v>
                </c:pt>
                <c:pt idx="5330">
                  <c:v>-1.519012922241848E-2</c:v>
                </c:pt>
                <c:pt idx="5331">
                  <c:v>-5.0295237968896268E-2</c:v>
                </c:pt>
                <c:pt idx="5332">
                  <c:v>0.14426225074301971</c:v>
                </c:pt>
                <c:pt idx="5333">
                  <c:v>0.43027700362553589</c:v>
                </c:pt>
                <c:pt idx="5334">
                  <c:v>0.43626325172350339</c:v>
                </c:pt>
                <c:pt idx="5335">
                  <c:v>0.5061493816268684</c:v>
                </c:pt>
                <c:pt idx="5336">
                  <c:v>0.62244141004531539</c:v>
                </c:pt>
                <c:pt idx="5337">
                  <c:v>0.82103570229093581</c:v>
                </c:pt>
                <c:pt idx="5338">
                  <c:v>0.71640562757756976</c:v>
                </c:pt>
                <c:pt idx="5339">
                  <c:v>0.54483424608912756</c:v>
                </c:pt>
                <c:pt idx="5340">
                  <c:v>0.5218457016966781</c:v>
                </c:pt>
                <c:pt idx="5341">
                  <c:v>0.4919266248093826</c:v>
                </c:pt>
                <c:pt idx="5342">
                  <c:v>0.39605445138491668</c:v>
                </c:pt>
                <c:pt idx="5343">
                  <c:v>0.142706883465259</c:v>
                </c:pt>
                <c:pt idx="5344">
                  <c:v>-1.560275847123815E-2</c:v>
                </c:pt>
                <c:pt idx="5345">
                  <c:v>5.515068767479997E-2</c:v>
                </c:pt>
                <c:pt idx="5346">
                  <c:v>0.1380417465343006</c:v>
                </c:pt>
                <c:pt idx="5347">
                  <c:v>3.8377247701957218E-2</c:v>
                </c:pt>
                <c:pt idx="5348">
                  <c:v>0.25161212957204759</c:v>
                </c:pt>
                <c:pt idx="5349">
                  <c:v>0.3189457611460445</c:v>
                </c:pt>
                <c:pt idx="5350">
                  <c:v>0.41653588255004492</c:v>
                </c:pt>
                <c:pt idx="5351">
                  <c:v>0.27462150463264778</c:v>
                </c:pt>
                <c:pt idx="5352">
                  <c:v>3.6034578528176042E-2</c:v>
                </c:pt>
                <c:pt idx="5353">
                  <c:v>-0.25608192338432678</c:v>
                </c:pt>
                <c:pt idx="5354">
                  <c:v>-0.41676963424752789</c:v>
                </c:pt>
                <c:pt idx="5355">
                  <c:v>-0.5434619289900664</c:v>
                </c:pt>
                <c:pt idx="5356">
                  <c:v>-0.57378148209002389</c:v>
                </c:pt>
                <c:pt idx="5357">
                  <c:v>-0.6555254419230151</c:v>
                </c:pt>
                <c:pt idx="5358">
                  <c:v>-0.23744840000738651</c:v>
                </c:pt>
                <c:pt idx="5359">
                  <c:v>0.29296066138673232</c:v>
                </c:pt>
                <c:pt idx="5360">
                  <c:v>0.29971345275838962</c:v>
                </c:pt>
                <c:pt idx="5361">
                  <c:v>0.45165123158911558</c:v>
                </c:pt>
                <c:pt idx="5362">
                  <c:v>0.68258477227172554</c:v>
                </c:pt>
                <c:pt idx="5363">
                  <c:v>1.120697367761768</c:v>
                </c:pt>
                <c:pt idx="5364">
                  <c:v>1.1077337835515131</c:v>
                </c:pt>
                <c:pt idx="5365">
                  <c:v>0.70273177391440667</c:v>
                </c:pt>
                <c:pt idx="5366">
                  <c:v>0.9522707737550089</c:v>
                </c:pt>
                <c:pt idx="5367">
                  <c:v>1.2807253600130419</c:v>
                </c:pt>
                <c:pt idx="5368">
                  <c:v>1.038557997620791</c:v>
                </c:pt>
                <c:pt idx="5369">
                  <c:v>0.99175980162201771</c:v>
                </c:pt>
                <c:pt idx="5370">
                  <c:v>0.97321224657534966</c:v>
                </c:pt>
                <c:pt idx="5371">
                  <c:v>0.94084480253998348</c:v>
                </c:pt>
                <c:pt idx="5372">
                  <c:v>0.62602411245294209</c:v>
                </c:pt>
                <c:pt idx="5373">
                  <c:v>0.67078227237092847</c:v>
                </c:pt>
                <c:pt idx="5374">
                  <c:v>0.96802883919453242</c:v>
                </c:pt>
                <c:pt idx="5375">
                  <c:v>0.84826776547577099</c:v>
                </c:pt>
                <c:pt idx="5376">
                  <c:v>0.94603735588033111</c:v>
                </c:pt>
                <c:pt idx="5377">
                  <c:v>1.0313660305756021</c:v>
                </c:pt>
                <c:pt idx="5378">
                  <c:v>0.93328012427588092</c:v>
                </c:pt>
                <c:pt idx="5379">
                  <c:v>0.62113492523569713</c:v>
                </c:pt>
                <c:pt idx="5380">
                  <c:v>0.59340642099190444</c:v>
                </c:pt>
                <c:pt idx="5381">
                  <c:v>0.30115796082854562</c:v>
                </c:pt>
                <c:pt idx="5382">
                  <c:v>0.13828002654682059</c:v>
                </c:pt>
                <c:pt idx="5383">
                  <c:v>-0.22105177292753619</c:v>
                </c:pt>
                <c:pt idx="5384">
                  <c:v>-0.174890500411373</c:v>
                </c:pt>
                <c:pt idx="5385">
                  <c:v>0.1615855901020708</c:v>
                </c:pt>
                <c:pt idx="5386">
                  <c:v>-6.1511747130254132E-2</c:v>
                </c:pt>
                <c:pt idx="5387">
                  <c:v>-0.61087284577477763</c:v>
                </c:pt>
                <c:pt idx="5388">
                  <c:v>-1.155220595577257</c:v>
                </c:pt>
                <c:pt idx="5389">
                  <c:v>-1.0352303148785871</c:v>
                </c:pt>
                <c:pt idx="5390">
                  <c:v>-1.107594493947776</c:v>
                </c:pt>
                <c:pt idx="5391">
                  <c:v>-0.98502833559517766</c:v>
                </c:pt>
                <c:pt idx="5392">
                  <c:v>-0.59719992300234104</c:v>
                </c:pt>
                <c:pt idx="5393">
                  <c:v>-0.5680222835896559</c:v>
                </c:pt>
                <c:pt idx="5394">
                  <c:v>-0.71364325520198013</c:v>
                </c:pt>
                <c:pt idx="5395">
                  <c:v>-0.86554515981984947</c:v>
                </c:pt>
                <c:pt idx="5396">
                  <c:v>-1.0624389384372179</c:v>
                </c:pt>
                <c:pt idx="5397">
                  <c:v>-1.2432832334653909</c:v>
                </c:pt>
                <c:pt idx="5398">
                  <c:v>-1.479616374612674</c:v>
                </c:pt>
                <c:pt idx="5399">
                  <c:v>-1.375790445618343</c:v>
                </c:pt>
                <c:pt idx="5400">
                  <c:v>-1.258876603284925</c:v>
                </c:pt>
                <c:pt idx="5401">
                  <c:v>-1.114334179311488</c:v>
                </c:pt>
                <c:pt idx="5402">
                  <c:v>-1.1330498719771871</c:v>
                </c:pt>
                <c:pt idx="5403">
                  <c:v>-1.1070199472461499</c:v>
                </c:pt>
                <c:pt idx="5404">
                  <c:v>-1.1611291664077761</c:v>
                </c:pt>
                <c:pt idx="5405">
                  <c:v>-1.416380923326934</c:v>
                </c:pt>
                <c:pt idx="5406">
                  <c:v>-1.345715277034939</c:v>
                </c:pt>
                <c:pt idx="5407">
                  <c:v>-1.154392940601682</c:v>
                </c:pt>
                <c:pt idx="5408">
                  <c:v>-0.58440716420708827</c:v>
                </c:pt>
                <c:pt idx="5409">
                  <c:v>-0.58006129002915274</c:v>
                </c:pt>
                <c:pt idx="5410">
                  <c:v>-0.52498791193711825</c:v>
                </c:pt>
                <c:pt idx="5411">
                  <c:v>-0.53955267275505314</c:v>
                </c:pt>
                <c:pt idx="5412">
                  <c:v>-0.59314682744347891</c:v>
                </c:pt>
                <c:pt idx="5413">
                  <c:v>-0.53833793600570823</c:v>
                </c:pt>
                <c:pt idx="5414">
                  <c:v>-0.60036180178627019</c:v>
                </c:pt>
                <c:pt idx="5415">
                  <c:v>-0.46331910053497671</c:v>
                </c:pt>
                <c:pt idx="5416">
                  <c:v>-0.53945668427777738</c:v>
                </c:pt>
                <c:pt idx="5417">
                  <c:v>-0.4119460160264537</c:v>
                </c:pt>
                <c:pt idx="5418">
                  <c:v>-0.3380212042243898</c:v>
                </c:pt>
                <c:pt idx="5419">
                  <c:v>-0.56309393026800103</c:v>
                </c:pt>
                <c:pt idx="5420">
                  <c:v>-0.61227999902883745</c:v>
                </c:pt>
                <c:pt idx="5421">
                  <c:v>-0.64078496920213313</c:v>
                </c:pt>
                <c:pt idx="5422">
                  <c:v>-0.66836758340729541</c:v>
                </c:pt>
                <c:pt idx="5423">
                  <c:v>-0.68475377823864692</c:v>
                </c:pt>
                <c:pt idx="5424">
                  <c:v>-0.68282648993778261</c:v>
                </c:pt>
                <c:pt idx="5425">
                  <c:v>-0.57204684755565249</c:v>
                </c:pt>
                <c:pt idx="5426">
                  <c:v>-0.44609222773867951</c:v>
                </c:pt>
                <c:pt idx="5427">
                  <c:v>-0.2459114996371477</c:v>
                </c:pt>
                <c:pt idx="5428">
                  <c:v>-0.18949855852581229</c:v>
                </c:pt>
                <c:pt idx="5429">
                  <c:v>-0.41888377202344518</c:v>
                </c:pt>
                <c:pt idx="5430">
                  <c:v>-0.38671822723883248</c:v>
                </c:pt>
                <c:pt idx="5431">
                  <c:v>-0.3551153229120485</c:v>
                </c:pt>
                <c:pt idx="5432">
                  <c:v>-0.486120147800231</c:v>
                </c:pt>
                <c:pt idx="5433">
                  <c:v>-0.56254928054163356</c:v>
                </c:pt>
                <c:pt idx="5434">
                  <c:v>-0.68481741378542027</c:v>
                </c:pt>
                <c:pt idx="5435">
                  <c:v>-0.53764659172848195</c:v>
                </c:pt>
                <c:pt idx="5436">
                  <c:v>-0.11515375620986509</c:v>
                </c:pt>
                <c:pt idx="5437">
                  <c:v>-6.2817556914217712E-2</c:v>
                </c:pt>
                <c:pt idx="5438">
                  <c:v>-4.3335574530923411E-2</c:v>
                </c:pt>
                <c:pt idx="5439">
                  <c:v>7.6518223515920358E-2</c:v>
                </c:pt>
                <c:pt idx="5440">
                  <c:v>0.2394529642707991</c:v>
                </c:pt>
                <c:pt idx="5441">
                  <c:v>0.40726138163132458</c:v>
                </c:pt>
                <c:pt idx="5442">
                  <c:v>0.38684433752326092</c:v>
                </c:pt>
                <c:pt idx="5443">
                  <c:v>0.39671219443244249</c:v>
                </c:pt>
                <c:pt idx="5444">
                  <c:v>0.34848691588610881</c:v>
                </c:pt>
                <c:pt idx="5445">
                  <c:v>0.33615705131354462</c:v>
                </c:pt>
                <c:pt idx="5446">
                  <c:v>0.17005122088953539</c:v>
                </c:pt>
                <c:pt idx="5447">
                  <c:v>1.9902924533007769E-2</c:v>
                </c:pt>
                <c:pt idx="5448">
                  <c:v>-0.12678239319239129</c:v>
                </c:pt>
                <c:pt idx="5449">
                  <c:v>1.546446817730401E-2</c:v>
                </c:pt>
                <c:pt idx="5450">
                  <c:v>0.21695736594593271</c:v>
                </c:pt>
                <c:pt idx="5451">
                  <c:v>6.9778830466651648E-2</c:v>
                </c:pt>
                <c:pt idx="5452">
                  <c:v>0.1161293031922726</c:v>
                </c:pt>
                <c:pt idx="5453">
                  <c:v>0.29616205816053692</c:v>
                </c:pt>
                <c:pt idx="5454">
                  <c:v>0.44758146366576151</c:v>
                </c:pt>
                <c:pt idx="5455">
                  <c:v>0.43135180791589911</c:v>
                </c:pt>
                <c:pt idx="5456">
                  <c:v>0.15117909190648571</c:v>
                </c:pt>
                <c:pt idx="5457">
                  <c:v>8.1411169600001873E-2</c:v>
                </c:pt>
                <c:pt idx="5458">
                  <c:v>9.8554724068647768E-3</c:v>
                </c:pt>
                <c:pt idx="5459">
                  <c:v>0.1091292494277218</c:v>
                </c:pt>
                <c:pt idx="5460">
                  <c:v>-9.4084377567882002E-2</c:v>
                </c:pt>
                <c:pt idx="5461">
                  <c:v>-0.3170412334271559</c:v>
                </c:pt>
                <c:pt idx="5462">
                  <c:v>-0.24131416830036309</c:v>
                </c:pt>
                <c:pt idx="5463">
                  <c:v>-0.1381495267592725</c:v>
                </c:pt>
                <c:pt idx="5464">
                  <c:v>-6.3133981339295153E-2</c:v>
                </c:pt>
                <c:pt idx="5465">
                  <c:v>-6.9617815019566612E-2</c:v>
                </c:pt>
                <c:pt idx="5466">
                  <c:v>-0.15052343282312289</c:v>
                </c:pt>
                <c:pt idx="5467">
                  <c:v>-0.23046332125459709</c:v>
                </c:pt>
                <c:pt idx="5468">
                  <c:v>-0.1548069927019371</c:v>
                </c:pt>
                <c:pt idx="5469">
                  <c:v>-0.1851563457160198</c:v>
                </c:pt>
                <c:pt idx="5470">
                  <c:v>-0.34166434655045319</c:v>
                </c:pt>
                <c:pt idx="5471">
                  <c:v>-0.19127024178149521</c:v>
                </c:pt>
                <c:pt idx="5472">
                  <c:v>-8.6548616382228771E-4</c:v>
                </c:pt>
                <c:pt idx="5473">
                  <c:v>-0.1707269350515109</c:v>
                </c:pt>
                <c:pt idx="5474">
                  <c:v>-0.22229955208098781</c:v>
                </c:pt>
                <c:pt idx="5475">
                  <c:v>-0.31821286217352501</c:v>
                </c:pt>
                <c:pt idx="5476">
                  <c:v>-0.14810081411069581</c:v>
                </c:pt>
                <c:pt idx="5477">
                  <c:v>-7.1721740182693519E-2</c:v>
                </c:pt>
                <c:pt idx="5478">
                  <c:v>6.5030072846652853E-2</c:v>
                </c:pt>
                <c:pt idx="5479">
                  <c:v>2.7437974196491671E-2</c:v>
                </c:pt>
                <c:pt idx="5480">
                  <c:v>0.28894843101544287</c:v>
                </c:pt>
                <c:pt idx="5481">
                  <c:v>0.25812757800032049</c:v>
                </c:pt>
                <c:pt idx="5482">
                  <c:v>0.35659362511836967</c:v>
                </c:pt>
                <c:pt idx="5483">
                  <c:v>0.26487623157429779</c:v>
                </c:pt>
                <c:pt idx="5484">
                  <c:v>0.33314259811151969</c:v>
                </c:pt>
                <c:pt idx="5485">
                  <c:v>0.32596433589813589</c:v>
                </c:pt>
                <c:pt idx="5486">
                  <c:v>0.40968224629086097</c:v>
                </c:pt>
                <c:pt idx="5487">
                  <c:v>0.7149789344830807</c:v>
                </c:pt>
                <c:pt idx="5488">
                  <c:v>0.84303750932785781</c:v>
                </c:pt>
                <c:pt idx="5489">
                  <c:v>0.90174769049447645</c:v>
                </c:pt>
                <c:pt idx="5490">
                  <c:v>0.85986250132748554</c:v>
                </c:pt>
                <c:pt idx="5491">
                  <c:v>0.95999267507452901</c:v>
                </c:pt>
                <c:pt idx="5492">
                  <c:v>0.74705098417720128</c:v>
                </c:pt>
                <c:pt idx="5493">
                  <c:v>0.6300898020564073</c:v>
                </c:pt>
                <c:pt idx="5494">
                  <c:v>0.98450490807039814</c:v>
                </c:pt>
                <c:pt idx="5495">
                  <c:v>1.1770623923006389</c:v>
                </c:pt>
                <c:pt idx="5496">
                  <c:v>1.2804735928703199</c:v>
                </c:pt>
                <c:pt idx="5497">
                  <c:v>1.4725574862064279</c:v>
                </c:pt>
                <c:pt idx="5498">
                  <c:v>1.772233815475232</c:v>
                </c:pt>
                <c:pt idx="5499">
                  <c:v>1.7229064385115589</c:v>
                </c:pt>
                <c:pt idx="5500">
                  <c:v>1.4685069718702559</c:v>
                </c:pt>
                <c:pt idx="5501">
                  <c:v>1.449870161749113</c:v>
                </c:pt>
                <c:pt idx="5502">
                  <c:v>1.271593908522946</c:v>
                </c:pt>
                <c:pt idx="5503">
                  <c:v>1.1320857968389699</c:v>
                </c:pt>
                <c:pt idx="5504">
                  <c:v>1.13682826073253</c:v>
                </c:pt>
                <c:pt idx="5505">
                  <c:v>1.1960560861370331</c:v>
                </c:pt>
                <c:pt idx="5506">
                  <c:v>0.91364818610523779</c:v>
                </c:pt>
                <c:pt idx="5507">
                  <c:v>0.61360844290553196</c:v>
                </c:pt>
                <c:pt idx="5508">
                  <c:v>0.75948613119693154</c:v>
                </c:pt>
                <c:pt idx="5509">
                  <c:v>0.29191239131979302</c:v>
                </c:pt>
                <c:pt idx="5510">
                  <c:v>6.5133989617681909E-2</c:v>
                </c:pt>
                <c:pt idx="5511">
                  <c:v>-4.2355740955426713E-2</c:v>
                </c:pt>
                <c:pt idx="5512">
                  <c:v>-1.345095805299416E-2</c:v>
                </c:pt>
                <c:pt idx="5513">
                  <c:v>0.30946523333243547</c:v>
                </c:pt>
                <c:pt idx="5514">
                  <c:v>0.22918244472668459</c:v>
                </c:pt>
                <c:pt idx="5515">
                  <c:v>0.18684768220922571</c:v>
                </c:pt>
                <c:pt idx="5516">
                  <c:v>-5.6616117441961572E-2</c:v>
                </c:pt>
                <c:pt idx="5517">
                  <c:v>-0.3600494638884017</c:v>
                </c:pt>
                <c:pt idx="5518">
                  <c:v>-0.73844844207700489</c:v>
                </c:pt>
                <c:pt idx="5519">
                  <c:v>-0.74413409017637111</c:v>
                </c:pt>
                <c:pt idx="5520">
                  <c:v>-0.67053728610768137</c:v>
                </c:pt>
                <c:pt idx="5521">
                  <c:v>-0.52704367511859773</c:v>
                </c:pt>
                <c:pt idx="5522">
                  <c:v>-0.46463156371679659</c:v>
                </c:pt>
                <c:pt idx="5523">
                  <c:v>-5.3404013291080209E-2</c:v>
                </c:pt>
                <c:pt idx="5524">
                  <c:v>-6.3156718554888705E-2</c:v>
                </c:pt>
                <c:pt idx="5525">
                  <c:v>-0.1128012865393912</c:v>
                </c:pt>
                <c:pt idx="5526">
                  <c:v>6.7374652746994557E-2</c:v>
                </c:pt>
                <c:pt idx="5527">
                  <c:v>0.1069556219751341</c:v>
                </c:pt>
                <c:pt idx="5528">
                  <c:v>6.8931324511442169E-2</c:v>
                </c:pt>
                <c:pt idx="5529">
                  <c:v>0.38363997858131399</c:v>
                </c:pt>
                <c:pt idx="5530">
                  <c:v>0.62661237003723802</c:v>
                </c:pt>
                <c:pt idx="5531">
                  <c:v>0.75085070362768092</c:v>
                </c:pt>
                <c:pt idx="5532">
                  <c:v>0.83739466239563487</c:v>
                </c:pt>
                <c:pt idx="5533">
                  <c:v>0.62992378890072331</c:v>
                </c:pt>
                <c:pt idx="5534">
                  <c:v>0.73226463539496411</c:v>
                </c:pt>
                <c:pt idx="5535">
                  <c:v>0.81470972533678199</c:v>
                </c:pt>
                <c:pt idx="5536">
                  <c:v>0.81555184176779039</c:v>
                </c:pt>
                <c:pt idx="5537">
                  <c:v>1.0855759880438489</c:v>
                </c:pt>
                <c:pt idx="5538">
                  <c:v>1.093124508248144</c:v>
                </c:pt>
                <c:pt idx="5539">
                  <c:v>1.0495400305542899</c:v>
                </c:pt>
                <c:pt idx="5540">
                  <c:v>1.1564143166154339</c:v>
                </c:pt>
                <c:pt idx="5541">
                  <c:v>1.14643908980211</c:v>
                </c:pt>
                <c:pt idx="5542">
                  <c:v>1.287160013937013</c:v>
                </c:pt>
                <c:pt idx="5543">
                  <c:v>1.0312268013067321</c:v>
                </c:pt>
                <c:pt idx="5544">
                  <c:v>1.0255059966764899</c:v>
                </c:pt>
                <c:pt idx="5545">
                  <c:v>0.82725238824454284</c:v>
                </c:pt>
                <c:pt idx="5546">
                  <c:v>0.92976161676914648</c:v>
                </c:pt>
                <c:pt idx="5547">
                  <c:v>1.2460429889344611</c:v>
                </c:pt>
                <c:pt idx="5548">
                  <c:v>1.1353660321293959</c:v>
                </c:pt>
                <c:pt idx="5549">
                  <c:v>1.4098484987521309</c:v>
                </c:pt>
                <c:pt idx="5550">
                  <c:v>1.528881996845328</c:v>
                </c:pt>
                <c:pt idx="5551">
                  <c:v>1.500951517109901</c:v>
                </c:pt>
                <c:pt idx="5552">
                  <c:v>1.1528565234288191</c:v>
                </c:pt>
                <c:pt idx="5553">
                  <c:v>0.8949555540941122</c:v>
                </c:pt>
                <c:pt idx="5554">
                  <c:v>0.42651494939174073</c:v>
                </c:pt>
                <c:pt idx="5555">
                  <c:v>0.16635665723376389</c:v>
                </c:pt>
                <c:pt idx="5556">
                  <c:v>9.0417971405834005E-2</c:v>
                </c:pt>
                <c:pt idx="5557">
                  <c:v>-0.47795583365192362</c:v>
                </c:pt>
                <c:pt idx="5558">
                  <c:v>-0.47297095481946649</c:v>
                </c:pt>
                <c:pt idx="5559">
                  <c:v>-0.33471195394846709</c:v>
                </c:pt>
                <c:pt idx="5560">
                  <c:v>-0.35745948080640649</c:v>
                </c:pt>
                <c:pt idx="5561">
                  <c:v>-0.44998686949069527</c:v>
                </c:pt>
                <c:pt idx="5562">
                  <c:v>-0.38384214431230862</c:v>
                </c:pt>
                <c:pt idx="5563">
                  <c:v>1.2329620830152731E-2</c:v>
                </c:pt>
                <c:pt idx="5564">
                  <c:v>2.015895188288774E-2</c:v>
                </c:pt>
                <c:pt idx="5565">
                  <c:v>9.3381793021478851E-2</c:v>
                </c:pt>
                <c:pt idx="5566">
                  <c:v>0.1263535070538862</c:v>
                </c:pt>
                <c:pt idx="5567">
                  <c:v>7.1678035985486943E-2</c:v>
                </c:pt>
                <c:pt idx="5568">
                  <c:v>4.0261068595297433E-2</c:v>
                </c:pt>
                <c:pt idx="5569">
                  <c:v>-0.25574242574164968</c:v>
                </c:pt>
                <c:pt idx="5570">
                  <c:v>-0.33373677938166219</c:v>
                </c:pt>
                <c:pt idx="5571">
                  <c:v>-0.43765516826342049</c:v>
                </c:pt>
                <c:pt idx="5572">
                  <c:v>-0.19194946135365651</c:v>
                </c:pt>
                <c:pt idx="5573">
                  <c:v>0.22847451838877089</c:v>
                </c:pt>
                <c:pt idx="5574">
                  <c:v>0.48959597226661372</c:v>
                </c:pt>
                <c:pt idx="5575">
                  <c:v>0.74967786150534721</c:v>
                </c:pt>
                <c:pt idx="5576">
                  <c:v>0.77427106308263438</c:v>
                </c:pt>
                <c:pt idx="5577">
                  <c:v>0.895511669706619</c:v>
                </c:pt>
                <c:pt idx="5578">
                  <c:v>0.77081186353950548</c:v>
                </c:pt>
                <c:pt idx="5579">
                  <c:v>0.46326687407741718</c:v>
                </c:pt>
                <c:pt idx="5580">
                  <c:v>0.29448823104295191</c:v>
                </c:pt>
                <c:pt idx="5581">
                  <c:v>0.25026760093833578</c:v>
                </c:pt>
                <c:pt idx="5582">
                  <c:v>-8.0521715288492612E-2</c:v>
                </c:pt>
                <c:pt idx="5583">
                  <c:v>-0.42606974404579118</c:v>
                </c:pt>
                <c:pt idx="5584">
                  <c:v>-0.51574703964864577</c:v>
                </c:pt>
                <c:pt idx="5585">
                  <c:v>-0.69034632269542773</c:v>
                </c:pt>
                <c:pt idx="5586">
                  <c:v>-0.6734794049185614</c:v>
                </c:pt>
                <c:pt idx="5587">
                  <c:v>-0.88222729654467447</c:v>
                </c:pt>
                <c:pt idx="5588">
                  <c:v>-0.68899362466440506</c:v>
                </c:pt>
                <c:pt idx="5589">
                  <c:v>-0.82567421241637762</c:v>
                </c:pt>
                <c:pt idx="5590">
                  <c:v>-0.94512995231540786</c:v>
                </c:pt>
                <c:pt idx="5591">
                  <c:v>-0.87606103358251508</c:v>
                </c:pt>
                <c:pt idx="5592">
                  <c:v>-0.64143662945275304</c:v>
                </c:pt>
                <c:pt idx="5593">
                  <c:v>-0.46064215738739528</c:v>
                </c:pt>
                <c:pt idx="5594">
                  <c:v>-0.35382492367839752</c:v>
                </c:pt>
                <c:pt idx="5595">
                  <c:v>-0.47040347767621649</c:v>
                </c:pt>
                <c:pt idx="5596">
                  <c:v>-0.3052987089921011</c:v>
                </c:pt>
                <c:pt idx="5597">
                  <c:v>-0.23883237460381851</c:v>
                </c:pt>
                <c:pt idx="5598">
                  <c:v>-0.25540501985526642</c:v>
                </c:pt>
                <c:pt idx="5599">
                  <c:v>-2.3338548745961921E-2</c:v>
                </c:pt>
                <c:pt idx="5600">
                  <c:v>5.9999579049492678E-2</c:v>
                </c:pt>
                <c:pt idx="5601">
                  <c:v>0.28112009375539959</c:v>
                </c:pt>
                <c:pt idx="5602">
                  <c:v>0.41490336065664779</c:v>
                </c:pt>
                <c:pt idx="5603">
                  <c:v>0.44468915372888468</c:v>
                </c:pt>
                <c:pt idx="5604">
                  <c:v>0.31008564140080419</c:v>
                </c:pt>
                <c:pt idx="5605">
                  <c:v>0.52294263410918151</c:v>
                </c:pt>
                <c:pt idx="5606">
                  <c:v>0.30766641504865372</c:v>
                </c:pt>
                <c:pt idx="5607">
                  <c:v>0.2035005009150164</c:v>
                </c:pt>
                <c:pt idx="5608">
                  <c:v>-0.31119460218407519</c:v>
                </c:pt>
                <c:pt idx="5609">
                  <c:v>0.53809823243098165</c:v>
                </c:pt>
                <c:pt idx="5610">
                  <c:v>0.90673499656923306</c:v>
                </c:pt>
                <c:pt idx="5611">
                  <c:v>0.5158132514474445</c:v>
                </c:pt>
                <c:pt idx="5612">
                  <c:v>0.36230801079895708</c:v>
                </c:pt>
                <c:pt idx="5613">
                  <c:v>7.8578642912075693E-3</c:v>
                </c:pt>
                <c:pt idx="5614">
                  <c:v>-0.17592190151207279</c:v>
                </c:pt>
                <c:pt idx="5615">
                  <c:v>-0.17240312635411931</c:v>
                </c:pt>
                <c:pt idx="5616">
                  <c:v>-0.29349601455344748</c:v>
                </c:pt>
                <c:pt idx="5617">
                  <c:v>-0.35433010928241782</c:v>
                </c:pt>
                <c:pt idx="5618">
                  <c:v>-0.12542737719012539</c:v>
                </c:pt>
                <c:pt idx="5619">
                  <c:v>-0.10379886152244901</c:v>
                </c:pt>
                <c:pt idx="5620">
                  <c:v>-0.15150683018470251</c:v>
                </c:pt>
                <c:pt idx="5621">
                  <c:v>-0.18121905114207321</c:v>
                </c:pt>
                <c:pt idx="5622">
                  <c:v>0.14628920815373311</c:v>
                </c:pt>
                <c:pt idx="5623">
                  <c:v>0.18865361500170089</c:v>
                </c:pt>
                <c:pt idx="5624">
                  <c:v>0.59233424096289067</c:v>
                </c:pt>
                <c:pt idx="5625">
                  <c:v>0.5225036452482037</c:v>
                </c:pt>
                <c:pt idx="5626">
                  <c:v>0.69789188353871667</c:v>
                </c:pt>
                <c:pt idx="5627">
                  <c:v>0.89160515576952959</c:v>
                </c:pt>
                <c:pt idx="5628">
                  <c:v>1.203635316044672</c:v>
                </c:pt>
                <c:pt idx="5629">
                  <c:v>0.56314530740485147</c:v>
                </c:pt>
                <c:pt idx="5630">
                  <c:v>0.37243111374682603</c:v>
                </c:pt>
                <c:pt idx="5631">
                  <c:v>0.70820853005869344</c:v>
                </c:pt>
                <c:pt idx="5632">
                  <c:v>0.8140038276233087</c:v>
                </c:pt>
                <c:pt idx="5633">
                  <c:v>0.72686530383049563</c:v>
                </c:pt>
                <c:pt idx="5634">
                  <c:v>0.70638069809890203</c:v>
                </c:pt>
                <c:pt idx="5635">
                  <c:v>0.65287667416908357</c:v>
                </c:pt>
                <c:pt idx="5636">
                  <c:v>0.75163434995717393</c:v>
                </c:pt>
                <c:pt idx="5637">
                  <c:v>1.0332492822372901</c:v>
                </c:pt>
                <c:pt idx="5638">
                  <c:v>1.010689759028998</c:v>
                </c:pt>
                <c:pt idx="5639">
                  <c:v>1.361844676846736</c:v>
                </c:pt>
                <c:pt idx="5640">
                  <c:v>1.2676726375502709</c:v>
                </c:pt>
                <c:pt idx="5641">
                  <c:v>1.135204247752873</c:v>
                </c:pt>
                <c:pt idx="5642">
                  <c:v>0.61370740270815693</c:v>
                </c:pt>
                <c:pt idx="5643">
                  <c:v>0.29607754303533712</c:v>
                </c:pt>
                <c:pt idx="5644">
                  <c:v>0.33617071785589497</c:v>
                </c:pt>
                <c:pt idx="5645">
                  <c:v>0.5752185681648958</c:v>
                </c:pt>
                <c:pt idx="5646">
                  <c:v>0.58406318733416762</c:v>
                </c:pt>
                <c:pt idx="5647">
                  <c:v>0.55095616924691537</c:v>
                </c:pt>
                <c:pt idx="5648">
                  <c:v>0.50331214741418528</c:v>
                </c:pt>
                <c:pt idx="5649">
                  <c:v>0.5638841418567121</c:v>
                </c:pt>
                <c:pt idx="5650">
                  <c:v>0.37211904850467292</c:v>
                </c:pt>
                <c:pt idx="5651">
                  <c:v>0.29340529926058417</c:v>
                </c:pt>
                <c:pt idx="5652">
                  <c:v>0.1891208266305939</c:v>
                </c:pt>
                <c:pt idx="5653">
                  <c:v>0.29289542315546341</c:v>
                </c:pt>
                <c:pt idx="5654">
                  <c:v>0.25889773297388469</c:v>
                </c:pt>
                <c:pt idx="5655">
                  <c:v>0.66650009507257579</c:v>
                </c:pt>
                <c:pt idx="5656">
                  <c:v>1.055804174062257</c:v>
                </c:pt>
                <c:pt idx="5657">
                  <c:v>1.148697009741072</c:v>
                </c:pt>
                <c:pt idx="5658">
                  <c:v>1.224974047720234</c:v>
                </c:pt>
                <c:pt idx="5659">
                  <c:v>1.0766179617640741</c:v>
                </c:pt>
                <c:pt idx="5660">
                  <c:v>1.1138856219282589</c:v>
                </c:pt>
                <c:pt idx="5661">
                  <c:v>1.035599625776997</c:v>
                </c:pt>
                <c:pt idx="5662">
                  <c:v>1.525817740222978</c:v>
                </c:pt>
                <c:pt idx="5663">
                  <c:v>2.0417418199549102</c:v>
                </c:pt>
                <c:pt idx="5664">
                  <c:v>1.491635860301636</c:v>
                </c:pt>
                <c:pt idx="5665">
                  <c:v>1.1354028043069959</c:v>
                </c:pt>
                <c:pt idx="5666">
                  <c:v>1.054008655617777</c:v>
                </c:pt>
                <c:pt idx="5667">
                  <c:v>1.4510544835434049</c:v>
                </c:pt>
                <c:pt idx="5668">
                  <c:v>1.854516109025119</c:v>
                </c:pt>
                <c:pt idx="5669">
                  <c:v>2.1028939594496761</c:v>
                </c:pt>
                <c:pt idx="5670">
                  <c:v>2.979109569952473</c:v>
                </c:pt>
                <c:pt idx="5671">
                  <c:v>2.571030511266776</c:v>
                </c:pt>
                <c:pt idx="5672">
                  <c:v>1.963923658726118</c:v>
                </c:pt>
                <c:pt idx="5673">
                  <c:v>2.46301979591501</c:v>
                </c:pt>
                <c:pt idx="5674">
                  <c:v>2.6863908362396018</c:v>
                </c:pt>
                <c:pt idx="5675">
                  <c:v>2.545686367585807</c:v>
                </c:pt>
                <c:pt idx="5676">
                  <c:v>2.238532685261311</c:v>
                </c:pt>
                <c:pt idx="5677">
                  <c:v>1.8701633492031069</c:v>
                </c:pt>
                <c:pt idx="5678">
                  <c:v>1.353069895331845</c:v>
                </c:pt>
                <c:pt idx="5679">
                  <c:v>0.83923777327831639</c:v>
                </c:pt>
                <c:pt idx="5680">
                  <c:v>0.85284637316302137</c:v>
                </c:pt>
                <c:pt idx="5681">
                  <c:v>1.1695882202847001</c:v>
                </c:pt>
                <c:pt idx="5682">
                  <c:v>0.72050718303257488</c:v>
                </c:pt>
                <c:pt idx="5683">
                  <c:v>0.65008700205037939</c:v>
                </c:pt>
                <c:pt idx="5684">
                  <c:v>0.88010392271017601</c:v>
                </c:pt>
                <c:pt idx="5685">
                  <c:v>0.93066701821427478</c:v>
                </c:pt>
                <c:pt idx="5686">
                  <c:v>0.62096483228141908</c:v>
                </c:pt>
                <c:pt idx="5687">
                  <c:v>0.32619518297283789</c:v>
                </c:pt>
                <c:pt idx="5688">
                  <c:v>2.419930684573838E-3</c:v>
                </c:pt>
                <c:pt idx="5689">
                  <c:v>-0.4394299240462673</c:v>
                </c:pt>
                <c:pt idx="5690">
                  <c:v>-1.254872768326676</c:v>
                </c:pt>
                <c:pt idx="5691">
                  <c:v>-1.044883476765176</c:v>
                </c:pt>
                <c:pt idx="5692">
                  <c:v>-0.41362542401867303</c:v>
                </c:pt>
                <c:pt idx="5693">
                  <c:v>-0.92245613448752195</c:v>
                </c:pt>
                <c:pt idx="5694">
                  <c:v>-1.068542103261251</c:v>
                </c:pt>
                <c:pt idx="5695">
                  <c:v>-1.363005092395843</c:v>
                </c:pt>
                <c:pt idx="5696">
                  <c:v>-1.5169857054213849</c:v>
                </c:pt>
                <c:pt idx="5697">
                  <c:v>-1.526237584990348</c:v>
                </c:pt>
                <c:pt idx="5698">
                  <c:v>-1.282106439972251</c:v>
                </c:pt>
                <c:pt idx="5699">
                  <c:v>-0.99074442750283565</c:v>
                </c:pt>
                <c:pt idx="5700">
                  <c:v>-1.18188452169424</c:v>
                </c:pt>
                <c:pt idx="5701">
                  <c:v>-1.2365905786741751</c:v>
                </c:pt>
                <c:pt idx="5702">
                  <c:v>-1.052663911322973</c:v>
                </c:pt>
                <c:pt idx="5703">
                  <c:v>-1.202462878461122</c:v>
                </c:pt>
                <c:pt idx="5704">
                  <c:v>-1.119590971454947</c:v>
                </c:pt>
                <c:pt idx="5705">
                  <c:v>-1.0169058274207781</c:v>
                </c:pt>
                <c:pt idx="5706">
                  <c:v>-0.73851487914951208</c:v>
                </c:pt>
                <c:pt idx="5707">
                  <c:v>-0.96910068334619759</c:v>
                </c:pt>
                <c:pt idx="5708">
                  <c:v>-1.3134097284080259</c:v>
                </c:pt>
                <c:pt idx="5709">
                  <c:v>-1.3499355926352881</c:v>
                </c:pt>
                <c:pt idx="5710">
                  <c:v>-1.3581437748417149</c:v>
                </c:pt>
                <c:pt idx="5711">
                  <c:v>-1.02180896405479</c:v>
                </c:pt>
                <c:pt idx="5712">
                  <c:v>-1.0772442468237311</c:v>
                </c:pt>
                <c:pt idx="5713">
                  <c:v>-1.028236592596153</c:v>
                </c:pt>
                <c:pt idx="5714">
                  <c:v>-0.94319062483286364</c:v>
                </c:pt>
                <c:pt idx="5715">
                  <c:v>-0.77133748937071489</c:v>
                </c:pt>
                <c:pt idx="5716">
                  <c:v>-0.58671387590139978</c:v>
                </c:pt>
                <c:pt idx="5717">
                  <c:v>-0.23903475607118471</c:v>
                </c:pt>
                <c:pt idx="5718">
                  <c:v>0.1386172443748413</c:v>
                </c:pt>
                <c:pt idx="5719">
                  <c:v>-0.13406725376244499</c:v>
                </c:pt>
                <c:pt idx="5720">
                  <c:v>5.549341291633831E-2</c:v>
                </c:pt>
                <c:pt idx="5721">
                  <c:v>-0.1868286371214975</c:v>
                </c:pt>
                <c:pt idx="5722">
                  <c:v>-7.170349717579942E-3</c:v>
                </c:pt>
                <c:pt idx="5723">
                  <c:v>-0.1229478397337621</c:v>
                </c:pt>
                <c:pt idx="5724">
                  <c:v>-0.15797369157344049</c:v>
                </c:pt>
                <c:pt idx="5725">
                  <c:v>-0.12176326766638711</c:v>
                </c:pt>
                <c:pt idx="5726">
                  <c:v>-0.23110972629369131</c:v>
                </c:pt>
                <c:pt idx="5727">
                  <c:v>-0.33296851042832148</c:v>
                </c:pt>
                <c:pt idx="5728">
                  <c:v>-0.22219554762932589</c:v>
                </c:pt>
                <c:pt idx="5729">
                  <c:v>-0.1587661129476671</c:v>
                </c:pt>
                <c:pt idx="5730">
                  <c:v>0.41478337271361387</c:v>
                </c:pt>
                <c:pt idx="5731">
                  <c:v>0.49207713387682189</c:v>
                </c:pt>
                <c:pt idx="5732">
                  <c:v>0.47375587880756259</c:v>
                </c:pt>
                <c:pt idx="5733">
                  <c:v>0.43653233731620089</c:v>
                </c:pt>
                <c:pt idx="5734">
                  <c:v>0.45422005318481701</c:v>
                </c:pt>
                <c:pt idx="5735">
                  <c:v>0.29618786130769542</c:v>
                </c:pt>
                <c:pt idx="5736">
                  <c:v>0.24529316420284619</c:v>
                </c:pt>
                <c:pt idx="5737">
                  <c:v>-1.8561026900852109E-2</c:v>
                </c:pt>
                <c:pt idx="5738">
                  <c:v>-0.44686389103191981</c:v>
                </c:pt>
                <c:pt idx="5739">
                  <c:v>-0.14087308943991861</c:v>
                </c:pt>
                <c:pt idx="5740">
                  <c:v>-0.40980168179669968</c:v>
                </c:pt>
                <c:pt idx="5741">
                  <c:v>0.11497181643997099</c:v>
                </c:pt>
                <c:pt idx="5742">
                  <c:v>0.2155604760157116</c:v>
                </c:pt>
                <c:pt idx="5743">
                  <c:v>0.55927065788011909</c:v>
                </c:pt>
                <c:pt idx="5744">
                  <c:v>0.34690291105658061</c:v>
                </c:pt>
                <c:pt idx="5745">
                  <c:v>0.41870771192662559</c:v>
                </c:pt>
                <c:pt idx="5746">
                  <c:v>0.40076915314767508</c:v>
                </c:pt>
                <c:pt idx="5747">
                  <c:v>0.32377624531328769</c:v>
                </c:pt>
                <c:pt idx="5748">
                  <c:v>0.57473963093889291</c:v>
                </c:pt>
                <c:pt idx="5749">
                  <c:v>0.75240352399945687</c:v>
                </c:pt>
                <c:pt idx="5750">
                  <c:v>0.1106811201751921</c:v>
                </c:pt>
                <c:pt idx="5751">
                  <c:v>-0.16650243254752059</c:v>
                </c:pt>
                <c:pt idx="5752">
                  <c:v>-0.51533577569980715</c:v>
                </c:pt>
                <c:pt idx="5753">
                  <c:v>-0.73206909746117421</c:v>
                </c:pt>
                <c:pt idx="5754">
                  <c:v>-0.90455667896988656</c:v>
                </c:pt>
                <c:pt idx="5755">
                  <c:v>-0.8811430690941876</c:v>
                </c:pt>
                <c:pt idx="5756">
                  <c:v>-1.079567916851556</c:v>
                </c:pt>
                <c:pt idx="5757">
                  <c:v>-1.042398887840158</c:v>
                </c:pt>
                <c:pt idx="5758">
                  <c:v>-0.86148829308719355</c:v>
                </c:pt>
                <c:pt idx="5759">
                  <c:v>-0.76943316892956848</c:v>
                </c:pt>
                <c:pt idx="5760">
                  <c:v>-0.42679863505137577</c:v>
                </c:pt>
                <c:pt idx="5761">
                  <c:v>-0.79641034515786047</c:v>
                </c:pt>
                <c:pt idx="5762">
                  <c:v>-1.283934027097968</c:v>
                </c:pt>
                <c:pt idx="5763">
                  <c:v>-1.6801637891996291</c:v>
                </c:pt>
                <c:pt idx="5764">
                  <c:v>-1.5712904546275801</c:v>
                </c:pt>
                <c:pt idx="5765">
                  <c:v>-1.7113447119593559</c:v>
                </c:pt>
                <c:pt idx="5766">
                  <c:v>-1.4859344638447189</c:v>
                </c:pt>
                <c:pt idx="5767">
                  <c:v>-1.1150933455700669</c:v>
                </c:pt>
                <c:pt idx="5768">
                  <c:v>-1.2027724596914291</c:v>
                </c:pt>
                <c:pt idx="5769">
                  <c:v>-1.37597366879212</c:v>
                </c:pt>
                <c:pt idx="5770">
                  <c:v>-1.2283271394846149</c:v>
                </c:pt>
                <c:pt idx="5771">
                  <c:v>-0.99711845430761648</c:v>
                </c:pt>
                <c:pt idx="5772">
                  <c:v>-0.73499419198742544</c:v>
                </c:pt>
                <c:pt idx="5773">
                  <c:v>-0.2849871210297597</c:v>
                </c:pt>
                <c:pt idx="5774">
                  <c:v>-0.33012053300794703</c:v>
                </c:pt>
                <c:pt idx="5775">
                  <c:v>-0.52626480889616623</c:v>
                </c:pt>
                <c:pt idx="5776">
                  <c:v>-0.34694795634297548</c:v>
                </c:pt>
                <c:pt idx="5777">
                  <c:v>-0.38672478724359849</c:v>
                </c:pt>
                <c:pt idx="5778">
                  <c:v>-0.25051227291202732</c:v>
                </c:pt>
                <c:pt idx="5779">
                  <c:v>-0.37879707312820182</c:v>
                </c:pt>
                <c:pt idx="5780">
                  <c:v>-0.4833377540953922</c:v>
                </c:pt>
                <c:pt idx="5781">
                  <c:v>-0.56900878128370513</c:v>
                </c:pt>
                <c:pt idx="5782">
                  <c:v>-0.28475111269180858</c:v>
                </c:pt>
                <c:pt idx="5783">
                  <c:v>-0.26627019694069171</c:v>
                </c:pt>
                <c:pt idx="5784">
                  <c:v>-0.29666540816860409</c:v>
                </c:pt>
                <c:pt idx="5785">
                  <c:v>-0.28001009574732377</c:v>
                </c:pt>
                <c:pt idx="5786">
                  <c:v>-0.44136666259453711</c:v>
                </c:pt>
                <c:pt idx="5787">
                  <c:v>-0.54978527781872744</c:v>
                </c:pt>
                <c:pt idx="5788">
                  <c:v>-0.49544025847797452</c:v>
                </c:pt>
                <c:pt idx="5789">
                  <c:v>-0.57842644338994864</c:v>
                </c:pt>
                <c:pt idx="5790">
                  <c:v>-0.52898152026987022</c:v>
                </c:pt>
                <c:pt idx="5791">
                  <c:v>-0.57400808344543541</c:v>
                </c:pt>
                <c:pt idx="5792">
                  <c:v>-0.53948960650460609</c:v>
                </c:pt>
                <c:pt idx="5793">
                  <c:v>-0.71281944236477435</c:v>
                </c:pt>
                <c:pt idx="5794">
                  <c:v>-0.81268205598593879</c:v>
                </c:pt>
                <c:pt idx="5795">
                  <c:v>-0.42243082835104362</c:v>
                </c:pt>
                <c:pt idx="5796">
                  <c:v>-0.60444267786154449</c:v>
                </c:pt>
                <c:pt idx="5797">
                  <c:v>-0.5863572120519297</c:v>
                </c:pt>
                <c:pt idx="5798">
                  <c:v>-1.0083822371197071</c:v>
                </c:pt>
                <c:pt idx="5799">
                  <c:v>-1.0380321134586239</c:v>
                </c:pt>
                <c:pt idx="5800">
                  <c:v>-0.94651507155418813</c:v>
                </c:pt>
                <c:pt idx="5801">
                  <c:v>-0.98983486283486322</c:v>
                </c:pt>
                <c:pt idx="5802">
                  <c:v>-1.0675604235464731</c:v>
                </c:pt>
                <c:pt idx="5803">
                  <c:v>-0.7238953806857179</c:v>
                </c:pt>
                <c:pt idx="5804">
                  <c:v>-0.59383642560602112</c:v>
                </c:pt>
                <c:pt idx="5805">
                  <c:v>-0.3869612662774658</c:v>
                </c:pt>
                <c:pt idx="5806">
                  <c:v>-3.8310240032251842E-2</c:v>
                </c:pt>
                <c:pt idx="5807">
                  <c:v>1.218911065278574E-2</c:v>
                </c:pt>
                <c:pt idx="5808">
                  <c:v>-4.6792982834735153E-2</c:v>
                </c:pt>
                <c:pt idx="5809">
                  <c:v>0.27633102509676011</c:v>
                </c:pt>
                <c:pt idx="5810">
                  <c:v>0.30189830825697522</c:v>
                </c:pt>
                <c:pt idx="5811">
                  <c:v>9.9491861338338164E-2</c:v>
                </c:pt>
                <c:pt idx="5812">
                  <c:v>0.14965150359574811</c:v>
                </c:pt>
                <c:pt idx="5813">
                  <c:v>0.12372273889935589</c:v>
                </c:pt>
                <c:pt idx="5814">
                  <c:v>0.29019963107136137</c:v>
                </c:pt>
                <c:pt idx="5815">
                  <c:v>5.1775472240676253E-2</c:v>
                </c:pt>
                <c:pt idx="5816">
                  <c:v>0.1102217856346125</c:v>
                </c:pt>
                <c:pt idx="5817">
                  <c:v>0.30260028972227709</c:v>
                </c:pt>
                <c:pt idx="5818">
                  <c:v>0.68099856926028612</c:v>
                </c:pt>
                <c:pt idx="5819">
                  <c:v>0.64581054599871435</c:v>
                </c:pt>
                <c:pt idx="5820">
                  <c:v>0.78361998525314236</c:v>
                </c:pt>
                <c:pt idx="5821">
                  <c:v>0.95388091161123967</c:v>
                </c:pt>
                <c:pt idx="5822">
                  <c:v>0.77842180670661998</c:v>
                </c:pt>
                <c:pt idx="5823">
                  <c:v>0.35514825403021399</c:v>
                </c:pt>
                <c:pt idx="5824">
                  <c:v>0.38682563834930739</c:v>
                </c:pt>
                <c:pt idx="5825">
                  <c:v>0.15223998083215171</c:v>
                </c:pt>
                <c:pt idx="5826">
                  <c:v>-0.289882200963406</c:v>
                </c:pt>
                <c:pt idx="5827">
                  <c:v>-0.47778813219320487</c:v>
                </c:pt>
                <c:pt idx="5828">
                  <c:v>-0.57566232562949382</c:v>
                </c:pt>
                <c:pt idx="5829">
                  <c:v>-0.93343885272906624</c:v>
                </c:pt>
                <c:pt idx="5830">
                  <c:v>-0.99276534141437922</c:v>
                </c:pt>
                <c:pt idx="5831">
                  <c:v>-0.82339500015600231</c:v>
                </c:pt>
                <c:pt idx="5832">
                  <c:v>-0.84602294121310651</c:v>
                </c:pt>
                <c:pt idx="5833">
                  <c:v>-0.68348606887389574</c:v>
                </c:pt>
                <c:pt idx="5834">
                  <c:v>-0.32891329430089228</c:v>
                </c:pt>
                <c:pt idx="5835">
                  <c:v>-0.30121297879860759</c:v>
                </c:pt>
                <c:pt idx="5836">
                  <c:v>-0.1672391771008146</c:v>
                </c:pt>
                <c:pt idx="5837">
                  <c:v>-0.51197378531671678</c:v>
                </c:pt>
                <c:pt idx="5838">
                  <c:v>-0.69300428189552832</c:v>
                </c:pt>
                <c:pt idx="5839">
                  <c:v>-0.53714138602835737</c:v>
                </c:pt>
                <c:pt idx="5840">
                  <c:v>-0.63871080061725294</c:v>
                </c:pt>
                <c:pt idx="5841">
                  <c:v>-0.9296687530376414</c:v>
                </c:pt>
                <c:pt idx="5842">
                  <c:v>-0.68754101996132844</c:v>
                </c:pt>
                <c:pt idx="5843">
                  <c:v>-0.47214977506531541</c:v>
                </c:pt>
                <c:pt idx="5844">
                  <c:v>-0.33588754166776141</c:v>
                </c:pt>
                <c:pt idx="5845">
                  <c:v>-0.25404335249744048</c:v>
                </c:pt>
                <c:pt idx="5846">
                  <c:v>-8.7571490986048814E-2</c:v>
                </c:pt>
                <c:pt idx="5847">
                  <c:v>-0.18478893197843979</c:v>
                </c:pt>
                <c:pt idx="5848">
                  <c:v>-5.3840327377984991E-2</c:v>
                </c:pt>
                <c:pt idx="5849">
                  <c:v>0.1918569627480953</c:v>
                </c:pt>
                <c:pt idx="5850">
                  <c:v>4.9695128763474677E-2</c:v>
                </c:pt>
                <c:pt idx="5851">
                  <c:v>-0.1420511073912972</c:v>
                </c:pt>
                <c:pt idx="5852">
                  <c:v>-8.8810790333943526E-2</c:v>
                </c:pt>
                <c:pt idx="5853">
                  <c:v>-0.43066689061587199</c:v>
                </c:pt>
                <c:pt idx="5854">
                  <c:v>-0.93564023248329609</c:v>
                </c:pt>
                <c:pt idx="5855">
                  <c:v>-0.97815150618312596</c:v>
                </c:pt>
                <c:pt idx="5856">
                  <c:v>-1.058328963189556</c:v>
                </c:pt>
                <c:pt idx="5857">
                  <c:v>-0.73064483255060086</c:v>
                </c:pt>
                <c:pt idx="5858">
                  <c:v>-0.27770931410848232</c:v>
                </c:pt>
                <c:pt idx="5859">
                  <c:v>-0.51140105033695549</c:v>
                </c:pt>
                <c:pt idx="5860">
                  <c:v>-0.51806557388743535</c:v>
                </c:pt>
                <c:pt idx="5861">
                  <c:v>-8.886374932119713E-2</c:v>
                </c:pt>
                <c:pt idx="5862">
                  <c:v>-0.15296750715168561</c:v>
                </c:pt>
                <c:pt idx="5863">
                  <c:v>-0.26063385978485393</c:v>
                </c:pt>
                <c:pt idx="5864">
                  <c:v>-0.50628016633368988</c:v>
                </c:pt>
                <c:pt idx="5865">
                  <c:v>-0.44085198816822452</c:v>
                </c:pt>
                <c:pt idx="5866">
                  <c:v>-0.26723211538161629</c:v>
                </c:pt>
                <c:pt idx="5867">
                  <c:v>-2.3040304846788231E-2</c:v>
                </c:pt>
                <c:pt idx="5868">
                  <c:v>-0.19035371962388009</c:v>
                </c:pt>
                <c:pt idx="5869">
                  <c:v>-3.9748842444606317E-2</c:v>
                </c:pt>
                <c:pt idx="5870">
                  <c:v>0.16304187769225059</c:v>
                </c:pt>
                <c:pt idx="5871">
                  <c:v>0.39139675329460633</c:v>
                </c:pt>
                <c:pt idx="5872">
                  <c:v>0.95713899839667038</c:v>
                </c:pt>
                <c:pt idx="5873">
                  <c:v>1.2375030101028419</c:v>
                </c:pt>
                <c:pt idx="5874">
                  <c:v>1.270249067496195</c:v>
                </c:pt>
                <c:pt idx="5875">
                  <c:v>1.042993088314581</c:v>
                </c:pt>
                <c:pt idx="5876">
                  <c:v>1.0914008994492559</c:v>
                </c:pt>
                <c:pt idx="5877">
                  <c:v>0.99594868430865713</c:v>
                </c:pt>
                <c:pt idx="5878">
                  <c:v>0.29867214189130442</c:v>
                </c:pt>
                <c:pt idx="5879">
                  <c:v>0.44859518920260538</c:v>
                </c:pt>
                <c:pt idx="5880">
                  <c:v>0.48886018393279129</c:v>
                </c:pt>
                <c:pt idx="5881">
                  <c:v>0.2575578644468261</c:v>
                </c:pt>
                <c:pt idx="5882">
                  <c:v>0.1101226138064488</c:v>
                </c:pt>
                <c:pt idx="5883">
                  <c:v>1.7971655103230899E-2</c:v>
                </c:pt>
                <c:pt idx="5884">
                  <c:v>0.12029225971219509</c:v>
                </c:pt>
                <c:pt idx="5885">
                  <c:v>0.1505486423082035</c:v>
                </c:pt>
                <c:pt idx="5886">
                  <c:v>0.16395870239416971</c:v>
                </c:pt>
                <c:pt idx="5887">
                  <c:v>4.7427547416055177E-2</c:v>
                </c:pt>
                <c:pt idx="5888">
                  <c:v>0.1165764194230622</c:v>
                </c:pt>
                <c:pt idx="5889">
                  <c:v>0.1238867740749712</c:v>
                </c:pt>
                <c:pt idx="5890">
                  <c:v>-3.2352802931923767E-2</c:v>
                </c:pt>
                <c:pt idx="5891">
                  <c:v>-8.6519739124781683E-2</c:v>
                </c:pt>
                <c:pt idx="5892">
                  <c:v>-0.65113017358273828</c:v>
                </c:pt>
                <c:pt idx="5893">
                  <c:v>-0.96809483620330639</c:v>
                </c:pt>
                <c:pt idx="5894">
                  <c:v>-1.076600480066864</c:v>
                </c:pt>
                <c:pt idx="5895">
                  <c:v>-0.68438202800189318</c:v>
                </c:pt>
                <c:pt idx="5896">
                  <c:v>-0.75049920384106539</c:v>
                </c:pt>
                <c:pt idx="5897">
                  <c:v>-0.71512457933950824</c:v>
                </c:pt>
                <c:pt idx="5898">
                  <c:v>-0.26297445165351552</c:v>
                </c:pt>
                <c:pt idx="5899">
                  <c:v>-0.14094557431849669</c:v>
                </c:pt>
                <c:pt idx="5900">
                  <c:v>-0.22764920540419431</c:v>
                </c:pt>
                <c:pt idx="5901">
                  <c:v>-3.7771232671735398E-2</c:v>
                </c:pt>
                <c:pt idx="5902">
                  <c:v>3.2847382075426181E-2</c:v>
                </c:pt>
                <c:pt idx="5903">
                  <c:v>0.10030761842598369</c:v>
                </c:pt>
                <c:pt idx="5904">
                  <c:v>-5.4083537377491983E-2</c:v>
                </c:pt>
                <c:pt idx="5905">
                  <c:v>-0.13613611727053279</c:v>
                </c:pt>
                <c:pt idx="5906">
                  <c:v>-0.3545807280226243</c:v>
                </c:pt>
                <c:pt idx="5907">
                  <c:v>-0.2222323783909097</c:v>
                </c:pt>
                <c:pt idx="5908">
                  <c:v>-0.27005387141935888</c:v>
                </c:pt>
                <c:pt idx="5909">
                  <c:v>-0.61223253736061589</c:v>
                </c:pt>
                <c:pt idx="5910">
                  <c:v>-0.61232183045644251</c:v>
                </c:pt>
                <c:pt idx="5911">
                  <c:v>9.3539027084608997E-2</c:v>
                </c:pt>
                <c:pt idx="5912">
                  <c:v>0.1541152863045504</c:v>
                </c:pt>
                <c:pt idx="5913">
                  <c:v>0.49765227505032272</c:v>
                </c:pt>
                <c:pt idx="5914">
                  <c:v>0.74104682603919303</c:v>
                </c:pt>
                <c:pt idx="5915">
                  <c:v>0.49845034309552178</c:v>
                </c:pt>
                <c:pt idx="5916">
                  <c:v>0.2488776670381726</c:v>
                </c:pt>
                <c:pt idx="5917">
                  <c:v>0.16524830756961811</c:v>
                </c:pt>
                <c:pt idx="5918">
                  <c:v>0.28577207685495498</c:v>
                </c:pt>
                <c:pt idx="5919">
                  <c:v>0.65180078361127969</c:v>
                </c:pt>
                <c:pt idx="5920">
                  <c:v>0.72836782627709429</c:v>
                </c:pt>
                <c:pt idx="5921">
                  <c:v>0.44438622694074281</c:v>
                </c:pt>
                <c:pt idx="5922">
                  <c:v>0.61539095236194374</c:v>
                </c:pt>
                <c:pt idx="5923">
                  <c:v>0.71982069308074614</c:v>
                </c:pt>
                <c:pt idx="5924">
                  <c:v>0.69832238339919328</c:v>
                </c:pt>
                <c:pt idx="5925">
                  <c:v>0.8426366725423956</c:v>
                </c:pt>
                <c:pt idx="5926">
                  <c:v>0.70576474777557097</c:v>
                </c:pt>
                <c:pt idx="5927">
                  <c:v>0.38594742923424952</c:v>
                </c:pt>
                <c:pt idx="5928">
                  <c:v>0.46430060890118208</c:v>
                </c:pt>
                <c:pt idx="5929">
                  <c:v>0.50816925364292853</c:v>
                </c:pt>
                <c:pt idx="5930">
                  <c:v>0.70579892787864151</c:v>
                </c:pt>
                <c:pt idx="5931">
                  <c:v>-9.8874365011706808E-2</c:v>
                </c:pt>
                <c:pt idx="5932">
                  <c:v>-0.21857355100076339</c:v>
                </c:pt>
                <c:pt idx="5933">
                  <c:v>-0.33477835813998108</c:v>
                </c:pt>
                <c:pt idx="5934">
                  <c:v>-0.32797467257599278</c:v>
                </c:pt>
                <c:pt idx="5935">
                  <c:v>-8.7440219933751104E-2</c:v>
                </c:pt>
                <c:pt idx="5936">
                  <c:v>0.1215021366503278</c:v>
                </c:pt>
                <c:pt idx="5937">
                  <c:v>0.29176176312176511</c:v>
                </c:pt>
                <c:pt idx="5938">
                  <c:v>-3.3103394001948623E-2</c:v>
                </c:pt>
                <c:pt idx="5939">
                  <c:v>-0.357992990801278</c:v>
                </c:pt>
                <c:pt idx="5940">
                  <c:v>-0.68951965457469511</c:v>
                </c:pt>
                <c:pt idx="5941">
                  <c:v>-0.67901632060220718</c:v>
                </c:pt>
                <c:pt idx="5942">
                  <c:v>-0.9128096211549096</c:v>
                </c:pt>
                <c:pt idx="5943">
                  <c:v>-0.9968715436915363</c:v>
                </c:pt>
                <c:pt idx="5944">
                  <c:v>-1.078471661706446</c:v>
                </c:pt>
                <c:pt idx="5945">
                  <c:v>-1.341214827450127</c:v>
                </c:pt>
                <c:pt idx="5946">
                  <c:v>-1.2407699988739189</c:v>
                </c:pt>
                <c:pt idx="5947">
                  <c:v>-0.84243218119666607</c:v>
                </c:pt>
                <c:pt idx="5948">
                  <c:v>-0.75736481899453023</c:v>
                </c:pt>
                <c:pt idx="5949">
                  <c:v>-0.75129782857587679</c:v>
                </c:pt>
                <c:pt idx="5950">
                  <c:v>-0.78516137699054145</c:v>
                </c:pt>
                <c:pt idx="5951">
                  <c:v>-0.65263991995918247</c:v>
                </c:pt>
                <c:pt idx="5952">
                  <c:v>-0.70706035886398599</c:v>
                </c:pt>
                <c:pt idx="5953">
                  <c:v>-0.80594479799352514</c:v>
                </c:pt>
                <c:pt idx="5954">
                  <c:v>-0.7115011587165756</c:v>
                </c:pt>
                <c:pt idx="5955">
                  <c:v>-0.86386585079979206</c:v>
                </c:pt>
                <c:pt idx="5956">
                  <c:v>-0.83785697397651493</c:v>
                </c:pt>
                <c:pt idx="5957">
                  <c:v>-0.87675857526815193</c:v>
                </c:pt>
                <c:pt idx="5958">
                  <c:v>-0.81477479500035688</c:v>
                </c:pt>
                <c:pt idx="5959">
                  <c:v>-0.89930230389484489</c:v>
                </c:pt>
                <c:pt idx="5960">
                  <c:v>-0.78518934418022379</c:v>
                </c:pt>
                <c:pt idx="5961">
                  <c:v>-0.73252995328118209</c:v>
                </c:pt>
                <c:pt idx="5962">
                  <c:v>-0.60652378646068683</c:v>
                </c:pt>
                <c:pt idx="5963">
                  <c:v>-0.6115211973432676</c:v>
                </c:pt>
                <c:pt idx="5964">
                  <c:v>-0.41867962561862121</c:v>
                </c:pt>
                <c:pt idx="5965">
                  <c:v>-2.8773187754253578E-2</c:v>
                </c:pt>
                <c:pt idx="5966">
                  <c:v>0.19045853251936881</c:v>
                </c:pt>
                <c:pt idx="5967">
                  <c:v>0.42499056776931182</c:v>
                </c:pt>
                <c:pt idx="5968">
                  <c:v>7.14098139226194E-2</c:v>
                </c:pt>
                <c:pt idx="5969">
                  <c:v>0.54334240920166854</c:v>
                </c:pt>
                <c:pt idx="5970">
                  <c:v>0.81130636948730928</c:v>
                </c:pt>
                <c:pt idx="5971">
                  <c:v>0.48247556733888292</c:v>
                </c:pt>
                <c:pt idx="5972">
                  <c:v>0.2349058365355739</c:v>
                </c:pt>
                <c:pt idx="5973">
                  <c:v>0.34825659288047262</c:v>
                </c:pt>
                <c:pt idx="5974">
                  <c:v>0.7333909155517816</c:v>
                </c:pt>
                <c:pt idx="5975">
                  <c:v>1.350810107210225</c:v>
                </c:pt>
                <c:pt idx="5976">
                  <c:v>0.99305931626609067</c:v>
                </c:pt>
                <c:pt idx="5977">
                  <c:v>0.80967543232122063</c:v>
                </c:pt>
                <c:pt idx="5978">
                  <c:v>0.88425810061424992</c:v>
                </c:pt>
                <c:pt idx="5979">
                  <c:v>0.78287180746634555</c:v>
                </c:pt>
                <c:pt idx="5980">
                  <c:v>1.62398909563229</c:v>
                </c:pt>
                <c:pt idx="5981">
                  <c:v>1.144930187781779</c:v>
                </c:pt>
                <c:pt idx="5982">
                  <c:v>1.3143942104067079</c:v>
                </c:pt>
                <c:pt idx="5983">
                  <c:v>1.196683440222011</c:v>
                </c:pt>
                <c:pt idx="5984">
                  <c:v>1.482655570476709</c:v>
                </c:pt>
                <c:pt idx="5985">
                  <c:v>1.459873857103581</c:v>
                </c:pt>
                <c:pt idx="5986">
                  <c:v>1.3046755275472821</c:v>
                </c:pt>
                <c:pt idx="5987">
                  <c:v>0.58279882462517119</c:v>
                </c:pt>
                <c:pt idx="5988">
                  <c:v>0.6315303729890992</c:v>
                </c:pt>
                <c:pt idx="5989">
                  <c:v>0.39329173311901899</c:v>
                </c:pt>
                <c:pt idx="5990">
                  <c:v>-5.2977048705522348E-2</c:v>
                </c:pt>
                <c:pt idx="5991">
                  <c:v>0.2482401423075373</c:v>
                </c:pt>
                <c:pt idx="5992">
                  <c:v>-0.16903556253982141</c:v>
                </c:pt>
                <c:pt idx="5993">
                  <c:v>-0.11599439074394589</c:v>
                </c:pt>
                <c:pt idx="5994">
                  <c:v>-0.72680952398884369</c:v>
                </c:pt>
                <c:pt idx="5995">
                  <c:v>-1.5049973998304851</c:v>
                </c:pt>
                <c:pt idx="5996">
                  <c:v>-1.1226064008002059</c:v>
                </c:pt>
                <c:pt idx="5997">
                  <c:v>-0.95590477278566865</c:v>
                </c:pt>
                <c:pt idx="5998">
                  <c:v>-0.89432779048503497</c:v>
                </c:pt>
                <c:pt idx="5999">
                  <c:v>-1.0519606745921319</c:v>
                </c:pt>
                <c:pt idx="6000">
                  <c:v>-1.7204528089635081</c:v>
                </c:pt>
                <c:pt idx="6001">
                  <c:v>-1.2866783978583749</c:v>
                </c:pt>
                <c:pt idx="6002">
                  <c:v>-1.214424400723281</c:v>
                </c:pt>
                <c:pt idx="6003">
                  <c:v>-0.85491835897983848</c:v>
                </c:pt>
                <c:pt idx="6004">
                  <c:v>-1.3418865215852691</c:v>
                </c:pt>
                <c:pt idx="6005">
                  <c:v>-1.498264311044184</c:v>
                </c:pt>
                <c:pt idx="6006">
                  <c:v>-1.1079007049025149</c:v>
                </c:pt>
                <c:pt idx="6007">
                  <c:v>-1.139894876290054</c:v>
                </c:pt>
                <c:pt idx="6008">
                  <c:v>-0.59826404916245113</c:v>
                </c:pt>
                <c:pt idx="6009">
                  <c:v>-0.89288415749914352</c:v>
                </c:pt>
                <c:pt idx="6010">
                  <c:v>-1.256029143119644</c:v>
                </c:pt>
                <c:pt idx="6011">
                  <c:v>-1.195435384408601</c:v>
                </c:pt>
                <c:pt idx="6012">
                  <c:v>-0.32806737447721968</c:v>
                </c:pt>
                <c:pt idx="6013">
                  <c:v>-0.23315864151340149</c:v>
                </c:pt>
                <c:pt idx="6014">
                  <c:v>-0.27946377475189083</c:v>
                </c:pt>
                <c:pt idx="6015">
                  <c:v>0.52734269823678181</c:v>
                </c:pt>
                <c:pt idx="6016">
                  <c:v>0.57586570216563848</c:v>
                </c:pt>
                <c:pt idx="6017">
                  <c:v>0.89987565607501541</c:v>
                </c:pt>
                <c:pt idx="6018">
                  <c:v>0.56758506886686033</c:v>
                </c:pt>
                <c:pt idx="6019">
                  <c:v>0.87770477985475459</c:v>
                </c:pt>
                <c:pt idx="6020">
                  <c:v>0.57556150869952616</c:v>
                </c:pt>
                <c:pt idx="6021">
                  <c:v>0.53108923528568142</c:v>
                </c:pt>
                <c:pt idx="6022">
                  <c:v>0.4441141298232118</c:v>
                </c:pt>
                <c:pt idx="6023">
                  <c:v>0.15918845170465101</c:v>
                </c:pt>
                <c:pt idx="6024">
                  <c:v>0.25178199899256232</c:v>
                </c:pt>
                <c:pt idx="6025">
                  <c:v>0.33225609901954972</c:v>
                </c:pt>
                <c:pt idx="6026">
                  <c:v>-7.5870672483328114E-2</c:v>
                </c:pt>
                <c:pt idx="6027">
                  <c:v>0.30122673943682893</c:v>
                </c:pt>
                <c:pt idx="6028">
                  <c:v>3.0230419978523422E-3</c:v>
                </c:pt>
                <c:pt idx="6029">
                  <c:v>0.2364627292424856</c:v>
                </c:pt>
                <c:pt idx="6030">
                  <c:v>1.0674154569061369</c:v>
                </c:pt>
                <c:pt idx="6031">
                  <c:v>1.4546015273332391</c:v>
                </c:pt>
                <c:pt idx="6032">
                  <c:v>1.5281935254889849</c:v>
                </c:pt>
                <c:pt idx="6033">
                  <c:v>1.438518953990028</c:v>
                </c:pt>
                <c:pt idx="6034">
                  <c:v>1.6738149620905209</c:v>
                </c:pt>
                <c:pt idx="6035">
                  <c:v>0.73152558882211272</c:v>
                </c:pt>
                <c:pt idx="6036">
                  <c:v>0.41052095046336129</c:v>
                </c:pt>
                <c:pt idx="6037">
                  <c:v>-0.23075099944908209</c:v>
                </c:pt>
                <c:pt idx="6038">
                  <c:v>9.5985312183910057E-2</c:v>
                </c:pt>
                <c:pt idx="6039">
                  <c:v>0.1963820288211498</c:v>
                </c:pt>
                <c:pt idx="6040">
                  <c:v>0.84911338368280098</c:v>
                </c:pt>
                <c:pt idx="6041">
                  <c:v>1.0435934975622601</c:v>
                </c:pt>
                <c:pt idx="6042">
                  <c:v>0.75983891270156378</c:v>
                </c:pt>
                <c:pt idx="6043">
                  <c:v>0.91331608731642344</c:v>
                </c:pt>
                <c:pt idx="6044">
                  <c:v>0.92835156223219573</c:v>
                </c:pt>
                <c:pt idx="6045">
                  <c:v>0.7790896821949046</c:v>
                </c:pt>
                <c:pt idx="6046">
                  <c:v>0.70973372603485074</c:v>
                </c:pt>
                <c:pt idx="6047">
                  <c:v>0.68267285975376224</c:v>
                </c:pt>
                <c:pt idx="6048">
                  <c:v>0.58171408812899683</c:v>
                </c:pt>
                <c:pt idx="6049">
                  <c:v>0.74685427625676504</c:v>
                </c:pt>
                <c:pt idx="6050">
                  <c:v>0.46360769665908591</c:v>
                </c:pt>
                <c:pt idx="6051">
                  <c:v>-0.17915130500991081</c:v>
                </c:pt>
                <c:pt idx="6052">
                  <c:v>-0.46258871038550409</c:v>
                </c:pt>
                <c:pt idx="6053">
                  <c:v>-0.47729955013645048</c:v>
                </c:pt>
                <c:pt idx="6054">
                  <c:v>-0.46760340934900491</c:v>
                </c:pt>
                <c:pt idx="6055">
                  <c:v>-0.24796904148362769</c:v>
                </c:pt>
                <c:pt idx="6056">
                  <c:v>-0.25091687673286428</c:v>
                </c:pt>
                <c:pt idx="6057">
                  <c:v>0.1934300399398898</c:v>
                </c:pt>
                <c:pt idx="6058">
                  <c:v>-0.18015116572311421</c:v>
                </c:pt>
                <c:pt idx="6059">
                  <c:v>-0.38890391538414992</c:v>
                </c:pt>
                <c:pt idx="6060">
                  <c:v>-0.59912492025537123</c:v>
                </c:pt>
                <c:pt idx="6061">
                  <c:v>-0.38717652272441122</c:v>
                </c:pt>
                <c:pt idx="6062">
                  <c:v>-0.33357940517208651</c:v>
                </c:pt>
                <c:pt idx="6063">
                  <c:v>-0.44743914218409597</c:v>
                </c:pt>
                <c:pt idx="6064">
                  <c:v>-0.30398491760863622</c:v>
                </c:pt>
                <c:pt idx="6065">
                  <c:v>-2.493521339606045E-2</c:v>
                </c:pt>
                <c:pt idx="6066">
                  <c:v>-0.1314867831380411</c:v>
                </c:pt>
                <c:pt idx="6067">
                  <c:v>-1.1178814483651271E-2</c:v>
                </c:pt>
                <c:pt idx="6068">
                  <c:v>7.5965185430772672E-2</c:v>
                </c:pt>
                <c:pt idx="6069">
                  <c:v>-6.9985844400329192E-2</c:v>
                </c:pt>
                <c:pt idx="6070">
                  <c:v>-0.42537991141437131</c:v>
                </c:pt>
                <c:pt idx="6071">
                  <c:v>-0.31383549146238238</c:v>
                </c:pt>
                <c:pt idx="6072">
                  <c:v>-0.46479901760057901</c:v>
                </c:pt>
                <c:pt idx="6073">
                  <c:v>-0.38555335824216108</c:v>
                </c:pt>
                <c:pt idx="6074">
                  <c:v>-0.51515949574174391</c:v>
                </c:pt>
                <c:pt idx="6075">
                  <c:v>-0.23347155409522541</c:v>
                </c:pt>
                <c:pt idx="6076">
                  <c:v>-9.8841179282873851E-2</c:v>
                </c:pt>
                <c:pt idx="6077">
                  <c:v>-0.1901503222576312</c:v>
                </c:pt>
                <c:pt idx="6078">
                  <c:v>0.23006687542556301</c:v>
                </c:pt>
                <c:pt idx="6079">
                  <c:v>0.37056373343682297</c:v>
                </c:pt>
                <c:pt idx="6080">
                  <c:v>0.28160492773162099</c:v>
                </c:pt>
                <c:pt idx="6081">
                  <c:v>0.23571927781958929</c:v>
                </c:pt>
                <c:pt idx="6082">
                  <c:v>0.26849367239121391</c:v>
                </c:pt>
                <c:pt idx="6083">
                  <c:v>0.37093596306683052</c:v>
                </c:pt>
                <c:pt idx="6084">
                  <c:v>0.13291451555913689</c:v>
                </c:pt>
                <c:pt idx="6085">
                  <c:v>-3.4926175680171118E-2</c:v>
                </c:pt>
                <c:pt idx="6086">
                  <c:v>-6.977132633697837E-2</c:v>
                </c:pt>
                <c:pt idx="6087">
                  <c:v>-0.14485135369426849</c:v>
                </c:pt>
                <c:pt idx="6088">
                  <c:v>-0.26503956959237379</c:v>
                </c:pt>
                <c:pt idx="6089">
                  <c:v>-0.30006714503717002</c:v>
                </c:pt>
                <c:pt idx="6090">
                  <c:v>-4.4064569653159677E-2</c:v>
                </c:pt>
                <c:pt idx="6091">
                  <c:v>0.18676118210348891</c:v>
                </c:pt>
                <c:pt idx="6092">
                  <c:v>0.38589460519282148</c:v>
                </c:pt>
                <c:pt idx="6093">
                  <c:v>0.13423165356550371</c:v>
                </c:pt>
                <c:pt idx="6094">
                  <c:v>-4.6162975739698887E-2</c:v>
                </c:pt>
                <c:pt idx="6095">
                  <c:v>-0.40477673480235998</c:v>
                </c:pt>
                <c:pt idx="6096">
                  <c:v>-0.19580791321848859</c:v>
                </c:pt>
                <c:pt idx="6097">
                  <c:v>-0.73615565941099026</c:v>
                </c:pt>
                <c:pt idx="6098">
                  <c:v>-0.71051471133846178</c:v>
                </c:pt>
                <c:pt idx="6099">
                  <c:v>-0.85431101839752699</c:v>
                </c:pt>
                <c:pt idx="6100">
                  <c:v>-1.025806091035345</c:v>
                </c:pt>
                <c:pt idx="6101">
                  <c:v>-0.96227652856918144</c:v>
                </c:pt>
                <c:pt idx="6102">
                  <c:v>-0.89007827704172315</c:v>
                </c:pt>
                <c:pt idx="6103">
                  <c:v>-0.99966695473991896</c:v>
                </c:pt>
                <c:pt idx="6104">
                  <c:v>-0.8939884972005695</c:v>
                </c:pt>
                <c:pt idx="6105">
                  <c:v>-0.92232135652114122</c:v>
                </c:pt>
                <c:pt idx="6106">
                  <c:v>-0.62903720155853327</c:v>
                </c:pt>
                <c:pt idx="6107">
                  <c:v>-0.63419166465012033</c:v>
                </c:pt>
                <c:pt idx="6108">
                  <c:v>-0.31034832535167839</c:v>
                </c:pt>
                <c:pt idx="6109">
                  <c:v>-0.1689626143323012</c:v>
                </c:pt>
                <c:pt idx="6110">
                  <c:v>-7.0039913016828326E-2</c:v>
                </c:pt>
                <c:pt idx="6111">
                  <c:v>-8.2001560376375182E-2</c:v>
                </c:pt>
                <c:pt idx="6112">
                  <c:v>-9.1835258051483445E-2</c:v>
                </c:pt>
                <c:pt idx="6113">
                  <c:v>-6.767641021309441E-2</c:v>
                </c:pt>
                <c:pt idx="6114">
                  <c:v>0.29701428464936452</c:v>
                </c:pt>
                <c:pt idx="6115">
                  <c:v>0.58513949136920818</c:v>
                </c:pt>
                <c:pt idx="6116">
                  <c:v>-1.605036205824637</c:v>
                </c:pt>
                <c:pt idx="6117">
                  <c:v>-1.428599024458554</c:v>
                </c:pt>
                <c:pt idx="6118">
                  <c:v>-1.4553241239296291</c:v>
                </c:pt>
                <c:pt idx="6119">
                  <c:v>-1.4617977809769489</c:v>
                </c:pt>
                <c:pt idx="6120">
                  <c:v>-1.5912872221242089</c:v>
                </c:pt>
                <c:pt idx="6121">
                  <c:v>-1.548328486098971</c:v>
                </c:pt>
                <c:pt idx="6122">
                  <c:v>-1.3770670921297361</c:v>
                </c:pt>
                <c:pt idx="6123">
                  <c:v>-1.0452913070923751</c:v>
                </c:pt>
                <c:pt idx="6124">
                  <c:v>-0.73517537536759692</c:v>
                </c:pt>
                <c:pt idx="6125">
                  <c:v>-0.87745659291255373</c:v>
                </c:pt>
                <c:pt idx="6126">
                  <c:v>-1.1614536191142151</c:v>
                </c:pt>
                <c:pt idx="6127">
                  <c:v>-1.158183253583152</c:v>
                </c:pt>
                <c:pt idx="6128">
                  <c:v>-1.074973126425298</c:v>
                </c:pt>
                <c:pt idx="6129">
                  <c:v>-1.3180929426201959</c:v>
                </c:pt>
                <c:pt idx="6130">
                  <c:v>2.0673306469741548</c:v>
                </c:pt>
              </c:numCache>
            </c:numRef>
          </c:val>
          <c:smooth val="0"/>
          <c:extLst>
            <c:ext xmlns:c16="http://schemas.microsoft.com/office/drawing/2014/chart" uri="{C3380CC4-5D6E-409C-BE32-E72D297353CC}">
              <c16:uniqueId val="{00000003-FE79-4F56-8C61-D5CCC4ABBB15}"/>
            </c:ext>
          </c:extLst>
        </c:ser>
        <c:ser>
          <c:idx val="4"/>
          <c:order val="4"/>
          <c:tx>
            <c:v>Top 5%</c:v>
          </c:tx>
          <c:spPr>
            <a:ln w="19050">
              <a:solidFill>
                <a:srgbClr val="A5A5A5"/>
              </a:solidFill>
              <a:prstDash val="dash"/>
            </a:ln>
          </c:spPr>
          <c:marker>
            <c:symbol val="none"/>
          </c:marker>
          <c:cat>
            <c:numRef>
              <c:f>'L1'!$A$2:$A$6132</c:f>
              <c:numCache>
                <c:formatCode>yyyy\-mm\-dd</c:formatCode>
                <c:ptCount val="6131"/>
                <c:pt idx="0">
                  <c:v>37292</c:v>
                </c:pt>
                <c:pt idx="1">
                  <c:v>37293</c:v>
                </c:pt>
                <c:pt idx="2">
                  <c:v>37294</c:v>
                </c:pt>
                <c:pt idx="3">
                  <c:v>37295</c:v>
                </c:pt>
                <c:pt idx="4">
                  <c:v>37300</c:v>
                </c:pt>
                <c:pt idx="5">
                  <c:v>37301</c:v>
                </c:pt>
                <c:pt idx="6">
                  <c:v>37302</c:v>
                </c:pt>
                <c:pt idx="7">
                  <c:v>37305</c:v>
                </c:pt>
                <c:pt idx="8">
                  <c:v>37306</c:v>
                </c:pt>
                <c:pt idx="9">
                  <c:v>37307</c:v>
                </c:pt>
                <c:pt idx="10">
                  <c:v>37308</c:v>
                </c:pt>
                <c:pt idx="11">
                  <c:v>37309</c:v>
                </c:pt>
                <c:pt idx="12">
                  <c:v>37312</c:v>
                </c:pt>
                <c:pt idx="13">
                  <c:v>37313</c:v>
                </c:pt>
                <c:pt idx="14">
                  <c:v>37314</c:v>
                </c:pt>
                <c:pt idx="15">
                  <c:v>37315</c:v>
                </c:pt>
                <c:pt idx="16">
                  <c:v>37316</c:v>
                </c:pt>
                <c:pt idx="17">
                  <c:v>37319</c:v>
                </c:pt>
                <c:pt idx="18">
                  <c:v>37320</c:v>
                </c:pt>
                <c:pt idx="19">
                  <c:v>37321</c:v>
                </c:pt>
                <c:pt idx="20">
                  <c:v>37322</c:v>
                </c:pt>
                <c:pt idx="21">
                  <c:v>37323</c:v>
                </c:pt>
                <c:pt idx="22">
                  <c:v>37326</c:v>
                </c:pt>
                <c:pt idx="23">
                  <c:v>37327</c:v>
                </c:pt>
                <c:pt idx="24">
                  <c:v>37328</c:v>
                </c:pt>
                <c:pt idx="25">
                  <c:v>37329</c:v>
                </c:pt>
                <c:pt idx="26">
                  <c:v>37330</c:v>
                </c:pt>
                <c:pt idx="27">
                  <c:v>37333</c:v>
                </c:pt>
                <c:pt idx="28">
                  <c:v>37334</c:v>
                </c:pt>
                <c:pt idx="29">
                  <c:v>37335</c:v>
                </c:pt>
                <c:pt idx="30">
                  <c:v>37336</c:v>
                </c:pt>
                <c:pt idx="31">
                  <c:v>37337</c:v>
                </c:pt>
                <c:pt idx="32">
                  <c:v>37340</c:v>
                </c:pt>
                <c:pt idx="33">
                  <c:v>37341</c:v>
                </c:pt>
                <c:pt idx="34">
                  <c:v>37342</c:v>
                </c:pt>
                <c:pt idx="35">
                  <c:v>37343</c:v>
                </c:pt>
                <c:pt idx="36">
                  <c:v>37347</c:v>
                </c:pt>
                <c:pt idx="37">
                  <c:v>37348</c:v>
                </c:pt>
                <c:pt idx="38">
                  <c:v>37349</c:v>
                </c:pt>
                <c:pt idx="39">
                  <c:v>37350</c:v>
                </c:pt>
                <c:pt idx="40">
                  <c:v>37351</c:v>
                </c:pt>
                <c:pt idx="41">
                  <c:v>37354</c:v>
                </c:pt>
                <c:pt idx="42">
                  <c:v>37355</c:v>
                </c:pt>
                <c:pt idx="43">
                  <c:v>37356</c:v>
                </c:pt>
                <c:pt idx="44">
                  <c:v>37357</c:v>
                </c:pt>
                <c:pt idx="45">
                  <c:v>37358</c:v>
                </c:pt>
                <c:pt idx="46">
                  <c:v>37361</c:v>
                </c:pt>
                <c:pt idx="47">
                  <c:v>37362</c:v>
                </c:pt>
                <c:pt idx="48">
                  <c:v>37363</c:v>
                </c:pt>
                <c:pt idx="49">
                  <c:v>37364</c:v>
                </c:pt>
                <c:pt idx="50">
                  <c:v>37365</c:v>
                </c:pt>
                <c:pt idx="51">
                  <c:v>37368</c:v>
                </c:pt>
                <c:pt idx="52">
                  <c:v>37369</c:v>
                </c:pt>
                <c:pt idx="53">
                  <c:v>37370</c:v>
                </c:pt>
                <c:pt idx="54">
                  <c:v>37371</c:v>
                </c:pt>
                <c:pt idx="55">
                  <c:v>37372</c:v>
                </c:pt>
                <c:pt idx="56">
                  <c:v>37375</c:v>
                </c:pt>
                <c:pt idx="57">
                  <c:v>37376</c:v>
                </c:pt>
                <c:pt idx="58">
                  <c:v>37378</c:v>
                </c:pt>
                <c:pt idx="59">
                  <c:v>37379</c:v>
                </c:pt>
                <c:pt idx="60">
                  <c:v>37382</c:v>
                </c:pt>
                <c:pt idx="61">
                  <c:v>37383</c:v>
                </c:pt>
                <c:pt idx="62">
                  <c:v>37384</c:v>
                </c:pt>
                <c:pt idx="63">
                  <c:v>37385</c:v>
                </c:pt>
                <c:pt idx="64">
                  <c:v>37386</c:v>
                </c:pt>
                <c:pt idx="65">
                  <c:v>37389</c:v>
                </c:pt>
                <c:pt idx="66">
                  <c:v>37390</c:v>
                </c:pt>
                <c:pt idx="67">
                  <c:v>37391</c:v>
                </c:pt>
                <c:pt idx="68">
                  <c:v>37392</c:v>
                </c:pt>
                <c:pt idx="69">
                  <c:v>37393</c:v>
                </c:pt>
                <c:pt idx="70">
                  <c:v>37396</c:v>
                </c:pt>
                <c:pt idx="71">
                  <c:v>37397</c:v>
                </c:pt>
                <c:pt idx="72">
                  <c:v>37398</c:v>
                </c:pt>
                <c:pt idx="73">
                  <c:v>37399</c:v>
                </c:pt>
                <c:pt idx="74">
                  <c:v>37400</c:v>
                </c:pt>
                <c:pt idx="75">
                  <c:v>37403</c:v>
                </c:pt>
                <c:pt idx="76">
                  <c:v>37404</c:v>
                </c:pt>
                <c:pt idx="77">
                  <c:v>37405</c:v>
                </c:pt>
                <c:pt idx="78">
                  <c:v>37407</c:v>
                </c:pt>
                <c:pt idx="79">
                  <c:v>37410</c:v>
                </c:pt>
                <c:pt idx="80">
                  <c:v>37411</c:v>
                </c:pt>
                <c:pt idx="81">
                  <c:v>37412</c:v>
                </c:pt>
                <c:pt idx="82">
                  <c:v>37413</c:v>
                </c:pt>
                <c:pt idx="83">
                  <c:v>37414</c:v>
                </c:pt>
                <c:pt idx="84">
                  <c:v>37417</c:v>
                </c:pt>
                <c:pt idx="85">
                  <c:v>37418</c:v>
                </c:pt>
                <c:pt idx="86">
                  <c:v>37419</c:v>
                </c:pt>
                <c:pt idx="87">
                  <c:v>37420</c:v>
                </c:pt>
                <c:pt idx="88">
                  <c:v>37421</c:v>
                </c:pt>
                <c:pt idx="89">
                  <c:v>37424</c:v>
                </c:pt>
                <c:pt idx="90">
                  <c:v>37425</c:v>
                </c:pt>
                <c:pt idx="91">
                  <c:v>37426</c:v>
                </c:pt>
                <c:pt idx="92">
                  <c:v>37427</c:v>
                </c:pt>
                <c:pt idx="93">
                  <c:v>37428</c:v>
                </c:pt>
                <c:pt idx="94">
                  <c:v>37431</c:v>
                </c:pt>
                <c:pt idx="95">
                  <c:v>37432</c:v>
                </c:pt>
                <c:pt idx="96">
                  <c:v>37433</c:v>
                </c:pt>
                <c:pt idx="97">
                  <c:v>37434</c:v>
                </c:pt>
                <c:pt idx="98">
                  <c:v>37435</c:v>
                </c:pt>
                <c:pt idx="99">
                  <c:v>37438</c:v>
                </c:pt>
                <c:pt idx="100">
                  <c:v>37439</c:v>
                </c:pt>
                <c:pt idx="101">
                  <c:v>37440</c:v>
                </c:pt>
                <c:pt idx="102">
                  <c:v>37441</c:v>
                </c:pt>
                <c:pt idx="103">
                  <c:v>37442</c:v>
                </c:pt>
                <c:pt idx="104">
                  <c:v>37445</c:v>
                </c:pt>
                <c:pt idx="105">
                  <c:v>37447</c:v>
                </c:pt>
                <c:pt idx="106">
                  <c:v>37448</c:v>
                </c:pt>
                <c:pt idx="107">
                  <c:v>37449</c:v>
                </c:pt>
                <c:pt idx="108">
                  <c:v>37452</c:v>
                </c:pt>
                <c:pt idx="109">
                  <c:v>37453</c:v>
                </c:pt>
                <c:pt idx="110">
                  <c:v>37454</c:v>
                </c:pt>
                <c:pt idx="111">
                  <c:v>37455</c:v>
                </c:pt>
                <c:pt idx="112">
                  <c:v>37456</c:v>
                </c:pt>
                <c:pt idx="113">
                  <c:v>37459</c:v>
                </c:pt>
                <c:pt idx="114">
                  <c:v>37460</c:v>
                </c:pt>
                <c:pt idx="115">
                  <c:v>37461</c:v>
                </c:pt>
                <c:pt idx="116">
                  <c:v>37462</c:v>
                </c:pt>
                <c:pt idx="117">
                  <c:v>37463</c:v>
                </c:pt>
                <c:pt idx="118">
                  <c:v>37466</c:v>
                </c:pt>
                <c:pt idx="119">
                  <c:v>37467</c:v>
                </c:pt>
                <c:pt idx="120">
                  <c:v>37468</c:v>
                </c:pt>
                <c:pt idx="121">
                  <c:v>37469</c:v>
                </c:pt>
                <c:pt idx="122">
                  <c:v>37470</c:v>
                </c:pt>
                <c:pt idx="123">
                  <c:v>37473</c:v>
                </c:pt>
                <c:pt idx="124">
                  <c:v>37474</c:v>
                </c:pt>
                <c:pt idx="125">
                  <c:v>37475</c:v>
                </c:pt>
                <c:pt idx="126">
                  <c:v>37476</c:v>
                </c:pt>
                <c:pt idx="127">
                  <c:v>37477</c:v>
                </c:pt>
                <c:pt idx="128">
                  <c:v>37480</c:v>
                </c:pt>
                <c:pt idx="129">
                  <c:v>37481</c:v>
                </c:pt>
                <c:pt idx="130">
                  <c:v>37482</c:v>
                </c:pt>
                <c:pt idx="131">
                  <c:v>37483</c:v>
                </c:pt>
                <c:pt idx="132">
                  <c:v>37484</c:v>
                </c:pt>
                <c:pt idx="133">
                  <c:v>37487</c:v>
                </c:pt>
                <c:pt idx="134">
                  <c:v>37488</c:v>
                </c:pt>
                <c:pt idx="135">
                  <c:v>37489</c:v>
                </c:pt>
                <c:pt idx="136">
                  <c:v>37490</c:v>
                </c:pt>
                <c:pt idx="137">
                  <c:v>37491</c:v>
                </c:pt>
                <c:pt idx="138">
                  <c:v>37494</c:v>
                </c:pt>
                <c:pt idx="139">
                  <c:v>37495</c:v>
                </c:pt>
                <c:pt idx="140">
                  <c:v>37496</c:v>
                </c:pt>
                <c:pt idx="141">
                  <c:v>37497</c:v>
                </c:pt>
                <c:pt idx="142">
                  <c:v>37498</c:v>
                </c:pt>
                <c:pt idx="143">
                  <c:v>37501</c:v>
                </c:pt>
                <c:pt idx="144">
                  <c:v>37502</c:v>
                </c:pt>
                <c:pt idx="145">
                  <c:v>37503</c:v>
                </c:pt>
                <c:pt idx="146">
                  <c:v>37504</c:v>
                </c:pt>
                <c:pt idx="147">
                  <c:v>37505</c:v>
                </c:pt>
                <c:pt idx="148">
                  <c:v>37508</c:v>
                </c:pt>
                <c:pt idx="149">
                  <c:v>37509</c:v>
                </c:pt>
                <c:pt idx="150">
                  <c:v>37510</c:v>
                </c:pt>
                <c:pt idx="151">
                  <c:v>37511</c:v>
                </c:pt>
                <c:pt idx="152">
                  <c:v>37512</c:v>
                </c:pt>
                <c:pt idx="153">
                  <c:v>37515</c:v>
                </c:pt>
                <c:pt idx="154">
                  <c:v>37516</c:v>
                </c:pt>
                <c:pt idx="155">
                  <c:v>37517</c:v>
                </c:pt>
                <c:pt idx="156">
                  <c:v>37518</c:v>
                </c:pt>
                <c:pt idx="157">
                  <c:v>37519</c:v>
                </c:pt>
                <c:pt idx="158">
                  <c:v>37522</c:v>
                </c:pt>
                <c:pt idx="159">
                  <c:v>37523</c:v>
                </c:pt>
                <c:pt idx="160">
                  <c:v>37524</c:v>
                </c:pt>
                <c:pt idx="161">
                  <c:v>37525</c:v>
                </c:pt>
                <c:pt idx="162">
                  <c:v>37526</c:v>
                </c:pt>
                <c:pt idx="163">
                  <c:v>37529</c:v>
                </c:pt>
                <c:pt idx="164">
                  <c:v>37530</c:v>
                </c:pt>
                <c:pt idx="165">
                  <c:v>37531</c:v>
                </c:pt>
                <c:pt idx="166">
                  <c:v>37532</c:v>
                </c:pt>
                <c:pt idx="167">
                  <c:v>37533</c:v>
                </c:pt>
                <c:pt idx="168">
                  <c:v>37536</c:v>
                </c:pt>
                <c:pt idx="169">
                  <c:v>37537</c:v>
                </c:pt>
                <c:pt idx="170">
                  <c:v>37538</c:v>
                </c:pt>
                <c:pt idx="171">
                  <c:v>37539</c:v>
                </c:pt>
                <c:pt idx="172">
                  <c:v>37540</c:v>
                </c:pt>
                <c:pt idx="173">
                  <c:v>37543</c:v>
                </c:pt>
                <c:pt idx="174">
                  <c:v>37544</c:v>
                </c:pt>
                <c:pt idx="175">
                  <c:v>37545</c:v>
                </c:pt>
                <c:pt idx="176">
                  <c:v>37546</c:v>
                </c:pt>
                <c:pt idx="177">
                  <c:v>37547</c:v>
                </c:pt>
                <c:pt idx="178">
                  <c:v>37550</c:v>
                </c:pt>
                <c:pt idx="179">
                  <c:v>37551</c:v>
                </c:pt>
                <c:pt idx="180">
                  <c:v>37552</c:v>
                </c:pt>
                <c:pt idx="181">
                  <c:v>37553</c:v>
                </c:pt>
                <c:pt idx="182">
                  <c:v>37554</c:v>
                </c:pt>
                <c:pt idx="183">
                  <c:v>37557</c:v>
                </c:pt>
                <c:pt idx="184">
                  <c:v>37558</c:v>
                </c:pt>
                <c:pt idx="185">
                  <c:v>37559</c:v>
                </c:pt>
                <c:pt idx="186">
                  <c:v>37560</c:v>
                </c:pt>
                <c:pt idx="187">
                  <c:v>37561</c:v>
                </c:pt>
                <c:pt idx="188">
                  <c:v>37564</c:v>
                </c:pt>
                <c:pt idx="189">
                  <c:v>37565</c:v>
                </c:pt>
                <c:pt idx="190">
                  <c:v>37566</c:v>
                </c:pt>
                <c:pt idx="191">
                  <c:v>37567</c:v>
                </c:pt>
                <c:pt idx="192">
                  <c:v>37568</c:v>
                </c:pt>
                <c:pt idx="193">
                  <c:v>37571</c:v>
                </c:pt>
                <c:pt idx="194">
                  <c:v>37572</c:v>
                </c:pt>
                <c:pt idx="195">
                  <c:v>37573</c:v>
                </c:pt>
                <c:pt idx="196">
                  <c:v>37574</c:v>
                </c:pt>
                <c:pt idx="197">
                  <c:v>37578</c:v>
                </c:pt>
                <c:pt idx="198">
                  <c:v>37579</c:v>
                </c:pt>
                <c:pt idx="199">
                  <c:v>37580</c:v>
                </c:pt>
                <c:pt idx="200">
                  <c:v>37581</c:v>
                </c:pt>
                <c:pt idx="201">
                  <c:v>37582</c:v>
                </c:pt>
                <c:pt idx="202">
                  <c:v>37585</c:v>
                </c:pt>
                <c:pt idx="203">
                  <c:v>37586</c:v>
                </c:pt>
                <c:pt idx="204">
                  <c:v>37587</c:v>
                </c:pt>
                <c:pt idx="205">
                  <c:v>37588</c:v>
                </c:pt>
                <c:pt idx="206">
                  <c:v>37589</c:v>
                </c:pt>
                <c:pt idx="207">
                  <c:v>37592</c:v>
                </c:pt>
                <c:pt idx="208">
                  <c:v>37593</c:v>
                </c:pt>
                <c:pt idx="209">
                  <c:v>37594</c:v>
                </c:pt>
                <c:pt idx="210">
                  <c:v>37595</c:v>
                </c:pt>
                <c:pt idx="211">
                  <c:v>37596</c:v>
                </c:pt>
                <c:pt idx="212">
                  <c:v>37599</c:v>
                </c:pt>
                <c:pt idx="213">
                  <c:v>37600</c:v>
                </c:pt>
                <c:pt idx="214">
                  <c:v>37601</c:v>
                </c:pt>
                <c:pt idx="215">
                  <c:v>37602</c:v>
                </c:pt>
                <c:pt idx="216">
                  <c:v>37603</c:v>
                </c:pt>
                <c:pt idx="217">
                  <c:v>37606</c:v>
                </c:pt>
                <c:pt idx="218">
                  <c:v>37607</c:v>
                </c:pt>
                <c:pt idx="219">
                  <c:v>37608</c:v>
                </c:pt>
                <c:pt idx="220">
                  <c:v>37609</c:v>
                </c:pt>
                <c:pt idx="221">
                  <c:v>37610</c:v>
                </c:pt>
                <c:pt idx="222">
                  <c:v>37613</c:v>
                </c:pt>
                <c:pt idx="223">
                  <c:v>37616</c:v>
                </c:pt>
                <c:pt idx="224">
                  <c:v>37617</c:v>
                </c:pt>
                <c:pt idx="225">
                  <c:v>37620</c:v>
                </c:pt>
                <c:pt idx="226">
                  <c:v>37623</c:v>
                </c:pt>
                <c:pt idx="227">
                  <c:v>37624</c:v>
                </c:pt>
                <c:pt idx="228">
                  <c:v>37627</c:v>
                </c:pt>
                <c:pt idx="229">
                  <c:v>37628</c:v>
                </c:pt>
                <c:pt idx="230">
                  <c:v>37629</c:v>
                </c:pt>
                <c:pt idx="231">
                  <c:v>37630</c:v>
                </c:pt>
                <c:pt idx="232">
                  <c:v>37631</c:v>
                </c:pt>
                <c:pt idx="233">
                  <c:v>37634</c:v>
                </c:pt>
                <c:pt idx="234">
                  <c:v>37635</c:v>
                </c:pt>
                <c:pt idx="235">
                  <c:v>37636</c:v>
                </c:pt>
                <c:pt idx="236">
                  <c:v>37637</c:v>
                </c:pt>
                <c:pt idx="237">
                  <c:v>37638</c:v>
                </c:pt>
                <c:pt idx="238">
                  <c:v>37641</c:v>
                </c:pt>
                <c:pt idx="239">
                  <c:v>37642</c:v>
                </c:pt>
                <c:pt idx="240">
                  <c:v>37643</c:v>
                </c:pt>
                <c:pt idx="241">
                  <c:v>37644</c:v>
                </c:pt>
                <c:pt idx="242">
                  <c:v>37645</c:v>
                </c:pt>
                <c:pt idx="243">
                  <c:v>37648</c:v>
                </c:pt>
                <c:pt idx="244">
                  <c:v>37649</c:v>
                </c:pt>
                <c:pt idx="245">
                  <c:v>37650</c:v>
                </c:pt>
                <c:pt idx="246">
                  <c:v>37651</c:v>
                </c:pt>
                <c:pt idx="247">
                  <c:v>37652</c:v>
                </c:pt>
                <c:pt idx="248">
                  <c:v>37655</c:v>
                </c:pt>
                <c:pt idx="249">
                  <c:v>37656</c:v>
                </c:pt>
                <c:pt idx="250">
                  <c:v>37657</c:v>
                </c:pt>
                <c:pt idx="251">
                  <c:v>37658</c:v>
                </c:pt>
                <c:pt idx="252">
                  <c:v>37659</c:v>
                </c:pt>
                <c:pt idx="253">
                  <c:v>37662</c:v>
                </c:pt>
                <c:pt idx="254">
                  <c:v>37663</c:v>
                </c:pt>
                <c:pt idx="255">
                  <c:v>37664</c:v>
                </c:pt>
                <c:pt idx="256">
                  <c:v>37665</c:v>
                </c:pt>
                <c:pt idx="257">
                  <c:v>37666</c:v>
                </c:pt>
                <c:pt idx="258">
                  <c:v>37669</c:v>
                </c:pt>
                <c:pt idx="259">
                  <c:v>37670</c:v>
                </c:pt>
                <c:pt idx="260">
                  <c:v>37671</c:v>
                </c:pt>
                <c:pt idx="261">
                  <c:v>37672</c:v>
                </c:pt>
                <c:pt idx="262">
                  <c:v>37673</c:v>
                </c:pt>
                <c:pt idx="263">
                  <c:v>37676</c:v>
                </c:pt>
                <c:pt idx="264">
                  <c:v>37677</c:v>
                </c:pt>
                <c:pt idx="265">
                  <c:v>37678</c:v>
                </c:pt>
                <c:pt idx="266">
                  <c:v>37679</c:v>
                </c:pt>
                <c:pt idx="267">
                  <c:v>37680</c:v>
                </c:pt>
                <c:pt idx="268">
                  <c:v>37685</c:v>
                </c:pt>
                <c:pt idx="269">
                  <c:v>37686</c:v>
                </c:pt>
                <c:pt idx="270">
                  <c:v>37687</c:v>
                </c:pt>
                <c:pt idx="271">
                  <c:v>37690</c:v>
                </c:pt>
                <c:pt idx="272">
                  <c:v>37691</c:v>
                </c:pt>
                <c:pt idx="273">
                  <c:v>37692</c:v>
                </c:pt>
                <c:pt idx="274">
                  <c:v>37693</c:v>
                </c:pt>
                <c:pt idx="275">
                  <c:v>37694</c:v>
                </c:pt>
                <c:pt idx="276">
                  <c:v>37697</c:v>
                </c:pt>
                <c:pt idx="277">
                  <c:v>37698</c:v>
                </c:pt>
                <c:pt idx="278">
                  <c:v>37699</c:v>
                </c:pt>
                <c:pt idx="279">
                  <c:v>37700</c:v>
                </c:pt>
                <c:pt idx="280">
                  <c:v>37701</c:v>
                </c:pt>
                <c:pt idx="281">
                  <c:v>37704</c:v>
                </c:pt>
                <c:pt idx="282">
                  <c:v>37705</c:v>
                </c:pt>
                <c:pt idx="283">
                  <c:v>37706</c:v>
                </c:pt>
                <c:pt idx="284">
                  <c:v>37707</c:v>
                </c:pt>
                <c:pt idx="285">
                  <c:v>37708</c:v>
                </c:pt>
                <c:pt idx="286">
                  <c:v>37711</c:v>
                </c:pt>
                <c:pt idx="287">
                  <c:v>37712</c:v>
                </c:pt>
                <c:pt idx="288">
                  <c:v>37713</c:v>
                </c:pt>
                <c:pt idx="289">
                  <c:v>37714</c:v>
                </c:pt>
                <c:pt idx="290">
                  <c:v>37715</c:v>
                </c:pt>
                <c:pt idx="291">
                  <c:v>37718</c:v>
                </c:pt>
                <c:pt idx="292">
                  <c:v>37719</c:v>
                </c:pt>
                <c:pt idx="293">
                  <c:v>37720</c:v>
                </c:pt>
                <c:pt idx="294">
                  <c:v>37721</c:v>
                </c:pt>
                <c:pt idx="295">
                  <c:v>37722</c:v>
                </c:pt>
                <c:pt idx="296">
                  <c:v>37725</c:v>
                </c:pt>
                <c:pt idx="297">
                  <c:v>37726</c:v>
                </c:pt>
                <c:pt idx="298">
                  <c:v>37727</c:v>
                </c:pt>
                <c:pt idx="299">
                  <c:v>37728</c:v>
                </c:pt>
                <c:pt idx="300">
                  <c:v>37733</c:v>
                </c:pt>
                <c:pt idx="301">
                  <c:v>37734</c:v>
                </c:pt>
                <c:pt idx="302">
                  <c:v>37735</c:v>
                </c:pt>
                <c:pt idx="303">
                  <c:v>37736</c:v>
                </c:pt>
                <c:pt idx="304">
                  <c:v>37739</c:v>
                </c:pt>
                <c:pt idx="305">
                  <c:v>37740</c:v>
                </c:pt>
                <c:pt idx="306">
                  <c:v>37741</c:v>
                </c:pt>
                <c:pt idx="307">
                  <c:v>37743</c:v>
                </c:pt>
                <c:pt idx="308">
                  <c:v>37746</c:v>
                </c:pt>
                <c:pt idx="309">
                  <c:v>37747</c:v>
                </c:pt>
                <c:pt idx="310">
                  <c:v>37748</c:v>
                </c:pt>
                <c:pt idx="311">
                  <c:v>37749</c:v>
                </c:pt>
                <c:pt idx="312">
                  <c:v>37750</c:v>
                </c:pt>
                <c:pt idx="313">
                  <c:v>37753</c:v>
                </c:pt>
                <c:pt idx="314">
                  <c:v>37754</c:v>
                </c:pt>
                <c:pt idx="315">
                  <c:v>37755</c:v>
                </c:pt>
                <c:pt idx="316">
                  <c:v>37756</c:v>
                </c:pt>
                <c:pt idx="317">
                  <c:v>37757</c:v>
                </c:pt>
                <c:pt idx="318">
                  <c:v>37760</c:v>
                </c:pt>
                <c:pt idx="319">
                  <c:v>37761</c:v>
                </c:pt>
                <c:pt idx="320">
                  <c:v>37762</c:v>
                </c:pt>
                <c:pt idx="321">
                  <c:v>37763</c:v>
                </c:pt>
                <c:pt idx="322">
                  <c:v>37764</c:v>
                </c:pt>
                <c:pt idx="323">
                  <c:v>37767</c:v>
                </c:pt>
                <c:pt idx="324">
                  <c:v>37768</c:v>
                </c:pt>
                <c:pt idx="325">
                  <c:v>37769</c:v>
                </c:pt>
                <c:pt idx="326">
                  <c:v>37770</c:v>
                </c:pt>
                <c:pt idx="327">
                  <c:v>37771</c:v>
                </c:pt>
                <c:pt idx="328">
                  <c:v>37774</c:v>
                </c:pt>
                <c:pt idx="329">
                  <c:v>37775</c:v>
                </c:pt>
                <c:pt idx="330">
                  <c:v>37776</c:v>
                </c:pt>
                <c:pt idx="331">
                  <c:v>37777</c:v>
                </c:pt>
                <c:pt idx="332">
                  <c:v>37778</c:v>
                </c:pt>
                <c:pt idx="333">
                  <c:v>37781</c:v>
                </c:pt>
                <c:pt idx="334">
                  <c:v>37782</c:v>
                </c:pt>
                <c:pt idx="335">
                  <c:v>37783</c:v>
                </c:pt>
                <c:pt idx="336">
                  <c:v>37784</c:v>
                </c:pt>
                <c:pt idx="337">
                  <c:v>37785</c:v>
                </c:pt>
                <c:pt idx="338">
                  <c:v>37788</c:v>
                </c:pt>
                <c:pt idx="339">
                  <c:v>37789</c:v>
                </c:pt>
                <c:pt idx="340">
                  <c:v>37790</c:v>
                </c:pt>
                <c:pt idx="341">
                  <c:v>37792</c:v>
                </c:pt>
                <c:pt idx="342">
                  <c:v>37795</c:v>
                </c:pt>
                <c:pt idx="343">
                  <c:v>37796</c:v>
                </c:pt>
                <c:pt idx="344">
                  <c:v>37797</c:v>
                </c:pt>
                <c:pt idx="345">
                  <c:v>37798</c:v>
                </c:pt>
                <c:pt idx="346">
                  <c:v>37799</c:v>
                </c:pt>
                <c:pt idx="347">
                  <c:v>37802</c:v>
                </c:pt>
                <c:pt idx="348">
                  <c:v>37803</c:v>
                </c:pt>
                <c:pt idx="349">
                  <c:v>37804</c:v>
                </c:pt>
                <c:pt idx="350">
                  <c:v>37805</c:v>
                </c:pt>
                <c:pt idx="351">
                  <c:v>37806</c:v>
                </c:pt>
                <c:pt idx="352">
                  <c:v>37809</c:v>
                </c:pt>
                <c:pt idx="353">
                  <c:v>37810</c:v>
                </c:pt>
                <c:pt idx="354">
                  <c:v>37812</c:v>
                </c:pt>
                <c:pt idx="355">
                  <c:v>37813</c:v>
                </c:pt>
                <c:pt idx="356">
                  <c:v>37816</c:v>
                </c:pt>
                <c:pt idx="357">
                  <c:v>37817</c:v>
                </c:pt>
                <c:pt idx="358">
                  <c:v>37818</c:v>
                </c:pt>
                <c:pt idx="359">
                  <c:v>37819</c:v>
                </c:pt>
                <c:pt idx="360">
                  <c:v>37820</c:v>
                </c:pt>
                <c:pt idx="361">
                  <c:v>37823</c:v>
                </c:pt>
                <c:pt idx="362">
                  <c:v>37824</c:v>
                </c:pt>
                <c:pt idx="363">
                  <c:v>37825</c:v>
                </c:pt>
                <c:pt idx="364">
                  <c:v>37826</c:v>
                </c:pt>
                <c:pt idx="365">
                  <c:v>37827</c:v>
                </c:pt>
                <c:pt idx="366">
                  <c:v>37830</c:v>
                </c:pt>
                <c:pt idx="367">
                  <c:v>37831</c:v>
                </c:pt>
                <c:pt idx="368">
                  <c:v>37832</c:v>
                </c:pt>
                <c:pt idx="369">
                  <c:v>37833</c:v>
                </c:pt>
                <c:pt idx="370">
                  <c:v>37834</c:v>
                </c:pt>
                <c:pt idx="371">
                  <c:v>37837</c:v>
                </c:pt>
                <c:pt idx="372">
                  <c:v>37838</c:v>
                </c:pt>
                <c:pt idx="373">
                  <c:v>37839</c:v>
                </c:pt>
                <c:pt idx="374">
                  <c:v>37840</c:v>
                </c:pt>
                <c:pt idx="375">
                  <c:v>37841</c:v>
                </c:pt>
                <c:pt idx="376">
                  <c:v>37844</c:v>
                </c:pt>
                <c:pt idx="377">
                  <c:v>37845</c:v>
                </c:pt>
                <c:pt idx="378">
                  <c:v>37846</c:v>
                </c:pt>
                <c:pt idx="379">
                  <c:v>37847</c:v>
                </c:pt>
                <c:pt idx="380">
                  <c:v>37848</c:v>
                </c:pt>
                <c:pt idx="381">
                  <c:v>37851</c:v>
                </c:pt>
                <c:pt idx="382">
                  <c:v>37852</c:v>
                </c:pt>
                <c:pt idx="383">
                  <c:v>37853</c:v>
                </c:pt>
                <c:pt idx="384">
                  <c:v>37854</c:v>
                </c:pt>
                <c:pt idx="385">
                  <c:v>37855</c:v>
                </c:pt>
                <c:pt idx="386">
                  <c:v>37858</c:v>
                </c:pt>
                <c:pt idx="387">
                  <c:v>37859</c:v>
                </c:pt>
                <c:pt idx="388">
                  <c:v>37860</c:v>
                </c:pt>
                <c:pt idx="389">
                  <c:v>37861</c:v>
                </c:pt>
                <c:pt idx="390">
                  <c:v>37862</c:v>
                </c:pt>
                <c:pt idx="391">
                  <c:v>37865</c:v>
                </c:pt>
                <c:pt idx="392">
                  <c:v>37866</c:v>
                </c:pt>
                <c:pt idx="393">
                  <c:v>37867</c:v>
                </c:pt>
                <c:pt idx="394">
                  <c:v>37868</c:v>
                </c:pt>
                <c:pt idx="395">
                  <c:v>37869</c:v>
                </c:pt>
                <c:pt idx="396">
                  <c:v>37872</c:v>
                </c:pt>
                <c:pt idx="397">
                  <c:v>37873</c:v>
                </c:pt>
                <c:pt idx="398">
                  <c:v>37874</c:v>
                </c:pt>
                <c:pt idx="399">
                  <c:v>37875</c:v>
                </c:pt>
                <c:pt idx="400">
                  <c:v>37876</c:v>
                </c:pt>
                <c:pt idx="401">
                  <c:v>37879</c:v>
                </c:pt>
                <c:pt idx="402">
                  <c:v>37880</c:v>
                </c:pt>
                <c:pt idx="403">
                  <c:v>37881</c:v>
                </c:pt>
                <c:pt idx="404">
                  <c:v>37882</c:v>
                </c:pt>
                <c:pt idx="405">
                  <c:v>37883</c:v>
                </c:pt>
                <c:pt idx="406">
                  <c:v>37886</c:v>
                </c:pt>
                <c:pt idx="407">
                  <c:v>37887</c:v>
                </c:pt>
                <c:pt idx="408">
                  <c:v>37888</c:v>
                </c:pt>
                <c:pt idx="409">
                  <c:v>37889</c:v>
                </c:pt>
                <c:pt idx="410">
                  <c:v>37890</c:v>
                </c:pt>
                <c:pt idx="411">
                  <c:v>37893</c:v>
                </c:pt>
                <c:pt idx="412">
                  <c:v>37894</c:v>
                </c:pt>
                <c:pt idx="413">
                  <c:v>37895</c:v>
                </c:pt>
                <c:pt idx="414">
                  <c:v>37896</c:v>
                </c:pt>
                <c:pt idx="415">
                  <c:v>37897</c:v>
                </c:pt>
                <c:pt idx="416">
                  <c:v>37900</c:v>
                </c:pt>
                <c:pt idx="417">
                  <c:v>37901</c:v>
                </c:pt>
                <c:pt idx="418">
                  <c:v>37902</c:v>
                </c:pt>
                <c:pt idx="419">
                  <c:v>37903</c:v>
                </c:pt>
                <c:pt idx="420">
                  <c:v>37904</c:v>
                </c:pt>
                <c:pt idx="421">
                  <c:v>37907</c:v>
                </c:pt>
                <c:pt idx="422">
                  <c:v>37908</c:v>
                </c:pt>
                <c:pt idx="423">
                  <c:v>37909</c:v>
                </c:pt>
                <c:pt idx="424">
                  <c:v>37910</c:v>
                </c:pt>
                <c:pt idx="425">
                  <c:v>37911</c:v>
                </c:pt>
                <c:pt idx="426">
                  <c:v>37914</c:v>
                </c:pt>
                <c:pt idx="427">
                  <c:v>37915</c:v>
                </c:pt>
                <c:pt idx="428">
                  <c:v>37916</c:v>
                </c:pt>
                <c:pt idx="429">
                  <c:v>37917</c:v>
                </c:pt>
                <c:pt idx="430">
                  <c:v>37918</c:v>
                </c:pt>
                <c:pt idx="431">
                  <c:v>37921</c:v>
                </c:pt>
                <c:pt idx="432">
                  <c:v>37922</c:v>
                </c:pt>
                <c:pt idx="433">
                  <c:v>37923</c:v>
                </c:pt>
                <c:pt idx="434">
                  <c:v>37924</c:v>
                </c:pt>
                <c:pt idx="435">
                  <c:v>37925</c:v>
                </c:pt>
                <c:pt idx="436">
                  <c:v>37928</c:v>
                </c:pt>
                <c:pt idx="437">
                  <c:v>37929</c:v>
                </c:pt>
                <c:pt idx="438">
                  <c:v>37930</c:v>
                </c:pt>
                <c:pt idx="439">
                  <c:v>37931</c:v>
                </c:pt>
                <c:pt idx="440">
                  <c:v>37932</c:v>
                </c:pt>
                <c:pt idx="441">
                  <c:v>37935</c:v>
                </c:pt>
                <c:pt idx="442">
                  <c:v>37936</c:v>
                </c:pt>
                <c:pt idx="443">
                  <c:v>37937</c:v>
                </c:pt>
                <c:pt idx="444">
                  <c:v>37938</c:v>
                </c:pt>
                <c:pt idx="445">
                  <c:v>37939</c:v>
                </c:pt>
                <c:pt idx="446">
                  <c:v>37942</c:v>
                </c:pt>
                <c:pt idx="447">
                  <c:v>37943</c:v>
                </c:pt>
                <c:pt idx="448">
                  <c:v>37944</c:v>
                </c:pt>
                <c:pt idx="449">
                  <c:v>37945</c:v>
                </c:pt>
                <c:pt idx="450">
                  <c:v>37946</c:v>
                </c:pt>
                <c:pt idx="451">
                  <c:v>37949</c:v>
                </c:pt>
                <c:pt idx="452">
                  <c:v>37950</c:v>
                </c:pt>
                <c:pt idx="453">
                  <c:v>37951</c:v>
                </c:pt>
                <c:pt idx="454">
                  <c:v>37952</c:v>
                </c:pt>
                <c:pt idx="455">
                  <c:v>37953</c:v>
                </c:pt>
                <c:pt idx="456">
                  <c:v>37956</c:v>
                </c:pt>
                <c:pt idx="457">
                  <c:v>37957</c:v>
                </c:pt>
                <c:pt idx="458">
                  <c:v>37958</c:v>
                </c:pt>
                <c:pt idx="459">
                  <c:v>37959</c:v>
                </c:pt>
                <c:pt idx="460">
                  <c:v>37960</c:v>
                </c:pt>
                <c:pt idx="461">
                  <c:v>37963</c:v>
                </c:pt>
                <c:pt idx="462">
                  <c:v>37964</c:v>
                </c:pt>
                <c:pt idx="463">
                  <c:v>37965</c:v>
                </c:pt>
                <c:pt idx="464">
                  <c:v>37966</c:v>
                </c:pt>
                <c:pt idx="465">
                  <c:v>37967</c:v>
                </c:pt>
                <c:pt idx="466">
                  <c:v>37970</c:v>
                </c:pt>
                <c:pt idx="467">
                  <c:v>37971</c:v>
                </c:pt>
                <c:pt idx="468">
                  <c:v>37972</c:v>
                </c:pt>
                <c:pt idx="469">
                  <c:v>37973</c:v>
                </c:pt>
                <c:pt idx="470">
                  <c:v>37974</c:v>
                </c:pt>
                <c:pt idx="471">
                  <c:v>37977</c:v>
                </c:pt>
                <c:pt idx="472">
                  <c:v>37978</c:v>
                </c:pt>
                <c:pt idx="473">
                  <c:v>37981</c:v>
                </c:pt>
                <c:pt idx="474">
                  <c:v>37984</c:v>
                </c:pt>
                <c:pt idx="475">
                  <c:v>37985</c:v>
                </c:pt>
                <c:pt idx="476">
                  <c:v>37988</c:v>
                </c:pt>
                <c:pt idx="477">
                  <c:v>37991</c:v>
                </c:pt>
                <c:pt idx="478">
                  <c:v>37992</c:v>
                </c:pt>
                <c:pt idx="479">
                  <c:v>37993</c:v>
                </c:pt>
                <c:pt idx="480">
                  <c:v>37994</c:v>
                </c:pt>
                <c:pt idx="481">
                  <c:v>37995</c:v>
                </c:pt>
                <c:pt idx="482">
                  <c:v>37998</c:v>
                </c:pt>
                <c:pt idx="483">
                  <c:v>37999</c:v>
                </c:pt>
                <c:pt idx="484">
                  <c:v>38000</c:v>
                </c:pt>
                <c:pt idx="485">
                  <c:v>38001</c:v>
                </c:pt>
                <c:pt idx="486">
                  <c:v>38002</c:v>
                </c:pt>
                <c:pt idx="487">
                  <c:v>38005</c:v>
                </c:pt>
                <c:pt idx="488">
                  <c:v>38006</c:v>
                </c:pt>
                <c:pt idx="489">
                  <c:v>38007</c:v>
                </c:pt>
                <c:pt idx="490">
                  <c:v>38008</c:v>
                </c:pt>
                <c:pt idx="491">
                  <c:v>38009</c:v>
                </c:pt>
                <c:pt idx="492">
                  <c:v>38012</c:v>
                </c:pt>
                <c:pt idx="493">
                  <c:v>38013</c:v>
                </c:pt>
                <c:pt idx="494">
                  <c:v>38014</c:v>
                </c:pt>
                <c:pt idx="495">
                  <c:v>38015</c:v>
                </c:pt>
                <c:pt idx="496">
                  <c:v>38016</c:v>
                </c:pt>
                <c:pt idx="497">
                  <c:v>38019</c:v>
                </c:pt>
                <c:pt idx="498">
                  <c:v>38020</c:v>
                </c:pt>
                <c:pt idx="499">
                  <c:v>38021</c:v>
                </c:pt>
                <c:pt idx="500">
                  <c:v>38022</c:v>
                </c:pt>
                <c:pt idx="501">
                  <c:v>38023</c:v>
                </c:pt>
                <c:pt idx="502">
                  <c:v>38026</c:v>
                </c:pt>
                <c:pt idx="503">
                  <c:v>38027</c:v>
                </c:pt>
                <c:pt idx="504">
                  <c:v>38028</c:v>
                </c:pt>
                <c:pt idx="505">
                  <c:v>38029</c:v>
                </c:pt>
                <c:pt idx="506">
                  <c:v>38030</c:v>
                </c:pt>
                <c:pt idx="507">
                  <c:v>38033</c:v>
                </c:pt>
                <c:pt idx="508">
                  <c:v>38034</c:v>
                </c:pt>
                <c:pt idx="509">
                  <c:v>38035</c:v>
                </c:pt>
                <c:pt idx="510">
                  <c:v>38036</c:v>
                </c:pt>
                <c:pt idx="511">
                  <c:v>38037</c:v>
                </c:pt>
                <c:pt idx="512">
                  <c:v>38042</c:v>
                </c:pt>
                <c:pt idx="513">
                  <c:v>38043</c:v>
                </c:pt>
                <c:pt idx="514">
                  <c:v>38044</c:v>
                </c:pt>
                <c:pt idx="515">
                  <c:v>38047</c:v>
                </c:pt>
                <c:pt idx="516">
                  <c:v>38048</c:v>
                </c:pt>
                <c:pt idx="517">
                  <c:v>38049</c:v>
                </c:pt>
                <c:pt idx="518">
                  <c:v>38050</c:v>
                </c:pt>
                <c:pt idx="519">
                  <c:v>38051</c:v>
                </c:pt>
                <c:pt idx="520">
                  <c:v>38054</c:v>
                </c:pt>
                <c:pt idx="521">
                  <c:v>38055</c:v>
                </c:pt>
                <c:pt idx="522">
                  <c:v>38056</c:v>
                </c:pt>
                <c:pt idx="523">
                  <c:v>38057</c:v>
                </c:pt>
                <c:pt idx="524">
                  <c:v>38058</c:v>
                </c:pt>
                <c:pt idx="525">
                  <c:v>38061</c:v>
                </c:pt>
                <c:pt idx="526">
                  <c:v>38062</c:v>
                </c:pt>
                <c:pt idx="527">
                  <c:v>38063</c:v>
                </c:pt>
                <c:pt idx="528">
                  <c:v>38064</c:v>
                </c:pt>
                <c:pt idx="529">
                  <c:v>38065</c:v>
                </c:pt>
                <c:pt idx="530">
                  <c:v>38068</c:v>
                </c:pt>
                <c:pt idx="531">
                  <c:v>38069</c:v>
                </c:pt>
                <c:pt idx="532">
                  <c:v>38070</c:v>
                </c:pt>
                <c:pt idx="533">
                  <c:v>38071</c:v>
                </c:pt>
                <c:pt idx="534">
                  <c:v>38072</c:v>
                </c:pt>
                <c:pt idx="535">
                  <c:v>38075</c:v>
                </c:pt>
                <c:pt idx="536">
                  <c:v>38076</c:v>
                </c:pt>
                <c:pt idx="537">
                  <c:v>38077</c:v>
                </c:pt>
                <c:pt idx="538">
                  <c:v>38078</c:v>
                </c:pt>
                <c:pt idx="539">
                  <c:v>38079</c:v>
                </c:pt>
                <c:pt idx="540">
                  <c:v>38082</c:v>
                </c:pt>
                <c:pt idx="541">
                  <c:v>38083</c:v>
                </c:pt>
                <c:pt idx="542">
                  <c:v>38084</c:v>
                </c:pt>
                <c:pt idx="543">
                  <c:v>38085</c:v>
                </c:pt>
                <c:pt idx="544">
                  <c:v>38089</c:v>
                </c:pt>
                <c:pt idx="545">
                  <c:v>38090</c:v>
                </c:pt>
                <c:pt idx="546">
                  <c:v>38091</c:v>
                </c:pt>
                <c:pt idx="547">
                  <c:v>38092</c:v>
                </c:pt>
                <c:pt idx="548">
                  <c:v>38093</c:v>
                </c:pt>
                <c:pt idx="549">
                  <c:v>38096</c:v>
                </c:pt>
                <c:pt idx="550">
                  <c:v>38097</c:v>
                </c:pt>
                <c:pt idx="551">
                  <c:v>38099</c:v>
                </c:pt>
                <c:pt idx="552">
                  <c:v>38100</c:v>
                </c:pt>
                <c:pt idx="553">
                  <c:v>38103</c:v>
                </c:pt>
                <c:pt idx="554">
                  <c:v>38104</c:v>
                </c:pt>
                <c:pt idx="555">
                  <c:v>38105</c:v>
                </c:pt>
                <c:pt idx="556">
                  <c:v>38106</c:v>
                </c:pt>
                <c:pt idx="557">
                  <c:v>38107</c:v>
                </c:pt>
                <c:pt idx="558">
                  <c:v>38110</c:v>
                </c:pt>
                <c:pt idx="559">
                  <c:v>38111</c:v>
                </c:pt>
                <c:pt idx="560">
                  <c:v>38112</c:v>
                </c:pt>
                <c:pt idx="561">
                  <c:v>38113</c:v>
                </c:pt>
                <c:pt idx="562">
                  <c:v>38114</c:v>
                </c:pt>
                <c:pt idx="563">
                  <c:v>38117</c:v>
                </c:pt>
                <c:pt idx="564">
                  <c:v>38118</c:v>
                </c:pt>
                <c:pt idx="565">
                  <c:v>38119</c:v>
                </c:pt>
                <c:pt idx="566">
                  <c:v>38120</c:v>
                </c:pt>
                <c:pt idx="567">
                  <c:v>38121</c:v>
                </c:pt>
                <c:pt idx="568">
                  <c:v>38124</c:v>
                </c:pt>
                <c:pt idx="569">
                  <c:v>38125</c:v>
                </c:pt>
                <c:pt idx="570">
                  <c:v>38126</c:v>
                </c:pt>
                <c:pt idx="571">
                  <c:v>38127</c:v>
                </c:pt>
                <c:pt idx="572">
                  <c:v>38128</c:v>
                </c:pt>
                <c:pt idx="573">
                  <c:v>38131</c:v>
                </c:pt>
                <c:pt idx="574">
                  <c:v>38132</c:v>
                </c:pt>
                <c:pt idx="575">
                  <c:v>38133</c:v>
                </c:pt>
                <c:pt idx="576">
                  <c:v>38134</c:v>
                </c:pt>
                <c:pt idx="577">
                  <c:v>38135</c:v>
                </c:pt>
                <c:pt idx="578">
                  <c:v>38138</c:v>
                </c:pt>
                <c:pt idx="579">
                  <c:v>38139</c:v>
                </c:pt>
                <c:pt idx="580">
                  <c:v>38140</c:v>
                </c:pt>
                <c:pt idx="581">
                  <c:v>38141</c:v>
                </c:pt>
                <c:pt idx="582">
                  <c:v>38142</c:v>
                </c:pt>
                <c:pt idx="583">
                  <c:v>38145</c:v>
                </c:pt>
                <c:pt idx="584">
                  <c:v>38146</c:v>
                </c:pt>
                <c:pt idx="585">
                  <c:v>38147</c:v>
                </c:pt>
                <c:pt idx="586">
                  <c:v>38149</c:v>
                </c:pt>
                <c:pt idx="587">
                  <c:v>38152</c:v>
                </c:pt>
                <c:pt idx="588">
                  <c:v>38153</c:v>
                </c:pt>
                <c:pt idx="589">
                  <c:v>38154</c:v>
                </c:pt>
                <c:pt idx="590">
                  <c:v>38155</c:v>
                </c:pt>
                <c:pt idx="591">
                  <c:v>38156</c:v>
                </c:pt>
                <c:pt idx="592">
                  <c:v>38159</c:v>
                </c:pt>
                <c:pt idx="593">
                  <c:v>38160</c:v>
                </c:pt>
                <c:pt idx="594">
                  <c:v>38161</c:v>
                </c:pt>
                <c:pt idx="595">
                  <c:v>38162</c:v>
                </c:pt>
                <c:pt idx="596">
                  <c:v>38163</c:v>
                </c:pt>
                <c:pt idx="597">
                  <c:v>38166</c:v>
                </c:pt>
                <c:pt idx="598">
                  <c:v>38167</c:v>
                </c:pt>
                <c:pt idx="599">
                  <c:v>38168</c:v>
                </c:pt>
                <c:pt idx="600">
                  <c:v>38169</c:v>
                </c:pt>
                <c:pt idx="601">
                  <c:v>38170</c:v>
                </c:pt>
                <c:pt idx="602">
                  <c:v>38173</c:v>
                </c:pt>
                <c:pt idx="603">
                  <c:v>38174</c:v>
                </c:pt>
                <c:pt idx="604">
                  <c:v>38175</c:v>
                </c:pt>
                <c:pt idx="605">
                  <c:v>38176</c:v>
                </c:pt>
                <c:pt idx="606">
                  <c:v>38180</c:v>
                </c:pt>
                <c:pt idx="607">
                  <c:v>38181</c:v>
                </c:pt>
                <c:pt idx="608">
                  <c:v>38182</c:v>
                </c:pt>
                <c:pt idx="609">
                  <c:v>38183</c:v>
                </c:pt>
                <c:pt idx="610">
                  <c:v>38184</c:v>
                </c:pt>
                <c:pt idx="611">
                  <c:v>38187</c:v>
                </c:pt>
                <c:pt idx="612">
                  <c:v>38188</c:v>
                </c:pt>
                <c:pt idx="613">
                  <c:v>38189</c:v>
                </c:pt>
                <c:pt idx="614">
                  <c:v>38190</c:v>
                </c:pt>
                <c:pt idx="615">
                  <c:v>38191</c:v>
                </c:pt>
                <c:pt idx="616">
                  <c:v>38194</c:v>
                </c:pt>
                <c:pt idx="617">
                  <c:v>38195</c:v>
                </c:pt>
                <c:pt idx="618">
                  <c:v>38196</c:v>
                </c:pt>
                <c:pt idx="619">
                  <c:v>38197</c:v>
                </c:pt>
                <c:pt idx="620">
                  <c:v>38198</c:v>
                </c:pt>
                <c:pt idx="621">
                  <c:v>38201</c:v>
                </c:pt>
                <c:pt idx="622">
                  <c:v>38202</c:v>
                </c:pt>
                <c:pt idx="623">
                  <c:v>38203</c:v>
                </c:pt>
                <c:pt idx="624">
                  <c:v>38204</c:v>
                </c:pt>
                <c:pt idx="625">
                  <c:v>38205</c:v>
                </c:pt>
                <c:pt idx="626">
                  <c:v>38208</c:v>
                </c:pt>
                <c:pt idx="627">
                  <c:v>38209</c:v>
                </c:pt>
                <c:pt idx="628">
                  <c:v>38210</c:v>
                </c:pt>
                <c:pt idx="629">
                  <c:v>38211</c:v>
                </c:pt>
                <c:pt idx="630">
                  <c:v>38212</c:v>
                </c:pt>
                <c:pt idx="631">
                  <c:v>38215</c:v>
                </c:pt>
                <c:pt idx="632">
                  <c:v>38216</c:v>
                </c:pt>
                <c:pt idx="633">
                  <c:v>38217</c:v>
                </c:pt>
                <c:pt idx="634">
                  <c:v>38218</c:v>
                </c:pt>
                <c:pt idx="635">
                  <c:v>38219</c:v>
                </c:pt>
                <c:pt idx="636">
                  <c:v>38222</c:v>
                </c:pt>
                <c:pt idx="637">
                  <c:v>38223</c:v>
                </c:pt>
                <c:pt idx="638">
                  <c:v>38224</c:v>
                </c:pt>
                <c:pt idx="639">
                  <c:v>38225</c:v>
                </c:pt>
                <c:pt idx="640">
                  <c:v>38226</c:v>
                </c:pt>
                <c:pt idx="641">
                  <c:v>38229</c:v>
                </c:pt>
                <c:pt idx="642">
                  <c:v>38230</c:v>
                </c:pt>
                <c:pt idx="643">
                  <c:v>38231</c:v>
                </c:pt>
                <c:pt idx="644">
                  <c:v>38232</c:v>
                </c:pt>
                <c:pt idx="645">
                  <c:v>38233</c:v>
                </c:pt>
                <c:pt idx="646">
                  <c:v>38236</c:v>
                </c:pt>
                <c:pt idx="647">
                  <c:v>38238</c:v>
                </c:pt>
                <c:pt idx="648">
                  <c:v>38239</c:v>
                </c:pt>
                <c:pt idx="649">
                  <c:v>38240</c:v>
                </c:pt>
                <c:pt idx="650">
                  <c:v>38243</c:v>
                </c:pt>
                <c:pt idx="651">
                  <c:v>38244</c:v>
                </c:pt>
                <c:pt idx="652">
                  <c:v>38245</c:v>
                </c:pt>
                <c:pt idx="653">
                  <c:v>38246</c:v>
                </c:pt>
                <c:pt idx="654">
                  <c:v>38247</c:v>
                </c:pt>
                <c:pt idx="655">
                  <c:v>38250</c:v>
                </c:pt>
                <c:pt idx="656">
                  <c:v>38251</c:v>
                </c:pt>
                <c:pt idx="657">
                  <c:v>38252</c:v>
                </c:pt>
                <c:pt idx="658">
                  <c:v>38253</c:v>
                </c:pt>
                <c:pt idx="659">
                  <c:v>38254</c:v>
                </c:pt>
                <c:pt idx="660">
                  <c:v>38257</c:v>
                </c:pt>
                <c:pt idx="661">
                  <c:v>38258</c:v>
                </c:pt>
                <c:pt idx="662">
                  <c:v>38259</c:v>
                </c:pt>
                <c:pt idx="663">
                  <c:v>38260</c:v>
                </c:pt>
                <c:pt idx="664">
                  <c:v>38261</c:v>
                </c:pt>
                <c:pt idx="665">
                  <c:v>38264</c:v>
                </c:pt>
                <c:pt idx="666">
                  <c:v>38265</c:v>
                </c:pt>
                <c:pt idx="667">
                  <c:v>38266</c:v>
                </c:pt>
                <c:pt idx="668">
                  <c:v>38267</c:v>
                </c:pt>
                <c:pt idx="669">
                  <c:v>38268</c:v>
                </c:pt>
                <c:pt idx="670">
                  <c:v>38271</c:v>
                </c:pt>
                <c:pt idx="671">
                  <c:v>38273</c:v>
                </c:pt>
                <c:pt idx="672">
                  <c:v>38274</c:v>
                </c:pt>
                <c:pt idx="673">
                  <c:v>38275</c:v>
                </c:pt>
                <c:pt idx="674">
                  <c:v>38278</c:v>
                </c:pt>
                <c:pt idx="675">
                  <c:v>38279</c:v>
                </c:pt>
                <c:pt idx="676">
                  <c:v>38280</c:v>
                </c:pt>
                <c:pt idx="677">
                  <c:v>38281</c:v>
                </c:pt>
                <c:pt idx="678">
                  <c:v>38282</c:v>
                </c:pt>
                <c:pt idx="679">
                  <c:v>38285</c:v>
                </c:pt>
                <c:pt idx="680">
                  <c:v>38286</c:v>
                </c:pt>
                <c:pt idx="681">
                  <c:v>38287</c:v>
                </c:pt>
                <c:pt idx="682">
                  <c:v>38288</c:v>
                </c:pt>
                <c:pt idx="683">
                  <c:v>38289</c:v>
                </c:pt>
                <c:pt idx="684">
                  <c:v>38292</c:v>
                </c:pt>
                <c:pt idx="685">
                  <c:v>38294</c:v>
                </c:pt>
                <c:pt idx="686">
                  <c:v>38295</c:v>
                </c:pt>
                <c:pt idx="687">
                  <c:v>38296</c:v>
                </c:pt>
                <c:pt idx="688">
                  <c:v>38299</c:v>
                </c:pt>
                <c:pt idx="689">
                  <c:v>38300</c:v>
                </c:pt>
                <c:pt idx="690">
                  <c:v>38301</c:v>
                </c:pt>
                <c:pt idx="691">
                  <c:v>38302</c:v>
                </c:pt>
                <c:pt idx="692">
                  <c:v>38303</c:v>
                </c:pt>
                <c:pt idx="693">
                  <c:v>38307</c:v>
                </c:pt>
                <c:pt idx="694">
                  <c:v>38308</c:v>
                </c:pt>
                <c:pt idx="695">
                  <c:v>38309</c:v>
                </c:pt>
                <c:pt idx="696">
                  <c:v>38310</c:v>
                </c:pt>
                <c:pt idx="697">
                  <c:v>38313</c:v>
                </c:pt>
                <c:pt idx="698">
                  <c:v>38314</c:v>
                </c:pt>
                <c:pt idx="699">
                  <c:v>38315</c:v>
                </c:pt>
                <c:pt idx="700">
                  <c:v>38316</c:v>
                </c:pt>
                <c:pt idx="701">
                  <c:v>38317</c:v>
                </c:pt>
                <c:pt idx="702">
                  <c:v>38320</c:v>
                </c:pt>
                <c:pt idx="703">
                  <c:v>38321</c:v>
                </c:pt>
                <c:pt idx="704">
                  <c:v>38322</c:v>
                </c:pt>
                <c:pt idx="705">
                  <c:v>38323</c:v>
                </c:pt>
                <c:pt idx="706">
                  <c:v>38324</c:v>
                </c:pt>
                <c:pt idx="707">
                  <c:v>38327</c:v>
                </c:pt>
                <c:pt idx="708">
                  <c:v>38328</c:v>
                </c:pt>
                <c:pt idx="709">
                  <c:v>38329</c:v>
                </c:pt>
                <c:pt idx="710">
                  <c:v>38330</c:v>
                </c:pt>
                <c:pt idx="711">
                  <c:v>38331</c:v>
                </c:pt>
                <c:pt idx="712">
                  <c:v>38334</c:v>
                </c:pt>
                <c:pt idx="713">
                  <c:v>38335</c:v>
                </c:pt>
                <c:pt idx="714">
                  <c:v>38336</c:v>
                </c:pt>
                <c:pt idx="715">
                  <c:v>38337</c:v>
                </c:pt>
                <c:pt idx="716">
                  <c:v>38338</c:v>
                </c:pt>
                <c:pt idx="717">
                  <c:v>38341</c:v>
                </c:pt>
                <c:pt idx="718">
                  <c:v>38342</c:v>
                </c:pt>
                <c:pt idx="719">
                  <c:v>38343</c:v>
                </c:pt>
                <c:pt idx="720">
                  <c:v>38344</c:v>
                </c:pt>
                <c:pt idx="721">
                  <c:v>38348</c:v>
                </c:pt>
                <c:pt idx="722">
                  <c:v>38349</c:v>
                </c:pt>
                <c:pt idx="723">
                  <c:v>38350</c:v>
                </c:pt>
                <c:pt idx="724">
                  <c:v>38351</c:v>
                </c:pt>
                <c:pt idx="725">
                  <c:v>38355</c:v>
                </c:pt>
                <c:pt idx="726">
                  <c:v>38356</c:v>
                </c:pt>
                <c:pt idx="727">
                  <c:v>38357</c:v>
                </c:pt>
                <c:pt idx="728">
                  <c:v>38358</c:v>
                </c:pt>
                <c:pt idx="729">
                  <c:v>38359</c:v>
                </c:pt>
                <c:pt idx="730">
                  <c:v>38362</c:v>
                </c:pt>
                <c:pt idx="731">
                  <c:v>38363</c:v>
                </c:pt>
                <c:pt idx="732">
                  <c:v>38364</c:v>
                </c:pt>
                <c:pt idx="733">
                  <c:v>38365</c:v>
                </c:pt>
                <c:pt idx="734">
                  <c:v>38366</c:v>
                </c:pt>
                <c:pt idx="735">
                  <c:v>38369</c:v>
                </c:pt>
                <c:pt idx="736">
                  <c:v>38370</c:v>
                </c:pt>
                <c:pt idx="737">
                  <c:v>38371</c:v>
                </c:pt>
                <c:pt idx="738">
                  <c:v>38372</c:v>
                </c:pt>
                <c:pt idx="739">
                  <c:v>38373</c:v>
                </c:pt>
                <c:pt idx="740">
                  <c:v>38376</c:v>
                </c:pt>
                <c:pt idx="741">
                  <c:v>38378</c:v>
                </c:pt>
                <c:pt idx="742">
                  <c:v>38379</c:v>
                </c:pt>
                <c:pt idx="743">
                  <c:v>38380</c:v>
                </c:pt>
                <c:pt idx="744">
                  <c:v>38383</c:v>
                </c:pt>
                <c:pt idx="745">
                  <c:v>38384</c:v>
                </c:pt>
                <c:pt idx="746">
                  <c:v>38385</c:v>
                </c:pt>
                <c:pt idx="747">
                  <c:v>38386</c:v>
                </c:pt>
                <c:pt idx="748">
                  <c:v>38387</c:v>
                </c:pt>
                <c:pt idx="749">
                  <c:v>38392</c:v>
                </c:pt>
                <c:pt idx="750">
                  <c:v>38393</c:v>
                </c:pt>
                <c:pt idx="751">
                  <c:v>38394</c:v>
                </c:pt>
                <c:pt idx="752">
                  <c:v>38397</c:v>
                </c:pt>
                <c:pt idx="753">
                  <c:v>38398</c:v>
                </c:pt>
                <c:pt idx="754">
                  <c:v>38399</c:v>
                </c:pt>
                <c:pt idx="755">
                  <c:v>38400</c:v>
                </c:pt>
                <c:pt idx="756">
                  <c:v>38401</c:v>
                </c:pt>
                <c:pt idx="757">
                  <c:v>38404</c:v>
                </c:pt>
                <c:pt idx="758">
                  <c:v>38405</c:v>
                </c:pt>
                <c:pt idx="759">
                  <c:v>38406</c:v>
                </c:pt>
                <c:pt idx="760">
                  <c:v>38407</c:v>
                </c:pt>
                <c:pt idx="761">
                  <c:v>38408</c:v>
                </c:pt>
                <c:pt idx="762">
                  <c:v>38411</c:v>
                </c:pt>
                <c:pt idx="763">
                  <c:v>38412</c:v>
                </c:pt>
                <c:pt idx="764">
                  <c:v>38413</c:v>
                </c:pt>
                <c:pt idx="765">
                  <c:v>38414</c:v>
                </c:pt>
                <c:pt idx="766">
                  <c:v>38415</c:v>
                </c:pt>
                <c:pt idx="767">
                  <c:v>38418</c:v>
                </c:pt>
                <c:pt idx="768">
                  <c:v>38419</c:v>
                </c:pt>
                <c:pt idx="769">
                  <c:v>38420</c:v>
                </c:pt>
                <c:pt idx="770">
                  <c:v>38421</c:v>
                </c:pt>
                <c:pt idx="771">
                  <c:v>38422</c:v>
                </c:pt>
                <c:pt idx="772">
                  <c:v>38425</c:v>
                </c:pt>
                <c:pt idx="773">
                  <c:v>38426</c:v>
                </c:pt>
                <c:pt idx="774">
                  <c:v>38427</c:v>
                </c:pt>
                <c:pt idx="775">
                  <c:v>38428</c:v>
                </c:pt>
                <c:pt idx="776">
                  <c:v>38429</c:v>
                </c:pt>
                <c:pt idx="777">
                  <c:v>38432</c:v>
                </c:pt>
                <c:pt idx="778">
                  <c:v>38433</c:v>
                </c:pt>
                <c:pt idx="779">
                  <c:v>38434</c:v>
                </c:pt>
                <c:pt idx="780">
                  <c:v>38435</c:v>
                </c:pt>
                <c:pt idx="781">
                  <c:v>38439</c:v>
                </c:pt>
                <c:pt idx="782">
                  <c:v>38440</c:v>
                </c:pt>
                <c:pt idx="783">
                  <c:v>38441</c:v>
                </c:pt>
                <c:pt idx="784">
                  <c:v>38442</c:v>
                </c:pt>
                <c:pt idx="785">
                  <c:v>38443</c:v>
                </c:pt>
                <c:pt idx="786">
                  <c:v>38446</c:v>
                </c:pt>
                <c:pt idx="787">
                  <c:v>38447</c:v>
                </c:pt>
                <c:pt idx="788">
                  <c:v>38448</c:v>
                </c:pt>
                <c:pt idx="789">
                  <c:v>38449</c:v>
                </c:pt>
                <c:pt idx="790">
                  <c:v>38450</c:v>
                </c:pt>
                <c:pt idx="791">
                  <c:v>38453</c:v>
                </c:pt>
                <c:pt idx="792">
                  <c:v>38454</c:v>
                </c:pt>
                <c:pt idx="793">
                  <c:v>38455</c:v>
                </c:pt>
                <c:pt idx="794">
                  <c:v>38456</c:v>
                </c:pt>
                <c:pt idx="795">
                  <c:v>38457</c:v>
                </c:pt>
                <c:pt idx="796">
                  <c:v>38460</c:v>
                </c:pt>
                <c:pt idx="797">
                  <c:v>38461</c:v>
                </c:pt>
                <c:pt idx="798">
                  <c:v>38462</c:v>
                </c:pt>
                <c:pt idx="799">
                  <c:v>38464</c:v>
                </c:pt>
                <c:pt idx="800">
                  <c:v>38467</c:v>
                </c:pt>
                <c:pt idx="801">
                  <c:v>38468</c:v>
                </c:pt>
                <c:pt idx="802">
                  <c:v>38469</c:v>
                </c:pt>
                <c:pt idx="803">
                  <c:v>38470</c:v>
                </c:pt>
                <c:pt idx="804">
                  <c:v>38471</c:v>
                </c:pt>
                <c:pt idx="805">
                  <c:v>38474</c:v>
                </c:pt>
                <c:pt idx="806">
                  <c:v>38475</c:v>
                </c:pt>
                <c:pt idx="807">
                  <c:v>38476</c:v>
                </c:pt>
                <c:pt idx="808">
                  <c:v>38477</c:v>
                </c:pt>
                <c:pt idx="809">
                  <c:v>38478</c:v>
                </c:pt>
                <c:pt idx="810">
                  <c:v>38481</c:v>
                </c:pt>
                <c:pt idx="811">
                  <c:v>38482</c:v>
                </c:pt>
                <c:pt idx="812">
                  <c:v>38483</c:v>
                </c:pt>
                <c:pt idx="813">
                  <c:v>38484</c:v>
                </c:pt>
                <c:pt idx="814">
                  <c:v>38485</c:v>
                </c:pt>
                <c:pt idx="815">
                  <c:v>38488</c:v>
                </c:pt>
                <c:pt idx="816">
                  <c:v>38489</c:v>
                </c:pt>
                <c:pt idx="817">
                  <c:v>38490</c:v>
                </c:pt>
                <c:pt idx="818">
                  <c:v>38491</c:v>
                </c:pt>
                <c:pt idx="819">
                  <c:v>38492</c:v>
                </c:pt>
                <c:pt idx="820">
                  <c:v>38495</c:v>
                </c:pt>
                <c:pt idx="821">
                  <c:v>38496</c:v>
                </c:pt>
                <c:pt idx="822">
                  <c:v>38497</c:v>
                </c:pt>
                <c:pt idx="823">
                  <c:v>38499</c:v>
                </c:pt>
                <c:pt idx="824">
                  <c:v>38502</c:v>
                </c:pt>
                <c:pt idx="825">
                  <c:v>38503</c:v>
                </c:pt>
                <c:pt idx="826">
                  <c:v>38504</c:v>
                </c:pt>
                <c:pt idx="827">
                  <c:v>38505</c:v>
                </c:pt>
                <c:pt idx="828">
                  <c:v>38506</c:v>
                </c:pt>
                <c:pt idx="829">
                  <c:v>38509</c:v>
                </c:pt>
                <c:pt idx="830">
                  <c:v>38510</c:v>
                </c:pt>
                <c:pt idx="831">
                  <c:v>38511</c:v>
                </c:pt>
                <c:pt idx="832">
                  <c:v>38512</c:v>
                </c:pt>
                <c:pt idx="833">
                  <c:v>38513</c:v>
                </c:pt>
                <c:pt idx="834">
                  <c:v>38516</c:v>
                </c:pt>
                <c:pt idx="835">
                  <c:v>38517</c:v>
                </c:pt>
                <c:pt idx="836">
                  <c:v>38518</c:v>
                </c:pt>
                <c:pt idx="837">
                  <c:v>38519</c:v>
                </c:pt>
                <c:pt idx="838">
                  <c:v>38520</c:v>
                </c:pt>
                <c:pt idx="839">
                  <c:v>38523</c:v>
                </c:pt>
                <c:pt idx="840">
                  <c:v>38524</c:v>
                </c:pt>
                <c:pt idx="841">
                  <c:v>38525</c:v>
                </c:pt>
                <c:pt idx="842">
                  <c:v>38526</c:v>
                </c:pt>
                <c:pt idx="843">
                  <c:v>38527</c:v>
                </c:pt>
                <c:pt idx="844">
                  <c:v>38530</c:v>
                </c:pt>
                <c:pt idx="845">
                  <c:v>38531</c:v>
                </c:pt>
                <c:pt idx="846">
                  <c:v>38532</c:v>
                </c:pt>
                <c:pt idx="847">
                  <c:v>38533</c:v>
                </c:pt>
                <c:pt idx="848">
                  <c:v>38534</c:v>
                </c:pt>
                <c:pt idx="849">
                  <c:v>38537</c:v>
                </c:pt>
                <c:pt idx="850">
                  <c:v>38538</c:v>
                </c:pt>
                <c:pt idx="851">
                  <c:v>38539</c:v>
                </c:pt>
                <c:pt idx="852">
                  <c:v>38540</c:v>
                </c:pt>
                <c:pt idx="853">
                  <c:v>38541</c:v>
                </c:pt>
                <c:pt idx="854">
                  <c:v>38544</c:v>
                </c:pt>
                <c:pt idx="855">
                  <c:v>38545</c:v>
                </c:pt>
                <c:pt idx="856">
                  <c:v>38546</c:v>
                </c:pt>
                <c:pt idx="857">
                  <c:v>38547</c:v>
                </c:pt>
                <c:pt idx="858">
                  <c:v>38548</c:v>
                </c:pt>
                <c:pt idx="859">
                  <c:v>38551</c:v>
                </c:pt>
                <c:pt idx="860">
                  <c:v>38552</c:v>
                </c:pt>
                <c:pt idx="861">
                  <c:v>38553</c:v>
                </c:pt>
                <c:pt idx="862">
                  <c:v>38554</c:v>
                </c:pt>
                <c:pt idx="863">
                  <c:v>38555</c:v>
                </c:pt>
                <c:pt idx="864">
                  <c:v>38558</c:v>
                </c:pt>
                <c:pt idx="865">
                  <c:v>38559</c:v>
                </c:pt>
                <c:pt idx="866">
                  <c:v>38560</c:v>
                </c:pt>
                <c:pt idx="867">
                  <c:v>38561</c:v>
                </c:pt>
                <c:pt idx="868">
                  <c:v>38562</c:v>
                </c:pt>
                <c:pt idx="869">
                  <c:v>38565</c:v>
                </c:pt>
                <c:pt idx="870">
                  <c:v>38566</c:v>
                </c:pt>
                <c:pt idx="871">
                  <c:v>38567</c:v>
                </c:pt>
                <c:pt idx="872">
                  <c:v>38568</c:v>
                </c:pt>
                <c:pt idx="873">
                  <c:v>38569</c:v>
                </c:pt>
                <c:pt idx="874">
                  <c:v>38572</c:v>
                </c:pt>
                <c:pt idx="875">
                  <c:v>38573</c:v>
                </c:pt>
                <c:pt idx="876">
                  <c:v>38574</c:v>
                </c:pt>
                <c:pt idx="877">
                  <c:v>38575</c:v>
                </c:pt>
                <c:pt idx="878">
                  <c:v>38576</c:v>
                </c:pt>
                <c:pt idx="879">
                  <c:v>38579</c:v>
                </c:pt>
                <c:pt idx="880">
                  <c:v>38580</c:v>
                </c:pt>
                <c:pt idx="881">
                  <c:v>38581</c:v>
                </c:pt>
                <c:pt idx="882">
                  <c:v>38582</c:v>
                </c:pt>
                <c:pt idx="883">
                  <c:v>38583</c:v>
                </c:pt>
                <c:pt idx="884">
                  <c:v>38586</c:v>
                </c:pt>
                <c:pt idx="885">
                  <c:v>38587</c:v>
                </c:pt>
                <c:pt idx="886">
                  <c:v>38588</c:v>
                </c:pt>
                <c:pt idx="887">
                  <c:v>38589</c:v>
                </c:pt>
                <c:pt idx="888">
                  <c:v>38590</c:v>
                </c:pt>
                <c:pt idx="889">
                  <c:v>38593</c:v>
                </c:pt>
                <c:pt idx="890">
                  <c:v>38594</c:v>
                </c:pt>
                <c:pt idx="891">
                  <c:v>38595</c:v>
                </c:pt>
                <c:pt idx="892">
                  <c:v>38596</c:v>
                </c:pt>
                <c:pt idx="893">
                  <c:v>38597</c:v>
                </c:pt>
                <c:pt idx="894">
                  <c:v>38600</c:v>
                </c:pt>
                <c:pt idx="895">
                  <c:v>38601</c:v>
                </c:pt>
                <c:pt idx="896">
                  <c:v>38603</c:v>
                </c:pt>
                <c:pt idx="897">
                  <c:v>38604</c:v>
                </c:pt>
                <c:pt idx="898">
                  <c:v>38607</c:v>
                </c:pt>
                <c:pt idx="899">
                  <c:v>38608</c:v>
                </c:pt>
                <c:pt idx="900">
                  <c:v>38609</c:v>
                </c:pt>
                <c:pt idx="901">
                  <c:v>38610</c:v>
                </c:pt>
                <c:pt idx="902">
                  <c:v>38611</c:v>
                </c:pt>
                <c:pt idx="903">
                  <c:v>38614</c:v>
                </c:pt>
                <c:pt idx="904">
                  <c:v>38615</c:v>
                </c:pt>
                <c:pt idx="905">
                  <c:v>38616</c:v>
                </c:pt>
                <c:pt idx="906">
                  <c:v>38617</c:v>
                </c:pt>
                <c:pt idx="907">
                  <c:v>38618</c:v>
                </c:pt>
                <c:pt idx="908">
                  <c:v>38621</c:v>
                </c:pt>
                <c:pt idx="909">
                  <c:v>38622</c:v>
                </c:pt>
                <c:pt idx="910">
                  <c:v>38623</c:v>
                </c:pt>
                <c:pt idx="911">
                  <c:v>38624</c:v>
                </c:pt>
                <c:pt idx="912">
                  <c:v>38625</c:v>
                </c:pt>
                <c:pt idx="913">
                  <c:v>38628</c:v>
                </c:pt>
                <c:pt idx="914">
                  <c:v>38629</c:v>
                </c:pt>
                <c:pt idx="915">
                  <c:v>38630</c:v>
                </c:pt>
                <c:pt idx="916">
                  <c:v>38631</c:v>
                </c:pt>
                <c:pt idx="917">
                  <c:v>38632</c:v>
                </c:pt>
                <c:pt idx="918">
                  <c:v>38635</c:v>
                </c:pt>
                <c:pt idx="919">
                  <c:v>38636</c:v>
                </c:pt>
                <c:pt idx="920">
                  <c:v>38638</c:v>
                </c:pt>
                <c:pt idx="921">
                  <c:v>38639</c:v>
                </c:pt>
                <c:pt idx="922">
                  <c:v>38642</c:v>
                </c:pt>
                <c:pt idx="923">
                  <c:v>38643</c:v>
                </c:pt>
                <c:pt idx="924">
                  <c:v>38644</c:v>
                </c:pt>
                <c:pt idx="925">
                  <c:v>38645</c:v>
                </c:pt>
                <c:pt idx="926">
                  <c:v>38646</c:v>
                </c:pt>
                <c:pt idx="927">
                  <c:v>38649</c:v>
                </c:pt>
                <c:pt idx="928">
                  <c:v>38650</c:v>
                </c:pt>
                <c:pt idx="929">
                  <c:v>38651</c:v>
                </c:pt>
                <c:pt idx="930">
                  <c:v>38652</c:v>
                </c:pt>
                <c:pt idx="931">
                  <c:v>38653</c:v>
                </c:pt>
                <c:pt idx="932">
                  <c:v>38656</c:v>
                </c:pt>
                <c:pt idx="933">
                  <c:v>38657</c:v>
                </c:pt>
                <c:pt idx="934">
                  <c:v>38659</c:v>
                </c:pt>
                <c:pt idx="935">
                  <c:v>38660</c:v>
                </c:pt>
                <c:pt idx="936">
                  <c:v>38663</c:v>
                </c:pt>
                <c:pt idx="937">
                  <c:v>38664</c:v>
                </c:pt>
                <c:pt idx="938">
                  <c:v>38665</c:v>
                </c:pt>
                <c:pt idx="939">
                  <c:v>38666</c:v>
                </c:pt>
                <c:pt idx="940">
                  <c:v>38667</c:v>
                </c:pt>
                <c:pt idx="941">
                  <c:v>38670</c:v>
                </c:pt>
                <c:pt idx="942">
                  <c:v>38672</c:v>
                </c:pt>
                <c:pt idx="943">
                  <c:v>38673</c:v>
                </c:pt>
                <c:pt idx="944">
                  <c:v>38674</c:v>
                </c:pt>
                <c:pt idx="945">
                  <c:v>38677</c:v>
                </c:pt>
                <c:pt idx="946">
                  <c:v>38678</c:v>
                </c:pt>
                <c:pt idx="947">
                  <c:v>38679</c:v>
                </c:pt>
                <c:pt idx="948">
                  <c:v>38680</c:v>
                </c:pt>
                <c:pt idx="949">
                  <c:v>38681</c:v>
                </c:pt>
                <c:pt idx="950">
                  <c:v>38684</c:v>
                </c:pt>
                <c:pt idx="951">
                  <c:v>38685</c:v>
                </c:pt>
                <c:pt idx="952">
                  <c:v>38686</c:v>
                </c:pt>
                <c:pt idx="953">
                  <c:v>38687</c:v>
                </c:pt>
                <c:pt idx="954">
                  <c:v>38688</c:v>
                </c:pt>
                <c:pt idx="955">
                  <c:v>38691</c:v>
                </c:pt>
                <c:pt idx="956">
                  <c:v>38692</c:v>
                </c:pt>
                <c:pt idx="957">
                  <c:v>38693</c:v>
                </c:pt>
                <c:pt idx="958">
                  <c:v>38694</c:v>
                </c:pt>
                <c:pt idx="959">
                  <c:v>38695</c:v>
                </c:pt>
                <c:pt idx="960">
                  <c:v>38698</c:v>
                </c:pt>
                <c:pt idx="961">
                  <c:v>38699</c:v>
                </c:pt>
                <c:pt idx="962">
                  <c:v>38700</c:v>
                </c:pt>
                <c:pt idx="963">
                  <c:v>38701</c:v>
                </c:pt>
                <c:pt idx="964">
                  <c:v>38702</c:v>
                </c:pt>
                <c:pt idx="965">
                  <c:v>38705</c:v>
                </c:pt>
                <c:pt idx="966">
                  <c:v>38706</c:v>
                </c:pt>
                <c:pt idx="967">
                  <c:v>38707</c:v>
                </c:pt>
                <c:pt idx="968">
                  <c:v>38708</c:v>
                </c:pt>
                <c:pt idx="969">
                  <c:v>38709</c:v>
                </c:pt>
                <c:pt idx="970">
                  <c:v>38712</c:v>
                </c:pt>
                <c:pt idx="971">
                  <c:v>38713</c:v>
                </c:pt>
                <c:pt idx="972">
                  <c:v>38714</c:v>
                </c:pt>
                <c:pt idx="973">
                  <c:v>38715</c:v>
                </c:pt>
                <c:pt idx="974">
                  <c:v>38719</c:v>
                </c:pt>
                <c:pt idx="975">
                  <c:v>38720</c:v>
                </c:pt>
                <c:pt idx="976">
                  <c:v>38721</c:v>
                </c:pt>
                <c:pt idx="977">
                  <c:v>38722</c:v>
                </c:pt>
                <c:pt idx="978">
                  <c:v>38723</c:v>
                </c:pt>
                <c:pt idx="979">
                  <c:v>38726</c:v>
                </c:pt>
                <c:pt idx="980">
                  <c:v>38727</c:v>
                </c:pt>
                <c:pt idx="981">
                  <c:v>38728</c:v>
                </c:pt>
                <c:pt idx="982">
                  <c:v>38729</c:v>
                </c:pt>
                <c:pt idx="983">
                  <c:v>38730</c:v>
                </c:pt>
                <c:pt idx="984">
                  <c:v>38733</c:v>
                </c:pt>
                <c:pt idx="985">
                  <c:v>38734</c:v>
                </c:pt>
                <c:pt idx="986">
                  <c:v>38735</c:v>
                </c:pt>
                <c:pt idx="987">
                  <c:v>38736</c:v>
                </c:pt>
                <c:pt idx="988">
                  <c:v>38737</c:v>
                </c:pt>
                <c:pt idx="989">
                  <c:v>38740</c:v>
                </c:pt>
                <c:pt idx="990">
                  <c:v>38741</c:v>
                </c:pt>
                <c:pt idx="991">
                  <c:v>38743</c:v>
                </c:pt>
                <c:pt idx="992">
                  <c:v>38744</c:v>
                </c:pt>
                <c:pt idx="993">
                  <c:v>38747</c:v>
                </c:pt>
                <c:pt idx="994">
                  <c:v>38748</c:v>
                </c:pt>
                <c:pt idx="995">
                  <c:v>38749</c:v>
                </c:pt>
                <c:pt idx="996">
                  <c:v>38750</c:v>
                </c:pt>
                <c:pt idx="997">
                  <c:v>38751</c:v>
                </c:pt>
                <c:pt idx="998">
                  <c:v>38754</c:v>
                </c:pt>
                <c:pt idx="999">
                  <c:v>38755</c:v>
                </c:pt>
                <c:pt idx="1000">
                  <c:v>38756</c:v>
                </c:pt>
                <c:pt idx="1001">
                  <c:v>38757</c:v>
                </c:pt>
                <c:pt idx="1002">
                  <c:v>38758</c:v>
                </c:pt>
                <c:pt idx="1003">
                  <c:v>38761</c:v>
                </c:pt>
                <c:pt idx="1004">
                  <c:v>38762</c:v>
                </c:pt>
                <c:pt idx="1005">
                  <c:v>38763</c:v>
                </c:pt>
                <c:pt idx="1006">
                  <c:v>38764</c:v>
                </c:pt>
                <c:pt idx="1007">
                  <c:v>38765</c:v>
                </c:pt>
                <c:pt idx="1008">
                  <c:v>38768</c:v>
                </c:pt>
                <c:pt idx="1009">
                  <c:v>38769</c:v>
                </c:pt>
                <c:pt idx="1010">
                  <c:v>38770</c:v>
                </c:pt>
                <c:pt idx="1011">
                  <c:v>38771</c:v>
                </c:pt>
                <c:pt idx="1012">
                  <c:v>38772</c:v>
                </c:pt>
                <c:pt idx="1013">
                  <c:v>38777</c:v>
                </c:pt>
                <c:pt idx="1014">
                  <c:v>38778</c:v>
                </c:pt>
                <c:pt idx="1015">
                  <c:v>38779</c:v>
                </c:pt>
                <c:pt idx="1016">
                  <c:v>38782</c:v>
                </c:pt>
                <c:pt idx="1017">
                  <c:v>38783</c:v>
                </c:pt>
                <c:pt idx="1018">
                  <c:v>38784</c:v>
                </c:pt>
                <c:pt idx="1019">
                  <c:v>38785</c:v>
                </c:pt>
                <c:pt idx="1020">
                  <c:v>38786</c:v>
                </c:pt>
                <c:pt idx="1021">
                  <c:v>38789</c:v>
                </c:pt>
                <c:pt idx="1022">
                  <c:v>38790</c:v>
                </c:pt>
                <c:pt idx="1023">
                  <c:v>38791</c:v>
                </c:pt>
                <c:pt idx="1024">
                  <c:v>38792</c:v>
                </c:pt>
                <c:pt idx="1025">
                  <c:v>38793</c:v>
                </c:pt>
                <c:pt idx="1026">
                  <c:v>38796</c:v>
                </c:pt>
                <c:pt idx="1027">
                  <c:v>38797</c:v>
                </c:pt>
                <c:pt idx="1028">
                  <c:v>38798</c:v>
                </c:pt>
                <c:pt idx="1029">
                  <c:v>38799</c:v>
                </c:pt>
                <c:pt idx="1030">
                  <c:v>38800</c:v>
                </c:pt>
                <c:pt idx="1031">
                  <c:v>38803</c:v>
                </c:pt>
                <c:pt idx="1032">
                  <c:v>38804</c:v>
                </c:pt>
                <c:pt idx="1033">
                  <c:v>38805</c:v>
                </c:pt>
                <c:pt idx="1034">
                  <c:v>38806</c:v>
                </c:pt>
                <c:pt idx="1035">
                  <c:v>38807</c:v>
                </c:pt>
                <c:pt idx="1036">
                  <c:v>38810</c:v>
                </c:pt>
                <c:pt idx="1037">
                  <c:v>38811</c:v>
                </c:pt>
                <c:pt idx="1038">
                  <c:v>38812</c:v>
                </c:pt>
                <c:pt idx="1039">
                  <c:v>38813</c:v>
                </c:pt>
                <c:pt idx="1040">
                  <c:v>38814</c:v>
                </c:pt>
                <c:pt idx="1041">
                  <c:v>38817</c:v>
                </c:pt>
                <c:pt idx="1042">
                  <c:v>38818</c:v>
                </c:pt>
                <c:pt idx="1043">
                  <c:v>38819</c:v>
                </c:pt>
                <c:pt idx="1044">
                  <c:v>38820</c:v>
                </c:pt>
                <c:pt idx="1045">
                  <c:v>38824</c:v>
                </c:pt>
                <c:pt idx="1046">
                  <c:v>38825</c:v>
                </c:pt>
                <c:pt idx="1047">
                  <c:v>38826</c:v>
                </c:pt>
                <c:pt idx="1048">
                  <c:v>38827</c:v>
                </c:pt>
                <c:pt idx="1049">
                  <c:v>38831</c:v>
                </c:pt>
                <c:pt idx="1050">
                  <c:v>38832</c:v>
                </c:pt>
                <c:pt idx="1051">
                  <c:v>38833</c:v>
                </c:pt>
                <c:pt idx="1052">
                  <c:v>38834</c:v>
                </c:pt>
                <c:pt idx="1053">
                  <c:v>38835</c:v>
                </c:pt>
                <c:pt idx="1054">
                  <c:v>38839</c:v>
                </c:pt>
                <c:pt idx="1055">
                  <c:v>38840</c:v>
                </c:pt>
                <c:pt idx="1056">
                  <c:v>38841</c:v>
                </c:pt>
                <c:pt idx="1057">
                  <c:v>38842</c:v>
                </c:pt>
                <c:pt idx="1058">
                  <c:v>38845</c:v>
                </c:pt>
                <c:pt idx="1059">
                  <c:v>38846</c:v>
                </c:pt>
                <c:pt idx="1060">
                  <c:v>38847</c:v>
                </c:pt>
                <c:pt idx="1061">
                  <c:v>38848</c:v>
                </c:pt>
                <c:pt idx="1062">
                  <c:v>38849</c:v>
                </c:pt>
                <c:pt idx="1063">
                  <c:v>38852</c:v>
                </c:pt>
                <c:pt idx="1064">
                  <c:v>38853</c:v>
                </c:pt>
                <c:pt idx="1065">
                  <c:v>38854</c:v>
                </c:pt>
                <c:pt idx="1066">
                  <c:v>38855</c:v>
                </c:pt>
                <c:pt idx="1067">
                  <c:v>38856</c:v>
                </c:pt>
                <c:pt idx="1068">
                  <c:v>38859</c:v>
                </c:pt>
                <c:pt idx="1069">
                  <c:v>38860</c:v>
                </c:pt>
                <c:pt idx="1070">
                  <c:v>38861</c:v>
                </c:pt>
                <c:pt idx="1071">
                  <c:v>38862</c:v>
                </c:pt>
                <c:pt idx="1072">
                  <c:v>38863</c:v>
                </c:pt>
                <c:pt idx="1073">
                  <c:v>38866</c:v>
                </c:pt>
                <c:pt idx="1074">
                  <c:v>38867</c:v>
                </c:pt>
                <c:pt idx="1075">
                  <c:v>38868</c:v>
                </c:pt>
                <c:pt idx="1076">
                  <c:v>38869</c:v>
                </c:pt>
                <c:pt idx="1077">
                  <c:v>38870</c:v>
                </c:pt>
                <c:pt idx="1078">
                  <c:v>38873</c:v>
                </c:pt>
                <c:pt idx="1079">
                  <c:v>38874</c:v>
                </c:pt>
                <c:pt idx="1080">
                  <c:v>38875</c:v>
                </c:pt>
                <c:pt idx="1081">
                  <c:v>38876</c:v>
                </c:pt>
                <c:pt idx="1082">
                  <c:v>38877</c:v>
                </c:pt>
                <c:pt idx="1083">
                  <c:v>38880</c:v>
                </c:pt>
                <c:pt idx="1084">
                  <c:v>38881</c:v>
                </c:pt>
                <c:pt idx="1085">
                  <c:v>38882</c:v>
                </c:pt>
                <c:pt idx="1086">
                  <c:v>38884</c:v>
                </c:pt>
                <c:pt idx="1087">
                  <c:v>38887</c:v>
                </c:pt>
                <c:pt idx="1088">
                  <c:v>38888</c:v>
                </c:pt>
                <c:pt idx="1089">
                  <c:v>38889</c:v>
                </c:pt>
                <c:pt idx="1090">
                  <c:v>38890</c:v>
                </c:pt>
                <c:pt idx="1091">
                  <c:v>38891</c:v>
                </c:pt>
                <c:pt idx="1092">
                  <c:v>38894</c:v>
                </c:pt>
                <c:pt idx="1093">
                  <c:v>38895</c:v>
                </c:pt>
                <c:pt idx="1094">
                  <c:v>38896</c:v>
                </c:pt>
                <c:pt idx="1095">
                  <c:v>38897</c:v>
                </c:pt>
                <c:pt idx="1096">
                  <c:v>38898</c:v>
                </c:pt>
                <c:pt idx="1097">
                  <c:v>38901</c:v>
                </c:pt>
                <c:pt idx="1098">
                  <c:v>38902</c:v>
                </c:pt>
                <c:pt idx="1099">
                  <c:v>38903</c:v>
                </c:pt>
                <c:pt idx="1100">
                  <c:v>38904</c:v>
                </c:pt>
                <c:pt idx="1101">
                  <c:v>38905</c:v>
                </c:pt>
                <c:pt idx="1102">
                  <c:v>38908</c:v>
                </c:pt>
                <c:pt idx="1103">
                  <c:v>38909</c:v>
                </c:pt>
                <c:pt idx="1104">
                  <c:v>38910</c:v>
                </c:pt>
                <c:pt idx="1105">
                  <c:v>38911</c:v>
                </c:pt>
                <c:pt idx="1106">
                  <c:v>38912</c:v>
                </c:pt>
                <c:pt idx="1107">
                  <c:v>38915</c:v>
                </c:pt>
                <c:pt idx="1108">
                  <c:v>38916</c:v>
                </c:pt>
                <c:pt idx="1109">
                  <c:v>38917</c:v>
                </c:pt>
                <c:pt idx="1110">
                  <c:v>38918</c:v>
                </c:pt>
                <c:pt idx="1111">
                  <c:v>38919</c:v>
                </c:pt>
                <c:pt idx="1112">
                  <c:v>38922</c:v>
                </c:pt>
                <c:pt idx="1113">
                  <c:v>38923</c:v>
                </c:pt>
                <c:pt idx="1114">
                  <c:v>38924</c:v>
                </c:pt>
                <c:pt idx="1115">
                  <c:v>38925</c:v>
                </c:pt>
                <c:pt idx="1116">
                  <c:v>38926</c:v>
                </c:pt>
                <c:pt idx="1117">
                  <c:v>38929</c:v>
                </c:pt>
                <c:pt idx="1118">
                  <c:v>38930</c:v>
                </c:pt>
                <c:pt idx="1119">
                  <c:v>38931</c:v>
                </c:pt>
                <c:pt idx="1120">
                  <c:v>38932</c:v>
                </c:pt>
                <c:pt idx="1121">
                  <c:v>38933</c:v>
                </c:pt>
                <c:pt idx="1122">
                  <c:v>38936</c:v>
                </c:pt>
                <c:pt idx="1123">
                  <c:v>38937</c:v>
                </c:pt>
                <c:pt idx="1124">
                  <c:v>38938</c:v>
                </c:pt>
                <c:pt idx="1125">
                  <c:v>38939</c:v>
                </c:pt>
                <c:pt idx="1126">
                  <c:v>38940</c:v>
                </c:pt>
                <c:pt idx="1127">
                  <c:v>38943</c:v>
                </c:pt>
                <c:pt idx="1128">
                  <c:v>38944</c:v>
                </c:pt>
                <c:pt idx="1129">
                  <c:v>38945</c:v>
                </c:pt>
                <c:pt idx="1130">
                  <c:v>38946</c:v>
                </c:pt>
                <c:pt idx="1131">
                  <c:v>38947</c:v>
                </c:pt>
                <c:pt idx="1132">
                  <c:v>38950</c:v>
                </c:pt>
                <c:pt idx="1133">
                  <c:v>38951</c:v>
                </c:pt>
                <c:pt idx="1134">
                  <c:v>38952</c:v>
                </c:pt>
                <c:pt idx="1135">
                  <c:v>38953</c:v>
                </c:pt>
                <c:pt idx="1136">
                  <c:v>38954</c:v>
                </c:pt>
                <c:pt idx="1137">
                  <c:v>38957</c:v>
                </c:pt>
                <c:pt idx="1138">
                  <c:v>38958</c:v>
                </c:pt>
                <c:pt idx="1139">
                  <c:v>38959</c:v>
                </c:pt>
                <c:pt idx="1140">
                  <c:v>38960</c:v>
                </c:pt>
                <c:pt idx="1141">
                  <c:v>38961</c:v>
                </c:pt>
                <c:pt idx="1142">
                  <c:v>38964</c:v>
                </c:pt>
                <c:pt idx="1143">
                  <c:v>38965</c:v>
                </c:pt>
                <c:pt idx="1144">
                  <c:v>38966</c:v>
                </c:pt>
                <c:pt idx="1145">
                  <c:v>38968</c:v>
                </c:pt>
                <c:pt idx="1146">
                  <c:v>38971</c:v>
                </c:pt>
                <c:pt idx="1147">
                  <c:v>38972</c:v>
                </c:pt>
                <c:pt idx="1148">
                  <c:v>38973</c:v>
                </c:pt>
                <c:pt idx="1149">
                  <c:v>38974</c:v>
                </c:pt>
                <c:pt idx="1150">
                  <c:v>38975</c:v>
                </c:pt>
                <c:pt idx="1151">
                  <c:v>38978</c:v>
                </c:pt>
                <c:pt idx="1152">
                  <c:v>38979</c:v>
                </c:pt>
                <c:pt idx="1153">
                  <c:v>38980</c:v>
                </c:pt>
                <c:pt idx="1154">
                  <c:v>38981</c:v>
                </c:pt>
                <c:pt idx="1155">
                  <c:v>38982</c:v>
                </c:pt>
                <c:pt idx="1156">
                  <c:v>38985</c:v>
                </c:pt>
                <c:pt idx="1157">
                  <c:v>38986</c:v>
                </c:pt>
                <c:pt idx="1158">
                  <c:v>38987</c:v>
                </c:pt>
                <c:pt idx="1159">
                  <c:v>38988</c:v>
                </c:pt>
                <c:pt idx="1160">
                  <c:v>38989</c:v>
                </c:pt>
                <c:pt idx="1161">
                  <c:v>38992</c:v>
                </c:pt>
                <c:pt idx="1162">
                  <c:v>38993</c:v>
                </c:pt>
                <c:pt idx="1163">
                  <c:v>38994</c:v>
                </c:pt>
                <c:pt idx="1164">
                  <c:v>38995</c:v>
                </c:pt>
                <c:pt idx="1165">
                  <c:v>38996</c:v>
                </c:pt>
                <c:pt idx="1166">
                  <c:v>38999</c:v>
                </c:pt>
                <c:pt idx="1167">
                  <c:v>39000</c:v>
                </c:pt>
                <c:pt idx="1168">
                  <c:v>39001</c:v>
                </c:pt>
                <c:pt idx="1169">
                  <c:v>39003</c:v>
                </c:pt>
                <c:pt idx="1170">
                  <c:v>39006</c:v>
                </c:pt>
                <c:pt idx="1171">
                  <c:v>39007</c:v>
                </c:pt>
                <c:pt idx="1172">
                  <c:v>39008</c:v>
                </c:pt>
                <c:pt idx="1173">
                  <c:v>39009</c:v>
                </c:pt>
                <c:pt idx="1174">
                  <c:v>39010</c:v>
                </c:pt>
                <c:pt idx="1175">
                  <c:v>39013</c:v>
                </c:pt>
                <c:pt idx="1176">
                  <c:v>39014</c:v>
                </c:pt>
                <c:pt idx="1177">
                  <c:v>39015</c:v>
                </c:pt>
                <c:pt idx="1178">
                  <c:v>39016</c:v>
                </c:pt>
                <c:pt idx="1179">
                  <c:v>39017</c:v>
                </c:pt>
                <c:pt idx="1180">
                  <c:v>39020</c:v>
                </c:pt>
                <c:pt idx="1181">
                  <c:v>39021</c:v>
                </c:pt>
                <c:pt idx="1182">
                  <c:v>39022</c:v>
                </c:pt>
                <c:pt idx="1183">
                  <c:v>39024</c:v>
                </c:pt>
                <c:pt idx="1184">
                  <c:v>39027</c:v>
                </c:pt>
                <c:pt idx="1185">
                  <c:v>39028</c:v>
                </c:pt>
                <c:pt idx="1186">
                  <c:v>39029</c:v>
                </c:pt>
                <c:pt idx="1187">
                  <c:v>39030</c:v>
                </c:pt>
                <c:pt idx="1188">
                  <c:v>39031</c:v>
                </c:pt>
                <c:pt idx="1189">
                  <c:v>39034</c:v>
                </c:pt>
                <c:pt idx="1190">
                  <c:v>39035</c:v>
                </c:pt>
                <c:pt idx="1191">
                  <c:v>39037</c:v>
                </c:pt>
                <c:pt idx="1192">
                  <c:v>39038</c:v>
                </c:pt>
                <c:pt idx="1193">
                  <c:v>39042</c:v>
                </c:pt>
                <c:pt idx="1194">
                  <c:v>39043</c:v>
                </c:pt>
                <c:pt idx="1195">
                  <c:v>39044</c:v>
                </c:pt>
                <c:pt idx="1196">
                  <c:v>39045</c:v>
                </c:pt>
                <c:pt idx="1197">
                  <c:v>39048</c:v>
                </c:pt>
                <c:pt idx="1198">
                  <c:v>39049</c:v>
                </c:pt>
                <c:pt idx="1199">
                  <c:v>39050</c:v>
                </c:pt>
                <c:pt idx="1200">
                  <c:v>39051</c:v>
                </c:pt>
                <c:pt idx="1201">
                  <c:v>39052</c:v>
                </c:pt>
                <c:pt idx="1202">
                  <c:v>39055</c:v>
                </c:pt>
                <c:pt idx="1203">
                  <c:v>39056</c:v>
                </c:pt>
                <c:pt idx="1204">
                  <c:v>39057</c:v>
                </c:pt>
                <c:pt idx="1205">
                  <c:v>39058</c:v>
                </c:pt>
                <c:pt idx="1206">
                  <c:v>39059</c:v>
                </c:pt>
                <c:pt idx="1207">
                  <c:v>39062</c:v>
                </c:pt>
                <c:pt idx="1208">
                  <c:v>39063</c:v>
                </c:pt>
                <c:pt idx="1209">
                  <c:v>39064</c:v>
                </c:pt>
                <c:pt idx="1210">
                  <c:v>39065</c:v>
                </c:pt>
                <c:pt idx="1211">
                  <c:v>39066</c:v>
                </c:pt>
                <c:pt idx="1212">
                  <c:v>39069</c:v>
                </c:pt>
                <c:pt idx="1213">
                  <c:v>39070</c:v>
                </c:pt>
                <c:pt idx="1214">
                  <c:v>39071</c:v>
                </c:pt>
                <c:pt idx="1215">
                  <c:v>39072</c:v>
                </c:pt>
                <c:pt idx="1216">
                  <c:v>39073</c:v>
                </c:pt>
                <c:pt idx="1217">
                  <c:v>39077</c:v>
                </c:pt>
                <c:pt idx="1218">
                  <c:v>39078</c:v>
                </c:pt>
                <c:pt idx="1219">
                  <c:v>39079</c:v>
                </c:pt>
                <c:pt idx="1220">
                  <c:v>39084</c:v>
                </c:pt>
                <c:pt idx="1221">
                  <c:v>39085</c:v>
                </c:pt>
                <c:pt idx="1222">
                  <c:v>39086</c:v>
                </c:pt>
                <c:pt idx="1223">
                  <c:v>39087</c:v>
                </c:pt>
                <c:pt idx="1224">
                  <c:v>39090</c:v>
                </c:pt>
                <c:pt idx="1225">
                  <c:v>39091</c:v>
                </c:pt>
                <c:pt idx="1226">
                  <c:v>39092</c:v>
                </c:pt>
                <c:pt idx="1227">
                  <c:v>39093</c:v>
                </c:pt>
                <c:pt idx="1228">
                  <c:v>39094</c:v>
                </c:pt>
                <c:pt idx="1229">
                  <c:v>39097</c:v>
                </c:pt>
                <c:pt idx="1230">
                  <c:v>39098</c:v>
                </c:pt>
                <c:pt idx="1231">
                  <c:v>39099</c:v>
                </c:pt>
                <c:pt idx="1232">
                  <c:v>39100</c:v>
                </c:pt>
                <c:pt idx="1233">
                  <c:v>39101</c:v>
                </c:pt>
                <c:pt idx="1234">
                  <c:v>39104</c:v>
                </c:pt>
                <c:pt idx="1235">
                  <c:v>39105</c:v>
                </c:pt>
                <c:pt idx="1236">
                  <c:v>39106</c:v>
                </c:pt>
                <c:pt idx="1237">
                  <c:v>39108</c:v>
                </c:pt>
                <c:pt idx="1238">
                  <c:v>39111</c:v>
                </c:pt>
                <c:pt idx="1239">
                  <c:v>39112</c:v>
                </c:pt>
                <c:pt idx="1240">
                  <c:v>39113</c:v>
                </c:pt>
                <c:pt idx="1241">
                  <c:v>39114</c:v>
                </c:pt>
                <c:pt idx="1242">
                  <c:v>39115</c:v>
                </c:pt>
                <c:pt idx="1243">
                  <c:v>39118</c:v>
                </c:pt>
                <c:pt idx="1244">
                  <c:v>39119</c:v>
                </c:pt>
                <c:pt idx="1245">
                  <c:v>39120</c:v>
                </c:pt>
                <c:pt idx="1246">
                  <c:v>39121</c:v>
                </c:pt>
                <c:pt idx="1247">
                  <c:v>39122</c:v>
                </c:pt>
                <c:pt idx="1248">
                  <c:v>39125</c:v>
                </c:pt>
                <c:pt idx="1249">
                  <c:v>39126</c:v>
                </c:pt>
                <c:pt idx="1250">
                  <c:v>39127</c:v>
                </c:pt>
                <c:pt idx="1251">
                  <c:v>39128</c:v>
                </c:pt>
                <c:pt idx="1252">
                  <c:v>39129</c:v>
                </c:pt>
                <c:pt idx="1253">
                  <c:v>39134</c:v>
                </c:pt>
                <c:pt idx="1254">
                  <c:v>39135</c:v>
                </c:pt>
                <c:pt idx="1255">
                  <c:v>39136</c:v>
                </c:pt>
                <c:pt idx="1256">
                  <c:v>39139</c:v>
                </c:pt>
                <c:pt idx="1257">
                  <c:v>39140</c:v>
                </c:pt>
                <c:pt idx="1258">
                  <c:v>39141</c:v>
                </c:pt>
                <c:pt idx="1259">
                  <c:v>39142</c:v>
                </c:pt>
                <c:pt idx="1260">
                  <c:v>39143</c:v>
                </c:pt>
                <c:pt idx="1261">
                  <c:v>39146</c:v>
                </c:pt>
                <c:pt idx="1262">
                  <c:v>39147</c:v>
                </c:pt>
                <c:pt idx="1263">
                  <c:v>39148</c:v>
                </c:pt>
                <c:pt idx="1264">
                  <c:v>39149</c:v>
                </c:pt>
                <c:pt idx="1265">
                  <c:v>39150</c:v>
                </c:pt>
                <c:pt idx="1266">
                  <c:v>39153</c:v>
                </c:pt>
                <c:pt idx="1267">
                  <c:v>39154</c:v>
                </c:pt>
                <c:pt idx="1268">
                  <c:v>39155</c:v>
                </c:pt>
                <c:pt idx="1269">
                  <c:v>39156</c:v>
                </c:pt>
                <c:pt idx="1270">
                  <c:v>39157</c:v>
                </c:pt>
                <c:pt idx="1271">
                  <c:v>39160</c:v>
                </c:pt>
                <c:pt idx="1272">
                  <c:v>39161</c:v>
                </c:pt>
                <c:pt idx="1273">
                  <c:v>39162</c:v>
                </c:pt>
                <c:pt idx="1274">
                  <c:v>39163</c:v>
                </c:pt>
                <c:pt idx="1275">
                  <c:v>39164</c:v>
                </c:pt>
                <c:pt idx="1276">
                  <c:v>39167</c:v>
                </c:pt>
                <c:pt idx="1277">
                  <c:v>39168</c:v>
                </c:pt>
                <c:pt idx="1278">
                  <c:v>39169</c:v>
                </c:pt>
                <c:pt idx="1279">
                  <c:v>39170</c:v>
                </c:pt>
                <c:pt idx="1280">
                  <c:v>39171</c:v>
                </c:pt>
                <c:pt idx="1281">
                  <c:v>39174</c:v>
                </c:pt>
                <c:pt idx="1282">
                  <c:v>39175</c:v>
                </c:pt>
                <c:pt idx="1283">
                  <c:v>39176</c:v>
                </c:pt>
                <c:pt idx="1284">
                  <c:v>39177</c:v>
                </c:pt>
                <c:pt idx="1285">
                  <c:v>39181</c:v>
                </c:pt>
                <c:pt idx="1286">
                  <c:v>39182</c:v>
                </c:pt>
                <c:pt idx="1287">
                  <c:v>39183</c:v>
                </c:pt>
                <c:pt idx="1288">
                  <c:v>39184</c:v>
                </c:pt>
                <c:pt idx="1289">
                  <c:v>39185</c:v>
                </c:pt>
                <c:pt idx="1290">
                  <c:v>39188</c:v>
                </c:pt>
                <c:pt idx="1291">
                  <c:v>39189</c:v>
                </c:pt>
                <c:pt idx="1292">
                  <c:v>39190</c:v>
                </c:pt>
                <c:pt idx="1293">
                  <c:v>39191</c:v>
                </c:pt>
                <c:pt idx="1294">
                  <c:v>39192</c:v>
                </c:pt>
                <c:pt idx="1295">
                  <c:v>39195</c:v>
                </c:pt>
                <c:pt idx="1296">
                  <c:v>39196</c:v>
                </c:pt>
                <c:pt idx="1297">
                  <c:v>39197</c:v>
                </c:pt>
                <c:pt idx="1298">
                  <c:v>39198</c:v>
                </c:pt>
                <c:pt idx="1299">
                  <c:v>39199</c:v>
                </c:pt>
                <c:pt idx="1300">
                  <c:v>39202</c:v>
                </c:pt>
                <c:pt idx="1301">
                  <c:v>39204</c:v>
                </c:pt>
                <c:pt idx="1302">
                  <c:v>39205</c:v>
                </c:pt>
                <c:pt idx="1303">
                  <c:v>39206</c:v>
                </c:pt>
                <c:pt idx="1304">
                  <c:v>39209</c:v>
                </c:pt>
                <c:pt idx="1305">
                  <c:v>39210</c:v>
                </c:pt>
                <c:pt idx="1306">
                  <c:v>39211</c:v>
                </c:pt>
                <c:pt idx="1307">
                  <c:v>39212</c:v>
                </c:pt>
                <c:pt idx="1308">
                  <c:v>39213</c:v>
                </c:pt>
                <c:pt idx="1309">
                  <c:v>39216</c:v>
                </c:pt>
                <c:pt idx="1310">
                  <c:v>39217</c:v>
                </c:pt>
                <c:pt idx="1311">
                  <c:v>39218</c:v>
                </c:pt>
                <c:pt idx="1312">
                  <c:v>39219</c:v>
                </c:pt>
                <c:pt idx="1313">
                  <c:v>39220</c:v>
                </c:pt>
                <c:pt idx="1314">
                  <c:v>39223</c:v>
                </c:pt>
                <c:pt idx="1315">
                  <c:v>39224</c:v>
                </c:pt>
                <c:pt idx="1316">
                  <c:v>39225</c:v>
                </c:pt>
                <c:pt idx="1317">
                  <c:v>39226</c:v>
                </c:pt>
                <c:pt idx="1318">
                  <c:v>39227</c:v>
                </c:pt>
                <c:pt idx="1319">
                  <c:v>39230</c:v>
                </c:pt>
                <c:pt idx="1320">
                  <c:v>39231</c:v>
                </c:pt>
                <c:pt idx="1321">
                  <c:v>39232</c:v>
                </c:pt>
                <c:pt idx="1322">
                  <c:v>39233</c:v>
                </c:pt>
                <c:pt idx="1323">
                  <c:v>39234</c:v>
                </c:pt>
                <c:pt idx="1324">
                  <c:v>39237</c:v>
                </c:pt>
                <c:pt idx="1325">
                  <c:v>39238</c:v>
                </c:pt>
                <c:pt idx="1326">
                  <c:v>39239</c:v>
                </c:pt>
                <c:pt idx="1327">
                  <c:v>39241</c:v>
                </c:pt>
                <c:pt idx="1328">
                  <c:v>39244</c:v>
                </c:pt>
                <c:pt idx="1329">
                  <c:v>39245</c:v>
                </c:pt>
                <c:pt idx="1330">
                  <c:v>39246</c:v>
                </c:pt>
                <c:pt idx="1331">
                  <c:v>39247</c:v>
                </c:pt>
                <c:pt idx="1332">
                  <c:v>39248</c:v>
                </c:pt>
                <c:pt idx="1333">
                  <c:v>39251</c:v>
                </c:pt>
                <c:pt idx="1334">
                  <c:v>39252</c:v>
                </c:pt>
                <c:pt idx="1335">
                  <c:v>39253</c:v>
                </c:pt>
                <c:pt idx="1336">
                  <c:v>39254</c:v>
                </c:pt>
                <c:pt idx="1337">
                  <c:v>39255</c:v>
                </c:pt>
                <c:pt idx="1338">
                  <c:v>39258</c:v>
                </c:pt>
                <c:pt idx="1339">
                  <c:v>39259</c:v>
                </c:pt>
                <c:pt idx="1340">
                  <c:v>39260</c:v>
                </c:pt>
                <c:pt idx="1341">
                  <c:v>39261</c:v>
                </c:pt>
                <c:pt idx="1342">
                  <c:v>39262</c:v>
                </c:pt>
                <c:pt idx="1343">
                  <c:v>39265</c:v>
                </c:pt>
                <c:pt idx="1344">
                  <c:v>39266</c:v>
                </c:pt>
                <c:pt idx="1345">
                  <c:v>39267</c:v>
                </c:pt>
                <c:pt idx="1346">
                  <c:v>39268</c:v>
                </c:pt>
                <c:pt idx="1347">
                  <c:v>39269</c:v>
                </c:pt>
                <c:pt idx="1348">
                  <c:v>39273</c:v>
                </c:pt>
                <c:pt idx="1349">
                  <c:v>39274</c:v>
                </c:pt>
                <c:pt idx="1350">
                  <c:v>39275</c:v>
                </c:pt>
                <c:pt idx="1351">
                  <c:v>39276</c:v>
                </c:pt>
                <c:pt idx="1352">
                  <c:v>39279</c:v>
                </c:pt>
                <c:pt idx="1353">
                  <c:v>39280</c:v>
                </c:pt>
                <c:pt idx="1354">
                  <c:v>39281</c:v>
                </c:pt>
                <c:pt idx="1355">
                  <c:v>39282</c:v>
                </c:pt>
                <c:pt idx="1356">
                  <c:v>39283</c:v>
                </c:pt>
                <c:pt idx="1357">
                  <c:v>39286</c:v>
                </c:pt>
                <c:pt idx="1358">
                  <c:v>39287</c:v>
                </c:pt>
                <c:pt idx="1359">
                  <c:v>39288</c:v>
                </c:pt>
                <c:pt idx="1360">
                  <c:v>39289</c:v>
                </c:pt>
                <c:pt idx="1361">
                  <c:v>39290</c:v>
                </c:pt>
                <c:pt idx="1362">
                  <c:v>39293</c:v>
                </c:pt>
                <c:pt idx="1363">
                  <c:v>39294</c:v>
                </c:pt>
                <c:pt idx="1364">
                  <c:v>39295</c:v>
                </c:pt>
                <c:pt idx="1365">
                  <c:v>39296</c:v>
                </c:pt>
                <c:pt idx="1366">
                  <c:v>39297</c:v>
                </c:pt>
                <c:pt idx="1367">
                  <c:v>39300</c:v>
                </c:pt>
                <c:pt idx="1368">
                  <c:v>39301</c:v>
                </c:pt>
                <c:pt idx="1369">
                  <c:v>39302</c:v>
                </c:pt>
                <c:pt idx="1370">
                  <c:v>39303</c:v>
                </c:pt>
                <c:pt idx="1371">
                  <c:v>39304</c:v>
                </c:pt>
                <c:pt idx="1372">
                  <c:v>39307</c:v>
                </c:pt>
                <c:pt idx="1373">
                  <c:v>39308</c:v>
                </c:pt>
                <c:pt idx="1374">
                  <c:v>39309</c:v>
                </c:pt>
                <c:pt idx="1375">
                  <c:v>39310</c:v>
                </c:pt>
                <c:pt idx="1376">
                  <c:v>39311</c:v>
                </c:pt>
                <c:pt idx="1377">
                  <c:v>39314</c:v>
                </c:pt>
                <c:pt idx="1378">
                  <c:v>39315</c:v>
                </c:pt>
                <c:pt idx="1379">
                  <c:v>39316</c:v>
                </c:pt>
                <c:pt idx="1380">
                  <c:v>39317</c:v>
                </c:pt>
                <c:pt idx="1381">
                  <c:v>39318</c:v>
                </c:pt>
                <c:pt idx="1382">
                  <c:v>39321</c:v>
                </c:pt>
                <c:pt idx="1383">
                  <c:v>39322</c:v>
                </c:pt>
                <c:pt idx="1384">
                  <c:v>39323</c:v>
                </c:pt>
                <c:pt idx="1385">
                  <c:v>39324</c:v>
                </c:pt>
                <c:pt idx="1386">
                  <c:v>39325</c:v>
                </c:pt>
                <c:pt idx="1387">
                  <c:v>39328</c:v>
                </c:pt>
                <c:pt idx="1388">
                  <c:v>39329</c:v>
                </c:pt>
                <c:pt idx="1389">
                  <c:v>39330</c:v>
                </c:pt>
                <c:pt idx="1390">
                  <c:v>39331</c:v>
                </c:pt>
                <c:pt idx="1391">
                  <c:v>39335</c:v>
                </c:pt>
                <c:pt idx="1392">
                  <c:v>39336</c:v>
                </c:pt>
                <c:pt idx="1393">
                  <c:v>39337</c:v>
                </c:pt>
                <c:pt idx="1394">
                  <c:v>39338</c:v>
                </c:pt>
                <c:pt idx="1395">
                  <c:v>39339</c:v>
                </c:pt>
                <c:pt idx="1396">
                  <c:v>39342</c:v>
                </c:pt>
                <c:pt idx="1397">
                  <c:v>39343</c:v>
                </c:pt>
                <c:pt idx="1398">
                  <c:v>39344</c:v>
                </c:pt>
                <c:pt idx="1399">
                  <c:v>39345</c:v>
                </c:pt>
                <c:pt idx="1400">
                  <c:v>39346</c:v>
                </c:pt>
                <c:pt idx="1401">
                  <c:v>39349</c:v>
                </c:pt>
                <c:pt idx="1402">
                  <c:v>39350</c:v>
                </c:pt>
                <c:pt idx="1403">
                  <c:v>39351</c:v>
                </c:pt>
                <c:pt idx="1404">
                  <c:v>39352</c:v>
                </c:pt>
                <c:pt idx="1405">
                  <c:v>39353</c:v>
                </c:pt>
                <c:pt idx="1406">
                  <c:v>39356</c:v>
                </c:pt>
                <c:pt idx="1407">
                  <c:v>39357</c:v>
                </c:pt>
                <c:pt idx="1408">
                  <c:v>39358</c:v>
                </c:pt>
                <c:pt idx="1409">
                  <c:v>39359</c:v>
                </c:pt>
                <c:pt idx="1410">
                  <c:v>39360</c:v>
                </c:pt>
                <c:pt idx="1411">
                  <c:v>39363</c:v>
                </c:pt>
                <c:pt idx="1412">
                  <c:v>39364</c:v>
                </c:pt>
                <c:pt idx="1413">
                  <c:v>39365</c:v>
                </c:pt>
                <c:pt idx="1414">
                  <c:v>39366</c:v>
                </c:pt>
                <c:pt idx="1415">
                  <c:v>39370</c:v>
                </c:pt>
                <c:pt idx="1416">
                  <c:v>39371</c:v>
                </c:pt>
                <c:pt idx="1417">
                  <c:v>39372</c:v>
                </c:pt>
                <c:pt idx="1418">
                  <c:v>39373</c:v>
                </c:pt>
                <c:pt idx="1419">
                  <c:v>39374</c:v>
                </c:pt>
                <c:pt idx="1420">
                  <c:v>39377</c:v>
                </c:pt>
                <c:pt idx="1421">
                  <c:v>39378</c:v>
                </c:pt>
                <c:pt idx="1422">
                  <c:v>39379</c:v>
                </c:pt>
                <c:pt idx="1423">
                  <c:v>39380</c:v>
                </c:pt>
                <c:pt idx="1424">
                  <c:v>39381</c:v>
                </c:pt>
                <c:pt idx="1425">
                  <c:v>39384</c:v>
                </c:pt>
                <c:pt idx="1426">
                  <c:v>39385</c:v>
                </c:pt>
                <c:pt idx="1427">
                  <c:v>39386</c:v>
                </c:pt>
                <c:pt idx="1428">
                  <c:v>39387</c:v>
                </c:pt>
                <c:pt idx="1429">
                  <c:v>39391</c:v>
                </c:pt>
                <c:pt idx="1430">
                  <c:v>39392</c:v>
                </c:pt>
                <c:pt idx="1431">
                  <c:v>39393</c:v>
                </c:pt>
                <c:pt idx="1432">
                  <c:v>39394</c:v>
                </c:pt>
                <c:pt idx="1433">
                  <c:v>39395</c:v>
                </c:pt>
                <c:pt idx="1434">
                  <c:v>39398</c:v>
                </c:pt>
                <c:pt idx="1435">
                  <c:v>39399</c:v>
                </c:pt>
                <c:pt idx="1436">
                  <c:v>39400</c:v>
                </c:pt>
                <c:pt idx="1437">
                  <c:v>39402</c:v>
                </c:pt>
                <c:pt idx="1438">
                  <c:v>39405</c:v>
                </c:pt>
                <c:pt idx="1439">
                  <c:v>39407</c:v>
                </c:pt>
                <c:pt idx="1440">
                  <c:v>39408</c:v>
                </c:pt>
                <c:pt idx="1441">
                  <c:v>39409</c:v>
                </c:pt>
                <c:pt idx="1442">
                  <c:v>39412</c:v>
                </c:pt>
                <c:pt idx="1443">
                  <c:v>39413</c:v>
                </c:pt>
                <c:pt idx="1444">
                  <c:v>39414</c:v>
                </c:pt>
                <c:pt idx="1445">
                  <c:v>39415</c:v>
                </c:pt>
                <c:pt idx="1446">
                  <c:v>39416</c:v>
                </c:pt>
                <c:pt idx="1447">
                  <c:v>39419</c:v>
                </c:pt>
                <c:pt idx="1448">
                  <c:v>39420</c:v>
                </c:pt>
                <c:pt idx="1449">
                  <c:v>39421</c:v>
                </c:pt>
                <c:pt idx="1450">
                  <c:v>39422</c:v>
                </c:pt>
                <c:pt idx="1451">
                  <c:v>39423</c:v>
                </c:pt>
                <c:pt idx="1452">
                  <c:v>39426</c:v>
                </c:pt>
                <c:pt idx="1453">
                  <c:v>39427</c:v>
                </c:pt>
                <c:pt idx="1454">
                  <c:v>39428</c:v>
                </c:pt>
                <c:pt idx="1455">
                  <c:v>39429</c:v>
                </c:pt>
                <c:pt idx="1456">
                  <c:v>39430</c:v>
                </c:pt>
                <c:pt idx="1457">
                  <c:v>39433</c:v>
                </c:pt>
                <c:pt idx="1458">
                  <c:v>39434</c:v>
                </c:pt>
                <c:pt idx="1459">
                  <c:v>39435</c:v>
                </c:pt>
                <c:pt idx="1460">
                  <c:v>39436</c:v>
                </c:pt>
                <c:pt idx="1461">
                  <c:v>39437</c:v>
                </c:pt>
                <c:pt idx="1462">
                  <c:v>39442</c:v>
                </c:pt>
                <c:pt idx="1463">
                  <c:v>39443</c:v>
                </c:pt>
                <c:pt idx="1464">
                  <c:v>39444</c:v>
                </c:pt>
                <c:pt idx="1465">
                  <c:v>39449</c:v>
                </c:pt>
                <c:pt idx="1466">
                  <c:v>39450</c:v>
                </c:pt>
                <c:pt idx="1467">
                  <c:v>39451</c:v>
                </c:pt>
                <c:pt idx="1468">
                  <c:v>39454</c:v>
                </c:pt>
                <c:pt idx="1469">
                  <c:v>39455</c:v>
                </c:pt>
                <c:pt idx="1470">
                  <c:v>39456</c:v>
                </c:pt>
                <c:pt idx="1471">
                  <c:v>39457</c:v>
                </c:pt>
                <c:pt idx="1472">
                  <c:v>39458</c:v>
                </c:pt>
                <c:pt idx="1473">
                  <c:v>39461</c:v>
                </c:pt>
                <c:pt idx="1474">
                  <c:v>39462</c:v>
                </c:pt>
                <c:pt idx="1475">
                  <c:v>39463</c:v>
                </c:pt>
                <c:pt idx="1476">
                  <c:v>39464</c:v>
                </c:pt>
                <c:pt idx="1477">
                  <c:v>39465</c:v>
                </c:pt>
                <c:pt idx="1478">
                  <c:v>39468</c:v>
                </c:pt>
                <c:pt idx="1479">
                  <c:v>39469</c:v>
                </c:pt>
                <c:pt idx="1480">
                  <c:v>39470</c:v>
                </c:pt>
                <c:pt idx="1481">
                  <c:v>39471</c:v>
                </c:pt>
                <c:pt idx="1482">
                  <c:v>39475</c:v>
                </c:pt>
                <c:pt idx="1483">
                  <c:v>39476</c:v>
                </c:pt>
                <c:pt idx="1484">
                  <c:v>39477</c:v>
                </c:pt>
                <c:pt idx="1485">
                  <c:v>39478</c:v>
                </c:pt>
                <c:pt idx="1486">
                  <c:v>39479</c:v>
                </c:pt>
                <c:pt idx="1487">
                  <c:v>39484</c:v>
                </c:pt>
                <c:pt idx="1488">
                  <c:v>39485</c:v>
                </c:pt>
                <c:pt idx="1489">
                  <c:v>39486</c:v>
                </c:pt>
                <c:pt idx="1490">
                  <c:v>39489</c:v>
                </c:pt>
                <c:pt idx="1491">
                  <c:v>39490</c:v>
                </c:pt>
                <c:pt idx="1492">
                  <c:v>39491</c:v>
                </c:pt>
                <c:pt idx="1493">
                  <c:v>39492</c:v>
                </c:pt>
                <c:pt idx="1494">
                  <c:v>39493</c:v>
                </c:pt>
                <c:pt idx="1495">
                  <c:v>39496</c:v>
                </c:pt>
                <c:pt idx="1496">
                  <c:v>39497</c:v>
                </c:pt>
                <c:pt idx="1497">
                  <c:v>39498</c:v>
                </c:pt>
                <c:pt idx="1498">
                  <c:v>39499</c:v>
                </c:pt>
                <c:pt idx="1499">
                  <c:v>39500</c:v>
                </c:pt>
                <c:pt idx="1500">
                  <c:v>39503</c:v>
                </c:pt>
                <c:pt idx="1501">
                  <c:v>39504</c:v>
                </c:pt>
                <c:pt idx="1502">
                  <c:v>39505</c:v>
                </c:pt>
                <c:pt idx="1503">
                  <c:v>39506</c:v>
                </c:pt>
                <c:pt idx="1504">
                  <c:v>39507</c:v>
                </c:pt>
                <c:pt idx="1505">
                  <c:v>39510</c:v>
                </c:pt>
                <c:pt idx="1506">
                  <c:v>39511</c:v>
                </c:pt>
                <c:pt idx="1507">
                  <c:v>39512</c:v>
                </c:pt>
                <c:pt idx="1508">
                  <c:v>39513</c:v>
                </c:pt>
                <c:pt idx="1509">
                  <c:v>39514</c:v>
                </c:pt>
                <c:pt idx="1510">
                  <c:v>39517</c:v>
                </c:pt>
                <c:pt idx="1511">
                  <c:v>39518</c:v>
                </c:pt>
                <c:pt idx="1512">
                  <c:v>39519</c:v>
                </c:pt>
                <c:pt idx="1513">
                  <c:v>39520</c:v>
                </c:pt>
                <c:pt idx="1514">
                  <c:v>39521</c:v>
                </c:pt>
                <c:pt idx="1515">
                  <c:v>39524</c:v>
                </c:pt>
                <c:pt idx="1516">
                  <c:v>39525</c:v>
                </c:pt>
                <c:pt idx="1517">
                  <c:v>39526</c:v>
                </c:pt>
                <c:pt idx="1518">
                  <c:v>39527</c:v>
                </c:pt>
                <c:pt idx="1519">
                  <c:v>39531</c:v>
                </c:pt>
                <c:pt idx="1520">
                  <c:v>39532</c:v>
                </c:pt>
                <c:pt idx="1521">
                  <c:v>39533</c:v>
                </c:pt>
                <c:pt idx="1522">
                  <c:v>39534</c:v>
                </c:pt>
                <c:pt idx="1523">
                  <c:v>39535</c:v>
                </c:pt>
                <c:pt idx="1524">
                  <c:v>39538</c:v>
                </c:pt>
                <c:pt idx="1525">
                  <c:v>39539</c:v>
                </c:pt>
                <c:pt idx="1526">
                  <c:v>39540</c:v>
                </c:pt>
                <c:pt idx="1527">
                  <c:v>39541</c:v>
                </c:pt>
                <c:pt idx="1528">
                  <c:v>39542</c:v>
                </c:pt>
                <c:pt idx="1529">
                  <c:v>39545</c:v>
                </c:pt>
                <c:pt idx="1530">
                  <c:v>39546</c:v>
                </c:pt>
                <c:pt idx="1531">
                  <c:v>39547</c:v>
                </c:pt>
                <c:pt idx="1532">
                  <c:v>39548</c:v>
                </c:pt>
                <c:pt idx="1533">
                  <c:v>39549</c:v>
                </c:pt>
                <c:pt idx="1534">
                  <c:v>39552</c:v>
                </c:pt>
                <c:pt idx="1535">
                  <c:v>39553</c:v>
                </c:pt>
                <c:pt idx="1536">
                  <c:v>39554</c:v>
                </c:pt>
                <c:pt idx="1537">
                  <c:v>39555</c:v>
                </c:pt>
                <c:pt idx="1538">
                  <c:v>39556</c:v>
                </c:pt>
                <c:pt idx="1539">
                  <c:v>39560</c:v>
                </c:pt>
                <c:pt idx="1540">
                  <c:v>39561</c:v>
                </c:pt>
                <c:pt idx="1541">
                  <c:v>39562</c:v>
                </c:pt>
                <c:pt idx="1542">
                  <c:v>39563</c:v>
                </c:pt>
                <c:pt idx="1543">
                  <c:v>39566</c:v>
                </c:pt>
                <c:pt idx="1544">
                  <c:v>39567</c:v>
                </c:pt>
                <c:pt idx="1545">
                  <c:v>39568</c:v>
                </c:pt>
                <c:pt idx="1546">
                  <c:v>39570</c:v>
                </c:pt>
                <c:pt idx="1547">
                  <c:v>39573</c:v>
                </c:pt>
                <c:pt idx="1548">
                  <c:v>39574</c:v>
                </c:pt>
                <c:pt idx="1549">
                  <c:v>39575</c:v>
                </c:pt>
                <c:pt idx="1550">
                  <c:v>39576</c:v>
                </c:pt>
                <c:pt idx="1551">
                  <c:v>39577</c:v>
                </c:pt>
                <c:pt idx="1552">
                  <c:v>39580</c:v>
                </c:pt>
                <c:pt idx="1553">
                  <c:v>39581</c:v>
                </c:pt>
                <c:pt idx="1554">
                  <c:v>39582</c:v>
                </c:pt>
                <c:pt idx="1555">
                  <c:v>39583</c:v>
                </c:pt>
                <c:pt idx="1556">
                  <c:v>39584</c:v>
                </c:pt>
                <c:pt idx="1557">
                  <c:v>39587</c:v>
                </c:pt>
                <c:pt idx="1558">
                  <c:v>39588</c:v>
                </c:pt>
                <c:pt idx="1559">
                  <c:v>39589</c:v>
                </c:pt>
                <c:pt idx="1560">
                  <c:v>39591</c:v>
                </c:pt>
                <c:pt idx="1561">
                  <c:v>39594</c:v>
                </c:pt>
                <c:pt idx="1562">
                  <c:v>39595</c:v>
                </c:pt>
                <c:pt idx="1563">
                  <c:v>39596</c:v>
                </c:pt>
                <c:pt idx="1564">
                  <c:v>39597</c:v>
                </c:pt>
                <c:pt idx="1565">
                  <c:v>39598</c:v>
                </c:pt>
                <c:pt idx="1566">
                  <c:v>39601</c:v>
                </c:pt>
                <c:pt idx="1567">
                  <c:v>39602</c:v>
                </c:pt>
                <c:pt idx="1568">
                  <c:v>39603</c:v>
                </c:pt>
                <c:pt idx="1569">
                  <c:v>39604</c:v>
                </c:pt>
                <c:pt idx="1570">
                  <c:v>39605</c:v>
                </c:pt>
                <c:pt idx="1571">
                  <c:v>39608</c:v>
                </c:pt>
                <c:pt idx="1572">
                  <c:v>39609</c:v>
                </c:pt>
                <c:pt idx="1573">
                  <c:v>39610</c:v>
                </c:pt>
                <c:pt idx="1574">
                  <c:v>39611</c:v>
                </c:pt>
                <c:pt idx="1575">
                  <c:v>39612</c:v>
                </c:pt>
                <c:pt idx="1576">
                  <c:v>39615</c:v>
                </c:pt>
                <c:pt idx="1577">
                  <c:v>39616</c:v>
                </c:pt>
                <c:pt idx="1578">
                  <c:v>39617</c:v>
                </c:pt>
                <c:pt idx="1579">
                  <c:v>39618</c:v>
                </c:pt>
                <c:pt idx="1580">
                  <c:v>39619</c:v>
                </c:pt>
                <c:pt idx="1581">
                  <c:v>39622</c:v>
                </c:pt>
                <c:pt idx="1582">
                  <c:v>39623</c:v>
                </c:pt>
                <c:pt idx="1583">
                  <c:v>39624</c:v>
                </c:pt>
                <c:pt idx="1584">
                  <c:v>39625</c:v>
                </c:pt>
                <c:pt idx="1585">
                  <c:v>39626</c:v>
                </c:pt>
                <c:pt idx="1586">
                  <c:v>39629</c:v>
                </c:pt>
                <c:pt idx="1587">
                  <c:v>39630</c:v>
                </c:pt>
                <c:pt idx="1588">
                  <c:v>39631</c:v>
                </c:pt>
                <c:pt idx="1589">
                  <c:v>39632</c:v>
                </c:pt>
                <c:pt idx="1590">
                  <c:v>39633</c:v>
                </c:pt>
                <c:pt idx="1591">
                  <c:v>39636</c:v>
                </c:pt>
                <c:pt idx="1592">
                  <c:v>39637</c:v>
                </c:pt>
                <c:pt idx="1593">
                  <c:v>39639</c:v>
                </c:pt>
                <c:pt idx="1594">
                  <c:v>39640</c:v>
                </c:pt>
                <c:pt idx="1595">
                  <c:v>39643</c:v>
                </c:pt>
                <c:pt idx="1596">
                  <c:v>39644</c:v>
                </c:pt>
                <c:pt idx="1597">
                  <c:v>39645</c:v>
                </c:pt>
                <c:pt idx="1598">
                  <c:v>39646</c:v>
                </c:pt>
                <c:pt idx="1599">
                  <c:v>39647</c:v>
                </c:pt>
                <c:pt idx="1600">
                  <c:v>39650</c:v>
                </c:pt>
                <c:pt idx="1601">
                  <c:v>39651</c:v>
                </c:pt>
                <c:pt idx="1602">
                  <c:v>39652</c:v>
                </c:pt>
                <c:pt idx="1603">
                  <c:v>39653</c:v>
                </c:pt>
                <c:pt idx="1604">
                  <c:v>39654</c:v>
                </c:pt>
                <c:pt idx="1605">
                  <c:v>39657</c:v>
                </c:pt>
                <c:pt idx="1606">
                  <c:v>39658</c:v>
                </c:pt>
                <c:pt idx="1607">
                  <c:v>39659</c:v>
                </c:pt>
                <c:pt idx="1608">
                  <c:v>39660</c:v>
                </c:pt>
                <c:pt idx="1609">
                  <c:v>39661</c:v>
                </c:pt>
                <c:pt idx="1610">
                  <c:v>39664</c:v>
                </c:pt>
                <c:pt idx="1611">
                  <c:v>39665</c:v>
                </c:pt>
                <c:pt idx="1612">
                  <c:v>39666</c:v>
                </c:pt>
                <c:pt idx="1613">
                  <c:v>39667</c:v>
                </c:pt>
                <c:pt idx="1614">
                  <c:v>39668</c:v>
                </c:pt>
                <c:pt idx="1615">
                  <c:v>39671</c:v>
                </c:pt>
                <c:pt idx="1616">
                  <c:v>39672</c:v>
                </c:pt>
                <c:pt idx="1617">
                  <c:v>39673</c:v>
                </c:pt>
                <c:pt idx="1618">
                  <c:v>39674</c:v>
                </c:pt>
                <c:pt idx="1619">
                  <c:v>39675</c:v>
                </c:pt>
                <c:pt idx="1620">
                  <c:v>39678</c:v>
                </c:pt>
                <c:pt idx="1621">
                  <c:v>39679</c:v>
                </c:pt>
                <c:pt idx="1622">
                  <c:v>39680</c:v>
                </c:pt>
                <c:pt idx="1623">
                  <c:v>39681</c:v>
                </c:pt>
                <c:pt idx="1624">
                  <c:v>39682</c:v>
                </c:pt>
                <c:pt idx="1625">
                  <c:v>39685</c:v>
                </c:pt>
                <c:pt idx="1626">
                  <c:v>39686</c:v>
                </c:pt>
                <c:pt idx="1627">
                  <c:v>39687</c:v>
                </c:pt>
                <c:pt idx="1628">
                  <c:v>39688</c:v>
                </c:pt>
                <c:pt idx="1629">
                  <c:v>39689</c:v>
                </c:pt>
                <c:pt idx="1630">
                  <c:v>39692</c:v>
                </c:pt>
                <c:pt idx="1631">
                  <c:v>39693</c:v>
                </c:pt>
                <c:pt idx="1632">
                  <c:v>39694</c:v>
                </c:pt>
                <c:pt idx="1633">
                  <c:v>39695</c:v>
                </c:pt>
                <c:pt idx="1634">
                  <c:v>39696</c:v>
                </c:pt>
                <c:pt idx="1635">
                  <c:v>39699</c:v>
                </c:pt>
                <c:pt idx="1636">
                  <c:v>39700</c:v>
                </c:pt>
                <c:pt idx="1637">
                  <c:v>39701</c:v>
                </c:pt>
                <c:pt idx="1638">
                  <c:v>39702</c:v>
                </c:pt>
                <c:pt idx="1639">
                  <c:v>39703</c:v>
                </c:pt>
                <c:pt idx="1640">
                  <c:v>39706</c:v>
                </c:pt>
                <c:pt idx="1641">
                  <c:v>39707</c:v>
                </c:pt>
                <c:pt idx="1642">
                  <c:v>39708</c:v>
                </c:pt>
                <c:pt idx="1643">
                  <c:v>39709</c:v>
                </c:pt>
                <c:pt idx="1644">
                  <c:v>39710</c:v>
                </c:pt>
                <c:pt idx="1645">
                  <c:v>39713</c:v>
                </c:pt>
                <c:pt idx="1646">
                  <c:v>39714</c:v>
                </c:pt>
                <c:pt idx="1647">
                  <c:v>39715</c:v>
                </c:pt>
                <c:pt idx="1648">
                  <c:v>39716</c:v>
                </c:pt>
                <c:pt idx="1649">
                  <c:v>39717</c:v>
                </c:pt>
                <c:pt idx="1650">
                  <c:v>39720</c:v>
                </c:pt>
                <c:pt idx="1651">
                  <c:v>39721</c:v>
                </c:pt>
                <c:pt idx="1652">
                  <c:v>39722</c:v>
                </c:pt>
                <c:pt idx="1653">
                  <c:v>39723</c:v>
                </c:pt>
                <c:pt idx="1654">
                  <c:v>39724</c:v>
                </c:pt>
                <c:pt idx="1655">
                  <c:v>39727</c:v>
                </c:pt>
                <c:pt idx="1656">
                  <c:v>39728</c:v>
                </c:pt>
                <c:pt idx="1657">
                  <c:v>39729</c:v>
                </c:pt>
                <c:pt idx="1658">
                  <c:v>39730</c:v>
                </c:pt>
                <c:pt idx="1659">
                  <c:v>39731</c:v>
                </c:pt>
                <c:pt idx="1660">
                  <c:v>39734</c:v>
                </c:pt>
                <c:pt idx="1661">
                  <c:v>39735</c:v>
                </c:pt>
                <c:pt idx="1662">
                  <c:v>39736</c:v>
                </c:pt>
                <c:pt idx="1663">
                  <c:v>39737</c:v>
                </c:pt>
                <c:pt idx="1664">
                  <c:v>39738</c:v>
                </c:pt>
                <c:pt idx="1665">
                  <c:v>39741</c:v>
                </c:pt>
                <c:pt idx="1666">
                  <c:v>39742</c:v>
                </c:pt>
                <c:pt idx="1667">
                  <c:v>39743</c:v>
                </c:pt>
                <c:pt idx="1668">
                  <c:v>39744</c:v>
                </c:pt>
                <c:pt idx="1669">
                  <c:v>39745</c:v>
                </c:pt>
                <c:pt idx="1670">
                  <c:v>39748</c:v>
                </c:pt>
                <c:pt idx="1671">
                  <c:v>39749</c:v>
                </c:pt>
                <c:pt idx="1672">
                  <c:v>39750</c:v>
                </c:pt>
                <c:pt idx="1673">
                  <c:v>39751</c:v>
                </c:pt>
                <c:pt idx="1674">
                  <c:v>39752</c:v>
                </c:pt>
                <c:pt idx="1675">
                  <c:v>39755</c:v>
                </c:pt>
                <c:pt idx="1676">
                  <c:v>39756</c:v>
                </c:pt>
                <c:pt idx="1677">
                  <c:v>39757</c:v>
                </c:pt>
                <c:pt idx="1678">
                  <c:v>39758</c:v>
                </c:pt>
                <c:pt idx="1679">
                  <c:v>39759</c:v>
                </c:pt>
                <c:pt idx="1680">
                  <c:v>39762</c:v>
                </c:pt>
                <c:pt idx="1681">
                  <c:v>39763</c:v>
                </c:pt>
                <c:pt idx="1682">
                  <c:v>39764</c:v>
                </c:pt>
                <c:pt idx="1683">
                  <c:v>39765</c:v>
                </c:pt>
                <c:pt idx="1684">
                  <c:v>39766</c:v>
                </c:pt>
                <c:pt idx="1685">
                  <c:v>39769</c:v>
                </c:pt>
                <c:pt idx="1686">
                  <c:v>39770</c:v>
                </c:pt>
                <c:pt idx="1687">
                  <c:v>39771</c:v>
                </c:pt>
                <c:pt idx="1688">
                  <c:v>39773</c:v>
                </c:pt>
                <c:pt idx="1689">
                  <c:v>39776</c:v>
                </c:pt>
                <c:pt idx="1690">
                  <c:v>39777</c:v>
                </c:pt>
                <c:pt idx="1691">
                  <c:v>39778</c:v>
                </c:pt>
                <c:pt idx="1692">
                  <c:v>39779</c:v>
                </c:pt>
                <c:pt idx="1693">
                  <c:v>39780</c:v>
                </c:pt>
                <c:pt idx="1694">
                  <c:v>39783</c:v>
                </c:pt>
                <c:pt idx="1695">
                  <c:v>39784</c:v>
                </c:pt>
                <c:pt idx="1696">
                  <c:v>39785</c:v>
                </c:pt>
                <c:pt idx="1697">
                  <c:v>39786</c:v>
                </c:pt>
                <c:pt idx="1698">
                  <c:v>39787</c:v>
                </c:pt>
                <c:pt idx="1699">
                  <c:v>39790</c:v>
                </c:pt>
                <c:pt idx="1700">
                  <c:v>39791</c:v>
                </c:pt>
                <c:pt idx="1701">
                  <c:v>39792</c:v>
                </c:pt>
                <c:pt idx="1702">
                  <c:v>39793</c:v>
                </c:pt>
                <c:pt idx="1703">
                  <c:v>39794</c:v>
                </c:pt>
                <c:pt idx="1704">
                  <c:v>39797</c:v>
                </c:pt>
                <c:pt idx="1705">
                  <c:v>39798</c:v>
                </c:pt>
                <c:pt idx="1706">
                  <c:v>39799</c:v>
                </c:pt>
                <c:pt idx="1707">
                  <c:v>39800</c:v>
                </c:pt>
                <c:pt idx="1708">
                  <c:v>39801</c:v>
                </c:pt>
                <c:pt idx="1709">
                  <c:v>39804</c:v>
                </c:pt>
                <c:pt idx="1710">
                  <c:v>39805</c:v>
                </c:pt>
                <c:pt idx="1711">
                  <c:v>39808</c:v>
                </c:pt>
                <c:pt idx="1712">
                  <c:v>39811</c:v>
                </c:pt>
                <c:pt idx="1713">
                  <c:v>39812</c:v>
                </c:pt>
                <c:pt idx="1714">
                  <c:v>39815</c:v>
                </c:pt>
                <c:pt idx="1715">
                  <c:v>39818</c:v>
                </c:pt>
                <c:pt idx="1716">
                  <c:v>39819</c:v>
                </c:pt>
                <c:pt idx="1717">
                  <c:v>39820</c:v>
                </c:pt>
                <c:pt idx="1718">
                  <c:v>39821</c:v>
                </c:pt>
                <c:pt idx="1719">
                  <c:v>39822</c:v>
                </c:pt>
                <c:pt idx="1720">
                  <c:v>39825</c:v>
                </c:pt>
                <c:pt idx="1721">
                  <c:v>39826</c:v>
                </c:pt>
                <c:pt idx="1722">
                  <c:v>39827</c:v>
                </c:pt>
                <c:pt idx="1723">
                  <c:v>39828</c:v>
                </c:pt>
                <c:pt idx="1724">
                  <c:v>39829</c:v>
                </c:pt>
                <c:pt idx="1725">
                  <c:v>39832</c:v>
                </c:pt>
                <c:pt idx="1726">
                  <c:v>39833</c:v>
                </c:pt>
                <c:pt idx="1727">
                  <c:v>39834</c:v>
                </c:pt>
                <c:pt idx="1728">
                  <c:v>39835</c:v>
                </c:pt>
                <c:pt idx="1729">
                  <c:v>39836</c:v>
                </c:pt>
                <c:pt idx="1730">
                  <c:v>39839</c:v>
                </c:pt>
                <c:pt idx="1731">
                  <c:v>39840</c:v>
                </c:pt>
                <c:pt idx="1732">
                  <c:v>39841</c:v>
                </c:pt>
                <c:pt idx="1733">
                  <c:v>39842</c:v>
                </c:pt>
                <c:pt idx="1734">
                  <c:v>39843</c:v>
                </c:pt>
                <c:pt idx="1735">
                  <c:v>39846</c:v>
                </c:pt>
                <c:pt idx="1736">
                  <c:v>39847</c:v>
                </c:pt>
                <c:pt idx="1737">
                  <c:v>39848</c:v>
                </c:pt>
                <c:pt idx="1738">
                  <c:v>39849</c:v>
                </c:pt>
                <c:pt idx="1739">
                  <c:v>39850</c:v>
                </c:pt>
                <c:pt idx="1740">
                  <c:v>39853</c:v>
                </c:pt>
                <c:pt idx="1741">
                  <c:v>39854</c:v>
                </c:pt>
                <c:pt idx="1742">
                  <c:v>39855</c:v>
                </c:pt>
                <c:pt idx="1743">
                  <c:v>39856</c:v>
                </c:pt>
                <c:pt idx="1744">
                  <c:v>39857</c:v>
                </c:pt>
                <c:pt idx="1745">
                  <c:v>39860</c:v>
                </c:pt>
                <c:pt idx="1746">
                  <c:v>39861</c:v>
                </c:pt>
                <c:pt idx="1747">
                  <c:v>39862</c:v>
                </c:pt>
                <c:pt idx="1748">
                  <c:v>39863</c:v>
                </c:pt>
                <c:pt idx="1749">
                  <c:v>39864</c:v>
                </c:pt>
                <c:pt idx="1750">
                  <c:v>39869</c:v>
                </c:pt>
                <c:pt idx="1751">
                  <c:v>39870</c:v>
                </c:pt>
                <c:pt idx="1752">
                  <c:v>39871</c:v>
                </c:pt>
                <c:pt idx="1753">
                  <c:v>39874</c:v>
                </c:pt>
                <c:pt idx="1754">
                  <c:v>39875</c:v>
                </c:pt>
                <c:pt idx="1755">
                  <c:v>39876</c:v>
                </c:pt>
                <c:pt idx="1756">
                  <c:v>39877</c:v>
                </c:pt>
                <c:pt idx="1757">
                  <c:v>39878</c:v>
                </c:pt>
                <c:pt idx="1758">
                  <c:v>39881</c:v>
                </c:pt>
                <c:pt idx="1759">
                  <c:v>39882</c:v>
                </c:pt>
                <c:pt idx="1760">
                  <c:v>39883</c:v>
                </c:pt>
                <c:pt idx="1761">
                  <c:v>39884</c:v>
                </c:pt>
                <c:pt idx="1762">
                  <c:v>39885</c:v>
                </c:pt>
                <c:pt idx="1763">
                  <c:v>39888</c:v>
                </c:pt>
                <c:pt idx="1764">
                  <c:v>39889</c:v>
                </c:pt>
                <c:pt idx="1765">
                  <c:v>39890</c:v>
                </c:pt>
                <c:pt idx="1766">
                  <c:v>39891</c:v>
                </c:pt>
                <c:pt idx="1767">
                  <c:v>39892</c:v>
                </c:pt>
                <c:pt idx="1768">
                  <c:v>39895</c:v>
                </c:pt>
                <c:pt idx="1769">
                  <c:v>39896</c:v>
                </c:pt>
                <c:pt idx="1770">
                  <c:v>39897</c:v>
                </c:pt>
                <c:pt idx="1771">
                  <c:v>39898</c:v>
                </c:pt>
                <c:pt idx="1772">
                  <c:v>39899</c:v>
                </c:pt>
                <c:pt idx="1773">
                  <c:v>39902</c:v>
                </c:pt>
                <c:pt idx="1774">
                  <c:v>39903</c:v>
                </c:pt>
                <c:pt idx="1775">
                  <c:v>39904</c:v>
                </c:pt>
                <c:pt idx="1776">
                  <c:v>39905</c:v>
                </c:pt>
                <c:pt idx="1777">
                  <c:v>39906</c:v>
                </c:pt>
                <c:pt idx="1778">
                  <c:v>39909</c:v>
                </c:pt>
                <c:pt idx="1779">
                  <c:v>39910</c:v>
                </c:pt>
                <c:pt idx="1780">
                  <c:v>39911</c:v>
                </c:pt>
                <c:pt idx="1781">
                  <c:v>39912</c:v>
                </c:pt>
                <c:pt idx="1782">
                  <c:v>39916</c:v>
                </c:pt>
                <c:pt idx="1783">
                  <c:v>39917</c:v>
                </c:pt>
                <c:pt idx="1784">
                  <c:v>39918</c:v>
                </c:pt>
                <c:pt idx="1785">
                  <c:v>39919</c:v>
                </c:pt>
                <c:pt idx="1786">
                  <c:v>39920</c:v>
                </c:pt>
                <c:pt idx="1787">
                  <c:v>39923</c:v>
                </c:pt>
                <c:pt idx="1788">
                  <c:v>39925</c:v>
                </c:pt>
                <c:pt idx="1789">
                  <c:v>39926</c:v>
                </c:pt>
                <c:pt idx="1790">
                  <c:v>39927</c:v>
                </c:pt>
                <c:pt idx="1791">
                  <c:v>39930</c:v>
                </c:pt>
                <c:pt idx="1792">
                  <c:v>39931</c:v>
                </c:pt>
                <c:pt idx="1793">
                  <c:v>39932</c:v>
                </c:pt>
                <c:pt idx="1794">
                  <c:v>39933</c:v>
                </c:pt>
                <c:pt idx="1795">
                  <c:v>39937</c:v>
                </c:pt>
                <c:pt idx="1796">
                  <c:v>39938</c:v>
                </c:pt>
                <c:pt idx="1797">
                  <c:v>39939</c:v>
                </c:pt>
                <c:pt idx="1798">
                  <c:v>39940</c:v>
                </c:pt>
                <c:pt idx="1799">
                  <c:v>39941</c:v>
                </c:pt>
                <c:pt idx="1800">
                  <c:v>39944</c:v>
                </c:pt>
                <c:pt idx="1801">
                  <c:v>39945</c:v>
                </c:pt>
                <c:pt idx="1802">
                  <c:v>39946</c:v>
                </c:pt>
                <c:pt idx="1803">
                  <c:v>39947</c:v>
                </c:pt>
                <c:pt idx="1804">
                  <c:v>39948</c:v>
                </c:pt>
                <c:pt idx="1805">
                  <c:v>39951</c:v>
                </c:pt>
                <c:pt idx="1806">
                  <c:v>39952</c:v>
                </c:pt>
                <c:pt idx="1807">
                  <c:v>39953</c:v>
                </c:pt>
                <c:pt idx="1808">
                  <c:v>39954</c:v>
                </c:pt>
                <c:pt idx="1809">
                  <c:v>39955</c:v>
                </c:pt>
                <c:pt idx="1810">
                  <c:v>39958</c:v>
                </c:pt>
                <c:pt idx="1811">
                  <c:v>39959</c:v>
                </c:pt>
                <c:pt idx="1812">
                  <c:v>39960</c:v>
                </c:pt>
                <c:pt idx="1813">
                  <c:v>39961</c:v>
                </c:pt>
                <c:pt idx="1814">
                  <c:v>39962</c:v>
                </c:pt>
                <c:pt idx="1815">
                  <c:v>39965</c:v>
                </c:pt>
                <c:pt idx="1816">
                  <c:v>39966</c:v>
                </c:pt>
                <c:pt idx="1817">
                  <c:v>39967</c:v>
                </c:pt>
                <c:pt idx="1818">
                  <c:v>39968</c:v>
                </c:pt>
                <c:pt idx="1819">
                  <c:v>39969</c:v>
                </c:pt>
                <c:pt idx="1820">
                  <c:v>39972</c:v>
                </c:pt>
                <c:pt idx="1821">
                  <c:v>39973</c:v>
                </c:pt>
                <c:pt idx="1822">
                  <c:v>39974</c:v>
                </c:pt>
                <c:pt idx="1823">
                  <c:v>39976</c:v>
                </c:pt>
                <c:pt idx="1824">
                  <c:v>39979</c:v>
                </c:pt>
                <c:pt idx="1825">
                  <c:v>39980</c:v>
                </c:pt>
                <c:pt idx="1826">
                  <c:v>39981</c:v>
                </c:pt>
                <c:pt idx="1827">
                  <c:v>39982</c:v>
                </c:pt>
                <c:pt idx="1828">
                  <c:v>39983</c:v>
                </c:pt>
                <c:pt idx="1829">
                  <c:v>39986</c:v>
                </c:pt>
                <c:pt idx="1830">
                  <c:v>39987</c:v>
                </c:pt>
                <c:pt idx="1831">
                  <c:v>39988</c:v>
                </c:pt>
                <c:pt idx="1832">
                  <c:v>39989</c:v>
                </c:pt>
                <c:pt idx="1833">
                  <c:v>39990</c:v>
                </c:pt>
                <c:pt idx="1834">
                  <c:v>39993</c:v>
                </c:pt>
                <c:pt idx="1835">
                  <c:v>39994</c:v>
                </c:pt>
                <c:pt idx="1836">
                  <c:v>39995</c:v>
                </c:pt>
                <c:pt idx="1837">
                  <c:v>39996</c:v>
                </c:pt>
                <c:pt idx="1838">
                  <c:v>39997</c:v>
                </c:pt>
                <c:pt idx="1839">
                  <c:v>40000</c:v>
                </c:pt>
                <c:pt idx="1840">
                  <c:v>40001</c:v>
                </c:pt>
                <c:pt idx="1841">
                  <c:v>40002</c:v>
                </c:pt>
                <c:pt idx="1842">
                  <c:v>40004</c:v>
                </c:pt>
                <c:pt idx="1843">
                  <c:v>40007</c:v>
                </c:pt>
                <c:pt idx="1844">
                  <c:v>40008</c:v>
                </c:pt>
                <c:pt idx="1845">
                  <c:v>40009</c:v>
                </c:pt>
                <c:pt idx="1846">
                  <c:v>40010</c:v>
                </c:pt>
                <c:pt idx="1847">
                  <c:v>40011</c:v>
                </c:pt>
                <c:pt idx="1848">
                  <c:v>40014</c:v>
                </c:pt>
                <c:pt idx="1849">
                  <c:v>40015</c:v>
                </c:pt>
                <c:pt idx="1850">
                  <c:v>40016</c:v>
                </c:pt>
                <c:pt idx="1851">
                  <c:v>40017</c:v>
                </c:pt>
                <c:pt idx="1852">
                  <c:v>40018</c:v>
                </c:pt>
                <c:pt idx="1853">
                  <c:v>40021</c:v>
                </c:pt>
                <c:pt idx="1854">
                  <c:v>40022</c:v>
                </c:pt>
                <c:pt idx="1855">
                  <c:v>40023</c:v>
                </c:pt>
                <c:pt idx="1856">
                  <c:v>40024</c:v>
                </c:pt>
                <c:pt idx="1857">
                  <c:v>40025</c:v>
                </c:pt>
                <c:pt idx="1858">
                  <c:v>40028</c:v>
                </c:pt>
                <c:pt idx="1859">
                  <c:v>40029</c:v>
                </c:pt>
                <c:pt idx="1860">
                  <c:v>40030</c:v>
                </c:pt>
                <c:pt idx="1861">
                  <c:v>40031</c:v>
                </c:pt>
                <c:pt idx="1862">
                  <c:v>40032</c:v>
                </c:pt>
                <c:pt idx="1863">
                  <c:v>40035</c:v>
                </c:pt>
                <c:pt idx="1864">
                  <c:v>40036</c:v>
                </c:pt>
                <c:pt idx="1865">
                  <c:v>40037</c:v>
                </c:pt>
                <c:pt idx="1866">
                  <c:v>40038</c:v>
                </c:pt>
                <c:pt idx="1867">
                  <c:v>40039</c:v>
                </c:pt>
                <c:pt idx="1868">
                  <c:v>40042</c:v>
                </c:pt>
                <c:pt idx="1869">
                  <c:v>40043</c:v>
                </c:pt>
                <c:pt idx="1870">
                  <c:v>40044</c:v>
                </c:pt>
                <c:pt idx="1871">
                  <c:v>40045</c:v>
                </c:pt>
                <c:pt idx="1872">
                  <c:v>40046</c:v>
                </c:pt>
                <c:pt idx="1873">
                  <c:v>40049</c:v>
                </c:pt>
                <c:pt idx="1874">
                  <c:v>40050</c:v>
                </c:pt>
                <c:pt idx="1875">
                  <c:v>40051</c:v>
                </c:pt>
                <c:pt idx="1876">
                  <c:v>40052</c:v>
                </c:pt>
                <c:pt idx="1877">
                  <c:v>40053</c:v>
                </c:pt>
                <c:pt idx="1878">
                  <c:v>40056</c:v>
                </c:pt>
                <c:pt idx="1879">
                  <c:v>40057</c:v>
                </c:pt>
                <c:pt idx="1880">
                  <c:v>40058</c:v>
                </c:pt>
                <c:pt idx="1881">
                  <c:v>40059</c:v>
                </c:pt>
                <c:pt idx="1882">
                  <c:v>40060</c:v>
                </c:pt>
                <c:pt idx="1883">
                  <c:v>40064</c:v>
                </c:pt>
                <c:pt idx="1884">
                  <c:v>40065</c:v>
                </c:pt>
                <c:pt idx="1885">
                  <c:v>40066</c:v>
                </c:pt>
                <c:pt idx="1886">
                  <c:v>40067</c:v>
                </c:pt>
                <c:pt idx="1887">
                  <c:v>40070</c:v>
                </c:pt>
                <c:pt idx="1888">
                  <c:v>40071</c:v>
                </c:pt>
                <c:pt idx="1889">
                  <c:v>40072</c:v>
                </c:pt>
                <c:pt idx="1890">
                  <c:v>40073</c:v>
                </c:pt>
                <c:pt idx="1891">
                  <c:v>40074</c:v>
                </c:pt>
                <c:pt idx="1892">
                  <c:v>40077</c:v>
                </c:pt>
                <c:pt idx="1893">
                  <c:v>40078</c:v>
                </c:pt>
                <c:pt idx="1894">
                  <c:v>40079</c:v>
                </c:pt>
                <c:pt idx="1895">
                  <c:v>40080</c:v>
                </c:pt>
                <c:pt idx="1896">
                  <c:v>40081</c:v>
                </c:pt>
                <c:pt idx="1897">
                  <c:v>40084</c:v>
                </c:pt>
                <c:pt idx="1898">
                  <c:v>40085</c:v>
                </c:pt>
                <c:pt idx="1899">
                  <c:v>40086</c:v>
                </c:pt>
                <c:pt idx="1900">
                  <c:v>40087</c:v>
                </c:pt>
                <c:pt idx="1901">
                  <c:v>40088</c:v>
                </c:pt>
                <c:pt idx="1902">
                  <c:v>40091</c:v>
                </c:pt>
                <c:pt idx="1903">
                  <c:v>40092</c:v>
                </c:pt>
                <c:pt idx="1904">
                  <c:v>40093</c:v>
                </c:pt>
                <c:pt idx="1905">
                  <c:v>40094</c:v>
                </c:pt>
                <c:pt idx="1906">
                  <c:v>40095</c:v>
                </c:pt>
                <c:pt idx="1907">
                  <c:v>40099</c:v>
                </c:pt>
                <c:pt idx="1908">
                  <c:v>40100</c:v>
                </c:pt>
                <c:pt idx="1909">
                  <c:v>40101</c:v>
                </c:pt>
                <c:pt idx="1910">
                  <c:v>40102</c:v>
                </c:pt>
                <c:pt idx="1911">
                  <c:v>40105</c:v>
                </c:pt>
                <c:pt idx="1912">
                  <c:v>40106</c:v>
                </c:pt>
                <c:pt idx="1913">
                  <c:v>40107</c:v>
                </c:pt>
                <c:pt idx="1914">
                  <c:v>40108</c:v>
                </c:pt>
                <c:pt idx="1915">
                  <c:v>40109</c:v>
                </c:pt>
                <c:pt idx="1916">
                  <c:v>40112</c:v>
                </c:pt>
                <c:pt idx="1917">
                  <c:v>40113</c:v>
                </c:pt>
                <c:pt idx="1918">
                  <c:v>40114</c:v>
                </c:pt>
                <c:pt idx="1919">
                  <c:v>40115</c:v>
                </c:pt>
                <c:pt idx="1920">
                  <c:v>40116</c:v>
                </c:pt>
                <c:pt idx="1921">
                  <c:v>40120</c:v>
                </c:pt>
                <c:pt idx="1922">
                  <c:v>40121</c:v>
                </c:pt>
                <c:pt idx="1923">
                  <c:v>40122</c:v>
                </c:pt>
                <c:pt idx="1924">
                  <c:v>40123</c:v>
                </c:pt>
                <c:pt idx="1925">
                  <c:v>40126</c:v>
                </c:pt>
                <c:pt idx="1926">
                  <c:v>40127</c:v>
                </c:pt>
                <c:pt idx="1927">
                  <c:v>40128</c:v>
                </c:pt>
                <c:pt idx="1928">
                  <c:v>40129</c:v>
                </c:pt>
                <c:pt idx="1929">
                  <c:v>40130</c:v>
                </c:pt>
                <c:pt idx="1930">
                  <c:v>40133</c:v>
                </c:pt>
                <c:pt idx="1931">
                  <c:v>40134</c:v>
                </c:pt>
                <c:pt idx="1932">
                  <c:v>40135</c:v>
                </c:pt>
                <c:pt idx="1933">
                  <c:v>40136</c:v>
                </c:pt>
                <c:pt idx="1934">
                  <c:v>40140</c:v>
                </c:pt>
                <c:pt idx="1935">
                  <c:v>40141</c:v>
                </c:pt>
                <c:pt idx="1936">
                  <c:v>40142</c:v>
                </c:pt>
                <c:pt idx="1937">
                  <c:v>40143</c:v>
                </c:pt>
                <c:pt idx="1938">
                  <c:v>40144</c:v>
                </c:pt>
                <c:pt idx="1939">
                  <c:v>40147</c:v>
                </c:pt>
                <c:pt idx="1940">
                  <c:v>40148</c:v>
                </c:pt>
                <c:pt idx="1941">
                  <c:v>40149</c:v>
                </c:pt>
                <c:pt idx="1942">
                  <c:v>40150</c:v>
                </c:pt>
                <c:pt idx="1943">
                  <c:v>40151</c:v>
                </c:pt>
                <c:pt idx="1944">
                  <c:v>40154</c:v>
                </c:pt>
                <c:pt idx="1945">
                  <c:v>40155</c:v>
                </c:pt>
                <c:pt idx="1946">
                  <c:v>40156</c:v>
                </c:pt>
                <c:pt idx="1947">
                  <c:v>40157</c:v>
                </c:pt>
                <c:pt idx="1948">
                  <c:v>40158</c:v>
                </c:pt>
                <c:pt idx="1949">
                  <c:v>40161</c:v>
                </c:pt>
                <c:pt idx="1950">
                  <c:v>40162</c:v>
                </c:pt>
                <c:pt idx="1951">
                  <c:v>40163</c:v>
                </c:pt>
                <c:pt idx="1952">
                  <c:v>40164</c:v>
                </c:pt>
                <c:pt idx="1953">
                  <c:v>40165</c:v>
                </c:pt>
                <c:pt idx="1954">
                  <c:v>40168</c:v>
                </c:pt>
                <c:pt idx="1955">
                  <c:v>40169</c:v>
                </c:pt>
                <c:pt idx="1956">
                  <c:v>40170</c:v>
                </c:pt>
                <c:pt idx="1957">
                  <c:v>40175</c:v>
                </c:pt>
                <c:pt idx="1958">
                  <c:v>40176</c:v>
                </c:pt>
                <c:pt idx="1959">
                  <c:v>40177</c:v>
                </c:pt>
                <c:pt idx="1960">
                  <c:v>40182</c:v>
                </c:pt>
                <c:pt idx="1961">
                  <c:v>40183</c:v>
                </c:pt>
                <c:pt idx="1962">
                  <c:v>40184</c:v>
                </c:pt>
                <c:pt idx="1963">
                  <c:v>40185</c:v>
                </c:pt>
                <c:pt idx="1964">
                  <c:v>40186</c:v>
                </c:pt>
                <c:pt idx="1965">
                  <c:v>40189</c:v>
                </c:pt>
                <c:pt idx="1966">
                  <c:v>40190</c:v>
                </c:pt>
                <c:pt idx="1967">
                  <c:v>40191</c:v>
                </c:pt>
                <c:pt idx="1968">
                  <c:v>40192</c:v>
                </c:pt>
                <c:pt idx="1969">
                  <c:v>40193</c:v>
                </c:pt>
                <c:pt idx="1970">
                  <c:v>40196</c:v>
                </c:pt>
                <c:pt idx="1971">
                  <c:v>40197</c:v>
                </c:pt>
                <c:pt idx="1972">
                  <c:v>40198</c:v>
                </c:pt>
                <c:pt idx="1973">
                  <c:v>40199</c:v>
                </c:pt>
                <c:pt idx="1974">
                  <c:v>40200</c:v>
                </c:pt>
                <c:pt idx="1975">
                  <c:v>40204</c:v>
                </c:pt>
                <c:pt idx="1976">
                  <c:v>40205</c:v>
                </c:pt>
                <c:pt idx="1977">
                  <c:v>40206</c:v>
                </c:pt>
                <c:pt idx="1978">
                  <c:v>40207</c:v>
                </c:pt>
                <c:pt idx="1979">
                  <c:v>40210</c:v>
                </c:pt>
                <c:pt idx="1980">
                  <c:v>40211</c:v>
                </c:pt>
                <c:pt idx="1981">
                  <c:v>40212</c:v>
                </c:pt>
                <c:pt idx="1982">
                  <c:v>40213</c:v>
                </c:pt>
                <c:pt idx="1983">
                  <c:v>40214</c:v>
                </c:pt>
                <c:pt idx="1984">
                  <c:v>40217</c:v>
                </c:pt>
                <c:pt idx="1985">
                  <c:v>40218</c:v>
                </c:pt>
                <c:pt idx="1986">
                  <c:v>40219</c:v>
                </c:pt>
                <c:pt idx="1987">
                  <c:v>40220</c:v>
                </c:pt>
                <c:pt idx="1988">
                  <c:v>40221</c:v>
                </c:pt>
                <c:pt idx="1989">
                  <c:v>40226</c:v>
                </c:pt>
                <c:pt idx="1990">
                  <c:v>40227</c:v>
                </c:pt>
                <c:pt idx="1991">
                  <c:v>40228</c:v>
                </c:pt>
                <c:pt idx="1992">
                  <c:v>40231</c:v>
                </c:pt>
                <c:pt idx="1993">
                  <c:v>40232</c:v>
                </c:pt>
                <c:pt idx="1994">
                  <c:v>40233</c:v>
                </c:pt>
                <c:pt idx="1995">
                  <c:v>40234</c:v>
                </c:pt>
                <c:pt idx="1996">
                  <c:v>40235</c:v>
                </c:pt>
                <c:pt idx="1997">
                  <c:v>40238</c:v>
                </c:pt>
                <c:pt idx="1998">
                  <c:v>40239</c:v>
                </c:pt>
                <c:pt idx="1999">
                  <c:v>40240</c:v>
                </c:pt>
                <c:pt idx="2000">
                  <c:v>40241</c:v>
                </c:pt>
                <c:pt idx="2001">
                  <c:v>40242</c:v>
                </c:pt>
                <c:pt idx="2002">
                  <c:v>40245</c:v>
                </c:pt>
                <c:pt idx="2003">
                  <c:v>40246</c:v>
                </c:pt>
                <c:pt idx="2004">
                  <c:v>40247</c:v>
                </c:pt>
                <c:pt idx="2005">
                  <c:v>40248</c:v>
                </c:pt>
                <c:pt idx="2006">
                  <c:v>40249</c:v>
                </c:pt>
                <c:pt idx="2007">
                  <c:v>40252</c:v>
                </c:pt>
                <c:pt idx="2008">
                  <c:v>40253</c:v>
                </c:pt>
                <c:pt idx="2009">
                  <c:v>40254</c:v>
                </c:pt>
                <c:pt idx="2010">
                  <c:v>40255</c:v>
                </c:pt>
                <c:pt idx="2011">
                  <c:v>40256</c:v>
                </c:pt>
                <c:pt idx="2012">
                  <c:v>40259</c:v>
                </c:pt>
                <c:pt idx="2013">
                  <c:v>40260</c:v>
                </c:pt>
                <c:pt idx="2014">
                  <c:v>40261</c:v>
                </c:pt>
                <c:pt idx="2015">
                  <c:v>40262</c:v>
                </c:pt>
                <c:pt idx="2016">
                  <c:v>40263</c:v>
                </c:pt>
                <c:pt idx="2017">
                  <c:v>40266</c:v>
                </c:pt>
                <c:pt idx="2018">
                  <c:v>40267</c:v>
                </c:pt>
                <c:pt idx="2019">
                  <c:v>40268</c:v>
                </c:pt>
                <c:pt idx="2020">
                  <c:v>40269</c:v>
                </c:pt>
                <c:pt idx="2021">
                  <c:v>40273</c:v>
                </c:pt>
                <c:pt idx="2022">
                  <c:v>40274</c:v>
                </c:pt>
                <c:pt idx="2023">
                  <c:v>40275</c:v>
                </c:pt>
                <c:pt idx="2024">
                  <c:v>40276</c:v>
                </c:pt>
                <c:pt idx="2025">
                  <c:v>40277</c:v>
                </c:pt>
                <c:pt idx="2026">
                  <c:v>40280</c:v>
                </c:pt>
                <c:pt idx="2027">
                  <c:v>40281</c:v>
                </c:pt>
                <c:pt idx="2028">
                  <c:v>40282</c:v>
                </c:pt>
                <c:pt idx="2029">
                  <c:v>40283</c:v>
                </c:pt>
                <c:pt idx="2030">
                  <c:v>40284</c:v>
                </c:pt>
                <c:pt idx="2031">
                  <c:v>40287</c:v>
                </c:pt>
                <c:pt idx="2032">
                  <c:v>40288</c:v>
                </c:pt>
                <c:pt idx="2033">
                  <c:v>40290</c:v>
                </c:pt>
                <c:pt idx="2034">
                  <c:v>40291</c:v>
                </c:pt>
                <c:pt idx="2035">
                  <c:v>40294</c:v>
                </c:pt>
                <c:pt idx="2036">
                  <c:v>40295</c:v>
                </c:pt>
                <c:pt idx="2037">
                  <c:v>40296</c:v>
                </c:pt>
                <c:pt idx="2038">
                  <c:v>40297</c:v>
                </c:pt>
                <c:pt idx="2039">
                  <c:v>40298</c:v>
                </c:pt>
                <c:pt idx="2040">
                  <c:v>40301</c:v>
                </c:pt>
                <c:pt idx="2041">
                  <c:v>40302</c:v>
                </c:pt>
                <c:pt idx="2042">
                  <c:v>40303</c:v>
                </c:pt>
                <c:pt idx="2043">
                  <c:v>40304</c:v>
                </c:pt>
                <c:pt idx="2044">
                  <c:v>40305</c:v>
                </c:pt>
                <c:pt idx="2045">
                  <c:v>40308</c:v>
                </c:pt>
                <c:pt idx="2046">
                  <c:v>40309</c:v>
                </c:pt>
                <c:pt idx="2047">
                  <c:v>40310</c:v>
                </c:pt>
                <c:pt idx="2048">
                  <c:v>40311</c:v>
                </c:pt>
                <c:pt idx="2049">
                  <c:v>40312</c:v>
                </c:pt>
                <c:pt idx="2050">
                  <c:v>40315</c:v>
                </c:pt>
                <c:pt idx="2051">
                  <c:v>40316</c:v>
                </c:pt>
                <c:pt idx="2052">
                  <c:v>40317</c:v>
                </c:pt>
                <c:pt idx="2053">
                  <c:v>40318</c:v>
                </c:pt>
                <c:pt idx="2054">
                  <c:v>40319</c:v>
                </c:pt>
                <c:pt idx="2055">
                  <c:v>40322</c:v>
                </c:pt>
                <c:pt idx="2056">
                  <c:v>40323</c:v>
                </c:pt>
                <c:pt idx="2057">
                  <c:v>40324</c:v>
                </c:pt>
                <c:pt idx="2058">
                  <c:v>40325</c:v>
                </c:pt>
                <c:pt idx="2059">
                  <c:v>40326</c:v>
                </c:pt>
                <c:pt idx="2060">
                  <c:v>40329</c:v>
                </c:pt>
                <c:pt idx="2061">
                  <c:v>40330</c:v>
                </c:pt>
                <c:pt idx="2062">
                  <c:v>40331</c:v>
                </c:pt>
                <c:pt idx="2063">
                  <c:v>40333</c:v>
                </c:pt>
                <c:pt idx="2064">
                  <c:v>40336</c:v>
                </c:pt>
                <c:pt idx="2065">
                  <c:v>40337</c:v>
                </c:pt>
                <c:pt idx="2066">
                  <c:v>40338</c:v>
                </c:pt>
                <c:pt idx="2067">
                  <c:v>40339</c:v>
                </c:pt>
                <c:pt idx="2068">
                  <c:v>40340</c:v>
                </c:pt>
                <c:pt idx="2069">
                  <c:v>40343</c:v>
                </c:pt>
                <c:pt idx="2070">
                  <c:v>40344</c:v>
                </c:pt>
                <c:pt idx="2071">
                  <c:v>40345</c:v>
                </c:pt>
                <c:pt idx="2072">
                  <c:v>40346</c:v>
                </c:pt>
                <c:pt idx="2073">
                  <c:v>40347</c:v>
                </c:pt>
                <c:pt idx="2074">
                  <c:v>40350</c:v>
                </c:pt>
                <c:pt idx="2075">
                  <c:v>40351</c:v>
                </c:pt>
                <c:pt idx="2076">
                  <c:v>40352</c:v>
                </c:pt>
                <c:pt idx="2077">
                  <c:v>40353</c:v>
                </c:pt>
                <c:pt idx="2078">
                  <c:v>40354</c:v>
                </c:pt>
                <c:pt idx="2079">
                  <c:v>40357</c:v>
                </c:pt>
                <c:pt idx="2080">
                  <c:v>40358</c:v>
                </c:pt>
                <c:pt idx="2081">
                  <c:v>40359</c:v>
                </c:pt>
                <c:pt idx="2082">
                  <c:v>40360</c:v>
                </c:pt>
                <c:pt idx="2083">
                  <c:v>40361</c:v>
                </c:pt>
                <c:pt idx="2084">
                  <c:v>40364</c:v>
                </c:pt>
                <c:pt idx="2085">
                  <c:v>40365</c:v>
                </c:pt>
                <c:pt idx="2086">
                  <c:v>40366</c:v>
                </c:pt>
                <c:pt idx="2087">
                  <c:v>40367</c:v>
                </c:pt>
                <c:pt idx="2088">
                  <c:v>40371</c:v>
                </c:pt>
                <c:pt idx="2089">
                  <c:v>40372</c:v>
                </c:pt>
                <c:pt idx="2090">
                  <c:v>40373</c:v>
                </c:pt>
                <c:pt idx="2091">
                  <c:v>40374</c:v>
                </c:pt>
                <c:pt idx="2092">
                  <c:v>40375</c:v>
                </c:pt>
                <c:pt idx="2093">
                  <c:v>40378</c:v>
                </c:pt>
                <c:pt idx="2094">
                  <c:v>40379</c:v>
                </c:pt>
                <c:pt idx="2095">
                  <c:v>40380</c:v>
                </c:pt>
                <c:pt idx="2096">
                  <c:v>40381</c:v>
                </c:pt>
                <c:pt idx="2097">
                  <c:v>40382</c:v>
                </c:pt>
                <c:pt idx="2098">
                  <c:v>40385</c:v>
                </c:pt>
                <c:pt idx="2099">
                  <c:v>40386</c:v>
                </c:pt>
                <c:pt idx="2100">
                  <c:v>40387</c:v>
                </c:pt>
                <c:pt idx="2101">
                  <c:v>40388</c:v>
                </c:pt>
                <c:pt idx="2102">
                  <c:v>40389</c:v>
                </c:pt>
                <c:pt idx="2103">
                  <c:v>40392</c:v>
                </c:pt>
                <c:pt idx="2104">
                  <c:v>40393</c:v>
                </c:pt>
                <c:pt idx="2105">
                  <c:v>40394</c:v>
                </c:pt>
                <c:pt idx="2106">
                  <c:v>40395</c:v>
                </c:pt>
                <c:pt idx="2107">
                  <c:v>40396</c:v>
                </c:pt>
                <c:pt idx="2108">
                  <c:v>40399</c:v>
                </c:pt>
                <c:pt idx="2109">
                  <c:v>40400</c:v>
                </c:pt>
                <c:pt idx="2110">
                  <c:v>40401</c:v>
                </c:pt>
                <c:pt idx="2111">
                  <c:v>40402</c:v>
                </c:pt>
                <c:pt idx="2112">
                  <c:v>40403</c:v>
                </c:pt>
                <c:pt idx="2113">
                  <c:v>40406</c:v>
                </c:pt>
                <c:pt idx="2114">
                  <c:v>40407</c:v>
                </c:pt>
                <c:pt idx="2115">
                  <c:v>40408</c:v>
                </c:pt>
                <c:pt idx="2116">
                  <c:v>40409</c:v>
                </c:pt>
                <c:pt idx="2117">
                  <c:v>40410</c:v>
                </c:pt>
                <c:pt idx="2118">
                  <c:v>40413</c:v>
                </c:pt>
                <c:pt idx="2119">
                  <c:v>40414</c:v>
                </c:pt>
                <c:pt idx="2120">
                  <c:v>40415</c:v>
                </c:pt>
                <c:pt idx="2121">
                  <c:v>40416</c:v>
                </c:pt>
                <c:pt idx="2122">
                  <c:v>40417</c:v>
                </c:pt>
                <c:pt idx="2123">
                  <c:v>40420</c:v>
                </c:pt>
                <c:pt idx="2124">
                  <c:v>40421</c:v>
                </c:pt>
                <c:pt idx="2125">
                  <c:v>40422</c:v>
                </c:pt>
                <c:pt idx="2126">
                  <c:v>40423</c:v>
                </c:pt>
                <c:pt idx="2127">
                  <c:v>40424</c:v>
                </c:pt>
                <c:pt idx="2128">
                  <c:v>40427</c:v>
                </c:pt>
                <c:pt idx="2129">
                  <c:v>40429</c:v>
                </c:pt>
                <c:pt idx="2130">
                  <c:v>40430</c:v>
                </c:pt>
                <c:pt idx="2131">
                  <c:v>40431</c:v>
                </c:pt>
                <c:pt idx="2132">
                  <c:v>40434</c:v>
                </c:pt>
                <c:pt idx="2133">
                  <c:v>40435</c:v>
                </c:pt>
                <c:pt idx="2134">
                  <c:v>40436</c:v>
                </c:pt>
                <c:pt idx="2135">
                  <c:v>40437</c:v>
                </c:pt>
                <c:pt idx="2136">
                  <c:v>40438</c:v>
                </c:pt>
                <c:pt idx="2137">
                  <c:v>40441</c:v>
                </c:pt>
                <c:pt idx="2138">
                  <c:v>40442</c:v>
                </c:pt>
                <c:pt idx="2139">
                  <c:v>40443</c:v>
                </c:pt>
                <c:pt idx="2140">
                  <c:v>40444</c:v>
                </c:pt>
                <c:pt idx="2141">
                  <c:v>40445</c:v>
                </c:pt>
                <c:pt idx="2142">
                  <c:v>40448</c:v>
                </c:pt>
                <c:pt idx="2143">
                  <c:v>40449</c:v>
                </c:pt>
                <c:pt idx="2144">
                  <c:v>40450</c:v>
                </c:pt>
                <c:pt idx="2145">
                  <c:v>40451</c:v>
                </c:pt>
                <c:pt idx="2146">
                  <c:v>40452</c:v>
                </c:pt>
                <c:pt idx="2147">
                  <c:v>40455</c:v>
                </c:pt>
                <c:pt idx="2148">
                  <c:v>40456</c:v>
                </c:pt>
                <c:pt idx="2149">
                  <c:v>40457</c:v>
                </c:pt>
                <c:pt idx="2150">
                  <c:v>40458</c:v>
                </c:pt>
                <c:pt idx="2151">
                  <c:v>40459</c:v>
                </c:pt>
                <c:pt idx="2152">
                  <c:v>40462</c:v>
                </c:pt>
                <c:pt idx="2153">
                  <c:v>40464</c:v>
                </c:pt>
                <c:pt idx="2154">
                  <c:v>40465</c:v>
                </c:pt>
                <c:pt idx="2155">
                  <c:v>40466</c:v>
                </c:pt>
                <c:pt idx="2156">
                  <c:v>40469</c:v>
                </c:pt>
                <c:pt idx="2157">
                  <c:v>40470</c:v>
                </c:pt>
                <c:pt idx="2158">
                  <c:v>40471</c:v>
                </c:pt>
                <c:pt idx="2159">
                  <c:v>40472</c:v>
                </c:pt>
                <c:pt idx="2160">
                  <c:v>40473</c:v>
                </c:pt>
                <c:pt idx="2161">
                  <c:v>40476</c:v>
                </c:pt>
                <c:pt idx="2162">
                  <c:v>40477</c:v>
                </c:pt>
                <c:pt idx="2163">
                  <c:v>40478</c:v>
                </c:pt>
                <c:pt idx="2164">
                  <c:v>40479</c:v>
                </c:pt>
                <c:pt idx="2165">
                  <c:v>40480</c:v>
                </c:pt>
                <c:pt idx="2166">
                  <c:v>40483</c:v>
                </c:pt>
                <c:pt idx="2167">
                  <c:v>40485</c:v>
                </c:pt>
                <c:pt idx="2168">
                  <c:v>40486</c:v>
                </c:pt>
                <c:pt idx="2169">
                  <c:v>40487</c:v>
                </c:pt>
                <c:pt idx="2170">
                  <c:v>40490</c:v>
                </c:pt>
                <c:pt idx="2171">
                  <c:v>40491</c:v>
                </c:pt>
                <c:pt idx="2172">
                  <c:v>40492</c:v>
                </c:pt>
                <c:pt idx="2173">
                  <c:v>40493</c:v>
                </c:pt>
                <c:pt idx="2174">
                  <c:v>40494</c:v>
                </c:pt>
                <c:pt idx="2175">
                  <c:v>40498</c:v>
                </c:pt>
                <c:pt idx="2176">
                  <c:v>40499</c:v>
                </c:pt>
                <c:pt idx="2177">
                  <c:v>40500</c:v>
                </c:pt>
                <c:pt idx="2178">
                  <c:v>40501</c:v>
                </c:pt>
                <c:pt idx="2179">
                  <c:v>40504</c:v>
                </c:pt>
                <c:pt idx="2180">
                  <c:v>40505</c:v>
                </c:pt>
                <c:pt idx="2181">
                  <c:v>40506</c:v>
                </c:pt>
                <c:pt idx="2182">
                  <c:v>40507</c:v>
                </c:pt>
                <c:pt idx="2183">
                  <c:v>40508</c:v>
                </c:pt>
                <c:pt idx="2184">
                  <c:v>40511</c:v>
                </c:pt>
                <c:pt idx="2185">
                  <c:v>40512</c:v>
                </c:pt>
                <c:pt idx="2186">
                  <c:v>40513</c:v>
                </c:pt>
                <c:pt idx="2187">
                  <c:v>40514</c:v>
                </c:pt>
                <c:pt idx="2188">
                  <c:v>40515</c:v>
                </c:pt>
                <c:pt idx="2189">
                  <c:v>40518</c:v>
                </c:pt>
                <c:pt idx="2190">
                  <c:v>40519</c:v>
                </c:pt>
                <c:pt idx="2191">
                  <c:v>40520</c:v>
                </c:pt>
                <c:pt idx="2192">
                  <c:v>40521</c:v>
                </c:pt>
                <c:pt idx="2193">
                  <c:v>40522</c:v>
                </c:pt>
                <c:pt idx="2194">
                  <c:v>40525</c:v>
                </c:pt>
                <c:pt idx="2195">
                  <c:v>40526</c:v>
                </c:pt>
                <c:pt idx="2196">
                  <c:v>40527</c:v>
                </c:pt>
                <c:pt idx="2197">
                  <c:v>40528</c:v>
                </c:pt>
                <c:pt idx="2198">
                  <c:v>40529</c:v>
                </c:pt>
                <c:pt idx="2199">
                  <c:v>40532</c:v>
                </c:pt>
                <c:pt idx="2200">
                  <c:v>40533</c:v>
                </c:pt>
                <c:pt idx="2201">
                  <c:v>40534</c:v>
                </c:pt>
                <c:pt idx="2202">
                  <c:v>40535</c:v>
                </c:pt>
                <c:pt idx="2203">
                  <c:v>40539</c:v>
                </c:pt>
                <c:pt idx="2204">
                  <c:v>40540</c:v>
                </c:pt>
                <c:pt idx="2205">
                  <c:v>40541</c:v>
                </c:pt>
                <c:pt idx="2206">
                  <c:v>40542</c:v>
                </c:pt>
                <c:pt idx="2207">
                  <c:v>40546</c:v>
                </c:pt>
                <c:pt idx="2208">
                  <c:v>40547</c:v>
                </c:pt>
                <c:pt idx="2209">
                  <c:v>40548</c:v>
                </c:pt>
                <c:pt idx="2210">
                  <c:v>40549</c:v>
                </c:pt>
                <c:pt idx="2211">
                  <c:v>40550</c:v>
                </c:pt>
                <c:pt idx="2212">
                  <c:v>40553</c:v>
                </c:pt>
                <c:pt idx="2213">
                  <c:v>40554</c:v>
                </c:pt>
                <c:pt idx="2214">
                  <c:v>40555</c:v>
                </c:pt>
                <c:pt idx="2215">
                  <c:v>40556</c:v>
                </c:pt>
                <c:pt idx="2216">
                  <c:v>40557</c:v>
                </c:pt>
                <c:pt idx="2217">
                  <c:v>40560</c:v>
                </c:pt>
                <c:pt idx="2218">
                  <c:v>40561</c:v>
                </c:pt>
                <c:pt idx="2219">
                  <c:v>40562</c:v>
                </c:pt>
                <c:pt idx="2220">
                  <c:v>40563</c:v>
                </c:pt>
                <c:pt idx="2221">
                  <c:v>40564</c:v>
                </c:pt>
                <c:pt idx="2222">
                  <c:v>40567</c:v>
                </c:pt>
                <c:pt idx="2223">
                  <c:v>40569</c:v>
                </c:pt>
                <c:pt idx="2224">
                  <c:v>40570</c:v>
                </c:pt>
                <c:pt idx="2225">
                  <c:v>40571</c:v>
                </c:pt>
                <c:pt idx="2226">
                  <c:v>40574</c:v>
                </c:pt>
                <c:pt idx="2227">
                  <c:v>40575</c:v>
                </c:pt>
                <c:pt idx="2228">
                  <c:v>40576</c:v>
                </c:pt>
                <c:pt idx="2229">
                  <c:v>40577</c:v>
                </c:pt>
                <c:pt idx="2230">
                  <c:v>40578</c:v>
                </c:pt>
                <c:pt idx="2231">
                  <c:v>40581</c:v>
                </c:pt>
                <c:pt idx="2232">
                  <c:v>40582</c:v>
                </c:pt>
                <c:pt idx="2233">
                  <c:v>40583</c:v>
                </c:pt>
                <c:pt idx="2234">
                  <c:v>40584</c:v>
                </c:pt>
                <c:pt idx="2235">
                  <c:v>40585</c:v>
                </c:pt>
                <c:pt idx="2236">
                  <c:v>40588</c:v>
                </c:pt>
                <c:pt idx="2237">
                  <c:v>40589</c:v>
                </c:pt>
                <c:pt idx="2238">
                  <c:v>40590</c:v>
                </c:pt>
                <c:pt idx="2239">
                  <c:v>40591</c:v>
                </c:pt>
                <c:pt idx="2240">
                  <c:v>40592</c:v>
                </c:pt>
                <c:pt idx="2241">
                  <c:v>40595</c:v>
                </c:pt>
                <c:pt idx="2242">
                  <c:v>40596</c:v>
                </c:pt>
                <c:pt idx="2243">
                  <c:v>40597</c:v>
                </c:pt>
                <c:pt idx="2244">
                  <c:v>40598</c:v>
                </c:pt>
                <c:pt idx="2245">
                  <c:v>40599</c:v>
                </c:pt>
                <c:pt idx="2246">
                  <c:v>40602</c:v>
                </c:pt>
                <c:pt idx="2247">
                  <c:v>40603</c:v>
                </c:pt>
                <c:pt idx="2248">
                  <c:v>40604</c:v>
                </c:pt>
                <c:pt idx="2249">
                  <c:v>40605</c:v>
                </c:pt>
                <c:pt idx="2250">
                  <c:v>40606</c:v>
                </c:pt>
                <c:pt idx="2251">
                  <c:v>40611</c:v>
                </c:pt>
                <c:pt idx="2252">
                  <c:v>40612</c:v>
                </c:pt>
                <c:pt idx="2253">
                  <c:v>40613</c:v>
                </c:pt>
                <c:pt idx="2254">
                  <c:v>40616</c:v>
                </c:pt>
                <c:pt idx="2255">
                  <c:v>40617</c:v>
                </c:pt>
                <c:pt idx="2256">
                  <c:v>40618</c:v>
                </c:pt>
                <c:pt idx="2257">
                  <c:v>40619</c:v>
                </c:pt>
                <c:pt idx="2258">
                  <c:v>40620</c:v>
                </c:pt>
                <c:pt idx="2259">
                  <c:v>40623</c:v>
                </c:pt>
                <c:pt idx="2260">
                  <c:v>40624</c:v>
                </c:pt>
                <c:pt idx="2261">
                  <c:v>40625</c:v>
                </c:pt>
                <c:pt idx="2262">
                  <c:v>40626</c:v>
                </c:pt>
                <c:pt idx="2263">
                  <c:v>40627</c:v>
                </c:pt>
                <c:pt idx="2264">
                  <c:v>40630</c:v>
                </c:pt>
                <c:pt idx="2265">
                  <c:v>40631</c:v>
                </c:pt>
                <c:pt idx="2266">
                  <c:v>40632</c:v>
                </c:pt>
                <c:pt idx="2267">
                  <c:v>40633</c:v>
                </c:pt>
                <c:pt idx="2268">
                  <c:v>40634</c:v>
                </c:pt>
                <c:pt idx="2269">
                  <c:v>40637</c:v>
                </c:pt>
                <c:pt idx="2270">
                  <c:v>40638</c:v>
                </c:pt>
                <c:pt idx="2271">
                  <c:v>40639</c:v>
                </c:pt>
                <c:pt idx="2272">
                  <c:v>40640</c:v>
                </c:pt>
                <c:pt idx="2273">
                  <c:v>40641</c:v>
                </c:pt>
                <c:pt idx="2274">
                  <c:v>40644</c:v>
                </c:pt>
                <c:pt idx="2275">
                  <c:v>40645</c:v>
                </c:pt>
                <c:pt idx="2276">
                  <c:v>40646</c:v>
                </c:pt>
                <c:pt idx="2277">
                  <c:v>40647</c:v>
                </c:pt>
                <c:pt idx="2278">
                  <c:v>40648</c:v>
                </c:pt>
                <c:pt idx="2279">
                  <c:v>40651</c:v>
                </c:pt>
                <c:pt idx="2280">
                  <c:v>40652</c:v>
                </c:pt>
                <c:pt idx="2281">
                  <c:v>40653</c:v>
                </c:pt>
                <c:pt idx="2282">
                  <c:v>40658</c:v>
                </c:pt>
                <c:pt idx="2283">
                  <c:v>40659</c:v>
                </c:pt>
                <c:pt idx="2284">
                  <c:v>40660</c:v>
                </c:pt>
                <c:pt idx="2285">
                  <c:v>40661</c:v>
                </c:pt>
                <c:pt idx="2286">
                  <c:v>40662</c:v>
                </c:pt>
                <c:pt idx="2287">
                  <c:v>40665</c:v>
                </c:pt>
                <c:pt idx="2288">
                  <c:v>40666</c:v>
                </c:pt>
                <c:pt idx="2289">
                  <c:v>40667</c:v>
                </c:pt>
                <c:pt idx="2290">
                  <c:v>40668</c:v>
                </c:pt>
                <c:pt idx="2291">
                  <c:v>40669</c:v>
                </c:pt>
                <c:pt idx="2292">
                  <c:v>40672</c:v>
                </c:pt>
                <c:pt idx="2293">
                  <c:v>40673</c:v>
                </c:pt>
                <c:pt idx="2294">
                  <c:v>40674</c:v>
                </c:pt>
                <c:pt idx="2295">
                  <c:v>40675</c:v>
                </c:pt>
                <c:pt idx="2296">
                  <c:v>40676</c:v>
                </c:pt>
                <c:pt idx="2297">
                  <c:v>40679</c:v>
                </c:pt>
                <c:pt idx="2298">
                  <c:v>40680</c:v>
                </c:pt>
                <c:pt idx="2299">
                  <c:v>40681</c:v>
                </c:pt>
                <c:pt idx="2300">
                  <c:v>40682</c:v>
                </c:pt>
                <c:pt idx="2301">
                  <c:v>40683</c:v>
                </c:pt>
                <c:pt idx="2302">
                  <c:v>40686</c:v>
                </c:pt>
                <c:pt idx="2303">
                  <c:v>40687</c:v>
                </c:pt>
                <c:pt idx="2304">
                  <c:v>40688</c:v>
                </c:pt>
                <c:pt idx="2305">
                  <c:v>40689</c:v>
                </c:pt>
                <c:pt idx="2306">
                  <c:v>40690</c:v>
                </c:pt>
                <c:pt idx="2307">
                  <c:v>40693</c:v>
                </c:pt>
                <c:pt idx="2308">
                  <c:v>40694</c:v>
                </c:pt>
                <c:pt idx="2309">
                  <c:v>40695</c:v>
                </c:pt>
                <c:pt idx="2310">
                  <c:v>40696</c:v>
                </c:pt>
                <c:pt idx="2311">
                  <c:v>40697</c:v>
                </c:pt>
                <c:pt idx="2312">
                  <c:v>40700</c:v>
                </c:pt>
                <c:pt idx="2313">
                  <c:v>40701</c:v>
                </c:pt>
                <c:pt idx="2314">
                  <c:v>40702</c:v>
                </c:pt>
                <c:pt idx="2315">
                  <c:v>40703</c:v>
                </c:pt>
                <c:pt idx="2316">
                  <c:v>40704</c:v>
                </c:pt>
                <c:pt idx="2317">
                  <c:v>40707</c:v>
                </c:pt>
                <c:pt idx="2318">
                  <c:v>40708</c:v>
                </c:pt>
                <c:pt idx="2319">
                  <c:v>40709</c:v>
                </c:pt>
                <c:pt idx="2320">
                  <c:v>40710</c:v>
                </c:pt>
                <c:pt idx="2321">
                  <c:v>40711</c:v>
                </c:pt>
                <c:pt idx="2322">
                  <c:v>40714</c:v>
                </c:pt>
                <c:pt idx="2323">
                  <c:v>40715</c:v>
                </c:pt>
                <c:pt idx="2324">
                  <c:v>40716</c:v>
                </c:pt>
                <c:pt idx="2325">
                  <c:v>40718</c:v>
                </c:pt>
                <c:pt idx="2326">
                  <c:v>40721</c:v>
                </c:pt>
                <c:pt idx="2327">
                  <c:v>40722</c:v>
                </c:pt>
                <c:pt idx="2328">
                  <c:v>40723</c:v>
                </c:pt>
                <c:pt idx="2329">
                  <c:v>40724</c:v>
                </c:pt>
                <c:pt idx="2330">
                  <c:v>40725</c:v>
                </c:pt>
                <c:pt idx="2331">
                  <c:v>40728</c:v>
                </c:pt>
                <c:pt idx="2332">
                  <c:v>40729</c:v>
                </c:pt>
                <c:pt idx="2333">
                  <c:v>40730</c:v>
                </c:pt>
                <c:pt idx="2334">
                  <c:v>40731</c:v>
                </c:pt>
                <c:pt idx="2335">
                  <c:v>40732</c:v>
                </c:pt>
                <c:pt idx="2336">
                  <c:v>40735</c:v>
                </c:pt>
                <c:pt idx="2337">
                  <c:v>40736</c:v>
                </c:pt>
                <c:pt idx="2338">
                  <c:v>40737</c:v>
                </c:pt>
                <c:pt idx="2339">
                  <c:v>40738</c:v>
                </c:pt>
                <c:pt idx="2340">
                  <c:v>40739</c:v>
                </c:pt>
                <c:pt idx="2341">
                  <c:v>40742</c:v>
                </c:pt>
                <c:pt idx="2342">
                  <c:v>40743</c:v>
                </c:pt>
                <c:pt idx="2343">
                  <c:v>40744</c:v>
                </c:pt>
                <c:pt idx="2344">
                  <c:v>40745</c:v>
                </c:pt>
                <c:pt idx="2345">
                  <c:v>40746</c:v>
                </c:pt>
                <c:pt idx="2346">
                  <c:v>40749</c:v>
                </c:pt>
                <c:pt idx="2347">
                  <c:v>40750</c:v>
                </c:pt>
                <c:pt idx="2348">
                  <c:v>40751</c:v>
                </c:pt>
                <c:pt idx="2349">
                  <c:v>40752</c:v>
                </c:pt>
                <c:pt idx="2350">
                  <c:v>40753</c:v>
                </c:pt>
                <c:pt idx="2351">
                  <c:v>40756</c:v>
                </c:pt>
                <c:pt idx="2352">
                  <c:v>40757</c:v>
                </c:pt>
                <c:pt idx="2353">
                  <c:v>40758</c:v>
                </c:pt>
                <c:pt idx="2354">
                  <c:v>40759</c:v>
                </c:pt>
                <c:pt idx="2355">
                  <c:v>40760</c:v>
                </c:pt>
                <c:pt idx="2356">
                  <c:v>40763</c:v>
                </c:pt>
                <c:pt idx="2357">
                  <c:v>40764</c:v>
                </c:pt>
                <c:pt idx="2358">
                  <c:v>40765</c:v>
                </c:pt>
                <c:pt idx="2359">
                  <c:v>40766</c:v>
                </c:pt>
                <c:pt idx="2360">
                  <c:v>40767</c:v>
                </c:pt>
                <c:pt idx="2361">
                  <c:v>40770</c:v>
                </c:pt>
                <c:pt idx="2362">
                  <c:v>40771</c:v>
                </c:pt>
                <c:pt idx="2363">
                  <c:v>40772</c:v>
                </c:pt>
                <c:pt idx="2364">
                  <c:v>40773</c:v>
                </c:pt>
                <c:pt idx="2365">
                  <c:v>40774</c:v>
                </c:pt>
                <c:pt idx="2366">
                  <c:v>40777</c:v>
                </c:pt>
                <c:pt idx="2367">
                  <c:v>40778</c:v>
                </c:pt>
                <c:pt idx="2368">
                  <c:v>40779</c:v>
                </c:pt>
                <c:pt idx="2369">
                  <c:v>40780</c:v>
                </c:pt>
                <c:pt idx="2370">
                  <c:v>40781</c:v>
                </c:pt>
                <c:pt idx="2371">
                  <c:v>40784</c:v>
                </c:pt>
                <c:pt idx="2372">
                  <c:v>40785</c:v>
                </c:pt>
                <c:pt idx="2373">
                  <c:v>40786</c:v>
                </c:pt>
                <c:pt idx="2374">
                  <c:v>40787</c:v>
                </c:pt>
                <c:pt idx="2375">
                  <c:v>40788</c:v>
                </c:pt>
                <c:pt idx="2376">
                  <c:v>40791</c:v>
                </c:pt>
                <c:pt idx="2377">
                  <c:v>40792</c:v>
                </c:pt>
                <c:pt idx="2378">
                  <c:v>40794</c:v>
                </c:pt>
                <c:pt idx="2379">
                  <c:v>40795</c:v>
                </c:pt>
                <c:pt idx="2380">
                  <c:v>40798</c:v>
                </c:pt>
                <c:pt idx="2381">
                  <c:v>40799</c:v>
                </c:pt>
                <c:pt idx="2382">
                  <c:v>40800</c:v>
                </c:pt>
                <c:pt idx="2383">
                  <c:v>40801</c:v>
                </c:pt>
                <c:pt idx="2384">
                  <c:v>40802</c:v>
                </c:pt>
                <c:pt idx="2385">
                  <c:v>40805</c:v>
                </c:pt>
                <c:pt idx="2386">
                  <c:v>40806</c:v>
                </c:pt>
                <c:pt idx="2387">
                  <c:v>40807</c:v>
                </c:pt>
                <c:pt idx="2388">
                  <c:v>40808</c:v>
                </c:pt>
                <c:pt idx="2389">
                  <c:v>40809</c:v>
                </c:pt>
                <c:pt idx="2390">
                  <c:v>40812</c:v>
                </c:pt>
                <c:pt idx="2391">
                  <c:v>40813</c:v>
                </c:pt>
                <c:pt idx="2392">
                  <c:v>40814</c:v>
                </c:pt>
                <c:pt idx="2393">
                  <c:v>40815</c:v>
                </c:pt>
                <c:pt idx="2394">
                  <c:v>40816</c:v>
                </c:pt>
                <c:pt idx="2395">
                  <c:v>40819</c:v>
                </c:pt>
                <c:pt idx="2396">
                  <c:v>40820</c:v>
                </c:pt>
                <c:pt idx="2397">
                  <c:v>40821</c:v>
                </c:pt>
                <c:pt idx="2398">
                  <c:v>40822</c:v>
                </c:pt>
                <c:pt idx="2399">
                  <c:v>40823</c:v>
                </c:pt>
                <c:pt idx="2400">
                  <c:v>40826</c:v>
                </c:pt>
                <c:pt idx="2401">
                  <c:v>40827</c:v>
                </c:pt>
                <c:pt idx="2402">
                  <c:v>40829</c:v>
                </c:pt>
                <c:pt idx="2403">
                  <c:v>40830</c:v>
                </c:pt>
                <c:pt idx="2404">
                  <c:v>40833</c:v>
                </c:pt>
                <c:pt idx="2405">
                  <c:v>40834</c:v>
                </c:pt>
                <c:pt idx="2406">
                  <c:v>40835</c:v>
                </c:pt>
                <c:pt idx="2407">
                  <c:v>40836</c:v>
                </c:pt>
                <c:pt idx="2408">
                  <c:v>40837</c:v>
                </c:pt>
                <c:pt idx="2409">
                  <c:v>40840</c:v>
                </c:pt>
                <c:pt idx="2410">
                  <c:v>40841</c:v>
                </c:pt>
                <c:pt idx="2411">
                  <c:v>40842</c:v>
                </c:pt>
                <c:pt idx="2412">
                  <c:v>40843</c:v>
                </c:pt>
                <c:pt idx="2413">
                  <c:v>40844</c:v>
                </c:pt>
                <c:pt idx="2414">
                  <c:v>40847</c:v>
                </c:pt>
                <c:pt idx="2415">
                  <c:v>40848</c:v>
                </c:pt>
                <c:pt idx="2416">
                  <c:v>40850</c:v>
                </c:pt>
                <c:pt idx="2417">
                  <c:v>40851</c:v>
                </c:pt>
                <c:pt idx="2418">
                  <c:v>40854</c:v>
                </c:pt>
                <c:pt idx="2419">
                  <c:v>40855</c:v>
                </c:pt>
                <c:pt idx="2420">
                  <c:v>40856</c:v>
                </c:pt>
                <c:pt idx="2421">
                  <c:v>40857</c:v>
                </c:pt>
                <c:pt idx="2422">
                  <c:v>40858</c:v>
                </c:pt>
                <c:pt idx="2423">
                  <c:v>40861</c:v>
                </c:pt>
                <c:pt idx="2424">
                  <c:v>40863</c:v>
                </c:pt>
                <c:pt idx="2425">
                  <c:v>40864</c:v>
                </c:pt>
                <c:pt idx="2426">
                  <c:v>40865</c:v>
                </c:pt>
                <c:pt idx="2427">
                  <c:v>40868</c:v>
                </c:pt>
                <c:pt idx="2428">
                  <c:v>40869</c:v>
                </c:pt>
                <c:pt idx="2429">
                  <c:v>40870</c:v>
                </c:pt>
                <c:pt idx="2430">
                  <c:v>40871</c:v>
                </c:pt>
                <c:pt idx="2431">
                  <c:v>40872</c:v>
                </c:pt>
                <c:pt idx="2432">
                  <c:v>40875</c:v>
                </c:pt>
                <c:pt idx="2433">
                  <c:v>40876</c:v>
                </c:pt>
                <c:pt idx="2434">
                  <c:v>40877</c:v>
                </c:pt>
                <c:pt idx="2435">
                  <c:v>40878</c:v>
                </c:pt>
                <c:pt idx="2436">
                  <c:v>40879</c:v>
                </c:pt>
                <c:pt idx="2437">
                  <c:v>40882</c:v>
                </c:pt>
                <c:pt idx="2438">
                  <c:v>40883</c:v>
                </c:pt>
                <c:pt idx="2439">
                  <c:v>40884</c:v>
                </c:pt>
                <c:pt idx="2440">
                  <c:v>40885</c:v>
                </c:pt>
                <c:pt idx="2441">
                  <c:v>40886</c:v>
                </c:pt>
                <c:pt idx="2442">
                  <c:v>40889</c:v>
                </c:pt>
                <c:pt idx="2443">
                  <c:v>40890</c:v>
                </c:pt>
                <c:pt idx="2444">
                  <c:v>40891</c:v>
                </c:pt>
                <c:pt idx="2445">
                  <c:v>40892</c:v>
                </c:pt>
                <c:pt idx="2446">
                  <c:v>40893</c:v>
                </c:pt>
                <c:pt idx="2447">
                  <c:v>40896</c:v>
                </c:pt>
                <c:pt idx="2448">
                  <c:v>40897</c:v>
                </c:pt>
                <c:pt idx="2449">
                  <c:v>40898</c:v>
                </c:pt>
                <c:pt idx="2450">
                  <c:v>40899</c:v>
                </c:pt>
                <c:pt idx="2451">
                  <c:v>40900</c:v>
                </c:pt>
                <c:pt idx="2452">
                  <c:v>40903</c:v>
                </c:pt>
                <c:pt idx="2453">
                  <c:v>40904</c:v>
                </c:pt>
                <c:pt idx="2454">
                  <c:v>40905</c:v>
                </c:pt>
                <c:pt idx="2455">
                  <c:v>40906</c:v>
                </c:pt>
                <c:pt idx="2456">
                  <c:v>40910</c:v>
                </c:pt>
                <c:pt idx="2457">
                  <c:v>40911</c:v>
                </c:pt>
                <c:pt idx="2458">
                  <c:v>40912</c:v>
                </c:pt>
                <c:pt idx="2459">
                  <c:v>40913</c:v>
                </c:pt>
                <c:pt idx="2460">
                  <c:v>40914</c:v>
                </c:pt>
                <c:pt idx="2461">
                  <c:v>40917</c:v>
                </c:pt>
                <c:pt idx="2462">
                  <c:v>40918</c:v>
                </c:pt>
                <c:pt idx="2463">
                  <c:v>40919</c:v>
                </c:pt>
                <c:pt idx="2464">
                  <c:v>40920</c:v>
                </c:pt>
                <c:pt idx="2465">
                  <c:v>40921</c:v>
                </c:pt>
                <c:pt idx="2466">
                  <c:v>40924</c:v>
                </c:pt>
                <c:pt idx="2467">
                  <c:v>40925</c:v>
                </c:pt>
                <c:pt idx="2468">
                  <c:v>40926</c:v>
                </c:pt>
                <c:pt idx="2469">
                  <c:v>40927</c:v>
                </c:pt>
                <c:pt idx="2470">
                  <c:v>40928</c:v>
                </c:pt>
                <c:pt idx="2471">
                  <c:v>40931</c:v>
                </c:pt>
                <c:pt idx="2472">
                  <c:v>40932</c:v>
                </c:pt>
                <c:pt idx="2473">
                  <c:v>40934</c:v>
                </c:pt>
                <c:pt idx="2474">
                  <c:v>40935</c:v>
                </c:pt>
                <c:pt idx="2475">
                  <c:v>40938</c:v>
                </c:pt>
                <c:pt idx="2476">
                  <c:v>40939</c:v>
                </c:pt>
                <c:pt idx="2477">
                  <c:v>40940</c:v>
                </c:pt>
                <c:pt idx="2478">
                  <c:v>40941</c:v>
                </c:pt>
                <c:pt idx="2479">
                  <c:v>40942</c:v>
                </c:pt>
                <c:pt idx="2480">
                  <c:v>40945</c:v>
                </c:pt>
                <c:pt idx="2481">
                  <c:v>40946</c:v>
                </c:pt>
                <c:pt idx="2482">
                  <c:v>40947</c:v>
                </c:pt>
                <c:pt idx="2483">
                  <c:v>40948</c:v>
                </c:pt>
                <c:pt idx="2484">
                  <c:v>40949</c:v>
                </c:pt>
                <c:pt idx="2485">
                  <c:v>40952</c:v>
                </c:pt>
                <c:pt idx="2486">
                  <c:v>40953</c:v>
                </c:pt>
                <c:pt idx="2487">
                  <c:v>40954</c:v>
                </c:pt>
                <c:pt idx="2488">
                  <c:v>40955</c:v>
                </c:pt>
                <c:pt idx="2489">
                  <c:v>40956</c:v>
                </c:pt>
                <c:pt idx="2490">
                  <c:v>40961</c:v>
                </c:pt>
                <c:pt idx="2491">
                  <c:v>40962</c:v>
                </c:pt>
                <c:pt idx="2492">
                  <c:v>40963</c:v>
                </c:pt>
                <c:pt idx="2493">
                  <c:v>40966</c:v>
                </c:pt>
                <c:pt idx="2494">
                  <c:v>40967</c:v>
                </c:pt>
                <c:pt idx="2495">
                  <c:v>40968</c:v>
                </c:pt>
                <c:pt idx="2496">
                  <c:v>40969</c:v>
                </c:pt>
                <c:pt idx="2497">
                  <c:v>40970</c:v>
                </c:pt>
                <c:pt idx="2498">
                  <c:v>40973</c:v>
                </c:pt>
                <c:pt idx="2499">
                  <c:v>40974</c:v>
                </c:pt>
                <c:pt idx="2500">
                  <c:v>40975</c:v>
                </c:pt>
                <c:pt idx="2501">
                  <c:v>40976</c:v>
                </c:pt>
                <c:pt idx="2502">
                  <c:v>40977</c:v>
                </c:pt>
                <c:pt idx="2503">
                  <c:v>40980</c:v>
                </c:pt>
                <c:pt idx="2504">
                  <c:v>40981</c:v>
                </c:pt>
                <c:pt idx="2505">
                  <c:v>40982</c:v>
                </c:pt>
                <c:pt idx="2506">
                  <c:v>40983</c:v>
                </c:pt>
                <c:pt idx="2507">
                  <c:v>40984</c:v>
                </c:pt>
                <c:pt idx="2508">
                  <c:v>40987</c:v>
                </c:pt>
                <c:pt idx="2509">
                  <c:v>40988</c:v>
                </c:pt>
                <c:pt idx="2510">
                  <c:v>40989</c:v>
                </c:pt>
                <c:pt idx="2511">
                  <c:v>40990</c:v>
                </c:pt>
                <c:pt idx="2512">
                  <c:v>40991</c:v>
                </c:pt>
                <c:pt idx="2513">
                  <c:v>40994</c:v>
                </c:pt>
                <c:pt idx="2514">
                  <c:v>40995</c:v>
                </c:pt>
                <c:pt idx="2515">
                  <c:v>40996</c:v>
                </c:pt>
                <c:pt idx="2516">
                  <c:v>40997</c:v>
                </c:pt>
                <c:pt idx="2517">
                  <c:v>40998</c:v>
                </c:pt>
                <c:pt idx="2518">
                  <c:v>41001</c:v>
                </c:pt>
                <c:pt idx="2519">
                  <c:v>41002</c:v>
                </c:pt>
                <c:pt idx="2520">
                  <c:v>41003</c:v>
                </c:pt>
                <c:pt idx="2521">
                  <c:v>41004</c:v>
                </c:pt>
                <c:pt idx="2522">
                  <c:v>41008</c:v>
                </c:pt>
                <c:pt idx="2523">
                  <c:v>41009</c:v>
                </c:pt>
                <c:pt idx="2524">
                  <c:v>41010</c:v>
                </c:pt>
                <c:pt idx="2525">
                  <c:v>41011</c:v>
                </c:pt>
                <c:pt idx="2526">
                  <c:v>41012</c:v>
                </c:pt>
                <c:pt idx="2527">
                  <c:v>41015</c:v>
                </c:pt>
                <c:pt idx="2528">
                  <c:v>41016</c:v>
                </c:pt>
                <c:pt idx="2529">
                  <c:v>41017</c:v>
                </c:pt>
                <c:pt idx="2530">
                  <c:v>41018</c:v>
                </c:pt>
                <c:pt idx="2531">
                  <c:v>41019</c:v>
                </c:pt>
                <c:pt idx="2532">
                  <c:v>41022</c:v>
                </c:pt>
                <c:pt idx="2533">
                  <c:v>41023</c:v>
                </c:pt>
                <c:pt idx="2534">
                  <c:v>41024</c:v>
                </c:pt>
                <c:pt idx="2535">
                  <c:v>41025</c:v>
                </c:pt>
                <c:pt idx="2536">
                  <c:v>41026</c:v>
                </c:pt>
                <c:pt idx="2537">
                  <c:v>41029</c:v>
                </c:pt>
                <c:pt idx="2538">
                  <c:v>41031</c:v>
                </c:pt>
                <c:pt idx="2539">
                  <c:v>41032</c:v>
                </c:pt>
                <c:pt idx="2540">
                  <c:v>41033</c:v>
                </c:pt>
                <c:pt idx="2541">
                  <c:v>41036</c:v>
                </c:pt>
                <c:pt idx="2542">
                  <c:v>41037</c:v>
                </c:pt>
                <c:pt idx="2543">
                  <c:v>41038</c:v>
                </c:pt>
                <c:pt idx="2544">
                  <c:v>41039</c:v>
                </c:pt>
                <c:pt idx="2545">
                  <c:v>41040</c:v>
                </c:pt>
                <c:pt idx="2546">
                  <c:v>41043</c:v>
                </c:pt>
                <c:pt idx="2547">
                  <c:v>41044</c:v>
                </c:pt>
                <c:pt idx="2548">
                  <c:v>41045</c:v>
                </c:pt>
                <c:pt idx="2549">
                  <c:v>41046</c:v>
                </c:pt>
                <c:pt idx="2550">
                  <c:v>41047</c:v>
                </c:pt>
                <c:pt idx="2551">
                  <c:v>41050</c:v>
                </c:pt>
                <c:pt idx="2552">
                  <c:v>41051</c:v>
                </c:pt>
                <c:pt idx="2553">
                  <c:v>41052</c:v>
                </c:pt>
                <c:pt idx="2554">
                  <c:v>41053</c:v>
                </c:pt>
                <c:pt idx="2555">
                  <c:v>41054</c:v>
                </c:pt>
                <c:pt idx="2556">
                  <c:v>41057</c:v>
                </c:pt>
                <c:pt idx="2557">
                  <c:v>41058</c:v>
                </c:pt>
                <c:pt idx="2558">
                  <c:v>41059</c:v>
                </c:pt>
                <c:pt idx="2559">
                  <c:v>41060</c:v>
                </c:pt>
                <c:pt idx="2560">
                  <c:v>41061</c:v>
                </c:pt>
                <c:pt idx="2561">
                  <c:v>41064</c:v>
                </c:pt>
                <c:pt idx="2562">
                  <c:v>41065</c:v>
                </c:pt>
                <c:pt idx="2563">
                  <c:v>41066</c:v>
                </c:pt>
                <c:pt idx="2564">
                  <c:v>41068</c:v>
                </c:pt>
                <c:pt idx="2565">
                  <c:v>41071</c:v>
                </c:pt>
                <c:pt idx="2566">
                  <c:v>41072</c:v>
                </c:pt>
                <c:pt idx="2567">
                  <c:v>41073</c:v>
                </c:pt>
                <c:pt idx="2568">
                  <c:v>41074</c:v>
                </c:pt>
                <c:pt idx="2569">
                  <c:v>41075</c:v>
                </c:pt>
                <c:pt idx="2570">
                  <c:v>41078</c:v>
                </c:pt>
                <c:pt idx="2571">
                  <c:v>41079</c:v>
                </c:pt>
                <c:pt idx="2572">
                  <c:v>41080</c:v>
                </c:pt>
                <c:pt idx="2573">
                  <c:v>41081</c:v>
                </c:pt>
                <c:pt idx="2574">
                  <c:v>41082</c:v>
                </c:pt>
                <c:pt idx="2575">
                  <c:v>41085</c:v>
                </c:pt>
                <c:pt idx="2576">
                  <c:v>41086</c:v>
                </c:pt>
                <c:pt idx="2577">
                  <c:v>41087</c:v>
                </c:pt>
                <c:pt idx="2578">
                  <c:v>41088</c:v>
                </c:pt>
                <c:pt idx="2579">
                  <c:v>41089</c:v>
                </c:pt>
                <c:pt idx="2580">
                  <c:v>41092</c:v>
                </c:pt>
                <c:pt idx="2581">
                  <c:v>41093</c:v>
                </c:pt>
                <c:pt idx="2582">
                  <c:v>41094</c:v>
                </c:pt>
                <c:pt idx="2583">
                  <c:v>41095</c:v>
                </c:pt>
                <c:pt idx="2584">
                  <c:v>41096</c:v>
                </c:pt>
                <c:pt idx="2585">
                  <c:v>41100</c:v>
                </c:pt>
                <c:pt idx="2586">
                  <c:v>41101</c:v>
                </c:pt>
                <c:pt idx="2587">
                  <c:v>41102</c:v>
                </c:pt>
                <c:pt idx="2588">
                  <c:v>41103</c:v>
                </c:pt>
                <c:pt idx="2589">
                  <c:v>41106</c:v>
                </c:pt>
                <c:pt idx="2590">
                  <c:v>41107</c:v>
                </c:pt>
                <c:pt idx="2591">
                  <c:v>41108</c:v>
                </c:pt>
                <c:pt idx="2592">
                  <c:v>41109</c:v>
                </c:pt>
                <c:pt idx="2593">
                  <c:v>41110</c:v>
                </c:pt>
                <c:pt idx="2594">
                  <c:v>41113</c:v>
                </c:pt>
                <c:pt idx="2595">
                  <c:v>41114</c:v>
                </c:pt>
                <c:pt idx="2596">
                  <c:v>41115</c:v>
                </c:pt>
                <c:pt idx="2597">
                  <c:v>41116</c:v>
                </c:pt>
                <c:pt idx="2598">
                  <c:v>41117</c:v>
                </c:pt>
                <c:pt idx="2599">
                  <c:v>41120</c:v>
                </c:pt>
                <c:pt idx="2600">
                  <c:v>41121</c:v>
                </c:pt>
                <c:pt idx="2601">
                  <c:v>41122</c:v>
                </c:pt>
                <c:pt idx="2602">
                  <c:v>41123</c:v>
                </c:pt>
                <c:pt idx="2603">
                  <c:v>41124</c:v>
                </c:pt>
                <c:pt idx="2604">
                  <c:v>41127</c:v>
                </c:pt>
                <c:pt idx="2605">
                  <c:v>41128</c:v>
                </c:pt>
                <c:pt idx="2606">
                  <c:v>41129</c:v>
                </c:pt>
                <c:pt idx="2607">
                  <c:v>41130</c:v>
                </c:pt>
                <c:pt idx="2608">
                  <c:v>41131</c:v>
                </c:pt>
                <c:pt idx="2609">
                  <c:v>41134</c:v>
                </c:pt>
                <c:pt idx="2610">
                  <c:v>41135</c:v>
                </c:pt>
                <c:pt idx="2611">
                  <c:v>41136</c:v>
                </c:pt>
                <c:pt idx="2612">
                  <c:v>41137</c:v>
                </c:pt>
                <c:pt idx="2613">
                  <c:v>41138</c:v>
                </c:pt>
                <c:pt idx="2614">
                  <c:v>41141</c:v>
                </c:pt>
                <c:pt idx="2615">
                  <c:v>41142</c:v>
                </c:pt>
                <c:pt idx="2616">
                  <c:v>41143</c:v>
                </c:pt>
                <c:pt idx="2617">
                  <c:v>41144</c:v>
                </c:pt>
                <c:pt idx="2618">
                  <c:v>41145</c:v>
                </c:pt>
                <c:pt idx="2619">
                  <c:v>41148</c:v>
                </c:pt>
                <c:pt idx="2620">
                  <c:v>41149</c:v>
                </c:pt>
                <c:pt idx="2621">
                  <c:v>41150</c:v>
                </c:pt>
                <c:pt idx="2622">
                  <c:v>41151</c:v>
                </c:pt>
                <c:pt idx="2623">
                  <c:v>41152</c:v>
                </c:pt>
                <c:pt idx="2624">
                  <c:v>41155</c:v>
                </c:pt>
                <c:pt idx="2625">
                  <c:v>41156</c:v>
                </c:pt>
                <c:pt idx="2626">
                  <c:v>41157</c:v>
                </c:pt>
                <c:pt idx="2627">
                  <c:v>41158</c:v>
                </c:pt>
                <c:pt idx="2628">
                  <c:v>41162</c:v>
                </c:pt>
                <c:pt idx="2629">
                  <c:v>41163</c:v>
                </c:pt>
                <c:pt idx="2630">
                  <c:v>41164</c:v>
                </c:pt>
                <c:pt idx="2631">
                  <c:v>41165</c:v>
                </c:pt>
                <c:pt idx="2632">
                  <c:v>41166</c:v>
                </c:pt>
                <c:pt idx="2633">
                  <c:v>41169</c:v>
                </c:pt>
                <c:pt idx="2634">
                  <c:v>41170</c:v>
                </c:pt>
                <c:pt idx="2635">
                  <c:v>41171</c:v>
                </c:pt>
                <c:pt idx="2636">
                  <c:v>41172</c:v>
                </c:pt>
                <c:pt idx="2637">
                  <c:v>41173</c:v>
                </c:pt>
                <c:pt idx="2638">
                  <c:v>41176</c:v>
                </c:pt>
                <c:pt idx="2639">
                  <c:v>41177</c:v>
                </c:pt>
                <c:pt idx="2640">
                  <c:v>41178</c:v>
                </c:pt>
                <c:pt idx="2641">
                  <c:v>41179</c:v>
                </c:pt>
                <c:pt idx="2642">
                  <c:v>41180</c:v>
                </c:pt>
                <c:pt idx="2643">
                  <c:v>41183</c:v>
                </c:pt>
                <c:pt idx="2644">
                  <c:v>41184</c:v>
                </c:pt>
                <c:pt idx="2645">
                  <c:v>41185</c:v>
                </c:pt>
                <c:pt idx="2646">
                  <c:v>41186</c:v>
                </c:pt>
                <c:pt idx="2647">
                  <c:v>41187</c:v>
                </c:pt>
                <c:pt idx="2648">
                  <c:v>41190</c:v>
                </c:pt>
                <c:pt idx="2649">
                  <c:v>41191</c:v>
                </c:pt>
                <c:pt idx="2650">
                  <c:v>41192</c:v>
                </c:pt>
                <c:pt idx="2651">
                  <c:v>41193</c:v>
                </c:pt>
                <c:pt idx="2652">
                  <c:v>41197</c:v>
                </c:pt>
                <c:pt idx="2653">
                  <c:v>41198</c:v>
                </c:pt>
                <c:pt idx="2654">
                  <c:v>41199</c:v>
                </c:pt>
                <c:pt idx="2655">
                  <c:v>41200</c:v>
                </c:pt>
                <c:pt idx="2656">
                  <c:v>41201</c:v>
                </c:pt>
                <c:pt idx="2657">
                  <c:v>41204</c:v>
                </c:pt>
                <c:pt idx="2658">
                  <c:v>41205</c:v>
                </c:pt>
                <c:pt idx="2659">
                  <c:v>41206</c:v>
                </c:pt>
                <c:pt idx="2660">
                  <c:v>41207</c:v>
                </c:pt>
                <c:pt idx="2661">
                  <c:v>41208</c:v>
                </c:pt>
                <c:pt idx="2662">
                  <c:v>41211</c:v>
                </c:pt>
                <c:pt idx="2663">
                  <c:v>41212</c:v>
                </c:pt>
                <c:pt idx="2664">
                  <c:v>41213</c:v>
                </c:pt>
                <c:pt idx="2665">
                  <c:v>41214</c:v>
                </c:pt>
                <c:pt idx="2666">
                  <c:v>41218</c:v>
                </c:pt>
                <c:pt idx="2667">
                  <c:v>41219</c:v>
                </c:pt>
                <c:pt idx="2668">
                  <c:v>41220</c:v>
                </c:pt>
                <c:pt idx="2669">
                  <c:v>41221</c:v>
                </c:pt>
                <c:pt idx="2670">
                  <c:v>41222</c:v>
                </c:pt>
                <c:pt idx="2671">
                  <c:v>41225</c:v>
                </c:pt>
                <c:pt idx="2672">
                  <c:v>41226</c:v>
                </c:pt>
                <c:pt idx="2673">
                  <c:v>41227</c:v>
                </c:pt>
                <c:pt idx="2674">
                  <c:v>41229</c:v>
                </c:pt>
                <c:pt idx="2675">
                  <c:v>41232</c:v>
                </c:pt>
                <c:pt idx="2676">
                  <c:v>41234</c:v>
                </c:pt>
                <c:pt idx="2677">
                  <c:v>41235</c:v>
                </c:pt>
                <c:pt idx="2678">
                  <c:v>41236</c:v>
                </c:pt>
                <c:pt idx="2679">
                  <c:v>41239</c:v>
                </c:pt>
                <c:pt idx="2680">
                  <c:v>41240</c:v>
                </c:pt>
                <c:pt idx="2681">
                  <c:v>41241</c:v>
                </c:pt>
                <c:pt idx="2682">
                  <c:v>41242</c:v>
                </c:pt>
                <c:pt idx="2683">
                  <c:v>41243</c:v>
                </c:pt>
                <c:pt idx="2684">
                  <c:v>41246</c:v>
                </c:pt>
                <c:pt idx="2685">
                  <c:v>41247</c:v>
                </c:pt>
                <c:pt idx="2686">
                  <c:v>41248</c:v>
                </c:pt>
                <c:pt idx="2687">
                  <c:v>41249</c:v>
                </c:pt>
                <c:pt idx="2688">
                  <c:v>41250</c:v>
                </c:pt>
                <c:pt idx="2689">
                  <c:v>41253</c:v>
                </c:pt>
                <c:pt idx="2690">
                  <c:v>41254</c:v>
                </c:pt>
                <c:pt idx="2691">
                  <c:v>41255</c:v>
                </c:pt>
                <c:pt idx="2692">
                  <c:v>41256</c:v>
                </c:pt>
                <c:pt idx="2693">
                  <c:v>41257</c:v>
                </c:pt>
                <c:pt idx="2694">
                  <c:v>41260</c:v>
                </c:pt>
                <c:pt idx="2695">
                  <c:v>41261</c:v>
                </c:pt>
                <c:pt idx="2696">
                  <c:v>41262</c:v>
                </c:pt>
                <c:pt idx="2697">
                  <c:v>41263</c:v>
                </c:pt>
                <c:pt idx="2698">
                  <c:v>41264</c:v>
                </c:pt>
                <c:pt idx="2699">
                  <c:v>41269</c:v>
                </c:pt>
                <c:pt idx="2700">
                  <c:v>41270</c:v>
                </c:pt>
                <c:pt idx="2701">
                  <c:v>41271</c:v>
                </c:pt>
                <c:pt idx="2702">
                  <c:v>41276</c:v>
                </c:pt>
                <c:pt idx="2703">
                  <c:v>41277</c:v>
                </c:pt>
                <c:pt idx="2704">
                  <c:v>41278</c:v>
                </c:pt>
                <c:pt idx="2705">
                  <c:v>41281</c:v>
                </c:pt>
                <c:pt idx="2706">
                  <c:v>41282</c:v>
                </c:pt>
                <c:pt idx="2707">
                  <c:v>41283</c:v>
                </c:pt>
                <c:pt idx="2708">
                  <c:v>41284</c:v>
                </c:pt>
                <c:pt idx="2709">
                  <c:v>41285</c:v>
                </c:pt>
                <c:pt idx="2710">
                  <c:v>41288</c:v>
                </c:pt>
                <c:pt idx="2711">
                  <c:v>41289</c:v>
                </c:pt>
                <c:pt idx="2712">
                  <c:v>41290</c:v>
                </c:pt>
                <c:pt idx="2713">
                  <c:v>41291</c:v>
                </c:pt>
                <c:pt idx="2714">
                  <c:v>41292</c:v>
                </c:pt>
                <c:pt idx="2715">
                  <c:v>41295</c:v>
                </c:pt>
                <c:pt idx="2716">
                  <c:v>41296</c:v>
                </c:pt>
                <c:pt idx="2717">
                  <c:v>41297</c:v>
                </c:pt>
                <c:pt idx="2718">
                  <c:v>41298</c:v>
                </c:pt>
                <c:pt idx="2719">
                  <c:v>41302</c:v>
                </c:pt>
                <c:pt idx="2720">
                  <c:v>41303</c:v>
                </c:pt>
                <c:pt idx="2721">
                  <c:v>41304</c:v>
                </c:pt>
                <c:pt idx="2722">
                  <c:v>41305</c:v>
                </c:pt>
                <c:pt idx="2723">
                  <c:v>41306</c:v>
                </c:pt>
                <c:pt idx="2724">
                  <c:v>41309</c:v>
                </c:pt>
                <c:pt idx="2725">
                  <c:v>41310</c:v>
                </c:pt>
                <c:pt idx="2726">
                  <c:v>41311</c:v>
                </c:pt>
                <c:pt idx="2727">
                  <c:v>41312</c:v>
                </c:pt>
                <c:pt idx="2728">
                  <c:v>41313</c:v>
                </c:pt>
                <c:pt idx="2729">
                  <c:v>41318</c:v>
                </c:pt>
                <c:pt idx="2730">
                  <c:v>41319</c:v>
                </c:pt>
                <c:pt idx="2731">
                  <c:v>41320</c:v>
                </c:pt>
                <c:pt idx="2732">
                  <c:v>41323</c:v>
                </c:pt>
                <c:pt idx="2733">
                  <c:v>41324</c:v>
                </c:pt>
                <c:pt idx="2734">
                  <c:v>41325</c:v>
                </c:pt>
                <c:pt idx="2735">
                  <c:v>41326</c:v>
                </c:pt>
                <c:pt idx="2736">
                  <c:v>41327</c:v>
                </c:pt>
                <c:pt idx="2737">
                  <c:v>41330</c:v>
                </c:pt>
                <c:pt idx="2738">
                  <c:v>41331</c:v>
                </c:pt>
                <c:pt idx="2739">
                  <c:v>41332</c:v>
                </c:pt>
                <c:pt idx="2740">
                  <c:v>41333</c:v>
                </c:pt>
                <c:pt idx="2741">
                  <c:v>41334</c:v>
                </c:pt>
                <c:pt idx="2742">
                  <c:v>41337</c:v>
                </c:pt>
                <c:pt idx="2743">
                  <c:v>41338</c:v>
                </c:pt>
                <c:pt idx="2744">
                  <c:v>41339</c:v>
                </c:pt>
                <c:pt idx="2745">
                  <c:v>41340</c:v>
                </c:pt>
                <c:pt idx="2746">
                  <c:v>41341</c:v>
                </c:pt>
                <c:pt idx="2747">
                  <c:v>41344</c:v>
                </c:pt>
                <c:pt idx="2748">
                  <c:v>41345</c:v>
                </c:pt>
                <c:pt idx="2749">
                  <c:v>41346</c:v>
                </c:pt>
                <c:pt idx="2750">
                  <c:v>41347</c:v>
                </c:pt>
                <c:pt idx="2751">
                  <c:v>41348</c:v>
                </c:pt>
                <c:pt idx="2752">
                  <c:v>41351</c:v>
                </c:pt>
                <c:pt idx="2753">
                  <c:v>41352</c:v>
                </c:pt>
                <c:pt idx="2754">
                  <c:v>41353</c:v>
                </c:pt>
                <c:pt idx="2755">
                  <c:v>41354</c:v>
                </c:pt>
                <c:pt idx="2756">
                  <c:v>41355</c:v>
                </c:pt>
                <c:pt idx="2757">
                  <c:v>41358</c:v>
                </c:pt>
                <c:pt idx="2758">
                  <c:v>41359</c:v>
                </c:pt>
                <c:pt idx="2759">
                  <c:v>41360</c:v>
                </c:pt>
                <c:pt idx="2760">
                  <c:v>41361</c:v>
                </c:pt>
                <c:pt idx="2761">
                  <c:v>41365</c:v>
                </c:pt>
                <c:pt idx="2762">
                  <c:v>41366</c:v>
                </c:pt>
                <c:pt idx="2763">
                  <c:v>41367</c:v>
                </c:pt>
                <c:pt idx="2764">
                  <c:v>41368</c:v>
                </c:pt>
                <c:pt idx="2765">
                  <c:v>41369</c:v>
                </c:pt>
                <c:pt idx="2766">
                  <c:v>41372</c:v>
                </c:pt>
                <c:pt idx="2767">
                  <c:v>41373</c:v>
                </c:pt>
                <c:pt idx="2768">
                  <c:v>41374</c:v>
                </c:pt>
                <c:pt idx="2769">
                  <c:v>41375</c:v>
                </c:pt>
                <c:pt idx="2770">
                  <c:v>41376</c:v>
                </c:pt>
                <c:pt idx="2771">
                  <c:v>41379</c:v>
                </c:pt>
                <c:pt idx="2772">
                  <c:v>41380</c:v>
                </c:pt>
                <c:pt idx="2773">
                  <c:v>41381</c:v>
                </c:pt>
                <c:pt idx="2774">
                  <c:v>41382</c:v>
                </c:pt>
                <c:pt idx="2775">
                  <c:v>41383</c:v>
                </c:pt>
                <c:pt idx="2776">
                  <c:v>41386</c:v>
                </c:pt>
                <c:pt idx="2777">
                  <c:v>41387</c:v>
                </c:pt>
                <c:pt idx="2778">
                  <c:v>41388</c:v>
                </c:pt>
                <c:pt idx="2779">
                  <c:v>41389</c:v>
                </c:pt>
                <c:pt idx="2780">
                  <c:v>41390</c:v>
                </c:pt>
                <c:pt idx="2781">
                  <c:v>41393</c:v>
                </c:pt>
                <c:pt idx="2782">
                  <c:v>41394</c:v>
                </c:pt>
                <c:pt idx="2783">
                  <c:v>41396</c:v>
                </c:pt>
                <c:pt idx="2784">
                  <c:v>41397</c:v>
                </c:pt>
                <c:pt idx="2785">
                  <c:v>41400</c:v>
                </c:pt>
                <c:pt idx="2786">
                  <c:v>41401</c:v>
                </c:pt>
                <c:pt idx="2787">
                  <c:v>41402</c:v>
                </c:pt>
                <c:pt idx="2788">
                  <c:v>41403</c:v>
                </c:pt>
                <c:pt idx="2789">
                  <c:v>41404</c:v>
                </c:pt>
                <c:pt idx="2790">
                  <c:v>41407</c:v>
                </c:pt>
                <c:pt idx="2791">
                  <c:v>41408</c:v>
                </c:pt>
                <c:pt idx="2792">
                  <c:v>41409</c:v>
                </c:pt>
                <c:pt idx="2793">
                  <c:v>41410</c:v>
                </c:pt>
                <c:pt idx="2794">
                  <c:v>41411</c:v>
                </c:pt>
                <c:pt idx="2795">
                  <c:v>41414</c:v>
                </c:pt>
                <c:pt idx="2796">
                  <c:v>41415</c:v>
                </c:pt>
                <c:pt idx="2797">
                  <c:v>41416</c:v>
                </c:pt>
                <c:pt idx="2798">
                  <c:v>41417</c:v>
                </c:pt>
                <c:pt idx="2799">
                  <c:v>41418</c:v>
                </c:pt>
                <c:pt idx="2800">
                  <c:v>41421</c:v>
                </c:pt>
                <c:pt idx="2801">
                  <c:v>41422</c:v>
                </c:pt>
                <c:pt idx="2802">
                  <c:v>41423</c:v>
                </c:pt>
                <c:pt idx="2803">
                  <c:v>41425</c:v>
                </c:pt>
                <c:pt idx="2804">
                  <c:v>41428</c:v>
                </c:pt>
                <c:pt idx="2805">
                  <c:v>41429</c:v>
                </c:pt>
                <c:pt idx="2806">
                  <c:v>41430</c:v>
                </c:pt>
                <c:pt idx="2807">
                  <c:v>41431</c:v>
                </c:pt>
                <c:pt idx="2808">
                  <c:v>41432</c:v>
                </c:pt>
                <c:pt idx="2809">
                  <c:v>41435</c:v>
                </c:pt>
                <c:pt idx="2810">
                  <c:v>41436</c:v>
                </c:pt>
                <c:pt idx="2811">
                  <c:v>41437</c:v>
                </c:pt>
                <c:pt idx="2812">
                  <c:v>41438</c:v>
                </c:pt>
                <c:pt idx="2813">
                  <c:v>41439</c:v>
                </c:pt>
                <c:pt idx="2814">
                  <c:v>41442</c:v>
                </c:pt>
                <c:pt idx="2815">
                  <c:v>41443</c:v>
                </c:pt>
                <c:pt idx="2816">
                  <c:v>41444</c:v>
                </c:pt>
                <c:pt idx="2817">
                  <c:v>41445</c:v>
                </c:pt>
                <c:pt idx="2818">
                  <c:v>41446</c:v>
                </c:pt>
                <c:pt idx="2819">
                  <c:v>41449</c:v>
                </c:pt>
                <c:pt idx="2820">
                  <c:v>41450</c:v>
                </c:pt>
                <c:pt idx="2821">
                  <c:v>41451</c:v>
                </c:pt>
                <c:pt idx="2822">
                  <c:v>41452</c:v>
                </c:pt>
                <c:pt idx="2823">
                  <c:v>41453</c:v>
                </c:pt>
                <c:pt idx="2824">
                  <c:v>41456</c:v>
                </c:pt>
                <c:pt idx="2825">
                  <c:v>41457</c:v>
                </c:pt>
                <c:pt idx="2826">
                  <c:v>41458</c:v>
                </c:pt>
                <c:pt idx="2827">
                  <c:v>41459</c:v>
                </c:pt>
                <c:pt idx="2828">
                  <c:v>41460</c:v>
                </c:pt>
                <c:pt idx="2829">
                  <c:v>41463</c:v>
                </c:pt>
                <c:pt idx="2830">
                  <c:v>41465</c:v>
                </c:pt>
                <c:pt idx="2831">
                  <c:v>41466</c:v>
                </c:pt>
                <c:pt idx="2832">
                  <c:v>41467</c:v>
                </c:pt>
                <c:pt idx="2833">
                  <c:v>41470</c:v>
                </c:pt>
                <c:pt idx="2834">
                  <c:v>41471</c:v>
                </c:pt>
                <c:pt idx="2835">
                  <c:v>41472</c:v>
                </c:pt>
                <c:pt idx="2836">
                  <c:v>41473</c:v>
                </c:pt>
                <c:pt idx="2837">
                  <c:v>41474</c:v>
                </c:pt>
                <c:pt idx="2838">
                  <c:v>41477</c:v>
                </c:pt>
                <c:pt idx="2839">
                  <c:v>41478</c:v>
                </c:pt>
                <c:pt idx="2840">
                  <c:v>41479</c:v>
                </c:pt>
                <c:pt idx="2841">
                  <c:v>41480</c:v>
                </c:pt>
                <c:pt idx="2842">
                  <c:v>41481</c:v>
                </c:pt>
                <c:pt idx="2843">
                  <c:v>41484</c:v>
                </c:pt>
                <c:pt idx="2844">
                  <c:v>41485</c:v>
                </c:pt>
                <c:pt idx="2845">
                  <c:v>41486</c:v>
                </c:pt>
                <c:pt idx="2846">
                  <c:v>41487</c:v>
                </c:pt>
                <c:pt idx="2847">
                  <c:v>41488</c:v>
                </c:pt>
                <c:pt idx="2848">
                  <c:v>41491</c:v>
                </c:pt>
                <c:pt idx="2849">
                  <c:v>41492</c:v>
                </c:pt>
                <c:pt idx="2850">
                  <c:v>41493</c:v>
                </c:pt>
                <c:pt idx="2851">
                  <c:v>41494</c:v>
                </c:pt>
                <c:pt idx="2852">
                  <c:v>41495</c:v>
                </c:pt>
                <c:pt idx="2853">
                  <c:v>41498</c:v>
                </c:pt>
                <c:pt idx="2854">
                  <c:v>41499</c:v>
                </c:pt>
                <c:pt idx="2855">
                  <c:v>41500</c:v>
                </c:pt>
                <c:pt idx="2856">
                  <c:v>41501</c:v>
                </c:pt>
                <c:pt idx="2857">
                  <c:v>41502</c:v>
                </c:pt>
                <c:pt idx="2858">
                  <c:v>41505</c:v>
                </c:pt>
                <c:pt idx="2859">
                  <c:v>41506</c:v>
                </c:pt>
                <c:pt idx="2860">
                  <c:v>41507</c:v>
                </c:pt>
                <c:pt idx="2861">
                  <c:v>41508</c:v>
                </c:pt>
                <c:pt idx="2862">
                  <c:v>41509</c:v>
                </c:pt>
                <c:pt idx="2863">
                  <c:v>41512</c:v>
                </c:pt>
                <c:pt idx="2864">
                  <c:v>41513</c:v>
                </c:pt>
                <c:pt idx="2865">
                  <c:v>41514</c:v>
                </c:pt>
                <c:pt idx="2866">
                  <c:v>41515</c:v>
                </c:pt>
                <c:pt idx="2867">
                  <c:v>41516</c:v>
                </c:pt>
                <c:pt idx="2868">
                  <c:v>41519</c:v>
                </c:pt>
                <c:pt idx="2869">
                  <c:v>41520</c:v>
                </c:pt>
                <c:pt idx="2870">
                  <c:v>41521</c:v>
                </c:pt>
                <c:pt idx="2871">
                  <c:v>41522</c:v>
                </c:pt>
                <c:pt idx="2872">
                  <c:v>41523</c:v>
                </c:pt>
                <c:pt idx="2873">
                  <c:v>41526</c:v>
                </c:pt>
                <c:pt idx="2874">
                  <c:v>41527</c:v>
                </c:pt>
                <c:pt idx="2875">
                  <c:v>41528</c:v>
                </c:pt>
                <c:pt idx="2876">
                  <c:v>41529</c:v>
                </c:pt>
                <c:pt idx="2877">
                  <c:v>41530</c:v>
                </c:pt>
                <c:pt idx="2878">
                  <c:v>41533</c:v>
                </c:pt>
                <c:pt idx="2879">
                  <c:v>41534</c:v>
                </c:pt>
                <c:pt idx="2880">
                  <c:v>41535</c:v>
                </c:pt>
                <c:pt idx="2881">
                  <c:v>41536</c:v>
                </c:pt>
                <c:pt idx="2882">
                  <c:v>41537</c:v>
                </c:pt>
                <c:pt idx="2883">
                  <c:v>41540</c:v>
                </c:pt>
                <c:pt idx="2884">
                  <c:v>41541</c:v>
                </c:pt>
                <c:pt idx="2885">
                  <c:v>41542</c:v>
                </c:pt>
                <c:pt idx="2886">
                  <c:v>41543</c:v>
                </c:pt>
                <c:pt idx="2887">
                  <c:v>41544</c:v>
                </c:pt>
                <c:pt idx="2888">
                  <c:v>41547</c:v>
                </c:pt>
                <c:pt idx="2889">
                  <c:v>41548</c:v>
                </c:pt>
                <c:pt idx="2890">
                  <c:v>41549</c:v>
                </c:pt>
                <c:pt idx="2891">
                  <c:v>41550</c:v>
                </c:pt>
                <c:pt idx="2892">
                  <c:v>41551</c:v>
                </c:pt>
                <c:pt idx="2893">
                  <c:v>41554</c:v>
                </c:pt>
                <c:pt idx="2894">
                  <c:v>41555</c:v>
                </c:pt>
                <c:pt idx="2895">
                  <c:v>41556</c:v>
                </c:pt>
                <c:pt idx="2896">
                  <c:v>41557</c:v>
                </c:pt>
                <c:pt idx="2897">
                  <c:v>41558</c:v>
                </c:pt>
                <c:pt idx="2898">
                  <c:v>41561</c:v>
                </c:pt>
                <c:pt idx="2899">
                  <c:v>41562</c:v>
                </c:pt>
                <c:pt idx="2900">
                  <c:v>41563</c:v>
                </c:pt>
                <c:pt idx="2901">
                  <c:v>41564</c:v>
                </c:pt>
                <c:pt idx="2902">
                  <c:v>41565</c:v>
                </c:pt>
                <c:pt idx="2903">
                  <c:v>41568</c:v>
                </c:pt>
                <c:pt idx="2904">
                  <c:v>41569</c:v>
                </c:pt>
                <c:pt idx="2905">
                  <c:v>41570</c:v>
                </c:pt>
                <c:pt idx="2906">
                  <c:v>41571</c:v>
                </c:pt>
                <c:pt idx="2907">
                  <c:v>41572</c:v>
                </c:pt>
                <c:pt idx="2908">
                  <c:v>41575</c:v>
                </c:pt>
                <c:pt idx="2909">
                  <c:v>41576</c:v>
                </c:pt>
                <c:pt idx="2910">
                  <c:v>41577</c:v>
                </c:pt>
                <c:pt idx="2911">
                  <c:v>41578</c:v>
                </c:pt>
                <c:pt idx="2912">
                  <c:v>41579</c:v>
                </c:pt>
                <c:pt idx="2913">
                  <c:v>41582</c:v>
                </c:pt>
                <c:pt idx="2914">
                  <c:v>41583</c:v>
                </c:pt>
                <c:pt idx="2915">
                  <c:v>41584</c:v>
                </c:pt>
                <c:pt idx="2916">
                  <c:v>41585</c:v>
                </c:pt>
                <c:pt idx="2917">
                  <c:v>41586</c:v>
                </c:pt>
                <c:pt idx="2918">
                  <c:v>41589</c:v>
                </c:pt>
                <c:pt idx="2919">
                  <c:v>41590</c:v>
                </c:pt>
                <c:pt idx="2920">
                  <c:v>41591</c:v>
                </c:pt>
                <c:pt idx="2921">
                  <c:v>41592</c:v>
                </c:pt>
                <c:pt idx="2922">
                  <c:v>41596</c:v>
                </c:pt>
                <c:pt idx="2923">
                  <c:v>41597</c:v>
                </c:pt>
                <c:pt idx="2924">
                  <c:v>41599</c:v>
                </c:pt>
                <c:pt idx="2925">
                  <c:v>41600</c:v>
                </c:pt>
                <c:pt idx="2926">
                  <c:v>41603</c:v>
                </c:pt>
                <c:pt idx="2927">
                  <c:v>41604</c:v>
                </c:pt>
                <c:pt idx="2928">
                  <c:v>41605</c:v>
                </c:pt>
                <c:pt idx="2929">
                  <c:v>41606</c:v>
                </c:pt>
                <c:pt idx="2930">
                  <c:v>41607</c:v>
                </c:pt>
                <c:pt idx="2931">
                  <c:v>41610</c:v>
                </c:pt>
                <c:pt idx="2932">
                  <c:v>41611</c:v>
                </c:pt>
                <c:pt idx="2933">
                  <c:v>41612</c:v>
                </c:pt>
                <c:pt idx="2934">
                  <c:v>41613</c:v>
                </c:pt>
                <c:pt idx="2935">
                  <c:v>41614</c:v>
                </c:pt>
                <c:pt idx="2936">
                  <c:v>41617</c:v>
                </c:pt>
                <c:pt idx="2937">
                  <c:v>41618</c:v>
                </c:pt>
                <c:pt idx="2938">
                  <c:v>41619</c:v>
                </c:pt>
                <c:pt idx="2939">
                  <c:v>41620</c:v>
                </c:pt>
                <c:pt idx="2940">
                  <c:v>41621</c:v>
                </c:pt>
                <c:pt idx="2941">
                  <c:v>41624</c:v>
                </c:pt>
                <c:pt idx="2942">
                  <c:v>41625</c:v>
                </c:pt>
                <c:pt idx="2943">
                  <c:v>41626</c:v>
                </c:pt>
                <c:pt idx="2944">
                  <c:v>41627</c:v>
                </c:pt>
                <c:pt idx="2945">
                  <c:v>41628</c:v>
                </c:pt>
                <c:pt idx="2946">
                  <c:v>41631</c:v>
                </c:pt>
                <c:pt idx="2947">
                  <c:v>41634</c:v>
                </c:pt>
                <c:pt idx="2948">
                  <c:v>41635</c:v>
                </c:pt>
                <c:pt idx="2949">
                  <c:v>41638</c:v>
                </c:pt>
                <c:pt idx="2950">
                  <c:v>41641</c:v>
                </c:pt>
                <c:pt idx="2951">
                  <c:v>41642</c:v>
                </c:pt>
                <c:pt idx="2952">
                  <c:v>41645</c:v>
                </c:pt>
                <c:pt idx="2953">
                  <c:v>41646</c:v>
                </c:pt>
                <c:pt idx="2954">
                  <c:v>41647</c:v>
                </c:pt>
                <c:pt idx="2955">
                  <c:v>41648</c:v>
                </c:pt>
                <c:pt idx="2956">
                  <c:v>41649</c:v>
                </c:pt>
                <c:pt idx="2957">
                  <c:v>41652</c:v>
                </c:pt>
                <c:pt idx="2958">
                  <c:v>41653</c:v>
                </c:pt>
                <c:pt idx="2959">
                  <c:v>41654</c:v>
                </c:pt>
                <c:pt idx="2960">
                  <c:v>41655</c:v>
                </c:pt>
                <c:pt idx="2961">
                  <c:v>41656</c:v>
                </c:pt>
                <c:pt idx="2962">
                  <c:v>41659</c:v>
                </c:pt>
                <c:pt idx="2963">
                  <c:v>41660</c:v>
                </c:pt>
                <c:pt idx="2964">
                  <c:v>41661</c:v>
                </c:pt>
                <c:pt idx="2965">
                  <c:v>41662</c:v>
                </c:pt>
                <c:pt idx="2966">
                  <c:v>41663</c:v>
                </c:pt>
                <c:pt idx="2967">
                  <c:v>41666</c:v>
                </c:pt>
                <c:pt idx="2968">
                  <c:v>41667</c:v>
                </c:pt>
                <c:pt idx="2969">
                  <c:v>41668</c:v>
                </c:pt>
                <c:pt idx="2970">
                  <c:v>41669</c:v>
                </c:pt>
                <c:pt idx="2971">
                  <c:v>41670</c:v>
                </c:pt>
                <c:pt idx="2972">
                  <c:v>41673</c:v>
                </c:pt>
                <c:pt idx="2973">
                  <c:v>41674</c:v>
                </c:pt>
                <c:pt idx="2974">
                  <c:v>41675</c:v>
                </c:pt>
                <c:pt idx="2975">
                  <c:v>41676</c:v>
                </c:pt>
                <c:pt idx="2976">
                  <c:v>41677</c:v>
                </c:pt>
                <c:pt idx="2977">
                  <c:v>41680</c:v>
                </c:pt>
                <c:pt idx="2978">
                  <c:v>41681</c:v>
                </c:pt>
                <c:pt idx="2979">
                  <c:v>41682</c:v>
                </c:pt>
                <c:pt idx="2980">
                  <c:v>41683</c:v>
                </c:pt>
                <c:pt idx="2981">
                  <c:v>41684</c:v>
                </c:pt>
                <c:pt idx="2982">
                  <c:v>41687</c:v>
                </c:pt>
                <c:pt idx="2983">
                  <c:v>41688</c:v>
                </c:pt>
                <c:pt idx="2984">
                  <c:v>41689</c:v>
                </c:pt>
                <c:pt idx="2985">
                  <c:v>41690</c:v>
                </c:pt>
                <c:pt idx="2986">
                  <c:v>41691</c:v>
                </c:pt>
                <c:pt idx="2987">
                  <c:v>41694</c:v>
                </c:pt>
                <c:pt idx="2988">
                  <c:v>41695</c:v>
                </c:pt>
                <c:pt idx="2989">
                  <c:v>41696</c:v>
                </c:pt>
                <c:pt idx="2990">
                  <c:v>41697</c:v>
                </c:pt>
                <c:pt idx="2991">
                  <c:v>41698</c:v>
                </c:pt>
                <c:pt idx="2992">
                  <c:v>41703</c:v>
                </c:pt>
                <c:pt idx="2993">
                  <c:v>41704</c:v>
                </c:pt>
                <c:pt idx="2994">
                  <c:v>41705</c:v>
                </c:pt>
                <c:pt idx="2995">
                  <c:v>41708</c:v>
                </c:pt>
                <c:pt idx="2996">
                  <c:v>41709</c:v>
                </c:pt>
                <c:pt idx="2997">
                  <c:v>41710</c:v>
                </c:pt>
                <c:pt idx="2998">
                  <c:v>41711</c:v>
                </c:pt>
                <c:pt idx="2999">
                  <c:v>41712</c:v>
                </c:pt>
                <c:pt idx="3000">
                  <c:v>41715</c:v>
                </c:pt>
                <c:pt idx="3001">
                  <c:v>41716</c:v>
                </c:pt>
                <c:pt idx="3002">
                  <c:v>41717</c:v>
                </c:pt>
                <c:pt idx="3003">
                  <c:v>41718</c:v>
                </c:pt>
                <c:pt idx="3004">
                  <c:v>41719</c:v>
                </c:pt>
                <c:pt idx="3005">
                  <c:v>41722</c:v>
                </c:pt>
                <c:pt idx="3006">
                  <c:v>41723</c:v>
                </c:pt>
                <c:pt idx="3007">
                  <c:v>41724</c:v>
                </c:pt>
                <c:pt idx="3008">
                  <c:v>41725</c:v>
                </c:pt>
                <c:pt idx="3009">
                  <c:v>41726</c:v>
                </c:pt>
                <c:pt idx="3010">
                  <c:v>41729</c:v>
                </c:pt>
                <c:pt idx="3011">
                  <c:v>41730</c:v>
                </c:pt>
                <c:pt idx="3012">
                  <c:v>41731</c:v>
                </c:pt>
                <c:pt idx="3013">
                  <c:v>41732</c:v>
                </c:pt>
                <c:pt idx="3014">
                  <c:v>41733</c:v>
                </c:pt>
                <c:pt idx="3015">
                  <c:v>41736</c:v>
                </c:pt>
                <c:pt idx="3016">
                  <c:v>41737</c:v>
                </c:pt>
                <c:pt idx="3017">
                  <c:v>41738</c:v>
                </c:pt>
                <c:pt idx="3018">
                  <c:v>41739</c:v>
                </c:pt>
                <c:pt idx="3019">
                  <c:v>41740</c:v>
                </c:pt>
                <c:pt idx="3020">
                  <c:v>41743</c:v>
                </c:pt>
                <c:pt idx="3021">
                  <c:v>41744</c:v>
                </c:pt>
                <c:pt idx="3022">
                  <c:v>41745</c:v>
                </c:pt>
                <c:pt idx="3023">
                  <c:v>41746</c:v>
                </c:pt>
                <c:pt idx="3024">
                  <c:v>41751</c:v>
                </c:pt>
                <c:pt idx="3025">
                  <c:v>41752</c:v>
                </c:pt>
                <c:pt idx="3026">
                  <c:v>41753</c:v>
                </c:pt>
                <c:pt idx="3027">
                  <c:v>41754</c:v>
                </c:pt>
                <c:pt idx="3028">
                  <c:v>41757</c:v>
                </c:pt>
                <c:pt idx="3029">
                  <c:v>41758</c:v>
                </c:pt>
                <c:pt idx="3030">
                  <c:v>41759</c:v>
                </c:pt>
                <c:pt idx="3031">
                  <c:v>41761</c:v>
                </c:pt>
                <c:pt idx="3032">
                  <c:v>41764</c:v>
                </c:pt>
                <c:pt idx="3033">
                  <c:v>41765</c:v>
                </c:pt>
                <c:pt idx="3034">
                  <c:v>41766</c:v>
                </c:pt>
                <c:pt idx="3035">
                  <c:v>41767</c:v>
                </c:pt>
                <c:pt idx="3036">
                  <c:v>41768</c:v>
                </c:pt>
                <c:pt idx="3037">
                  <c:v>41771</c:v>
                </c:pt>
                <c:pt idx="3038">
                  <c:v>41772</c:v>
                </c:pt>
                <c:pt idx="3039">
                  <c:v>41773</c:v>
                </c:pt>
                <c:pt idx="3040">
                  <c:v>41774</c:v>
                </c:pt>
                <c:pt idx="3041">
                  <c:v>41775</c:v>
                </c:pt>
                <c:pt idx="3042">
                  <c:v>41778</c:v>
                </c:pt>
                <c:pt idx="3043">
                  <c:v>41779</c:v>
                </c:pt>
                <c:pt idx="3044">
                  <c:v>41780</c:v>
                </c:pt>
                <c:pt idx="3045">
                  <c:v>41781</c:v>
                </c:pt>
                <c:pt idx="3046">
                  <c:v>41782</c:v>
                </c:pt>
                <c:pt idx="3047">
                  <c:v>41785</c:v>
                </c:pt>
                <c:pt idx="3048">
                  <c:v>41786</c:v>
                </c:pt>
                <c:pt idx="3049">
                  <c:v>41787</c:v>
                </c:pt>
                <c:pt idx="3050">
                  <c:v>41788</c:v>
                </c:pt>
                <c:pt idx="3051">
                  <c:v>41789</c:v>
                </c:pt>
                <c:pt idx="3052">
                  <c:v>41792</c:v>
                </c:pt>
                <c:pt idx="3053">
                  <c:v>41793</c:v>
                </c:pt>
                <c:pt idx="3054">
                  <c:v>41794</c:v>
                </c:pt>
                <c:pt idx="3055">
                  <c:v>41795</c:v>
                </c:pt>
                <c:pt idx="3056">
                  <c:v>41796</c:v>
                </c:pt>
                <c:pt idx="3057">
                  <c:v>41799</c:v>
                </c:pt>
                <c:pt idx="3058">
                  <c:v>41800</c:v>
                </c:pt>
                <c:pt idx="3059">
                  <c:v>41801</c:v>
                </c:pt>
                <c:pt idx="3060">
                  <c:v>41803</c:v>
                </c:pt>
                <c:pt idx="3061">
                  <c:v>41806</c:v>
                </c:pt>
                <c:pt idx="3062">
                  <c:v>41807</c:v>
                </c:pt>
                <c:pt idx="3063">
                  <c:v>41808</c:v>
                </c:pt>
                <c:pt idx="3064">
                  <c:v>41810</c:v>
                </c:pt>
                <c:pt idx="3065">
                  <c:v>41813</c:v>
                </c:pt>
                <c:pt idx="3066">
                  <c:v>41814</c:v>
                </c:pt>
                <c:pt idx="3067">
                  <c:v>41815</c:v>
                </c:pt>
                <c:pt idx="3068">
                  <c:v>41816</c:v>
                </c:pt>
                <c:pt idx="3069">
                  <c:v>41817</c:v>
                </c:pt>
                <c:pt idx="3070">
                  <c:v>41820</c:v>
                </c:pt>
                <c:pt idx="3071">
                  <c:v>41821</c:v>
                </c:pt>
                <c:pt idx="3072">
                  <c:v>41822</c:v>
                </c:pt>
                <c:pt idx="3073">
                  <c:v>41823</c:v>
                </c:pt>
                <c:pt idx="3074">
                  <c:v>41824</c:v>
                </c:pt>
                <c:pt idx="3075">
                  <c:v>41827</c:v>
                </c:pt>
                <c:pt idx="3076">
                  <c:v>41828</c:v>
                </c:pt>
                <c:pt idx="3077">
                  <c:v>41830</c:v>
                </c:pt>
                <c:pt idx="3078">
                  <c:v>41831</c:v>
                </c:pt>
                <c:pt idx="3079">
                  <c:v>41834</c:v>
                </c:pt>
                <c:pt idx="3080">
                  <c:v>41835</c:v>
                </c:pt>
                <c:pt idx="3081">
                  <c:v>41836</c:v>
                </c:pt>
                <c:pt idx="3082">
                  <c:v>41837</c:v>
                </c:pt>
                <c:pt idx="3083">
                  <c:v>41838</c:v>
                </c:pt>
                <c:pt idx="3084">
                  <c:v>41841</c:v>
                </c:pt>
                <c:pt idx="3085">
                  <c:v>41842</c:v>
                </c:pt>
                <c:pt idx="3086">
                  <c:v>41843</c:v>
                </c:pt>
                <c:pt idx="3087">
                  <c:v>41844</c:v>
                </c:pt>
                <c:pt idx="3088">
                  <c:v>41845</c:v>
                </c:pt>
                <c:pt idx="3089">
                  <c:v>41848</c:v>
                </c:pt>
                <c:pt idx="3090">
                  <c:v>41849</c:v>
                </c:pt>
                <c:pt idx="3091">
                  <c:v>41850</c:v>
                </c:pt>
                <c:pt idx="3092">
                  <c:v>41851</c:v>
                </c:pt>
                <c:pt idx="3093">
                  <c:v>41852</c:v>
                </c:pt>
                <c:pt idx="3094">
                  <c:v>41855</c:v>
                </c:pt>
                <c:pt idx="3095">
                  <c:v>41856</c:v>
                </c:pt>
                <c:pt idx="3096">
                  <c:v>41857</c:v>
                </c:pt>
                <c:pt idx="3097">
                  <c:v>41858</c:v>
                </c:pt>
                <c:pt idx="3098">
                  <c:v>41859</c:v>
                </c:pt>
                <c:pt idx="3099">
                  <c:v>41862</c:v>
                </c:pt>
                <c:pt idx="3100">
                  <c:v>41863</c:v>
                </c:pt>
                <c:pt idx="3101">
                  <c:v>41864</c:v>
                </c:pt>
                <c:pt idx="3102">
                  <c:v>41865</c:v>
                </c:pt>
                <c:pt idx="3103">
                  <c:v>41866</c:v>
                </c:pt>
                <c:pt idx="3104">
                  <c:v>41869</c:v>
                </c:pt>
                <c:pt idx="3105">
                  <c:v>41870</c:v>
                </c:pt>
                <c:pt idx="3106">
                  <c:v>41871</c:v>
                </c:pt>
                <c:pt idx="3107">
                  <c:v>41872</c:v>
                </c:pt>
                <c:pt idx="3108">
                  <c:v>41873</c:v>
                </c:pt>
                <c:pt idx="3109">
                  <c:v>41876</c:v>
                </c:pt>
                <c:pt idx="3110">
                  <c:v>41877</c:v>
                </c:pt>
                <c:pt idx="3111">
                  <c:v>41878</c:v>
                </c:pt>
                <c:pt idx="3112">
                  <c:v>41879</c:v>
                </c:pt>
                <c:pt idx="3113">
                  <c:v>41880</c:v>
                </c:pt>
                <c:pt idx="3114">
                  <c:v>41883</c:v>
                </c:pt>
                <c:pt idx="3115">
                  <c:v>41884</c:v>
                </c:pt>
                <c:pt idx="3116">
                  <c:v>41885</c:v>
                </c:pt>
                <c:pt idx="3117">
                  <c:v>41886</c:v>
                </c:pt>
                <c:pt idx="3118">
                  <c:v>41887</c:v>
                </c:pt>
                <c:pt idx="3119">
                  <c:v>41890</c:v>
                </c:pt>
                <c:pt idx="3120">
                  <c:v>41891</c:v>
                </c:pt>
                <c:pt idx="3121">
                  <c:v>41892</c:v>
                </c:pt>
                <c:pt idx="3122">
                  <c:v>41893</c:v>
                </c:pt>
                <c:pt idx="3123">
                  <c:v>41894</c:v>
                </c:pt>
                <c:pt idx="3124">
                  <c:v>41897</c:v>
                </c:pt>
                <c:pt idx="3125">
                  <c:v>41898</c:v>
                </c:pt>
                <c:pt idx="3126">
                  <c:v>41899</c:v>
                </c:pt>
                <c:pt idx="3127">
                  <c:v>41900</c:v>
                </c:pt>
                <c:pt idx="3128">
                  <c:v>41901</c:v>
                </c:pt>
                <c:pt idx="3129">
                  <c:v>41904</c:v>
                </c:pt>
                <c:pt idx="3130">
                  <c:v>41905</c:v>
                </c:pt>
                <c:pt idx="3131">
                  <c:v>41906</c:v>
                </c:pt>
                <c:pt idx="3132">
                  <c:v>41907</c:v>
                </c:pt>
                <c:pt idx="3133">
                  <c:v>41908</c:v>
                </c:pt>
                <c:pt idx="3134">
                  <c:v>41911</c:v>
                </c:pt>
                <c:pt idx="3135">
                  <c:v>41912</c:v>
                </c:pt>
                <c:pt idx="3136">
                  <c:v>41913</c:v>
                </c:pt>
                <c:pt idx="3137">
                  <c:v>41914</c:v>
                </c:pt>
                <c:pt idx="3138">
                  <c:v>41915</c:v>
                </c:pt>
                <c:pt idx="3139">
                  <c:v>41918</c:v>
                </c:pt>
                <c:pt idx="3140">
                  <c:v>41919</c:v>
                </c:pt>
                <c:pt idx="3141">
                  <c:v>41920</c:v>
                </c:pt>
                <c:pt idx="3142">
                  <c:v>41921</c:v>
                </c:pt>
                <c:pt idx="3143">
                  <c:v>41922</c:v>
                </c:pt>
                <c:pt idx="3144">
                  <c:v>41925</c:v>
                </c:pt>
                <c:pt idx="3145">
                  <c:v>41926</c:v>
                </c:pt>
                <c:pt idx="3146">
                  <c:v>41927</c:v>
                </c:pt>
                <c:pt idx="3147">
                  <c:v>41928</c:v>
                </c:pt>
                <c:pt idx="3148">
                  <c:v>41929</c:v>
                </c:pt>
                <c:pt idx="3149">
                  <c:v>41932</c:v>
                </c:pt>
                <c:pt idx="3150">
                  <c:v>41933</c:v>
                </c:pt>
                <c:pt idx="3151">
                  <c:v>41934</c:v>
                </c:pt>
                <c:pt idx="3152">
                  <c:v>41935</c:v>
                </c:pt>
                <c:pt idx="3153">
                  <c:v>41936</c:v>
                </c:pt>
                <c:pt idx="3154">
                  <c:v>41939</c:v>
                </c:pt>
                <c:pt idx="3155">
                  <c:v>41940</c:v>
                </c:pt>
                <c:pt idx="3156">
                  <c:v>41941</c:v>
                </c:pt>
                <c:pt idx="3157">
                  <c:v>41942</c:v>
                </c:pt>
                <c:pt idx="3158">
                  <c:v>41943</c:v>
                </c:pt>
                <c:pt idx="3159">
                  <c:v>41946</c:v>
                </c:pt>
                <c:pt idx="3160">
                  <c:v>41947</c:v>
                </c:pt>
                <c:pt idx="3161">
                  <c:v>41948</c:v>
                </c:pt>
                <c:pt idx="3162">
                  <c:v>41949</c:v>
                </c:pt>
                <c:pt idx="3163">
                  <c:v>41950</c:v>
                </c:pt>
                <c:pt idx="3164">
                  <c:v>41953</c:v>
                </c:pt>
                <c:pt idx="3165">
                  <c:v>41954</c:v>
                </c:pt>
                <c:pt idx="3166">
                  <c:v>41955</c:v>
                </c:pt>
                <c:pt idx="3167">
                  <c:v>41956</c:v>
                </c:pt>
                <c:pt idx="3168">
                  <c:v>41957</c:v>
                </c:pt>
                <c:pt idx="3169">
                  <c:v>41960</c:v>
                </c:pt>
                <c:pt idx="3170">
                  <c:v>41961</c:v>
                </c:pt>
                <c:pt idx="3171">
                  <c:v>41962</c:v>
                </c:pt>
                <c:pt idx="3172">
                  <c:v>41964</c:v>
                </c:pt>
                <c:pt idx="3173">
                  <c:v>41967</c:v>
                </c:pt>
                <c:pt idx="3174">
                  <c:v>41968</c:v>
                </c:pt>
                <c:pt idx="3175">
                  <c:v>41969</c:v>
                </c:pt>
                <c:pt idx="3176">
                  <c:v>41970</c:v>
                </c:pt>
                <c:pt idx="3177">
                  <c:v>41971</c:v>
                </c:pt>
                <c:pt idx="3178">
                  <c:v>41974</c:v>
                </c:pt>
                <c:pt idx="3179">
                  <c:v>41975</c:v>
                </c:pt>
                <c:pt idx="3180">
                  <c:v>41976</c:v>
                </c:pt>
                <c:pt idx="3181">
                  <c:v>41977</c:v>
                </c:pt>
                <c:pt idx="3182">
                  <c:v>41978</c:v>
                </c:pt>
                <c:pt idx="3183">
                  <c:v>41981</c:v>
                </c:pt>
                <c:pt idx="3184">
                  <c:v>41982</c:v>
                </c:pt>
                <c:pt idx="3185">
                  <c:v>41983</c:v>
                </c:pt>
                <c:pt idx="3186">
                  <c:v>41984</c:v>
                </c:pt>
                <c:pt idx="3187">
                  <c:v>41985</c:v>
                </c:pt>
                <c:pt idx="3188">
                  <c:v>41988</c:v>
                </c:pt>
                <c:pt idx="3189">
                  <c:v>41989</c:v>
                </c:pt>
                <c:pt idx="3190">
                  <c:v>41990</c:v>
                </c:pt>
                <c:pt idx="3191">
                  <c:v>41991</c:v>
                </c:pt>
                <c:pt idx="3192">
                  <c:v>41992</c:v>
                </c:pt>
                <c:pt idx="3193">
                  <c:v>41995</c:v>
                </c:pt>
                <c:pt idx="3194">
                  <c:v>41996</c:v>
                </c:pt>
                <c:pt idx="3195">
                  <c:v>41999</c:v>
                </c:pt>
                <c:pt idx="3196">
                  <c:v>42002</c:v>
                </c:pt>
                <c:pt idx="3197">
                  <c:v>42003</c:v>
                </c:pt>
                <c:pt idx="3198">
                  <c:v>42006</c:v>
                </c:pt>
                <c:pt idx="3199">
                  <c:v>42009</c:v>
                </c:pt>
                <c:pt idx="3200">
                  <c:v>42010</c:v>
                </c:pt>
                <c:pt idx="3201">
                  <c:v>42011</c:v>
                </c:pt>
                <c:pt idx="3202">
                  <c:v>42012</c:v>
                </c:pt>
                <c:pt idx="3203">
                  <c:v>42013</c:v>
                </c:pt>
                <c:pt idx="3204">
                  <c:v>42016</c:v>
                </c:pt>
                <c:pt idx="3205">
                  <c:v>42017</c:v>
                </c:pt>
                <c:pt idx="3206">
                  <c:v>42018</c:v>
                </c:pt>
                <c:pt idx="3207">
                  <c:v>42019</c:v>
                </c:pt>
                <c:pt idx="3208">
                  <c:v>42020</c:v>
                </c:pt>
                <c:pt idx="3209">
                  <c:v>42023</c:v>
                </c:pt>
                <c:pt idx="3210">
                  <c:v>42024</c:v>
                </c:pt>
                <c:pt idx="3211">
                  <c:v>42025</c:v>
                </c:pt>
                <c:pt idx="3212">
                  <c:v>42026</c:v>
                </c:pt>
                <c:pt idx="3213">
                  <c:v>42027</c:v>
                </c:pt>
                <c:pt idx="3214">
                  <c:v>42030</c:v>
                </c:pt>
                <c:pt idx="3215">
                  <c:v>42031</c:v>
                </c:pt>
                <c:pt idx="3216">
                  <c:v>42032</c:v>
                </c:pt>
                <c:pt idx="3217">
                  <c:v>42033</c:v>
                </c:pt>
                <c:pt idx="3218">
                  <c:v>42034</c:v>
                </c:pt>
                <c:pt idx="3219">
                  <c:v>42037</c:v>
                </c:pt>
                <c:pt idx="3220">
                  <c:v>42038</c:v>
                </c:pt>
                <c:pt idx="3221">
                  <c:v>42039</c:v>
                </c:pt>
                <c:pt idx="3222">
                  <c:v>42040</c:v>
                </c:pt>
                <c:pt idx="3223">
                  <c:v>42041</c:v>
                </c:pt>
                <c:pt idx="3224">
                  <c:v>42044</c:v>
                </c:pt>
                <c:pt idx="3225">
                  <c:v>42045</c:v>
                </c:pt>
                <c:pt idx="3226">
                  <c:v>42046</c:v>
                </c:pt>
                <c:pt idx="3227">
                  <c:v>42047</c:v>
                </c:pt>
                <c:pt idx="3228">
                  <c:v>42048</c:v>
                </c:pt>
                <c:pt idx="3229">
                  <c:v>42053</c:v>
                </c:pt>
                <c:pt idx="3230">
                  <c:v>42054</c:v>
                </c:pt>
                <c:pt idx="3231">
                  <c:v>42055</c:v>
                </c:pt>
                <c:pt idx="3232">
                  <c:v>42058</c:v>
                </c:pt>
                <c:pt idx="3233">
                  <c:v>42059</c:v>
                </c:pt>
                <c:pt idx="3234">
                  <c:v>42060</c:v>
                </c:pt>
                <c:pt idx="3235">
                  <c:v>42061</c:v>
                </c:pt>
                <c:pt idx="3236">
                  <c:v>42062</c:v>
                </c:pt>
                <c:pt idx="3237">
                  <c:v>42065</c:v>
                </c:pt>
                <c:pt idx="3238">
                  <c:v>42066</c:v>
                </c:pt>
                <c:pt idx="3239">
                  <c:v>42067</c:v>
                </c:pt>
                <c:pt idx="3240">
                  <c:v>42068</c:v>
                </c:pt>
                <c:pt idx="3241">
                  <c:v>42069</c:v>
                </c:pt>
                <c:pt idx="3242">
                  <c:v>42072</c:v>
                </c:pt>
                <c:pt idx="3243">
                  <c:v>42073</c:v>
                </c:pt>
                <c:pt idx="3244">
                  <c:v>42074</c:v>
                </c:pt>
                <c:pt idx="3245">
                  <c:v>42075</c:v>
                </c:pt>
                <c:pt idx="3246">
                  <c:v>42076</c:v>
                </c:pt>
                <c:pt idx="3247">
                  <c:v>42079</c:v>
                </c:pt>
                <c:pt idx="3248">
                  <c:v>42080</c:v>
                </c:pt>
                <c:pt idx="3249">
                  <c:v>42081</c:v>
                </c:pt>
                <c:pt idx="3250">
                  <c:v>42082</c:v>
                </c:pt>
                <c:pt idx="3251">
                  <c:v>42083</c:v>
                </c:pt>
                <c:pt idx="3252">
                  <c:v>42086</c:v>
                </c:pt>
                <c:pt idx="3253">
                  <c:v>42087</c:v>
                </c:pt>
                <c:pt idx="3254">
                  <c:v>42088</c:v>
                </c:pt>
                <c:pt idx="3255">
                  <c:v>42089</c:v>
                </c:pt>
                <c:pt idx="3256">
                  <c:v>42090</c:v>
                </c:pt>
                <c:pt idx="3257">
                  <c:v>42093</c:v>
                </c:pt>
                <c:pt idx="3258">
                  <c:v>42094</c:v>
                </c:pt>
                <c:pt idx="3259">
                  <c:v>42095</c:v>
                </c:pt>
                <c:pt idx="3260">
                  <c:v>42096</c:v>
                </c:pt>
                <c:pt idx="3261">
                  <c:v>42100</c:v>
                </c:pt>
                <c:pt idx="3262">
                  <c:v>42101</c:v>
                </c:pt>
                <c:pt idx="3263">
                  <c:v>42102</c:v>
                </c:pt>
                <c:pt idx="3264">
                  <c:v>42103</c:v>
                </c:pt>
                <c:pt idx="3265">
                  <c:v>42104</c:v>
                </c:pt>
                <c:pt idx="3266">
                  <c:v>42107</c:v>
                </c:pt>
                <c:pt idx="3267">
                  <c:v>42108</c:v>
                </c:pt>
                <c:pt idx="3268">
                  <c:v>42109</c:v>
                </c:pt>
                <c:pt idx="3269">
                  <c:v>42110</c:v>
                </c:pt>
                <c:pt idx="3270">
                  <c:v>42111</c:v>
                </c:pt>
                <c:pt idx="3271">
                  <c:v>42114</c:v>
                </c:pt>
                <c:pt idx="3272">
                  <c:v>42116</c:v>
                </c:pt>
                <c:pt idx="3273">
                  <c:v>42117</c:v>
                </c:pt>
                <c:pt idx="3274">
                  <c:v>42118</c:v>
                </c:pt>
                <c:pt idx="3275">
                  <c:v>42121</c:v>
                </c:pt>
                <c:pt idx="3276">
                  <c:v>42122</c:v>
                </c:pt>
                <c:pt idx="3277">
                  <c:v>42123</c:v>
                </c:pt>
                <c:pt idx="3278">
                  <c:v>42124</c:v>
                </c:pt>
                <c:pt idx="3279">
                  <c:v>42128</c:v>
                </c:pt>
                <c:pt idx="3280">
                  <c:v>42129</c:v>
                </c:pt>
                <c:pt idx="3281">
                  <c:v>42130</c:v>
                </c:pt>
                <c:pt idx="3282">
                  <c:v>42131</c:v>
                </c:pt>
                <c:pt idx="3283">
                  <c:v>42132</c:v>
                </c:pt>
                <c:pt idx="3284">
                  <c:v>42135</c:v>
                </c:pt>
                <c:pt idx="3285">
                  <c:v>42136</c:v>
                </c:pt>
                <c:pt idx="3286">
                  <c:v>42137</c:v>
                </c:pt>
                <c:pt idx="3287">
                  <c:v>42138</c:v>
                </c:pt>
                <c:pt idx="3288">
                  <c:v>42139</c:v>
                </c:pt>
                <c:pt idx="3289">
                  <c:v>42142</c:v>
                </c:pt>
                <c:pt idx="3290">
                  <c:v>42143</c:v>
                </c:pt>
                <c:pt idx="3291">
                  <c:v>42144</c:v>
                </c:pt>
                <c:pt idx="3292">
                  <c:v>42145</c:v>
                </c:pt>
                <c:pt idx="3293">
                  <c:v>42146</c:v>
                </c:pt>
                <c:pt idx="3294">
                  <c:v>42149</c:v>
                </c:pt>
                <c:pt idx="3295">
                  <c:v>42150</c:v>
                </c:pt>
                <c:pt idx="3296">
                  <c:v>42151</c:v>
                </c:pt>
                <c:pt idx="3297">
                  <c:v>42152</c:v>
                </c:pt>
                <c:pt idx="3298">
                  <c:v>42153</c:v>
                </c:pt>
                <c:pt idx="3299">
                  <c:v>42156</c:v>
                </c:pt>
                <c:pt idx="3300">
                  <c:v>42157</c:v>
                </c:pt>
                <c:pt idx="3301">
                  <c:v>42158</c:v>
                </c:pt>
                <c:pt idx="3302">
                  <c:v>42160</c:v>
                </c:pt>
                <c:pt idx="3303">
                  <c:v>42163</c:v>
                </c:pt>
                <c:pt idx="3304">
                  <c:v>42164</c:v>
                </c:pt>
                <c:pt idx="3305">
                  <c:v>42165</c:v>
                </c:pt>
                <c:pt idx="3306">
                  <c:v>42166</c:v>
                </c:pt>
                <c:pt idx="3307">
                  <c:v>42167</c:v>
                </c:pt>
                <c:pt idx="3308">
                  <c:v>42170</c:v>
                </c:pt>
                <c:pt idx="3309">
                  <c:v>42171</c:v>
                </c:pt>
                <c:pt idx="3310">
                  <c:v>42172</c:v>
                </c:pt>
                <c:pt idx="3311">
                  <c:v>42173</c:v>
                </c:pt>
                <c:pt idx="3312">
                  <c:v>42174</c:v>
                </c:pt>
                <c:pt idx="3313">
                  <c:v>42177</c:v>
                </c:pt>
                <c:pt idx="3314">
                  <c:v>42178</c:v>
                </c:pt>
                <c:pt idx="3315">
                  <c:v>42179</c:v>
                </c:pt>
                <c:pt idx="3316">
                  <c:v>42180</c:v>
                </c:pt>
                <c:pt idx="3317">
                  <c:v>42181</c:v>
                </c:pt>
                <c:pt idx="3318">
                  <c:v>42184</c:v>
                </c:pt>
                <c:pt idx="3319">
                  <c:v>42185</c:v>
                </c:pt>
                <c:pt idx="3320">
                  <c:v>42186</c:v>
                </c:pt>
                <c:pt idx="3321">
                  <c:v>42187</c:v>
                </c:pt>
                <c:pt idx="3322">
                  <c:v>42188</c:v>
                </c:pt>
                <c:pt idx="3323">
                  <c:v>42191</c:v>
                </c:pt>
                <c:pt idx="3324">
                  <c:v>42192</c:v>
                </c:pt>
                <c:pt idx="3325">
                  <c:v>42193</c:v>
                </c:pt>
                <c:pt idx="3326">
                  <c:v>42195</c:v>
                </c:pt>
                <c:pt idx="3327">
                  <c:v>42198</c:v>
                </c:pt>
                <c:pt idx="3328">
                  <c:v>42199</c:v>
                </c:pt>
                <c:pt idx="3329">
                  <c:v>42200</c:v>
                </c:pt>
                <c:pt idx="3330">
                  <c:v>42201</c:v>
                </c:pt>
                <c:pt idx="3331">
                  <c:v>42202</c:v>
                </c:pt>
                <c:pt idx="3332">
                  <c:v>42205</c:v>
                </c:pt>
                <c:pt idx="3333">
                  <c:v>42206</c:v>
                </c:pt>
                <c:pt idx="3334">
                  <c:v>42207</c:v>
                </c:pt>
                <c:pt idx="3335">
                  <c:v>42208</c:v>
                </c:pt>
                <c:pt idx="3336">
                  <c:v>42209</c:v>
                </c:pt>
                <c:pt idx="3337">
                  <c:v>42212</c:v>
                </c:pt>
                <c:pt idx="3338">
                  <c:v>42213</c:v>
                </c:pt>
                <c:pt idx="3339">
                  <c:v>42214</c:v>
                </c:pt>
                <c:pt idx="3340">
                  <c:v>42215</c:v>
                </c:pt>
                <c:pt idx="3341">
                  <c:v>42216</c:v>
                </c:pt>
                <c:pt idx="3342">
                  <c:v>42219</c:v>
                </c:pt>
                <c:pt idx="3343">
                  <c:v>42220</c:v>
                </c:pt>
                <c:pt idx="3344">
                  <c:v>42221</c:v>
                </c:pt>
                <c:pt idx="3345">
                  <c:v>42222</c:v>
                </c:pt>
                <c:pt idx="3346">
                  <c:v>42223</c:v>
                </c:pt>
                <c:pt idx="3347">
                  <c:v>42226</c:v>
                </c:pt>
                <c:pt idx="3348">
                  <c:v>42227</c:v>
                </c:pt>
                <c:pt idx="3349">
                  <c:v>42228</c:v>
                </c:pt>
                <c:pt idx="3350">
                  <c:v>42229</c:v>
                </c:pt>
                <c:pt idx="3351">
                  <c:v>42230</c:v>
                </c:pt>
                <c:pt idx="3352">
                  <c:v>42233</c:v>
                </c:pt>
                <c:pt idx="3353">
                  <c:v>42234</c:v>
                </c:pt>
                <c:pt idx="3354">
                  <c:v>42235</c:v>
                </c:pt>
                <c:pt idx="3355">
                  <c:v>42236</c:v>
                </c:pt>
                <c:pt idx="3356">
                  <c:v>42237</c:v>
                </c:pt>
                <c:pt idx="3357">
                  <c:v>42240</c:v>
                </c:pt>
                <c:pt idx="3358">
                  <c:v>42241</c:v>
                </c:pt>
                <c:pt idx="3359">
                  <c:v>42242</c:v>
                </c:pt>
                <c:pt idx="3360">
                  <c:v>42243</c:v>
                </c:pt>
                <c:pt idx="3361">
                  <c:v>42244</c:v>
                </c:pt>
                <c:pt idx="3362">
                  <c:v>42247</c:v>
                </c:pt>
                <c:pt idx="3363">
                  <c:v>42248</c:v>
                </c:pt>
                <c:pt idx="3364">
                  <c:v>42249</c:v>
                </c:pt>
                <c:pt idx="3365">
                  <c:v>42250</c:v>
                </c:pt>
                <c:pt idx="3366">
                  <c:v>42251</c:v>
                </c:pt>
                <c:pt idx="3367">
                  <c:v>42255</c:v>
                </c:pt>
                <c:pt idx="3368">
                  <c:v>42256</c:v>
                </c:pt>
                <c:pt idx="3369">
                  <c:v>42257</c:v>
                </c:pt>
                <c:pt idx="3370">
                  <c:v>42258</c:v>
                </c:pt>
                <c:pt idx="3371">
                  <c:v>42261</c:v>
                </c:pt>
                <c:pt idx="3372">
                  <c:v>42262</c:v>
                </c:pt>
                <c:pt idx="3373">
                  <c:v>42263</c:v>
                </c:pt>
                <c:pt idx="3374">
                  <c:v>42264</c:v>
                </c:pt>
                <c:pt idx="3375">
                  <c:v>42265</c:v>
                </c:pt>
                <c:pt idx="3376">
                  <c:v>42268</c:v>
                </c:pt>
                <c:pt idx="3377">
                  <c:v>42269</c:v>
                </c:pt>
                <c:pt idx="3378">
                  <c:v>42270</c:v>
                </c:pt>
                <c:pt idx="3379">
                  <c:v>42271</c:v>
                </c:pt>
                <c:pt idx="3380">
                  <c:v>42272</c:v>
                </c:pt>
                <c:pt idx="3381">
                  <c:v>42275</c:v>
                </c:pt>
                <c:pt idx="3382">
                  <c:v>42276</c:v>
                </c:pt>
                <c:pt idx="3383">
                  <c:v>42277</c:v>
                </c:pt>
                <c:pt idx="3384">
                  <c:v>42278</c:v>
                </c:pt>
                <c:pt idx="3385">
                  <c:v>42279</c:v>
                </c:pt>
                <c:pt idx="3386">
                  <c:v>42282</c:v>
                </c:pt>
                <c:pt idx="3387">
                  <c:v>42283</c:v>
                </c:pt>
                <c:pt idx="3388">
                  <c:v>42284</c:v>
                </c:pt>
                <c:pt idx="3389">
                  <c:v>42285</c:v>
                </c:pt>
                <c:pt idx="3390">
                  <c:v>42286</c:v>
                </c:pt>
                <c:pt idx="3391">
                  <c:v>42290</c:v>
                </c:pt>
                <c:pt idx="3392">
                  <c:v>42291</c:v>
                </c:pt>
                <c:pt idx="3393">
                  <c:v>42292</c:v>
                </c:pt>
                <c:pt idx="3394">
                  <c:v>42293</c:v>
                </c:pt>
                <c:pt idx="3395">
                  <c:v>42296</c:v>
                </c:pt>
                <c:pt idx="3396">
                  <c:v>42297</c:v>
                </c:pt>
                <c:pt idx="3397">
                  <c:v>42298</c:v>
                </c:pt>
                <c:pt idx="3398">
                  <c:v>42299</c:v>
                </c:pt>
                <c:pt idx="3399">
                  <c:v>42300</c:v>
                </c:pt>
                <c:pt idx="3400">
                  <c:v>42303</c:v>
                </c:pt>
                <c:pt idx="3401">
                  <c:v>42304</c:v>
                </c:pt>
                <c:pt idx="3402">
                  <c:v>42305</c:v>
                </c:pt>
                <c:pt idx="3403">
                  <c:v>42306</c:v>
                </c:pt>
                <c:pt idx="3404">
                  <c:v>42307</c:v>
                </c:pt>
                <c:pt idx="3405">
                  <c:v>42311</c:v>
                </c:pt>
                <c:pt idx="3406">
                  <c:v>42312</c:v>
                </c:pt>
                <c:pt idx="3407">
                  <c:v>42313</c:v>
                </c:pt>
                <c:pt idx="3408">
                  <c:v>42314</c:v>
                </c:pt>
                <c:pt idx="3409">
                  <c:v>42317</c:v>
                </c:pt>
                <c:pt idx="3410">
                  <c:v>42318</c:v>
                </c:pt>
                <c:pt idx="3411">
                  <c:v>42319</c:v>
                </c:pt>
                <c:pt idx="3412">
                  <c:v>42320</c:v>
                </c:pt>
                <c:pt idx="3413">
                  <c:v>42321</c:v>
                </c:pt>
                <c:pt idx="3414">
                  <c:v>42324</c:v>
                </c:pt>
                <c:pt idx="3415">
                  <c:v>42325</c:v>
                </c:pt>
                <c:pt idx="3416">
                  <c:v>42326</c:v>
                </c:pt>
                <c:pt idx="3417">
                  <c:v>42327</c:v>
                </c:pt>
                <c:pt idx="3418">
                  <c:v>42331</c:v>
                </c:pt>
                <c:pt idx="3419">
                  <c:v>42332</c:v>
                </c:pt>
                <c:pt idx="3420">
                  <c:v>42333</c:v>
                </c:pt>
                <c:pt idx="3421">
                  <c:v>42334</c:v>
                </c:pt>
                <c:pt idx="3422">
                  <c:v>42335</c:v>
                </c:pt>
                <c:pt idx="3423">
                  <c:v>42338</c:v>
                </c:pt>
                <c:pt idx="3424">
                  <c:v>42339</c:v>
                </c:pt>
                <c:pt idx="3425">
                  <c:v>42340</c:v>
                </c:pt>
                <c:pt idx="3426">
                  <c:v>42341</c:v>
                </c:pt>
                <c:pt idx="3427">
                  <c:v>42342</c:v>
                </c:pt>
                <c:pt idx="3428">
                  <c:v>42345</c:v>
                </c:pt>
                <c:pt idx="3429">
                  <c:v>42346</c:v>
                </c:pt>
                <c:pt idx="3430">
                  <c:v>42347</c:v>
                </c:pt>
                <c:pt idx="3431">
                  <c:v>42348</c:v>
                </c:pt>
                <c:pt idx="3432">
                  <c:v>42349</c:v>
                </c:pt>
                <c:pt idx="3433">
                  <c:v>42352</c:v>
                </c:pt>
                <c:pt idx="3434">
                  <c:v>42353</c:v>
                </c:pt>
                <c:pt idx="3435">
                  <c:v>42354</c:v>
                </c:pt>
                <c:pt idx="3436">
                  <c:v>42355</c:v>
                </c:pt>
                <c:pt idx="3437">
                  <c:v>42356</c:v>
                </c:pt>
                <c:pt idx="3438">
                  <c:v>42359</c:v>
                </c:pt>
                <c:pt idx="3439">
                  <c:v>42360</c:v>
                </c:pt>
                <c:pt idx="3440">
                  <c:v>42361</c:v>
                </c:pt>
                <c:pt idx="3441">
                  <c:v>42366</c:v>
                </c:pt>
                <c:pt idx="3442">
                  <c:v>42367</c:v>
                </c:pt>
                <c:pt idx="3443">
                  <c:v>42368</c:v>
                </c:pt>
                <c:pt idx="3444">
                  <c:v>42373</c:v>
                </c:pt>
                <c:pt idx="3445">
                  <c:v>42374</c:v>
                </c:pt>
                <c:pt idx="3446">
                  <c:v>42375</c:v>
                </c:pt>
                <c:pt idx="3447">
                  <c:v>42376</c:v>
                </c:pt>
                <c:pt idx="3448">
                  <c:v>42377</c:v>
                </c:pt>
                <c:pt idx="3449">
                  <c:v>42380</c:v>
                </c:pt>
                <c:pt idx="3450">
                  <c:v>42381</c:v>
                </c:pt>
                <c:pt idx="3451">
                  <c:v>42382</c:v>
                </c:pt>
                <c:pt idx="3452">
                  <c:v>42383</c:v>
                </c:pt>
                <c:pt idx="3453">
                  <c:v>42384</c:v>
                </c:pt>
                <c:pt idx="3454">
                  <c:v>42387</c:v>
                </c:pt>
                <c:pt idx="3455">
                  <c:v>42388</c:v>
                </c:pt>
                <c:pt idx="3456">
                  <c:v>42389</c:v>
                </c:pt>
                <c:pt idx="3457">
                  <c:v>42390</c:v>
                </c:pt>
                <c:pt idx="3458">
                  <c:v>42391</c:v>
                </c:pt>
                <c:pt idx="3459">
                  <c:v>42395</c:v>
                </c:pt>
                <c:pt idx="3460">
                  <c:v>42396</c:v>
                </c:pt>
                <c:pt idx="3461">
                  <c:v>42397</c:v>
                </c:pt>
                <c:pt idx="3462">
                  <c:v>42398</c:v>
                </c:pt>
                <c:pt idx="3463">
                  <c:v>42401</c:v>
                </c:pt>
                <c:pt idx="3464">
                  <c:v>42402</c:v>
                </c:pt>
                <c:pt idx="3465">
                  <c:v>42403</c:v>
                </c:pt>
                <c:pt idx="3466">
                  <c:v>42404</c:v>
                </c:pt>
                <c:pt idx="3467">
                  <c:v>42405</c:v>
                </c:pt>
                <c:pt idx="3468">
                  <c:v>42410</c:v>
                </c:pt>
                <c:pt idx="3469">
                  <c:v>42411</c:v>
                </c:pt>
                <c:pt idx="3470">
                  <c:v>42412</c:v>
                </c:pt>
                <c:pt idx="3471">
                  <c:v>42415</c:v>
                </c:pt>
                <c:pt idx="3472">
                  <c:v>42416</c:v>
                </c:pt>
                <c:pt idx="3473">
                  <c:v>42417</c:v>
                </c:pt>
                <c:pt idx="3474">
                  <c:v>42418</c:v>
                </c:pt>
                <c:pt idx="3475">
                  <c:v>42419</c:v>
                </c:pt>
                <c:pt idx="3476">
                  <c:v>42422</c:v>
                </c:pt>
                <c:pt idx="3477">
                  <c:v>42423</c:v>
                </c:pt>
                <c:pt idx="3478">
                  <c:v>42424</c:v>
                </c:pt>
                <c:pt idx="3479">
                  <c:v>42425</c:v>
                </c:pt>
                <c:pt idx="3480">
                  <c:v>42426</c:v>
                </c:pt>
                <c:pt idx="3481">
                  <c:v>42429</c:v>
                </c:pt>
                <c:pt idx="3482">
                  <c:v>42430</c:v>
                </c:pt>
                <c:pt idx="3483">
                  <c:v>42431</c:v>
                </c:pt>
                <c:pt idx="3484">
                  <c:v>42432</c:v>
                </c:pt>
                <c:pt idx="3485">
                  <c:v>42433</c:v>
                </c:pt>
                <c:pt idx="3486">
                  <c:v>42436</c:v>
                </c:pt>
                <c:pt idx="3487">
                  <c:v>42437</c:v>
                </c:pt>
                <c:pt idx="3488">
                  <c:v>42438</c:v>
                </c:pt>
                <c:pt idx="3489">
                  <c:v>42439</c:v>
                </c:pt>
                <c:pt idx="3490">
                  <c:v>42440</c:v>
                </c:pt>
                <c:pt idx="3491">
                  <c:v>42443</c:v>
                </c:pt>
                <c:pt idx="3492">
                  <c:v>42444</c:v>
                </c:pt>
                <c:pt idx="3493">
                  <c:v>42445</c:v>
                </c:pt>
                <c:pt idx="3494">
                  <c:v>42446</c:v>
                </c:pt>
                <c:pt idx="3495">
                  <c:v>42447</c:v>
                </c:pt>
                <c:pt idx="3496">
                  <c:v>42450</c:v>
                </c:pt>
                <c:pt idx="3497">
                  <c:v>42451</c:v>
                </c:pt>
                <c:pt idx="3498">
                  <c:v>42452</c:v>
                </c:pt>
                <c:pt idx="3499">
                  <c:v>42453</c:v>
                </c:pt>
                <c:pt idx="3500">
                  <c:v>42457</c:v>
                </c:pt>
                <c:pt idx="3501">
                  <c:v>42458</c:v>
                </c:pt>
                <c:pt idx="3502">
                  <c:v>42459</c:v>
                </c:pt>
                <c:pt idx="3503">
                  <c:v>42460</c:v>
                </c:pt>
                <c:pt idx="3504">
                  <c:v>42461</c:v>
                </c:pt>
                <c:pt idx="3505">
                  <c:v>42464</c:v>
                </c:pt>
                <c:pt idx="3506">
                  <c:v>42465</c:v>
                </c:pt>
                <c:pt idx="3507">
                  <c:v>42466</c:v>
                </c:pt>
                <c:pt idx="3508">
                  <c:v>42467</c:v>
                </c:pt>
                <c:pt idx="3509">
                  <c:v>42468</c:v>
                </c:pt>
                <c:pt idx="3510">
                  <c:v>42471</c:v>
                </c:pt>
                <c:pt idx="3511">
                  <c:v>42472</c:v>
                </c:pt>
                <c:pt idx="3512">
                  <c:v>42473</c:v>
                </c:pt>
                <c:pt idx="3513">
                  <c:v>42474</c:v>
                </c:pt>
                <c:pt idx="3514">
                  <c:v>42475</c:v>
                </c:pt>
                <c:pt idx="3515">
                  <c:v>42478</c:v>
                </c:pt>
                <c:pt idx="3516">
                  <c:v>42479</c:v>
                </c:pt>
                <c:pt idx="3517">
                  <c:v>42480</c:v>
                </c:pt>
                <c:pt idx="3518">
                  <c:v>42482</c:v>
                </c:pt>
                <c:pt idx="3519">
                  <c:v>42485</c:v>
                </c:pt>
                <c:pt idx="3520">
                  <c:v>42486</c:v>
                </c:pt>
                <c:pt idx="3521">
                  <c:v>42487</c:v>
                </c:pt>
                <c:pt idx="3522">
                  <c:v>42488</c:v>
                </c:pt>
                <c:pt idx="3523">
                  <c:v>42489</c:v>
                </c:pt>
                <c:pt idx="3524">
                  <c:v>42492</c:v>
                </c:pt>
                <c:pt idx="3525">
                  <c:v>42493</c:v>
                </c:pt>
                <c:pt idx="3526">
                  <c:v>42494</c:v>
                </c:pt>
                <c:pt idx="3527">
                  <c:v>42495</c:v>
                </c:pt>
                <c:pt idx="3528">
                  <c:v>42496</c:v>
                </c:pt>
                <c:pt idx="3529">
                  <c:v>42499</c:v>
                </c:pt>
                <c:pt idx="3530">
                  <c:v>42500</c:v>
                </c:pt>
                <c:pt idx="3531">
                  <c:v>42501</c:v>
                </c:pt>
                <c:pt idx="3532">
                  <c:v>42502</c:v>
                </c:pt>
                <c:pt idx="3533">
                  <c:v>42503</c:v>
                </c:pt>
                <c:pt idx="3534">
                  <c:v>42506</c:v>
                </c:pt>
                <c:pt idx="3535">
                  <c:v>42507</c:v>
                </c:pt>
                <c:pt idx="3536">
                  <c:v>42508</c:v>
                </c:pt>
                <c:pt idx="3537">
                  <c:v>42509</c:v>
                </c:pt>
                <c:pt idx="3538">
                  <c:v>42510</c:v>
                </c:pt>
                <c:pt idx="3539">
                  <c:v>42513</c:v>
                </c:pt>
                <c:pt idx="3540">
                  <c:v>42514</c:v>
                </c:pt>
                <c:pt idx="3541">
                  <c:v>42515</c:v>
                </c:pt>
                <c:pt idx="3542">
                  <c:v>42517</c:v>
                </c:pt>
                <c:pt idx="3543">
                  <c:v>42520</c:v>
                </c:pt>
                <c:pt idx="3544">
                  <c:v>42521</c:v>
                </c:pt>
                <c:pt idx="3545">
                  <c:v>42522</c:v>
                </c:pt>
                <c:pt idx="3546">
                  <c:v>42523</c:v>
                </c:pt>
                <c:pt idx="3547">
                  <c:v>42524</c:v>
                </c:pt>
                <c:pt idx="3548">
                  <c:v>42527</c:v>
                </c:pt>
                <c:pt idx="3549">
                  <c:v>42528</c:v>
                </c:pt>
                <c:pt idx="3550">
                  <c:v>42529</c:v>
                </c:pt>
                <c:pt idx="3551">
                  <c:v>42530</c:v>
                </c:pt>
                <c:pt idx="3552">
                  <c:v>42531</c:v>
                </c:pt>
                <c:pt idx="3553">
                  <c:v>42534</c:v>
                </c:pt>
                <c:pt idx="3554">
                  <c:v>42535</c:v>
                </c:pt>
                <c:pt idx="3555">
                  <c:v>42536</c:v>
                </c:pt>
                <c:pt idx="3556">
                  <c:v>42537</c:v>
                </c:pt>
                <c:pt idx="3557">
                  <c:v>42538</c:v>
                </c:pt>
                <c:pt idx="3558">
                  <c:v>42541</c:v>
                </c:pt>
                <c:pt idx="3559">
                  <c:v>42542</c:v>
                </c:pt>
                <c:pt idx="3560">
                  <c:v>42543</c:v>
                </c:pt>
                <c:pt idx="3561">
                  <c:v>42544</c:v>
                </c:pt>
                <c:pt idx="3562">
                  <c:v>42545</c:v>
                </c:pt>
                <c:pt idx="3563">
                  <c:v>42548</c:v>
                </c:pt>
                <c:pt idx="3564">
                  <c:v>42549</c:v>
                </c:pt>
                <c:pt idx="3565">
                  <c:v>42550</c:v>
                </c:pt>
                <c:pt idx="3566">
                  <c:v>42551</c:v>
                </c:pt>
                <c:pt idx="3567">
                  <c:v>42552</c:v>
                </c:pt>
                <c:pt idx="3568">
                  <c:v>42555</c:v>
                </c:pt>
                <c:pt idx="3569">
                  <c:v>42556</c:v>
                </c:pt>
                <c:pt idx="3570">
                  <c:v>42557</c:v>
                </c:pt>
                <c:pt idx="3571">
                  <c:v>42558</c:v>
                </c:pt>
                <c:pt idx="3572">
                  <c:v>42559</c:v>
                </c:pt>
                <c:pt idx="3573">
                  <c:v>42562</c:v>
                </c:pt>
                <c:pt idx="3574">
                  <c:v>42563</c:v>
                </c:pt>
                <c:pt idx="3575">
                  <c:v>42564</c:v>
                </c:pt>
                <c:pt idx="3576">
                  <c:v>42565</c:v>
                </c:pt>
                <c:pt idx="3577">
                  <c:v>42566</c:v>
                </c:pt>
                <c:pt idx="3578">
                  <c:v>42569</c:v>
                </c:pt>
                <c:pt idx="3579">
                  <c:v>42570</c:v>
                </c:pt>
                <c:pt idx="3580">
                  <c:v>42571</c:v>
                </c:pt>
                <c:pt idx="3581">
                  <c:v>42572</c:v>
                </c:pt>
                <c:pt idx="3582">
                  <c:v>42573</c:v>
                </c:pt>
                <c:pt idx="3583">
                  <c:v>42576</c:v>
                </c:pt>
                <c:pt idx="3584">
                  <c:v>42577</c:v>
                </c:pt>
                <c:pt idx="3585">
                  <c:v>42578</c:v>
                </c:pt>
                <c:pt idx="3586">
                  <c:v>42579</c:v>
                </c:pt>
                <c:pt idx="3587">
                  <c:v>42580</c:v>
                </c:pt>
                <c:pt idx="3588">
                  <c:v>42583</c:v>
                </c:pt>
                <c:pt idx="3589">
                  <c:v>42584</c:v>
                </c:pt>
                <c:pt idx="3590">
                  <c:v>42585</c:v>
                </c:pt>
                <c:pt idx="3591">
                  <c:v>42586</c:v>
                </c:pt>
                <c:pt idx="3592">
                  <c:v>42587</c:v>
                </c:pt>
                <c:pt idx="3593">
                  <c:v>42590</c:v>
                </c:pt>
                <c:pt idx="3594">
                  <c:v>42591</c:v>
                </c:pt>
                <c:pt idx="3595">
                  <c:v>42592</c:v>
                </c:pt>
                <c:pt idx="3596">
                  <c:v>42593</c:v>
                </c:pt>
                <c:pt idx="3597">
                  <c:v>42594</c:v>
                </c:pt>
                <c:pt idx="3598">
                  <c:v>42597</c:v>
                </c:pt>
                <c:pt idx="3599">
                  <c:v>42598</c:v>
                </c:pt>
                <c:pt idx="3600">
                  <c:v>42599</c:v>
                </c:pt>
                <c:pt idx="3601">
                  <c:v>42600</c:v>
                </c:pt>
                <c:pt idx="3602">
                  <c:v>42601</c:v>
                </c:pt>
                <c:pt idx="3603">
                  <c:v>42604</c:v>
                </c:pt>
                <c:pt idx="3604">
                  <c:v>42605</c:v>
                </c:pt>
                <c:pt idx="3605">
                  <c:v>42606</c:v>
                </c:pt>
                <c:pt idx="3606">
                  <c:v>42607</c:v>
                </c:pt>
                <c:pt idx="3607">
                  <c:v>42608</c:v>
                </c:pt>
                <c:pt idx="3608">
                  <c:v>42611</c:v>
                </c:pt>
                <c:pt idx="3609">
                  <c:v>42612</c:v>
                </c:pt>
                <c:pt idx="3610">
                  <c:v>42613</c:v>
                </c:pt>
                <c:pt idx="3611">
                  <c:v>42614</c:v>
                </c:pt>
                <c:pt idx="3612">
                  <c:v>42615</c:v>
                </c:pt>
                <c:pt idx="3613">
                  <c:v>42618</c:v>
                </c:pt>
                <c:pt idx="3614">
                  <c:v>42619</c:v>
                </c:pt>
                <c:pt idx="3615">
                  <c:v>42621</c:v>
                </c:pt>
                <c:pt idx="3616">
                  <c:v>42622</c:v>
                </c:pt>
                <c:pt idx="3617">
                  <c:v>42625</c:v>
                </c:pt>
                <c:pt idx="3618">
                  <c:v>42626</c:v>
                </c:pt>
                <c:pt idx="3619">
                  <c:v>42627</c:v>
                </c:pt>
                <c:pt idx="3620">
                  <c:v>42628</c:v>
                </c:pt>
                <c:pt idx="3621">
                  <c:v>42629</c:v>
                </c:pt>
                <c:pt idx="3622">
                  <c:v>42632</c:v>
                </c:pt>
                <c:pt idx="3623">
                  <c:v>42633</c:v>
                </c:pt>
                <c:pt idx="3624">
                  <c:v>42634</c:v>
                </c:pt>
                <c:pt idx="3625">
                  <c:v>42635</c:v>
                </c:pt>
                <c:pt idx="3626">
                  <c:v>42636</c:v>
                </c:pt>
                <c:pt idx="3627">
                  <c:v>42639</c:v>
                </c:pt>
                <c:pt idx="3628">
                  <c:v>42640</c:v>
                </c:pt>
                <c:pt idx="3629">
                  <c:v>42641</c:v>
                </c:pt>
                <c:pt idx="3630">
                  <c:v>42642</c:v>
                </c:pt>
                <c:pt idx="3631">
                  <c:v>42643</c:v>
                </c:pt>
                <c:pt idx="3632">
                  <c:v>42646</c:v>
                </c:pt>
                <c:pt idx="3633">
                  <c:v>42647</c:v>
                </c:pt>
                <c:pt idx="3634">
                  <c:v>42648</c:v>
                </c:pt>
                <c:pt idx="3635">
                  <c:v>42649</c:v>
                </c:pt>
                <c:pt idx="3636">
                  <c:v>42650</c:v>
                </c:pt>
                <c:pt idx="3637">
                  <c:v>42653</c:v>
                </c:pt>
                <c:pt idx="3638">
                  <c:v>42654</c:v>
                </c:pt>
                <c:pt idx="3639">
                  <c:v>42656</c:v>
                </c:pt>
                <c:pt idx="3640">
                  <c:v>42657</c:v>
                </c:pt>
                <c:pt idx="3641">
                  <c:v>42660</c:v>
                </c:pt>
                <c:pt idx="3642">
                  <c:v>42661</c:v>
                </c:pt>
                <c:pt idx="3643">
                  <c:v>42662</c:v>
                </c:pt>
                <c:pt idx="3644">
                  <c:v>42663</c:v>
                </c:pt>
                <c:pt idx="3645">
                  <c:v>42664</c:v>
                </c:pt>
                <c:pt idx="3646">
                  <c:v>42667</c:v>
                </c:pt>
                <c:pt idx="3647">
                  <c:v>42668</c:v>
                </c:pt>
                <c:pt idx="3648">
                  <c:v>42669</c:v>
                </c:pt>
                <c:pt idx="3649">
                  <c:v>42670</c:v>
                </c:pt>
                <c:pt idx="3650">
                  <c:v>42671</c:v>
                </c:pt>
                <c:pt idx="3651">
                  <c:v>42674</c:v>
                </c:pt>
                <c:pt idx="3652">
                  <c:v>42675</c:v>
                </c:pt>
                <c:pt idx="3653">
                  <c:v>42677</c:v>
                </c:pt>
                <c:pt idx="3654">
                  <c:v>42678</c:v>
                </c:pt>
                <c:pt idx="3655">
                  <c:v>42681</c:v>
                </c:pt>
                <c:pt idx="3656">
                  <c:v>42682</c:v>
                </c:pt>
                <c:pt idx="3657">
                  <c:v>42683</c:v>
                </c:pt>
                <c:pt idx="3658">
                  <c:v>42684</c:v>
                </c:pt>
                <c:pt idx="3659">
                  <c:v>42685</c:v>
                </c:pt>
                <c:pt idx="3660">
                  <c:v>42688</c:v>
                </c:pt>
                <c:pt idx="3661">
                  <c:v>42690</c:v>
                </c:pt>
                <c:pt idx="3662">
                  <c:v>42691</c:v>
                </c:pt>
                <c:pt idx="3663">
                  <c:v>42692</c:v>
                </c:pt>
                <c:pt idx="3664">
                  <c:v>42695</c:v>
                </c:pt>
                <c:pt idx="3665">
                  <c:v>42696</c:v>
                </c:pt>
                <c:pt idx="3666">
                  <c:v>42697</c:v>
                </c:pt>
                <c:pt idx="3667">
                  <c:v>42698</c:v>
                </c:pt>
                <c:pt idx="3668">
                  <c:v>42699</c:v>
                </c:pt>
                <c:pt idx="3669">
                  <c:v>42702</c:v>
                </c:pt>
                <c:pt idx="3670">
                  <c:v>42703</c:v>
                </c:pt>
                <c:pt idx="3671">
                  <c:v>42704</c:v>
                </c:pt>
                <c:pt idx="3672">
                  <c:v>42705</c:v>
                </c:pt>
                <c:pt idx="3673">
                  <c:v>42706</c:v>
                </c:pt>
                <c:pt idx="3674">
                  <c:v>42709</c:v>
                </c:pt>
                <c:pt idx="3675">
                  <c:v>42710</c:v>
                </c:pt>
                <c:pt idx="3676">
                  <c:v>42711</c:v>
                </c:pt>
                <c:pt idx="3677">
                  <c:v>42712</c:v>
                </c:pt>
                <c:pt idx="3678">
                  <c:v>42713</c:v>
                </c:pt>
                <c:pt idx="3679">
                  <c:v>42716</c:v>
                </c:pt>
                <c:pt idx="3680">
                  <c:v>42717</c:v>
                </c:pt>
                <c:pt idx="3681">
                  <c:v>42718</c:v>
                </c:pt>
                <c:pt idx="3682">
                  <c:v>42719</c:v>
                </c:pt>
                <c:pt idx="3683">
                  <c:v>42720</c:v>
                </c:pt>
                <c:pt idx="3684">
                  <c:v>42723</c:v>
                </c:pt>
                <c:pt idx="3685">
                  <c:v>42724</c:v>
                </c:pt>
                <c:pt idx="3686">
                  <c:v>42725</c:v>
                </c:pt>
                <c:pt idx="3687">
                  <c:v>42726</c:v>
                </c:pt>
                <c:pt idx="3688">
                  <c:v>42727</c:v>
                </c:pt>
                <c:pt idx="3689">
                  <c:v>42730</c:v>
                </c:pt>
                <c:pt idx="3690">
                  <c:v>42731</c:v>
                </c:pt>
                <c:pt idx="3691">
                  <c:v>42732</c:v>
                </c:pt>
                <c:pt idx="3692">
                  <c:v>42733</c:v>
                </c:pt>
                <c:pt idx="3693">
                  <c:v>42737</c:v>
                </c:pt>
                <c:pt idx="3694">
                  <c:v>42738</c:v>
                </c:pt>
                <c:pt idx="3695">
                  <c:v>42739</c:v>
                </c:pt>
                <c:pt idx="3696">
                  <c:v>42740</c:v>
                </c:pt>
                <c:pt idx="3697">
                  <c:v>42741</c:v>
                </c:pt>
                <c:pt idx="3698">
                  <c:v>42744</c:v>
                </c:pt>
                <c:pt idx="3699">
                  <c:v>42745</c:v>
                </c:pt>
                <c:pt idx="3700">
                  <c:v>42746</c:v>
                </c:pt>
                <c:pt idx="3701">
                  <c:v>42747</c:v>
                </c:pt>
                <c:pt idx="3702">
                  <c:v>42748</c:v>
                </c:pt>
                <c:pt idx="3703">
                  <c:v>42751</c:v>
                </c:pt>
                <c:pt idx="3704">
                  <c:v>42752</c:v>
                </c:pt>
                <c:pt idx="3705">
                  <c:v>42753</c:v>
                </c:pt>
                <c:pt idx="3706">
                  <c:v>42754</c:v>
                </c:pt>
                <c:pt idx="3707">
                  <c:v>42755</c:v>
                </c:pt>
                <c:pt idx="3708">
                  <c:v>42758</c:v>
                </c:pt>
                <c:pt idx="3709">
                  <c:v>42759</c:v>
                </c:pt>
                <c:pt idx="3710">
                  <c:v>42761</c:v>
                </c:pt>
                <c:pt idx="3711">
                  <c:v>42762</c:v>
                </c:pt>
                <c:pt idx="3712">
                  <c:v>42765</c:v>
                </c:pt>
                <c:pt idx="3713">
                  <c:v>42766</c:v>
                </c:pt>
                <c:pt idx="3714">
                  <c:v>42767</c:v>
                </c:pt>
                <c:pt idx="3715">
                  <c:v>42768</c:v>
                </c:pt>
                <c:pt idx="3716">
                  <c:v>42769</c:v>
                </c:pt>
                <c:pt idx="3717">
                  <c:v>42772</c:v>
                </c:pt>
                <c:pt idx="3718">
                  <c:v>42773</c:v>
                </c:pt>
                <c:pt idx="3719">
                  <c:v>42774</c:v>
                </c:pt>
                <c:pt idx="3720">
                  <c:v>42775</c:v>
                </c:pt>
                <c:pt idx="3721">
                  <c:v>42776</c:v>
                </c:pt>
                <c:pt idx="3722">
                  <c:v>42779</c:v>
                </c:pt>
                <c:pt idx="3723">
                  <c:v>42780</c:v>
                </c:pt>
                <c:pt idx="3724">
                  <c:v>42781</c:v>
                </c:pt>
                <c:pt idx="3725">
                  <c:v>42782</c:v>
                </c:pt>
                <c:pt idx="3726">
                  <c:v>42783</c:v>
                </c:pt>
                <c:pt idx="3727">
                  <c:v>42786</c:v>
                </c:pt>
                <c:pt idx="3728">
                  <c:v>42787</c:v>
                </c:pt>
                <c:pt idx="3729">
                  <c:v>42788</c:v>
                </c:pt>
                <c:pt idx="3730">
                  <c:v>42789</c:v>
                </c:pt>
                <c:pt idx="3731">
                  <c:v>42790</c:v>
                </c:pt>
                <c:pt idx="3732">
                  <c:v>42795</c:v>
                </c:pt>
                <c:pt idx="3733">
                  <c:v>42796</c:v>
                </c:pt>
                <c:pt idx="3734">
                  <c:v>42797</c:v>
                </c:pt>
                <c:pt idx="3735">
                  <c:v>42800</c:v>
                </c:pt>
                <c:pt idx="3736">
                  <c:v>42801</c:v>
                </c:pt>
                <c:pt idx="3737">
                  <c:v>42802</c:v>
                </c:pt>
                <c:pt idx="3738">
                  <c:v>42803</c:v>
                </c:pt>
                <c:pt idx="3739">
                  <c:v>42804</c:v>
                </c:pt>
                <c:pt idx="3740">
                  <c:v>42807</c:v>
                </c:pt>
                <c:pt idx="3741">
                  <c:v>42808</c:v>
                </c:pt>
                <c:pt idx="3742">
                  <c:v>42809</c:v>
                </c:pt>
                <c:pt idx="3743">
                  <c:v>42810</c:v>
                </c:pt>
                <c:pt idx="3744">
                  <c:v>42811</c:v>
                </c:pt>
                <c:pt idx="3745">
                  <c:v>42814</c:v>
                </c:pt>
                <c:pt idx="3746">
                  <c:v>42815</c:v>
                </c:pt>
                <c:pt idx="3747">
                  <c:v>42816</c:v>
                </c:pt>
                <c:pt idx="3748">
                  <c:v>42817</c:v>
                </c:pt>
                <c:pt idx="3749">
                  <c:v>42818</c:v>
                </c:pt>
                <c:pt idx="3750">
                  <c:v>42821</c:v>
                </c:pt>
                <c:pt idx="3751">
                  <c:v>42822</c:v>
                </c:pt>
                <c:pt idx="3752">
                  <c:v>42823</c:v>
                </c:pt>
                <c:pt idx="3753">
                  <c:v>42824</c:v>
                </c:pt>
                <c:pt idx="3754">
                  <c:v>42825</c:v>
                </c:pt>
                <c:pt idx="3755">
                  <c:v>42828</c:v>
                </c:pt>
                <c:pt idx="3756">
                  <c:v>42829</c:v>
                </c:pt>
                <c:pt idx="3757">
                  <c:v>42830</c:v>
                </c:pt>
                <c:pt idx="3758">
                  <c:v>42831</c:v>
                </c:pt>
                <c:pt idx="3759">
                  <c:v>42832</c:v>
                </c:pt>
                <c:pt idx="3760">
                  <c:v>42835</c:v>
                </c:pt>
                <c:pt idx="3761">
                  <c:v>42836</c:v>
                </c:pt>
                <c:pt idx="3762">
                  <c:v>42837</c:v>
                </c:pt>
                <c:pt idx="3763">
                  <c:v>42838</c:v>
                </c:pt>
                <c:pt idx="3764">
                  <c:v>42842</c:v>
                </c:pt>
                <c:pt idx="3765">
                  <c:v>42843</c:v>
                </c:pt>
                <c:pt idx="3766">
                  <c:v>42844</c:v>
                </c:pt>
                <c:pt idx="3767">
                  <c:v>42845</c:v>
                </c:pt>
                <c:pt idx="3768">
                  <c:v>42849</c:v>
                </c:pt>
                <c:pt idx="3769">
                  <c:v>42850</c:v>
                </c:pt>
                <c:pt idx="3770">
                  <c:v>42851</c:v>
                </c:pt>
                <c:pt idx="3771">
                  <c:v>42852</c:v>
                </c:pt>
                <c:pt idx="3772">
                  <c:v>42853</c:v>
                </c:pt>
                <c:pt idx="3773">
                  <c:v>42857</c:v>
                </c:pt>
                <c:pt idx="3774">
                  <c:v>42858</c:v>
                </c:pt>
                <c:pt idx="3775">
                  <c:v>42859</c:v>
                </c:pt>
                <c:pt idx="3776">
                  <c:v>42860</c:v>
                </c:pt>
                <c:pt idx="3777">
                  <c:v>42863</c:v>
                </c:pt>
                <c:pt idx="3778">
                  <c:v>42864</c:v>
                </c:pt>
                <c:pt idx="3779">
                  <c:v>42865</c:v>
                </c:pt>
                <c:pt idx="3780">
                  <c:v>42866</c:v>
                </c:pt>
                <c:pt idx="3781">
                  <c:v>42867</c:v>
                </c:pt>
                <c:pt idx="3782">
                  <c:v>42870</c:v>
                </c:pt>
                <c:pt idx="3783">
                  <c:v>42871</c:v>
                </c:pt>
                <c:pt idx="3784">
                  <c:v>42872</c:v>
                </c:pt>
                <c:pt idx="3785">
                  <c:v>42873</c:v>
                </c:pt>
                <c:pt idx="3786">
                  <c:v>42874</c:v>
                </c:pt>
                <c:pt idx="3787">
                  <c:v>42877</c:v>
                </c:pt>
                <c:pt idx="3788">
                  <c:v>42878</c:v>
                </c:pt>
                <c:pt idx="3789">
                  <c:v>42879</c:v>
                </c:pt>
                <c:pt idx="3790">
                  <c:v>42880</c:v>
                </c:pt>
                <c:pt idx="3791">
                  <c:v>42881</c:v>
                </c:pt>
                <c:pt idx="3792">
                  <c:v>42884</c:v>
                </c:pt>
                <c:pt idx="3793">
                  <c:v>42885</c:v>
                </c:pt>
                <c:pt idx="3794">
                  <c:v>42886</c:v>
                </c:pt>
                <c:pt idx="3795">
                  <c:v>42887</c:v>
                </c:pt>
                <c:pt idx="3796">
                  <c:v>42888</c:v>
                </c:pt>
                <c:pt idx="3797">
                  <c:v>42891</c:v>
                </c:pt>
                <c:pt idx="3798">
                  <c:v>42892</c:v>
                </c:pt>
                <c:pt idx="3799">
                  <c:v>42893</c:v>
                </c:pt>
                <c:pt idx="3800">
                  <c:v>42894</c:v>
                </c:pt>
                <c:pt idx="3801">
                  <c:v>42895</c:v>
                </c:pt>
                <c:pt idx="3802">
                  <c:v>42898</c:v>
                </c:pt>
                <c:pt idx="3803">
                  <c:v>42899</c:v>
                </c:pt>
                <c:pt idx="3804">
                  <c:v>42900</c:v>
                </c:pt>
                <c:pt idx="3805">
                  <c:v>42902</c:v>
                </c:pt>
                <c:pt idx="3806">
                  <c:v>42905</c:v>
                </c:pt>
                <c:pt idx="3807">
                  <c:v>42906</c:v>
                </c:pt>
                <c:pt idx="3808">
                  <c:v>42907</c:v>
                </c:pt>
                <c:pt idx="3809">
                  <c:v>42908</c:v>
                </c:pt>
                <c:pt idx="3810">
                  <c:v>42909</c:v>
                </c:pt>
                <c:pt idx="3811">
                  <c:v>42912</c:v>
                </c:pt>
                <c:pt idx="3812">
                  <c:v>42913</c:v>
                </c:pt>
                <c:pt idx="3813">
                  <c:v>42914</c:v>
                </c:pt>
                <c:pt idx="3814">
                  <c:v>42915</c:v>
                </c:pt>
                <c:pt idx="3815">
                  <c:v>42916</c:v>
                </c:pt>
                <c:pt idx="3816">
                  <c:v>42919</c:v>
                </c:pt>
                <c:pt idx="3817">
                  <c:v>42920</c:v>
                </c:pt>
                <c:pt idx="3818">
                  <c:v>42921</c:v>
                </c:pt>
                <c:pt idx="3819">
                  <c:v>42922</c:v>
                </c:pt>
                <c:pt idx="3820">
                  <c:v>42923</c:v>
                </c:pt>
                <c:pt idx="3821">
                  <c:v>42926</c:v>
                </c:pt>
                <c:pt idx="3822">
                  <c:v>42927</c:v>
                </c:pt>
                <c:pt idx="3823">
                  <c:v>42928</c:v>
                </c:pt>
                <c:pt idx="3824">
                  <c:v>42929</c:v>
                </c:pt>
                <c:pt idx="3825">
                  <c:v>42930</c:v>
                </c:pt>
                <c:pt idx="3826">
                  <c:v>42933</c:v>
                </c:pt>
                <c:pt idx="3827">
                  <c:v>42934</c:v>
                </c:pt>
                <c:pt idx="3828">
                  <c:v>42935</c:v>
                </c:pt>
                <c:pt idx="3829">
                  <c:v>42936</c:v>
                </c:pt>
                <c:pt idx="3830">
                  <c:v>42937</c:v>
                </c:pt>
                <c:pt idx="3831">
                  <c:v>42940</c:v>
                </c:pt>
                <c:pt idx="3832">
                  <c:v>42941</c:v>
                </c:pt>
                <c:pt idx="3833">
                  <c:v>42942</c:v>
                </c:pt>
                <c:pt idx="3834">
                  <c:v>42943</c:v>
                </c:pt>
                <c:pt idx="3835">
                  <c:v>42944</c:v>
                </c:pt>
                <c:pt idx="3836">
                  <c:v>42947</c:v>
                </c:pt>
                <c:pt idx="3837">
                  <c:v>42948</c:v>
                </c:pt>
                <c:pt idx="3838">
                  <c:v>42949</c:v>
                </c:pt>
                <c:pt idx="3839">
                  <c:v>42950</c:v>
                </c:pt>
                <c:pt idx="3840">
                  <c:v>42951</c:v>
                </c:pt>
                <c:pt idx="3841">
                  <c:v>42954</c:v>
                </c:pt>
                <c:pt idx="3842">
                  <c:v>42955</c:v>
                </c:pt>
                <c:pt idx="3843">
                  <c:v>42956</c:v>
                </c:pt>
                <c:pt idx="3844">
                  <c:v>42957</c:v>
                </c:pt>
                <c:pt idx="3845">
                  <c:v>42958</c:v>
                </c:pt>
                <c:pt idx="3846">
                  <c:v>42961</c:v>
                </c:pt>
                <c:pt idx="3847">
                  <c:v>42962</c:v>
                </c:pt>
                <c:pt idx="3848">
                  <c:v>42963</c:v>
                </c:pt>
                <c:pt idx="3849">
                  <c:v>42964</c:v>
                </c:pt>
                <c:pt idx="3850">
                  <c:v>42965</c:v>
                </c:pt>
                <c:pt idx="3851">
                  <c:v>42968</c:v>
                </c:pt>
                <c:pt idx="3852">
                  <c:v>42969</c:v>
                </c:pt>
                <c:pt idx="3853">
                  <c:v>42970</c:v>
                </c:pt>
                <c:pt idx="3854">
                  <c:v>42971</c:v>
                </c:pt>
                <c:pt idx="3855">
                  <c:v>42972</c:v>
                </c:pt>
                <c:pt idx="3856">
                  <c:v>42975</c:v>
                </c:pt>
                <c:pt idx="3857">
                  <c:v>42976</c:v>
                </c:pt>
                <c:pt idx="3858">
                  <c:v>42977</c:v>
                </c:pt>
                <c:pt idx="3859">
                  <c:v>42978</c:v>
                </c:pt>
                <c:pt idx="3860">
                  <c:v>42979</c:v>
                </c:pt>
                <c:pt idx="3861">
                  <c:v>42982</c:v>
                </c:pt>
                <c:pt idx="3862">
                  <c:v>42983</c:v>
                </c:pt>
                <c:pt idx="3863">
                  <c:v>42984</c:v>
                </c:pt>
                <c:pt idx="3864">
                  <c:v>42986</c:v>
                </c:pt>
                <c:pt idx="3865">
                  <c:v>42989</c:v>
                </c:pt>
                <c:pt idx="3866">
                  <c:v>42990</c:v>
                </c:pt>
                <c:pt idx="3867">
                  <c:v>42991</c:v>
                </c:pt>
                <c:pt idx="3868">
                  <c:v>42992</c:v>
                </c:pt>
                <c:pt idx="3869">
                  <c:v>42993</c:v>
                </c:pt>
                <c:pt idx="3870">
                  <c:v>42996</c:v>
                </c:pt>
                <c:pt idx="3871">
                  <c:v>42997</c:v>
                </c:pt>
                <c:pt idx="3872">
                  <c:v>42998</c:v>
                </c:pt>
                <c:pt idx="3873">
                  <c:v>42999</c:v>
                </c:pt>
                <c:pt idx="3874">
                  <c:v>43000</c:v>
                </c:pt>
                <c:pt idx="3875">
                  <c:v>43003</c:v>
                </c:pt>
                <c:pt idx="3876">
                  <c:v>43004</c:v>
                </c:pt>
                <c:pt idx="3877">
                  <c:v>43005</c:v>
                </c:pt>
                <c:pt idx="3878">
                  <c:v>43006</c:v>
                </c:pt>
                <c:pt idx="3879">
                  <c:v>43007</c:v>
                </c:pt>
                <c:pt idx="3880">
                  <c:v>43010</c:v>
                </c:pt>
                <c:pt idx="3881">
                  <c:v>43011</c:v>
                </c:pt>
                <c:pt idx="3882">
                  <c:v>43012</c:v>
                </c:pt>
                <c:pt idx="3883">
                  <c:v>43013</c:v>
                </c:pt>
                <c:pt idx="3884">
                  <c:v>43014</c:v>
                </c:pt>
                <c:pt idx="3885">
                  <c:v>43017</c:v>
                </c:pt>
                <c:pt idx="3886">
                  <c:v>43018</c:v>
                </c:pt>
                <c:pt idx="3887">
                  <c:v>43019</c:v>
                </c:pt>
                <c:pt idx="3888">
                  <c:v>43021</c:v>
                </c:pt>
                <c:pt idx="3889">
                  <c:v>43024</c:v>
                </c:pt>
                <c:pt idx="3890">
                  <c:v>43025</c:v>
                </c:pt>
                <c:pt idx="3891">
                  <c:v>43026</c:v>
                </c:pt>
                <c:pt idx="3892">
                  <c:v>43027</c:v>
                </c:pt>
                <c:pt idx="3893">
                  <c:v>43028</c:v>
                </c:pt>
                <c:pt idx="3894">
                  <c:v>43031</c:v>
                </c:pt>
                <c:pt idx="3895">
                  <c:v>43032</c:v>
                </c:pt>
                <c:pt idx="3896">
                  <c:v>43033</c:v>
                </c:pt>
                <c:pt idx="3897">
                  <c:v>43034</c:v>
                </c:pt>
                <c:pt idx="3898">
                  <c:v>43035</c:v>
                </c:pt>
                <c:pt idx="3899">
                  <c:v>43038</c:v>
                </c:pt>
                <c:pt idx="3900">
                  <c:v>43039</c:v>
                </c:pt>
                <c:pt idx="3901">
                  <c:v>43040</c:v>
                </c:pt>
                <c:pt idx="3902">
                  <c:v>43042</c:v>
                </c:pt>
                <c:pt idx="3903">
                  <c:v>43045</c:v>
                </c:pt>
                <c:pt idx="3904">
                  <c:v>43046</c:v>
                </c:pt>
                <c:pt idx="3905">
                  <c:v>43047</c:v>
                </c:pt>
                <c:pt idx="3906">
                  <c:v>43048</c:v>
                </c:pt>
                <c:pt idx="3907">
                  <c:v>43049</c:v>
                </c:pt>
                <c:pt idx="3908">
                  <c:v>43052</c:v>
                </c:pt>
                <c:pt idx="3909">
                  <c:v>43053</c:v>
                </c:pt>
                <c:pt idx="3910">
                  <c:v>43055</c:v>
                </c:pt>
                <c:pt idx="3911">
                  <c:v>43056</c:v>
                </c:pt>
                <c:pt idx="3912">
                  <c:v>43060</c:v>
                </c:pt>
                <c:pt idx="3913">
                  <c:v>43061</c:v>
                </c:pt>
                <c:pt idx="3914">
                  <c:v>43062</c:v>
                </c:pt>
                <c:pt idx="3915">
                  <c:v>43063</c:v>
                </c:pt>
                <c:pt idx="3916">
                  <c:v>43066</c:v>
                </c:pt>
                <c:pt idx="3917">
                  <c:v>43067</c:v>
                </c:pt>
                <c:pt idx="3918">
                  <c:v>43068</c:v>
                </c:pt>
                <c:pt idx="3919">
                  <c:v>43069</c:v>
                </c:pt>
                <c:pt idx="3920">
                  <c:v>43070</c:v>
                </c:pt>
                <c:pt idx="3921">
                  <c:v>43073</c:v>
                </c:pt>
                <c:pt idx="3922">
                  <c:v>43074</c:v>
                </c:pt>
                <c:pt idx="3923">
                  <c:v>43075</c:v>
                </c:pt>
                <c:pt idx="3924">
                  <c:v>43076</c:v>
                </c:pt>
                <c:pt idx="3925">
                  <c:v>43077</c:v>
                </c:pt>
                <c:pt idx="3926">
                  <c:v>43080</c:v>
                </c:pt>
                <c:pt idx="3927">
                  <c:v>43081</c:v>
                </c:pt>
                <c:pt idx="3928">
                  <c:v>43082</c:v>
                </c:pt>
                <c:pt idx="3929">
                  <c:v>43083</c:v>
                </c:pt>
                <c:pt idx="3930">
                  <c:v>43084</c:v>
                </c:pt>
                <c:pt idx="3931">
                  <c:v>43087</c:v>
                </c:pt>
                <c:pt idx="3932">
                  <c:v>43088</c:v>
                </c:pt>
                <c:pt idx="3933">
                  <c:v>43089</c:v>
                </c:pt>
                <c:pt idx="3934">
                  <c:v>43090</c:v>
                </c:pt>
                <c:pt idx="3935">
                  <c:v>43091</c:v>
                </c:pt>
                <c:pt idx="3936">
                  <c:v>43095</c:v>
                </c:pt>
                <c:pt idx="3937">
                  <c:v>43096</c:v>
                </c:pt>
                <c:pt idx="3938">
                  <c:v>43097</c:v>
                </c:pt>
                <c:pt idx="3939">
                  <c:v>43102</c:v>
                </c:pt>
                <c:pt idx="3940">
                  <c:v>43103</c:v>
                </c:pt>
                <c:pt idx="3941">
                  <c:v>43104</c:v>
                </c:pt>
                <c:pt idx="3942">
                  <c:v>43105</c:v>
                </c:pt>
                <c:pt idx="3943">
                  <c:v>43108</c:v>
                </c:pt>
                <c:pt idx="3944">
                  <c:v>43109</c:v>
                </c:pt>
                <c:pt idx="3945">
                  <c:v>43110</c:v>
                </c:pt>
                <c:pt idx="3946">
                  <c:v>43111</c:v>
                </c:pt>
                <c:pt idx="3947">
                  <c:v>43112</c:v>
                </c:pt>
                <c:pt idx="3948">
                  <c:v>43115</c:v>
                </c:pt>
                <c:pt idx="3949">
                  <c:v>43116</c:v>
                </c:pt>
                <c:pt idx="3950">
                  <c:v>43117</c:v>
                </c:pt>
                <c:pt idx="3951">
                  <c:v>43118</c:v>
                </c:pt>
                <c:pt idx="3952">
                  <c:v>43119</c:v>
                </c:pt>
                <c:pt idx="3953">
                  <c:v>43122</c:v>
                </c:pt>
                <c:pt idx="3954">
                  <c:v>43123</c:v>
                </c:pt>
                <c:pt idx="3955">
                  <c:v>43124</c:v>
                </c:pt>
                <c:pt idx="3956">
                  <c:v>43126</c:v>
                </c:pt>
                <c:pt idx="3957">
                  <c:v>43129</c:v>
                </c:pt>
                <c:pt idx="3958">
                  <c:v>43130</c:v>
                </c:pt>
                <c:pt idx="3959">
                  <c:v>43131</c:v>
                </c:pt>
                <c:pt idx="3960">
                  <c:v>43132</c:v>
                </c:pt>
                <c:pt idx="3961">
                  <c:v>43133</c:v>
                </c:pt>
                <c:pt idx="3962">
                  <c:v>43136</c:v>
                </c:pt>
                <c:pt idx="3963">
                  <c:v>43137</c:v>
                </c:pt>
                <c:pt idx="3964">
                  <c:v>43138</c:v>
                </c:pt>
                <c:pt idx="3965">
                  <c:v>43139</c:v>
                </c:pt>
                <c:pt idx="3966">
                  <c:v>43140</c:v>
                </c:pt>
                <c:pt idx="3967">
                  <c:v>43145</c:v>
                </c:pt>
                <c:pt idx="3968">
                  <c:v>43146</c:v>
                </c:pt>
                <c:pt idx="3969">
                  <c:v>43147</c:v>
                </c:pt>
                <c:pt idx="3970">
                  <c:v>43150</c:v>
                </c:pt>
                <c:pt idx="3971">
                  <c:v>43151</c:v>
                </c:pt>
                <c:pt idx="3972">
                  <c:v>43152</c:v>
                </c:pt>
                <c:pt idx="3973">
                  <c:v>43153</c:v>
                </c:pt>
                <c:pt idx="3974">
                  <c:v>43154</c:v>
                </c:pt>
                <c:pt idx="3975">
                  <c:v>43157</c:v>
                </c:pt>
                <c:pt idx="3976">
                  <c:v>43158</c:v>
                </c:pt>
                <c:pt idx="3977">
                  <c:v>43159</c:v>
                </c:pt>
                <c:pt idx="3978">
                  <c:v>43160</c:v>
                </c:pt>
                <c:pt idx="3979">
                  <c:v>43161</c:v>
                </c:pt>
                <c:pt idx="3980">
                  <c:v>43164</c:v>
                </c:pt>
                <c:pt idx="3981">
                  <c:v>43165</c:v>
                </c:pt>
                <c:pt idx="3982">
                  <c:v>43166</c:v>
                </c:pt>
                <c:pt idx="3983">
                  <c:v>43167</c:v>
                </c:pt>
                <c:pt idx="3984">
                  <c:v>43168</c:v>
                </c:pt>
                <c:pt idx="3985">
                  <c:v>43171</c:v>
                </c:pt>
                <c:pt idx="3986">
                  <c:v>43172</c:v>
                </c:pt>
                <c:pt idx="3987">
                  <c:v>43173</c:v>
                </c:pt>
                <c:pt idx="3988">
                  <c:v>43174</c:v>
                </c:pt>
                <c:pt idx="3989">
                  <c:v>43175</c:v>
                </c:pt>
                <c:pt idx="3990">
                  <c:v>43178</c:v>
                </c:pt>
                <c:pt idx="3991">
                  <c:v>43179</c:v>
                </c:pt>
                <c:pt idx="3992">
                  <c:v>43180</c:v>
                </c:pt>
                <c:pt idx="3993">
                  <c:v>43181</c:v>
                </c:pt>
                <c:pt idx="3994">
                  <c:v>43182</c:v>
                </c:pt>
                <c:pt idx="3995">
                  <c:v>43185</c:v>
                </c:pt>
                <c:pt idx="3996">
                  <c:v>43186</c:v>
                </c:pt>
                <c:pt idx="3997">
                  <c:v>43187</c:v>
                </c:pt>
                <c:pt idx="3998">
                  <c:v>43188</c:v>
                </c:pt>
                <c:pt idx="3999">
                  <c:v>43192</c:v>
                </c:pt>
                <c:pt idx="4000">
                  <c:v>43193</c:v>
                </c:pt>
                <c:pt idx="4001">
                  <c:v>43194</c:v>
                </c:pt>
                <c:pt idx="4002">
                  <c:v>43195</c:v>
                </c:pt>
                <c:pt idx="4003">
                  <c:v>43196</c:v>
                </c:pt>
                <c:pt idx="4004">
                  <c:v>43199</c:v>
                </c:pt>
                <c:pt idx="4005">
                  <c:v>43200</c:v>
                </c:pt>
                <c:pt idx="4006">
                  <c:v>43201</c:v>
                </c:pt>
                <c:pt idx="4007">
                  <c:v>43202</c:v>
                </c:pt>
                <c:pt idx="4008">
                  <c:v>43203</c:v>
                </c:pt>
                <c:pt idx="4009">
                  <c:v>43206</c:v>
                </c:pt>
                <c:pt idx="4010">
                  <c:v>43207</c:v>
                </c:pt>
                <c:pt idx="4011">
                  <c:v>43208</c:v>
                </c:pt>
                <c:pt idx="4012">
                  <c:v>43209</c:v>
                </c:pt>
                <c:pt idx="4013">
                  <c:v>43210</c:v>
                </c:pt>
                <c:pt idx="4014">
                  <c:v>43213</c:v>
                </c:pt>
                <c:pt idx="4015">
                  <c:v>43214</c:v>
                </c:pt>
                <c:pt idx="4016">
                  <c:v>43215</c:v>
                </c:pt>
                <c:pt idx="4017">
                  <c:v>43216</c:v>
                </c:pt>
                <c:pt idx="4018">
                  <c:v>43217</c:v>
                </c:pt>
                <c:pt idx="4019">
                  <c:v>43220</c:v>
                </c:pt>
                <c:pt idx="4020">
                  <c:v>43222</c:v>
                </c:pt>
                <c:pt idx="4021">
                  <c:v>43223</c:v>
                </c:pt>
                <c:pt idx="4022">
                  <c:v>43224</c:v>
                </c:pt>
                <c:pt idx="4023">
                  <c:v>43227</c:v>
                </c:pt>
                <c:pt idx="4024">
                  <c:v>43228</c:v>
                </c:pt>
                <c:pt idx="4025">
                  <c:v>43229</c:v>
                </c:pt>
                <c:pt idx="4026">
                  <c:v>43230</c:v>
                </c:pt>
                <c:pt idx="4027">
                  <c:v>43231</c:v>
                </c:pt>
                <c:pt idx="4028">
                  <c:v>43234</c:v>
                </c:pt>
                <c:pt idx="4029">
                  <c:v>43235</c:v>
                </c:pt>
                <c:pt idx="4030">
                  <c:v>43236</c:v>
                </c:pt>
                <c:pt idx="4031">
                  <c:v>43237</c:v>
                </c:pt>
                <c:pt idx="4032">
                  <c:v>43238</c:v>
                </c:pt>
                <c:pt idx="4033">
                  <c:v>43241</c:v>
                </c:pt>
                <c:pt idx="4034">
                  <c:v>43242</c:v>
                </c:pt>
                <c:pt idx="4035">
                  <c:v>43243</c:v>
                </c:pt>
                <c:pt idx="4036">
                  <c:v>43244</c:v>
                </c:pt>
                <c:pt idx="4037">
                  <c:v>43245</c:v>
                </c:pt>
                <c:pt idx="4038">
                  <c:v>43248</c:v>
                </c:pt>
                <c:pt idx="4039">
                  <c:v>43249</c:v>
                </c:pt>
                <c:pt idx="4040">
                  <c:v>43250</c:v>
                </c:pt>
                <c:pt idx="4041">
                  <c:v>43252</c:v>
                </c:pt>
                <c:pt idx="4042">
                  <c:v>43255</c:v>
                </c:pt>
                <c:pt idx="4043">
                  <c:v>43256</c:v>
                </c:pt>
                <c:pt idx="4044">
                  <c:v>43257</c:v>
                </c:pt>
                <c:pt idx="4045">
                  <c:v>43258</c:v>
                </c:pt>
                <c:pt idx="4046">
                  <c:v>43259</c:v>
                </c:pt>
                <c:pt idx="4047">
                  <c:v>43262</c:v>
                </c:pt>
                <c:pt idx="4048">
                  <c:v>43263</c:v>
                </c:pt>
                <c:pt idx="4049">
                  <c:v>43264</c:v>
                </c:pt>
                <c:pt idx="4050">
                  <c:v>43265</c:v>
                </c:pt>
                <c:pt idx="4051">
                  <c:v>43266</c:v>
                </c:pt>
                <c:pt idx="4052">
                  <c:v>43269</c:v>
                </c:pt>
                <c:pt idx="4053">
                  <c:v>43270</c:v>
                </c:pt>
                <c:pt idx="4054">
                  <c:v>43271</c:v>
                </c:pt>
                <c:pt idx="4055">
                  <c:v>43272</c:v>
                </c:pt>
                <c:pt idx="4056">
                  <c:v>43273</c:v>
                </c:pt>
                <c:pt idx="4057">
                  <c:v>43276</c:v>
                </c:pt>
                <c:pt idx="4058">
                  <c:v>43277</c:v>
                </c:pt>
                <c:pt idx="4059">
                  <c:v>43278</c:v>
                </c:pt>
                <c:pt idx="4060">
                  <c:v>43279</c:v>
                </c:pt>
                <c:pt idx="4061">
                  <c:v>43280</c:v>
                </c:pt>
                <c:pt idx="4062">
                  <c:v>43283</c:v>
                </c:pt>
                <c:pt idx="4063">
                  <c:v>43284</c:v>
                </c:pt>
                <c:pt idx="4064">
                  <c:v>43285</c:v>
                </c:pt>
                <c:pt idx="4065">
                  <c:v>43286</c:v>
                </c:pt>
                <c:pt idx="4066">
                  <c:v>43287</c:v>
                </c:pt>
                <c:pt idx="4067">
                  <c:v>43291</c:v>
                </c:pt>
                <c:pt idx="4068">
                  <c:v>43292</c:v>
                </c:pt>
                <c:pt idx="4069">
                  <c:v>43293</c:v>
                </c:pt>
                <c:pt idx="4070">
                  <c:v>43294</c:v>
                </c:pt>
                <c:pt idx="4071">
                  <c:v>43297</c:v>
                </c:pt>
                <c:pt idx="4072">
                  <c:v>43298</c:v>
                </c:pt>
                <c:pt idx="4073">
                  <c:v>43299</c:v>
                </c:pt>
                <c:pt idx="4074">
                  <c:v>43300</c:v>
                </c:pt>
                <c:pt idx="4075">
                  <c:v>43301</c:v>
                </c:pt>
                <c:pt idx="4076">
                  <c:v>43304</c:v>
                </c:pt>
                <c:pt idx="4077">
                  <c:v>43305</c:v>
                </c:pt>
                <c:pt idx="4078">
                  <c:v>43306</c:v>
                </c:pt>
                <c:pt idx="4079">
                  <c:v>43307</c:v>
                </c:pt>
                <c:pt idx="4080">
                  <c:v>43308</c:v>
                </c:pt>
                <c:pt idx="4081">
                  <c:v>43311</c:v>
                </c:pt>
                <c:pt idx="4082">
                  <c:v>43312</c:v>
                </c:pt>
                <c:pt idx="4083">
                  <c:v>43313</c:v>
                </c:pt>
                <c:pt idx="4084">
                  <c:v>43314</c:v>
                </c:pt>
                <c:pt idx="4085">
                  <c:v>43315</c:v>
                </c:pt>
                <c:pt idx="4086">
                  <c:v>43318</c:v>
                </c:pt>
                <c:pt idx="4087">
                  <c:v>43319</c:v>
                </c:pt>
                <c:pt idx="4088">
                  <c:v>43320</c:v>
                </c:pt>
                <c:pt idx="4089">
                  <c:v>43321</c:v>
                </c:pt>
                <c:pt idx="4090">
                  <c:v>43322</c:v>
                </c:pt>
                <c:pt idx="4091">
                  <c:v>43325</c:v>
                </c:pt>
                <c:pt idx="4092">
                  <c:v>43326</c:v>
                </c:pt>
                <c:pt idx="4093">
                  <c:v>43327</c:v>
                </c:pt>
                <c:pt idx="4094">
                  <c:v>43328</c:v>
                </c:pt>
                <c:pt idx="4095">
                  <c:v>43329</c:v>
                </c:pt>
                <c:pt idx="4096">
                  <c:v>43332</c:v>
                </c:pt>
                <c:pt idx="4097">
                  <c:v>43333</c:v>
                </c:pt>
                <c:pt idx="4098">
                  <c:v>43334</c:v>
                </c:pt>
                <c:pt idx="4099">
                  <c:v>43335</c:v>
                </c:pt>
                <c:pt idx="4100">
                  <c:v>43336</c:v>
                </c:pt>
                <c:pt idx="4101">
                  <c:v>43339</c:v>
                </c:pt>
                <c:pt idx="4102">
                  <c:v>43340</c:v>
                </c:pt>
                <c:pt idx="4103">
                  <c:v>43341</c:v>
                </c:pt>
                <c:pt idx="4104">
                  <c:v>43342</c:v>
                </c:pt>
                <c:pt idx="4105">
                  <c:v>43343</c:v>
                </c:pt>
                <c:pt idx="4106">
                  <c:v>43346</c:v>
                </c:pt>
                <c:pt idx="4107">
                  <c:v>43347</c:v>
                </c:pt>
                <c:pt idx="4108">
                  <c:v>43348</c:v>
                </c:pt>
                <c:pt idx="4109">
                  <c:v>43349</c:v>
                </c:pt>
                <c:pt idx="4110">
                  <c:v>43353</c:v>
                </c:pt>
                <c:pt idx="4111">
                  <c:v>43354</c:v>
                </c:pt>
                <c:pt idx="4112">
                  <c:v>43355</c:v>
                </c:pt>
                <c:pt idx="4113">
                  <c:v>43356</c:v>
                </c:pt>
                <c:pt idx="4114">
                  <c:v>43357</c:v>
                </c:pt>
                <c:pt idx="4115">
                  <c:v>43360</c:v>
                </c:pt>
                <c:pt idx="4116">
                  <c:v>43361</c:v>
                </c:pt>
                <c:pt idx="4117">
                  <c:v>43362</c:v>
                </c:pt>
                <c:pt idx="4118">
                  <c:v>43363</c:v>
                </c:pt>
                <c:pt idx="4119">
                  <c:v>43364</c:v>
                </c:pt>
                <c:pt idx="4120">
                  <c:v>43367</c:v>
                </c:pt>
                <c:pt idx="4121">
                  <c:v>43368</c:v>
                </c:pt>
                <c:pt idx="4122">
                  <c:v>43369</c:v>
                </c:pt>
                <c:pt idx="4123">
                  <c:v>43370</c:v>
                </c:pt>
                <c:pt idx="4124">
                  <c:v>43371</c:v>
                </c:pt>
                <c:pt idx="4125">
                  <c:v>43374</c:v>
                </c:pt>
                <c:pt idx="4126">
                  <c:v>43375</c:v>
                </c:pt>
                <c:pt idx="4127">
                  <c:v>43376</c:v>
                </c:pt>
                <c:pt idx="4128">
                  <c:v>43377</c:v>
                </c:pt>
                <c:pt idx="4129">
                  <c:v>43378</c:v>
                </c:pt>
                <c:pt idx="4130">
                  <c:v>43381</c:v>
                </c:pt>
                <c:pt idx="4131">
                  <c:v>43382</c:v>
                </c:pt>
                <c:pt idx="4132">
                  <c:v>43383</c:v>
                </c:pt>
                <c:pt idx="4133">
                  <c:v>43384</c:v>
                </c:pt>
                <c:pt idx="4134">
                  <c:v>43388</c:v>
                </c:pt>
                <c:pt idx="4135">
                  <c:v>43389</c:v>
                </c:pt>
                <c:pt idx="4136">
                  <c:v>43390</c:v>
                </c:pt>
                <c:pt idx="4137">
                  <c:v>43391</c:v>
                </c:pt>
                <c:pt idx="4138">
                  <c:v>43392</c:v>
                </c:pt>
                <c:pt idx="4139">
                  <c:v>43395</c:v>
                </c:pt>
                <c:pt idx="4140">
                  <c:v>43396</c:v>
                </c:pt>
                <c:pt idx="4141">
                  <c:v>43397</c:v>
                </c:pt>
                <c:pt idx="4142">
                  <c:v>43398</c:v>
                </c:pt>
                <c:pt idx="4143">
                  <c:v>43399</c:v>
                </c:pt>
                <c:pt idx="4144">
                  <c:v>43402</c:v>
                </c:pt>
                <c:pt idx="4145">
                  <c:v>43403</c:v>
                </c:pt>
                <c:pt idx="4146">
                  <c:v>43404</c:v>
                </c:pt>
                <c:pt idx="4147">
                  <c:v>43405</c:v>
                </c:pt>
                <c:pt idx="4148">
                  <c:v>43409</c:v>
                </c:pt>
                <c:pt idx="4149">
                  <c:v>43410</c:v>
                </c:pt>
                <c:pt idx="4150">
                  <c:v>43411</c:v>
                </c:pt>
                <c:pt idx="4151">
                  <c:v>43412</c:v>
                </c:pt>
                <c:pt idx="4152">
                  <c:v>43413</c:v>
                </c:pt>
                <c:pt idx="4153">
                  <c:v>43416</c:v>
                </c:pt>
                <c:pt idx="4154">
                  <c:v>43417</c:v>
                </c:pt>
                <c:pt idx="4155">
                  <c:v>43418</c:v>
                </c:pt>
                <c:pt idx="4156">
                  <c:v>43420</c:v>
                </c:pt>
                <c:pt idx="4157">
                  <c:v>43423</c:v>
                </c:pt>
                <c:pt idx="4158">
                  <c:v>43425</c:v>
                </c:pt>
                <c:pt idx="4159">
                  <c:v>43426</c:v>
                </c:pt>
                <c:pt idx="4160">
                  <c:v>43427</c:v>
                </c:pt>
                <c:pt idx="4161">
                  <c:v>43430</c:v>
                </c:pt>
                <c:pt idx="4162">
                  <c:v>43431</c:v>
                </c:pt>
                <c:pt idx="4163">
                  <c:v>43432</c:v>
                </c:pt>
                <c:pt idx="4164">
                  <c:v>43433</c:v>
                </c:pt>
                <c:pt idx="4165">
                  <c:v>43434</c:v>
                </c:pt>
                <c:pt idx="4166">
                  <c:v>43437</c:v>
                </c:pt>
                <c:pt idx="4167">
                  <c:v>43438</c:v>
                </c:pt>
                <c:pt idx="4168">
                  <c:v>43439</c:v>
                </c:pt>
                <c:pt idx="4169">
                  <c:v>43440</c:v>
                </c:pt>
                <c:pt idx="4170">
                  <c:v>43441</c:v>
                </c:pt>
                <c:pt idx="4171">
                  <c:v>43444</c:v>
                </c:pt>
                <c:pt idx="4172">
                  <c:v>43445</c:v>
                </c:pt>
                <c:pt idx="4173">
                  <c:v>43446</c:v>
                </c:pt>
                <c:pt idx="4174">
                  <c:v>43447</c:v>
                </c:pt>
                <c:pt idx="4175">
                  <c:v>43448</c:v>
                </c:pt>
                <c:pt idx="4176">
                  <c:v>43451</c:v>
                </c:pt>
                <c:pt idx="4177">
                  <c:v>43452</c:v>
                </c:pt>
                <c:pt idx="4178">
                  <c:v>43453</c:v>
                </c:pt>
                <c:pt idx="4179">
                  <c:v>43454</c:v>
                </c:pt>
                <c:pt idx="4180">
                  <c:v>43455</c:v>
                </c:pt>
                <c:pt idx="4181">
                  <c:v>43460</c:v>
                </c:pt>
                <c:pt idx="4182">
                  <c:v>43461</c:v>
                </c:pt>
                <c:pt idx="4183">
                  <c:v>43462</c:v>
                </c:pt>
                <c:pt idx="4184">
                  <c:v>43467</c:v>
                </c:pt>
                <c:pt idx="4185">
                  <c:v>43468</c:v>
                </c:pt>
                <c:pt idx="4186">
                  <c:v>43469</c:v>
                </c:pt>
                <c:pt idx="4187">
                  <c:v>43472</c:v>
                </c:pt>
                <c:pt idx="4188">
                  <c:v>43473</c:v>
                </c:pt>
                <c:pt idx="4189">
                  <c:v>43474</c:v>
                </c:pt>
                <c:pt idx="4190">
                  <c:v>43475</c:v>
                </c:pt>
                <c:pt idx="4191">
                  <c:v>43476</c:v>
                </c:pt>
                <c:pt idx="4192">
                  <c:v>43479</c:v>
                </c:pt>
                <c:pt idx="4193">
                  <c:v>43480</c:v>
                </c:pt>
                <c:pt idx="4194">
                  <c:v>43481</c:v>
                </c:pt>
                <c:pt idx="4195">
                  <c:v>43482</c:v>
                </c:pt>
                <c:pt idx="4196">
                  <c:v>43483</c:v>
                </c:pt>
                <c:pt idx="4197">
                  <c:v>43486</c:v>
                </c:pt>
                <c:pt idx="4198">
                  <c:v>43487</c:v>
                </c:pt>
                <c:pt idx="4199">
                  <c:v>43488</c:v>
                </c:pt>
                <c:pt idx="4200">
                  <c:v>43489</c:v>
                </c:pt>
                <c:pt idx="4201">
                  <c:v>43493</c:v>
                </c:pt>
                <c:pt idx="4202">
                  <c:v>43494</c:v>
                </c:pt>
                <c:pt idx="4203">
                  <c:v>43495</c:v>
                </c:pt>
                <c:pt idx="4204">
                  <c:v>43496</c:v>
                </c:pt>
                <c:pt idx="4205">
                  <c:v>43497</c:v>
                </c:pt>
                <c:pt idx="4206">
                  <c:v>43500</c:v>
                </c:pt>
                <c:pt idx="4207">
                  <c:v>43501</c:v>
                </c:pt>
                <c:pt idx="4208">
                  <c:v>43502</c:v>
                </c:pt>
                <c:pt idx="4209">
                  <c:v>43503</c:v>
                </c:pt>
                <c:pt idx="4210">
                  <c:v>43504</c:v>
                </c:pt>
                <c:pt idx="4211">
                  <c:v>43507</c:v>
                </c:pt>
                <c:pt idx="4212">
                  <c:v>43508</c:v>
                </c:pt>
                <c:pt idx="4213">
                  <c:v>43509</c:v>
                </c:pt>
                <c:pt idx="4214">
                  <c:v>43510</c:v>
                </c:pt>
                <c:pt idx="4215">
                  <c:v>43511</c:v>
                </c:pt>
                <c:pt idx="4216">
                  <c:v>43514</c:v>
                </c:pt>
                <c:pt idx="4217">
                  <c:v>43515</c:v>
                </c:pt>
                <c:pt idx="4218">
                  <c:v>43516</c:v>
                </c:pt>
                <c:pt idx="4219">
                  <c:v>43517</c:v>
                </c:pt>
                <c:pt idx="4220">
                  <c:v>43518</c:v>
                </c:pt>
                <c:pt idx="4221">
                  <c:v>43521</c:v>
                </c:pt>
                <c:pt idx="4222">
                  <c:v>43522</c:v>
                </c:pt>
                <c:pt idx="4223">
                  <c:v>43523</c:v>
                </c:pt>
                <c:pt idx="4224">
                  <c:v>43524</c:v>
                </c:pt>
                <c:pt idx="4225">
                  <c:v>43525</c:v>
                </c:pt>
                <c:pt idx="4226">
                  <c:v>43530</c:v>
                </c:pt>
                <c:pt idx="4227">
                  <c:v>43531</c:v>
                </c:pt>
                <c:pt idx="4228">
                  <c:v>43532</c:v>
                </c:pt>
                <c:pt idx="4229">
                  <c:v>43535</c:v>
                </c:pt>
                <c:pt idx="4230">
                  <c:v>43536</c:v>
                </c:pt>
                <c:pt idx="4231">
                  <c:v>43537</c:v>
                </c:pt>
                <c:pt idx="4232">
                  <c:v>43538</c:v>
                </c:pt>
                <c:pt idx="4233">
                  <c:v>43539</c:v>
                </c:pt>
                <c:pt idx="4234">
                  <c:v>43542</c:v>
                </c:pt>
                <c:pt idx="4235">
                  <c:v>43543</c:v>
                </c:pt>
                <c:pt idx="4236">
                  <c:v>43544</c:v>
                </c:pt>
                <c:pt idx="4237">
                  <c:v>43545</c:v>
                </c:pt>
                <c:pt idx="4238">
                  <c:v>43546</c:v>
                </c:pt>
                <c:pt idx="4239">
                  <c:v>43549</c:v>
                </c:pt>
                <c:pt idx="4240">
                  <c:v>43550</c:v>
                </c:pt>
                <c:pt idx="4241">
                  <c:v>43551</c:v>
                </c:pt>
                <c:pt idx="4242">
                  <c:v>43552</c:v>
                </c:pt>
                <c:pt idx="4243">
                  <c:v>43553</c:v>
                </c:pt>
                <c:pt idx="4244">
                  <c:v>43556</c:v>
                </c:pt>
                <c:pt idx="4245">
                  <c:v>43557</c:v>
                </c:pt>
                <c:pt idx="4246">
                  <c:v>43558</c:v>
                </c:pt>
                <c:pt idx="4247">
                  <c:v>43559</c:v>
                </c:pt>
                <c:pt idx="4248">
                  <c:v>43560</c:v>
                </c:pt>
                <c:pt idx="4249">
                  <c:v>43563</c:v>
                </c:pt>
                <c:pt idx="4250">
                  <c:v>43564</c:v>
                </c:pt>
                <c:pt idx="4251">
                  <c:v>43565</c:v>
                </c:pt>
                <c:pt idx="4252">
                  <c:v>43566</c:v>
                </c:pt>
                <c:pt idx="4253">
                  <c:v>43567</c:v>
                </c:pt>
                <c:pt idx="4254">
                  <c:v>43570</c:v>
                </c:pt>
                <c:pt idx="4255">
                  <c:v>43571</c:v>
                </c:pt>
                <c:pt idx="4256">
                  <c:v>43572</c:v>
                </c:pt>
                <c:pt idx="4257">
                  <c:v>43573</c:v>
                </c:pt>
                <c:pt idx="4258">
                  <c:v>43577</c:v>
                </c:pt>
                <c:pt idx="4259">
                  <c:v>43578</c:v>
                </c:pt>
                <c:pt idx="4260">
                  <c:v>43579</c:v>
                </c:pt>
                <c:pt idx="4261">
                  <c:v>43580</c:v>
                </c:pt>
                <c:pt idx="4262">
                  <c:v>43581</c:v>
                </c:pt>
                <c:pt idx="4263">
                  <c:v>43584</c:v>
                </c:pt>
                <c:pt idx="4264">
                  <c:v>43585</c:v>
                </c:pt>
                <c:pt idx="4265">
                  <c:v>43587</c:v>
                </c:pt>
                <c:pt idx="4266">
                  <c:v>43588</c:v>
                </c:pt>
                <c:pt idx="4267">
                  <c:v>43591</c:v>
                </c:pt>
                <c:pt idx="4268">
                  <c:v>43592</c:v>
                </c:pt>
                <c:pt idx="4269">
                  <c:v>43593</c:v>
                </c:pt>
                <c:pt idx="4270">
                  <c:v>43594</c:v>
                </c:pt>
                <c:pt idx="4271">
                  <c:v>43595</c:v>
                </c:pt>
                <c:pt idx="4272">
                  <c:v>43598</c:v>
                </c:pt>
                <c:pt idx="4273">
                  <c:v>43599</c:v>
                </c:pt>
                <c:pt idx="4274">
                  <c:v>43600</c:v>
                </c:pt>
                <c:pt idx="4275">
                  <c:v>43601</c:v>
                </c:pt>
                <c:pt idx="4276">
                  <c:v>43602</c:v>
                </c:pt>
                <c:pt idx="4277">
                  <c:v>43605</c:v>
                </c:pt>
                <c:pt idx="4278">
                  <c:v>43606</c:v>
                </c:pt>
                <c:pt idx="4279">
                  <c:v>43607</c:v>
                </c:pt>
                <c:pt idx="4280">
                  <c:v>43608</c:v>
                </c:pt>
                <c:pt idx="4281">
                  <c:v>43609</c:v>
                </c:pt>
                <c:pt idx="4282">
                  <c:v>43612</c:v>
                </c:pt>
                <c:pt idx="4283">
                  <c:v>43613</c:v>
                </c:pt>
                <c:pt idx="4284">
                  <c:v>43614</c:v>
                </c:pt>
                <c:pt idx="4285">
                  <c:v>43615</c:v>
                </c:pt>
                <c:pt idx="4286">
                  <c:v>43616</c:v>
                </c:pt>
                <c:pt idx="4287">
                  <c:v>43619</c:v>
                </c:pt>
                <c:pt idx="4288">
                  <c:v>43620</c:v>
                </c:pt>
                <c:pt idx="4289">
                  <c:v>43621</c:v>
                </c:pt>
                <c:pt idx="4290">
                  <c:v>43622</c:v>
                </c:pt>
                <c:pt idx="4291">
                  <c:v>43623</c:v>
                </c:pt>
                <c:pt idx="4292">
                  <c:v>43626</c:v>
                </c:pt>
                <c:pt idx="4293">
                  <c:v>43627</c:v>
                </c:pt>
                <c:pt idx="4294">
                  <c:v>43628</c:v>
                </c:pt>
                <c:pt idx="4295">
                  <c:v>43629</c:v>
                </c:pt>
                <c:pt idx="4296">
                  <c:v>43630</c:v>
                </c:pt>
                <c:pt idx="4297">
                  <c:v>43633</c:v>
                </c:pt>
                <c:pt idx="4298">
                  <c:v>43634</c:v>
                </c:pt>
                <c:pt idx="4299">
                  <c:v>43635</c:v>
                </c:pt>
                <c:pt idx="4300">
                  <c:v>43637</c:v>
                </c:pt>
                <c:pt idx="4301">
                  <c:v>43640</c:v>
                </c:pt>
                <c:pt idx="4302">
                  <c:v>43641</c:v>
                </c:pt>
                <c:pt idx="4303">
                  <c:v>43642</c:v>
                </c:pt>
                <c:pt idx="4304">
                  <c:v>43643</c:v>
                </c:pt>
                <c:pt idx="4305">
                  <c:v>43644</c:v>
                </c:pt>
                <c:pt idx="4306">
                  <c:v>43647</c:v>
                </c:pt>
                <c:pt idx="4307">
                  <c:v>43648</c:v>
                </c:pt>
                <c:pt idx="4308">
                  <c:v>43649</c:v>
                </c:pt>
                <c:pt idx="4309">
                  <c:v>43650</c:v>
                </c:pt>
                <c:pt idx="4310">
                  <c:v>43651</c:v>
                </c:pt>
                <c:pt idx="4311">
                  <c:v>43654</c:v>
                </c:pt>
                <c:pt idx="4312">
                  <c:v>43656</c:v>
                </c:pt>
                <c:pt idx="4313">
                  <c:v>43657</c:v>
                </c:pt>
                <c:pt idx="4314">
                  <c:v>43658</c:v>
                </c:pt>
                <c:pt idx="4315">
                  <c:v>43661</c:v>
                </c:pt>
                <c:pt idx="4316">
                  <c:v>43662</c:v>
                </c:pt>
                <c:pt idx="4317">
                  <c:v>43663</c:v>
                </c:pt>
                <c:pt idx="4318">
                  <c:v>43664</c:v>
                </c:pt>
                <c:pt idx="4319">
                  <c:v>43665</c:v>
                </c:pt>
                <c:pt idx="4320">
                  <c:v>43668</c:v>
                </c:pt>
                <c:pt idx="4321">
                  <c:v>43669</c:v>
                </c:pt>
                <c:pt idx="4322">
                  <c:v>43670</c:v>
                </c:pt>
                <c:pt idx="4323">
                  <c:v>43671</c:v>
                </c:pt>
                <c:pt idx="4324">
                  <c:v>43672</c:v>
                </c:pt>
                <c:pt idx="4325">
                  <c:v>43675</c:v>
                </c:pt>
                <c:pt idx="4326">
                  <c:v>43676</c:v>
                </c:pt>
                <c:pt idx="4327">
                  <c:v>43677</c:v>
                </c:pt>
                <c:pt idx="4328">
                  <c:v>43678</c:v>
                </c:pt>
                <c:pt idx="4329">
                  <c:v>43679</c:v>
                </c:pt>
                <c:pt idx="4330">
                  <c:v>43682</c:v>
                </c:pt>
                <c:pt idx="4331">
                  <c:v>43683</c:v>
                </c:pt>
                <c:pt idx="4332">
                  <c:v>43684</c:v>
                </c:pt>
                <c:pt idx="4333">
                  <c:v>43685</c:v>
                </c:pt>
                <c:pt idx="4334">
                  <c:v>43686</c:v>
                </c:pt>
                <c:pt idx="4335">
                  <c:v>43689</c:v>
                </c:pt>
                <c:pt idx="4336">
                  <c:v>43690</c:v>
                </c:pt>
                <c:pt idx="4337">
                  <c:v>43691</c:v>
                </c:pt>
                <c:pt idx="4338">
                  <c:v>43692</c:v>
                </c:pt>
                <c:pt idx="4339">
                  <c:v>43693</c:v>
                </c:pt>
                <c:pt idx="4340">
                  <c:v>43696</c:v>
                </c:pt>
                <c:pt idx="4341">
                  <c:v>43697</c:v>
                </c:pt>
                <c:pt idx="4342">
                  <c:v>43698</c:v>
                </c:pt>
                <c:pt idx="4343">
                  <c:v>43699</c:v>
                </c:pt>
                <c:pt idx="4344">
                  <c:v>43700</c:v>
                </c:pt>
                <c:pt idx="4345">
                  <c:v>43703</c:v>
                </c:pt>
                <c:pt idx="4346">
                  <c:v>43704</c:v>
                </c:pt>
                <c:pt idx="4347">
                  <c:v>43705</c:v>
                </c:pt>
                <c:pt idx="4348">
                  <c:v>43706</c:v>
                </c:pt>
                <c:pt idx="4349">
                  <c:v>43707</c:v>
                </c:pt>
                <c:pt idx="4350">
                  <c:v>43710</c:v>
                </c:pt>
                <c:pt idx="4351">
                  <c:v>43711</c:v>
                </c:pt>
                <c:pt idx="4352">
                  <c:v>43712</c:v>
                </c:pt>
                <c:pt idx="4353">
                  <c:v>43713</c:v>
                </c:pt>
                <c:pt idx="4354">
                  <c:v>43714</c:v>
                </c:pt>
                <c:pt idx="4355">
                  <c:v>43717</c:v>
                </c:pt>
                <c:pt idx="4356">
                  <c:v>43718</c:v>
                </c:pt>
                <c:pt idx="4357">
                  <c:v>43719</c:v>
                </c:pt>
                <c:pt idx="4358">
                  <c:v>43720</c:v>
                </c:pt>
                <c:pt idx="4359">
                  <c:v>43721</c:v>
                </c:pt>
                <c:pt idx="4360">
                  <c:v>43724</c:v>
                </c:pt>
                <c:pt idx="4361">
                  <c:v>43725</c:v>
                </c:pt>
                <c:pt idx="4362">
                  <c:v>43726</c:v>
                </c:pt>
                <c:pt idx="4363">
                  <c:v>43727</c:v>
                </c:pt>
                <c:pt idx="4364">
                  <c:v>43728</c:v>
                </c:pt>
                <c:pt idx="4365">
                  <c:v>43731</c:v>
                </c:pt>
                <c:pt idx="4366">
                  <c:v>43732</c:v>
                </c:pt>
                <c:pt idx="4367">
                  <c:v>43733</c:v>
                </c:pt>
                <c:pt idx="4368">
                  <c:v>43734</c:v>
                </c:pt>
                <c:pt idx="4369">
                  <c:v>43735</c:v>
                </c:pt>
                <c:pt idx="4370">
                  <c:v>43738</c:v>
                </c:pt>
                <c:pt idx="4371">
                  <c:v>43739</c:v>
                </c:pt>
                <c:pt idx="4372">
                  <c:v>43740</c:v>
                </c:pt>
                <c:pt idx="4373">
                  <c:v>43741</c:v>
                </c:pt>
                <c:pt idx="4374">
                  <c:v>43742</c:v>
                </c:pt>
                <c:pt idx="4375">
                  <c:v>43745</c:v>
                </c:pt>
                <c:pt idx="4376">
                  <c:v>43746</c:v>
                </c:pt>
                <c:pt idx="4377">
                  <c:v>43747</c:v>
                </c:pt>
                <c:pt idx="4378">
                  <c:v>43748</c:v>
                </c:pt>
                <c:pt idx="4379">
                  <c:v>43749</c:v>
                </c:pt>
                <c:pt idx="4380">
                  <c:v>43752</c:v>
                </c:pt>
                <c:pt idx="4381">
                  <c:v>43753</c:v>
                </c:pt>
                <c:pt idx="4382">
                  <c:v>43754</c:v>
                </c:pt>
                <c:pt idx="4383">
                  <c:v>43755</c:v>
                </c:pt>
                <c:pt idx="4384">
                  <c:v>43756</c:v>
                </c:pt>
                <c:pt idx="4385">
                  <c:v>43759</c:v>
                </c:pt>
                <c:pt idx="4386">
                  <c:v>43760</c:v>
                </c:pt>
                <c:pt idx="4387">
                  <c:v>43761</c:v>
                </c:pt>
                <c:pt idx="4388">
                  <c:v>43762</c:v>
                </c:pt>
                <c:pt idx="4389">
                  <c:v>43763</c:v>
                </c:pt>
                <c:pt idx="4390">
                  <c:v>43766</c:v>
                </c:pt>
                <c:pt idx="4391">
                  <c:v>43767</c:v>
                </c:pt>
                <c:pt idx="4392">
                  <c:v>43768</c:v>
                </c:pt>
                <c:pt idx="4393">
                  <c:v>43769</c:v>
                </c:pt>
                <c:pt idx="4394">
                  <c:v>43770</c:v>
                </c:pt>
                <c:pt idx="4395">
                  <c:v>43773</c:v>
                </c:pt>
                <c:pt idx="4396">
                  <c:v>43774</c:v>
                </c:pt>
                <c:pt idx="4397">
                  <c:v>43775</c:v>
                </c:pt>
                <c:pt idx="4398">
                  <c:v>43776</c:v>
                </c:pt>
                <c:pt idx="4399">
                  <c:v>43777</c:v>
                </c:pt>
                <c:pt idx="4400">
                  <c:v>43780</c:v>
                </c:pt>
                <c:pt idx="4401">
                  <c:v>43781</c:v>
                </c:pt>
                <c:pt idx="4402">
                  <c:v>43782</c:v>
                </c:pt>
                <c:pt idx="4403">
                  <c:v>43783</c:v>
                </c:pt>
                <c:pt idx="4404">
                  <c:v>43787</c:v>
                </c:pt>
                <c:pt idx="4405">
                  <c:v>43788</c:v>
                </c:pt>
                <c:pt idx="4406">
                  <c:v>43790</c:v>
                </c:pt>
                <c:pt idx="4407">
                  <c:v>43791</c:v>
                </c:pt>
                <c:pt idx="4408">
                  <c:v>43794</c:v>
                </c:pt>
                <c:pt idx="4409">
                  <c:v>43795</c:v>
                </c:pt>
                <c:pt idx="4410">
                  <c:v>43796</c:v>
                </c:pt>
                <c:pt idx="4411">
                  <c:v>43797</c:v>
                </c:pt>
                <c:pt idx="4412">
                  <c:v>43798</c:v>
                </c:pt>
                <c:pt idx="4413">
                  <c:v>43801</c:v>
                </c:pt>
                <c:pt idx="4414">
                  <c:v>43802</c:v>
                </c:pt>
                <c:pt idx="4415">
                  <c:v>43803</c:v>
                </c:pt>
                <c:pt idx="4416">
                  <c:v>43804</c:v>
                </c:pt>
                <c:pt idx="4417">
                  <c:v>43805</c:v>
                </c:pt>
                <c:pt idx="4418">
                  <c:v>43808</c:v>
                </c:pt>
                <c:pt idx="4419">
                  <c:v>43809</c:v>
                </c:pt>
                <c:pt idx="4420">
                  <c:v>43810</c:v>
                </c:pt>
                <c:pt idx="4421">
                  <c:v>43811</c:v>
                </c:pt>
                <c:pt idx="4422">
                  <c:v>43812</c:v>
                </c:pt>
                <c:pt idx="4423">
                  <c:v>43815</c:v>
                </c:pt>
                <c:pt idx="4424">
                  <c:v>43816</c:v>
                </c:pt>
                <c:pt idx="4425">
                  <c:v>43817</c:v>
                </c:pt>
                <c:pt idx="4426">
                  <c:v>43818</c:v>
                </c:pt>
                <c:pt idx="4427">
                  <c:v>43819</c:v>
                </c:pt>
                <c:pt idx="4428">
                  <c:v>43822</c:v>
                </c:pt>
                <c:pt idx="4429">
                  <c:v>43825</c:v>
                </c:pt>
                <c:pt idx="4430">
                  <c:v>43826</c:v>
                </c:pt>
                <c:pt idx="4431">
                  <c:v>43829</c:v>
                </c:pt>
                <c:pt idx="4432">
                  <c:v>43832</c:v>
                </c:pt>
                <c:pt idx="4433">
                  <c:v>43833</c:v>
                </c:pt>
                <c:pt idx="4434">
                  <c:v>43836</c:v>
                </c:pt>
                <c:pt idx="4435">
                  <c:v>43837</c:v>
                </c:pt>
                <c:pt idx="4436">
                  <c:v>43838</c:v>
                </c:pt>
                <c:pt idx="4437">
                  <c:v>43839</c:v>
                </c:pt>
                <c:pt idx="4438">
                  <c:v>43840</c:v>
                </c:pt>
                <c:pt idx="4439">
                  <c:v>43843</c:v>
                </c:pt>
                <c:pt idx="4440">
                  <c:v>43844</c:v>
                </c:pt>
                <c:pt idx="4441">
                  <c:v>43845</c:v>
                </c:pt>
                <c:pt idx="4442">
                  <c:v>43846</c:v>
                </c:pt>
                <c:pt idx="4443">
                  <c:v>43847</c:v>
                </c:pt>
                <c:pt idx="4444">
                  <c:v>43850</c:v>
                </c:pt>
                <c:pt idx="4445">
                  <c:v>43851</c:v>
                </c:pt>
                <c:pt idx="4446">
                  <c:v>43852</c:v>
                </c:pt>
                <c:pt idx="4447">
                  <c:v>43853</c:v>
                </c:pt>
                <c:pt idx="4448">
                  <c:v>43854</c:v>
                </c:pt>
                <c:pt idx="4449">
                  <c:v>43857</c:v>
                </c:pt>
                <c:pt idx="4450">
                  <c:v>43858</c:v>
                </c:pt>
                <c:pt idx="4451">
                  <c:v>43859</c:v>
                </c:pt>
                <c:pt idx="4452">
                  <c:v>43860</c:v>
                </c:pt>
                <c:pt idx="4453">
                  <c:v>43861</c:v>
                </c:pt>
                <c:pt idx="4454">
                  <c:v>43864</c:v>
                </c:pt>
                <c:pt idx="4455">
                  <c:v>43865</c:v>
                </c:pt>
                <c:pt idx="4456">
                  <c:v>43866</c:v>
                </c:pt>
                <c:pt idx="4457">
                  <c:v>43867</c:v>
                </c:pt>
                <c:pt idx="4458">
                  <c:v>43868</c:v>
                </c:pt>
                <c:pt idx="4459">
                  <c:v>43871</c:v>
                </c:pt>
                <c:pt idx="4460">
                  <c:v>43872</c:v>
                </c:pt>
                <c:pt idx="4461">
                  <c:v>43873</c:v>
                </c:pt>
                <c:pt idx="4462">
                  <c:v>43874</c:v>
                </c:pt>
                <c:pt idx="4463">
                  <c:v>43875</c:v>
                </c:pt>
                <c:pt idx="4464">
                  <c:v>43878</c:v>
                </c:pt>
                <c:pt idx="4465">
                  <c:v>43879</c:v>
                </c:pt>
                <c:pt idx="4466">
                  <c:v>43880</c:v>
                </c:pt>
                <c:pt idx="4467">
                  <c:v>43881</c:v>
                </c:pt>
                <c:pt idx="4468">
                  <c:v>43882</c:v>
                </c:pt>
                <c:pt idx="4469">
                  <c:v>43887</c:v>
                </c:pt>
                <c:pt idx="4470">
                  <c:v>43888</c:v>
                </c:pt>
                <c:pt idx="4471">
                  <c:v>43889</c:v>
                </c:pt>
                <c:pt idx="4472">
                  <c:v>43892</c:v>
                </c:pt>
                <c:pt idx="4473">
                  <c:v>43893</c:v>
                </c:pt>
                <c:pt idx="4474">
                  <c:v>43894</c:v>
                </c:pt>
                <c:pt idx="4475">
                  <c:v>43895</c:v>
                </c:pt>
                <c:pt idx="4476">
                  <c:v>43896</c:v>
                </c:pt>
                <c:pt idx="4477">
                  <c:v>43899</c:v>
                </c:pt>
                <c:pt idx="4478">
                  <c:v>43900</c:v>
                </c:pt>
                <c:pt idx="4479">
                  <c:v>43901</c:v>
                </c:pt>
                <c:pt idx="4480">
                  <c:v>43902</c:v>
                </c:pt>
                <c:pt idx="4481">
                  <c:v>43903</c:v>
                </c:pt>
                <c:pt idx="4482">
                  <c:v>43906</c:v>
                </c:pt>
                <c:pt idx="4483">
                  <c:v>43907</c:v>
                </c:pt>
                <c:pt idx="4484">
                  <c:v>43908</c:v>
                </c:pt>
                <c:pt idx="4485">
                  <c:v>43909</c:v>
                </c:pt>
                <c:pt idx="4486">
                  <c:v>43910</c:v>
                </c:pt>
                <c:pt idx="4487">
                  <c:v>43913</c:v>
                </c:pt>
                <c:pt idx="4488">
                  <c:v>43914</c:v>
                </c:pt>
                <c:pt idx="4489">
                  <c:v>43915</c:v>
                </c:pt>
                <c:pt idx="4490">
                  <c:v>43916</c:v>
                </c:pt>
                <c:pt idx="4491">
                  <c:v>43917</c:v>
                </c:pt>
                <c:pt idx="4492">
                  <c:v>43920</c:v>
                </c:pt>
                <c:pt idx="4493">
                  <c:v>43921</c:v>
                </c:pt>
                <c:pt idx="4494">
                  <c:v>43922</c:v>
                </c:pt>
                <c:pt idx="4495">
                  <c:v>43923</c:v>
                </c:pt>
                <c:pt idx="4496">
                  <c:v>43924</c:v>
                </c:pt>
                <c:pt idx="4497">
                  <c:v>43927</c:v>
                </c:pt>
                <c:pt idx="4498">
                  <c:v>43928</c:v>
                </c:pt>
                <c:pt idx="4499">
                  <c:v>43929</c:v>
                </c:pt>
                <c:pt idx="4500">
                  <c:v>43930</c:v>
                </c:pt>
                <c:pt idx="4501">
                  <c:v>43934</c:v>
                </c:pt>
                <c:pt idx="4502">
                  <c:v>43935</c:v>
                </c:pt>
                <c:pt idx="4503">
                  <c:v>43936</c:v>
                </c:pt>
                <c:pt idx="4504">
                  <c:v>43937</c:v>
                </c:pt>
                <c:pt idx="4505">
                  <c:v>43938</c:v>
                </c:pt>
                <c:pt idx="4506">
                  <c:v>43941</c:v>
                </c:pt>
                <c:pt idx="4507">
                  <c:v>43943</c:v>
                </c:pt>
                <c:pt idx="4508">
                  <c:v>43944</c:v>
                </c:pt>
                <c:pt idx="4509">
                  <c:v>43945</c:v>
                </c:pt>
                <c:pt idx="4510">
                  <c:v>43948</c:v>
                </c:pt>
                <c:pt idx="4511">
                  <c:v>43949</c:v>
                </c:pt>
                <c:pt idx="4512">
                  <c:v>43950</c:v>
                </c:pt>
                <c:pt idx="4513">
                  <c:v>43951</c:v>
                </c:pt>
                <c:pt idx="4514">
                  <c:v>43955</c:v>
                </c:pt>
                <c:pt idx="4515">
                  <c:v>43956</c:v>
                </c:pt>
                <c:pt idx="4516">
                  <c:v>43957</c:v>
                </c:pt>
                <c:pt idx="4517">
                  <c:v>43958</c:v>
                </c:pt>
                <c:pt idx="4518">
                  <c:v>43959</c:v>
                </c:pt>
                <c:pt idx="4519">
                  <c:v>43962</c:v>
                </c:pt>
                <c:pt idx="4520">
                  <c:v>43963</c:v>
                </c:pt>
                <c:pt idx="4521">
                  <c:v>43964</c:v>
                </c:pt>
                <c:pt idx="4522">
                  <c:v>43965</c:v>
                </c:pt>
                <c:pt idx="4523">
                  <c:v>43966</c:v>
                </c:pt>
                <c:pt idx="4524">
                  <c:v>43969</c:v>
                </c:pt>
                <c:pt idx="4525">
                  <c:v>43970</c:v>
                </c:pt>
                <c:pt idx="4526">
                  <c:v>43971</c:v>
                </c:pt>
                <c:pt idx="4527">
                  <c:v>43972</c:v>
                </c:pt>
                <c:pt idx="4528">
                  <c:v>43973</c:v>
                </c:pt>
                <c:pt idx="4529">
                  <c:v>43976</c:v>
                </c:pt>
                <c:pt idx="4530">
                  <c:v>43977</c:v>
                </c:pt>
                <c:pt idx="4531">
                  <c:v>43978</c:v>
                </c:pt>
                <c:pt idx="4532">
                  <c:v>43979</c:v>
                </c:pt>
                <c:pt idx="4533">
                  <c:v>43980</c:v>
                </c:pt>
                <c:pt idx="4534">
                  <c:v>43983</c:v>
                </c:pt>
                <c:pt idx="4535">
                  <c:v>43984</c:v>
                </c:pt>
                <c:pt idx="4536">
                  <c:v>43985</c:v>
                </c:pt>
                <c:pt idx="4537">
                  <c:v>43986</c:v>
                </c:pt>
                <c:pt idx="4538">
                  <c:v>43987</c:v>
                </c:pt>
                <c:pt idx="4539">
                  <c:v>43990</c:v>
                </c:pt>
                <c:pt idx="4540">
                  <c:v>43991</c:v>
                </c:pt>
                <c:pt idx="4541">
                  <c:v>43992</c:v>
                </c:pt>
                <c:pt idx="4542">
                  <c:v>43994</c:v>
                </c:pt>
                <c:pt idx="4543">
                  <c:v>43997</c:v>
                </c:pt>
                <c:pt idx="4544">
                  <c:v>43998</c:v>
                </c:pt>
                <c:pt idx="4545">
                  <c:v>43999</c:v>
                </c:pt>
                <c:pt idx="4546">
                  <c:v>44000</c:v>
                </c:pt>
                <c:pt idx="4547">
                  <c:v>44001</c:v>
                </c:pt>
                <c:pt idx="4548">
                  <c:v>44004</c:v>
                </c:pt>
                <c:pt idx="4549">
                  <c:v>44005</c:v>
                </c:pt>
                <c:pt idx="4550">
                  <c:v>44006</c:v>
                </c:pt>
                <c:pt idx="4551">
                  <c:v>44007</c:v>
                </c:pt>
                <c:pt idx="4552">
                  <c:v>44008</c:v>
                </c:pt>
                <c:pt idx="4553">
                  <c:v>44011</c:v>
                </c:pt>
                <c:pt idx="4554">
                  <c:v>44012</c:v>
                </c:pt>
                <c:pt idx="4555">
                  <c:v>44013</c:v>
                </c:pt>
                <c:pt idx="4556">
                  <c:v>44014</c:v>
                </c:pt>
                <c:pt idx="4557">
                  <c:v>44015</c:v>
                </c:pt>
                <c:pt idx="4558">
                  <c:v>44018</c:v>
                </c:pt>
                <c:pt idx="4559">
                  <c:v>44019</c:v>
                </c:pt>
                <c:pt idx="4560">
                  <c:v>44020</c:v>
                </c:pt>
                <c:pt idx="4561">
                  <c:v>44021</c:v>
                </c:pt>
                <c:pt idx="4562">
                  <c:v>44022</c:v>
                </c:pt>
                <c:pt idx="4563">
                  <c:v>44025</c:v>
                </c:pt>
                <c:pt idx="4564">
                  <c:v>44026</c:v>
                </c:pt>
                <c:pt idx="4565">
                  <c:v>44027</c:v>
                </c:pt>
                <c:pt idx="4566">
                  <c:v>44028</c:v>
                </c:pt>
                <c:pt idx="4567">
                  <c:v>44029</c:v>
                </c:pt>
                <c:pt idx="4568">
                  <c:v>44032</c:v>
                </c:pt>
                <c:pt idx="4569">
                  <c:v>44033</c:v>
                </c:pt>
                <c:pt idx="4570">
                  <c:v>44034</c:v>
                </c:pt>
                <c:pt idx="4571">
                  <c:v>44035</c:v>
                </c:pt>
                <c:pt idx="4572">
                  <c:v>44036</c:v>
                </c:pt>
                <c:pt idx="4573">
                  <c:v>44039</c:v>
                </c:pt>
                <c:pt idx="4574">
                  <c:v>44040</c:v>
                </c:pt>
                <c:pt idx="4575">
                  <c:v>44041</c:v>
                </c:pt>
                <c:pt idx="4576">
                  <c:v>44042</c:v>
                </c:pt>
                <c:pt idx="4577">
                  <c:v>44043</c:v>
                </c:pt>
                <c:pt idx="4578">
                  <c:v>44046</c:v>
                </c:pt>
                <c:pt idx="4579">
                  <c:v>44047</c:v>
                </c:pt>
                <c:pt idx="4580">
                  <c:v>44048</c:v>
                </c:pt>
                <c:pt idx="4581">
                  <c:v>44049</c:v>
                </c:pt>
                <c:pt idx="4582">
                  <c:v>44050</c:v>
                </c:pt>
                <c:pt idx="4583">
                  <c:v>44053</c:v>
                </c:pt>
                <c:pt idx="4584">
                  <c:v>44054</c:v>
                </c:pt>
                <c:pt idx="4585">
                  <c:v>44055</c:v>
                </c:pt>
                <c:pt idx="4586">
                  <c:v>44056</c:v>
                </c:pt>
                <c:pt idx="4587">
                  <c:v>44057</c:v>
                </c:pt>
                <c:pt idx="4588">
                  <c:v>44060</c:v>
                </c:pt>
                <c:pt idx="4589">
                  <c:v>44061</c:v>
                </c:pt>
                <c:pt idx="4590">
                  <c:v>44062</c:v>
                </c:pt>
                <c:pt idx="4591">
                  <c:v>44063</c:v>
                </c:pt>
                <c:pt idx="4592">
                  <c:v>44064</c:v>
                </c:pt>
                <c:pt idx="4593">
                  <c:v>44067</c:v>
                </c:pt>
                <c:pt idx="4594">
                  <c:v>44068</c:v>
                </c:pt>
                <c:pt idx="4595">
                  <c:v>44069</c:v>
                </c:pt>
                <c:pt idx="4596">
                  <c:v>44070</c:v>
                </c:pt>
                <c:pt idx="4597">
                  <c:v>44071</c:v>
                </c:pt>
                <c:pt idx="4598">
                  <c:v>44074</c:v>
                </c:pt>
                <c:pt idx="4599">
                  <c:v>44075</c:v>
                </c:pt>
                <c:pt idx="4600">
                  <c:v>44076</c:v>
                </c:pt>
                <c:pt idx="4601">
                  <c:v>44077</c:v>
                </c:pt>
                <c:pt idx="4602">
                  <c:v>44078</c:v>
                </c:pt>
                <c:pt idx="4603">
                  <c:v>44082</c:v>
                </c:pt>
                <c:pt idx="4604">
                  <c:v>44083</c:v>
                </c:pt>
                <c:pt idx="4605">
                  <c:v>44084</c:v>
                </c:pt>
                <c:pt idx="4606">
                  <c:v>44085</c:v>
                </c:pt>
                <c:pt idx="4607">
                  <c:v>44088</c:v>
                </c:pt>
                <c:pt idx="4608">
                  <c:v>44089</c:v>
                </c:pt>
                <c:pt idx="4609">
                  <c:v>44090</c:v>
                </c:pt>
                <c:pt idx="4610">
                  <c:v>44091</c:v>
                </c:pt>
                <c:pt idx="4611">
                  <c:v>44092</c:v>
                </c:pt>
                <c:pt idx="4612">
                  <c:v>44095</c:v>
                </c:pt>
                <c:pt idx="4613">
                  <c:v>44096</c:v>
                </c:pt>
                <c:pt idx="4614">
                  <c:v>44097</c:v>
                </c:pt>
                <c:pt idx="4615">
                  <c:v>44098</c:v>
                </c:pt>
                <c:pt idx="4616">
                  <c:v>44099</c:v>
                </c:pt>
                <c:pt idx="4617">
                  <c:v>44102</c:v>
                </c:pt>
                <c:pt idx="4618">
                  <c:v>44103</c:v>
                </c:pt>
                <c:pt idx="4619">
                  <c:v>44104</c:v>
                </c:pt>
                <c:pt idx="4620">
                  <c:v>44105</c:v>
                </c:pt>
                <c:pt idx="4621">
                  <c:v>44106</c:v>
                </c:pt>
                <c:pt idx="4622">
                  <c:v>44109</c:v>
                </c:pt>
                <c:pt idx="4623">
                  <c:v>44110</c:v>
                </c:pt>
                <c:pt idx="4624">
                  <c:v>44111</c:v>
                </c:pt>
                <c:pt idx="4625">
                  <c:v>44112</c:v>
                </c:pt>
                <c:pt idx="4626">
                  <c:v>44113</c:v>
                </c:pt>
                <c:pt idx="4627">
                  <c:v>44117</c:v>
                </c:pt>
                <c:pt idx="4628">
                  <c:v>44118</c:v>
                </c:pt>
                <c:pt idx="4629">
                  <c:v>44119</c:v>
                </c:pt>
                <c:pt idx="4630">
                  <c:v>44120</c:v>
                </c:pt>
                <c:pt idx="4631">
                  <c:v>44123</c:v>
                </c:pt>
                <c:pt idx="4632">
                  <c:v>44124</c:v>
                </c:pt>
                <c:pt idx="4633">
                  <c:v>44125</c:v>
                </c:pt>
                <c:pt idx="4634">
                  <c:v>44126</c:v>
                </c:pt>
                <c:pt idx="4635">
                  <c:v>44127</c:v>
                </c:pt>
                <c:pt idx="4636">
                  <c:v>44130</c:v>
                </c:pt>
                <c:pt idx="4637">
                  <c:v>44131</c:v>
                </c:pt>
                <c:pt idx="4638">
                  <c:v>44132</c:v>
                </c:pt>
                <c:pt idx="4639">
                  <c:v>44133</c:v>
                </c:pt>
                <c:pt idx="4640">
                  <c:v>44134</c:v>
                </c:pt>
                <c:pt idx="4641">
                  <c:v>44138</c:v>
                </c:pt>
                <c:pt idx="4642">
                  <c:v>44139</c:v>
                </c:pt>
                <c:pt idx="4643">
                  <c:v>44140</c:v>
                </c:pt>
                <c:pt idx="4644">
                  <c:v>44141</c:v>
                </c:pt>
                <c:pt idx="4645">
                  <c:v>44144</c:v>
                </c:pt>
                <c:pt idx="4646">
                  <c:v>44145</c:v>
                </c:pt>
                <c:pt idx="4647">
                  <c:v>44146</c:v>
                </c:pt>
                <c:pt idx="4648">
                  <c:v>44147</c:v>
                </c:pt>
                <c:pt idx="4649">
                  <c:v>44148</c:v>
                </c:pt>
                <c:pt idx="4650">
                  <c:v>44151</c:v>
                </c:pt>
                <c:pt idx="4651">
                  <c:v>44152</c:v>
                </c:pt>
                <c:pt idx="4652">
                  <c:v>44153</c:v>
                </c:pt>
                <c:pt idx="4653">
                  <c:v>44154</c:v>
                </c:pt>
                <c:pt idx="4654">
                  <c:v>44155</c:v>
                </c:pt>
                <c:pt idx="4655">
                  <c:v>44158</c:v>
                </c:pt>
                <c:pt idx="4656">
                  <c:v>44159</c:v>
                </c:pt>
                <c:pt idx="4657">
                  <c:v>44160</c:v>
                </c:pt>
                <c:pt idx="4658">
                  <c:v>44161</c:v>
                </c:pt>
                <c:pt idx="4659">
                  <c:v>44162</c:v>
                </c:pt>
                <c:pt idx="4660">
                  <c:v>44165</c:v>
                </c:pt>
                <c:pt idx="4661">
                  <c:v>44166</c:v>
                </c:pt>
                <c:pt idx="4662">
                  <c:v>44167</c:v>
                </c:pt>
                <c:pt idx="4663">
                  <c:v>44168</c:v>
                </c:pt>
                <c:pt idx="4664">
                  <c:v>44169</c:v>
                </c:pt>
                <c:pt idx="4665">
                  <c:v>44172</c:v>
                </c:pt>
                <c:pt idx="4666">
                  <c:v>44173</c:v>
                </c:pt>
                <c:pt idx="4667">
                  <c:v>44174</c:v>
                </c:pt>
                <c:pt idx="4668">
                  <c:v>44175</c:v>
                </c:pt>
                <c:pt idx="4669">
                  <c:v>44176</c:v>
                </c:pt>
                <c:pt idx="4670">
                  <c:v>44179</c:v>
                </c:pt>
                <c:pt idx="4671">
                  <c:v>44180</c:v>
                </c:pt>
                <c:pt idx="4672">
                  <c:v>44181</c:v>
                </c:pt>
                <c:pt idx="4673">
                  <c:v>44182</c:v>
                </c:pt>
                <c:pt idx="4674">
                  <c:v>44183</c:v>
                </c:pt>
                <c:pt idx="4675">
                  <c:v>44186</c:v>
                </c:pt>
                <c:pt idx="4676">
                  <c:v>44187</c:v>
                </c:pt>
                <c:pt idx="4677">
                  <c:v>44188</c:v>
                </c:pt>
                <c:pt idx="4678">
                  <c:v>44193</c:v>
                </c:pt>
                <c:pt idx="4679">
                  <c:v>44194</c:v>
                </c:pt>
                <c:pt idx="4680">
                  <c:v>44195</c:v>
                </c:pt>
                <c:pt idx="4681">
                  <c:v>44200</c:v>
                </c:pt>
                <c:pt idx="4682">
                  <c:v>44201</c:v>
                </c:pt>
                <c:pt idx="4683">
                  <c:v>44202</c:v>
                </c:pt>
                <c:pt idx="4684">
                  <c:v>44203</c:v>
                </c:pt>
                <c:pt idx="4685">
                  <c:v>44204</c:v>
                </c:pt>
                <c:pt idx="4686">
                  <c:v>44207</c:v>
                </c:pt>
                <c:pt idx="4687">
                  <c:v>44208</c:v>
                </c:pt>
                <c:pt idx="4688">
                  <c:v>44209</c:v>
                </c:pt>
                <c:pt idx="4689">
                  <c:v>44210</c:v>
                </c:pt>
                <c:pt idx="4690">
                  <c:v>44211</c:v>
                </c:pt>
                <c:pt idx="4691">
                  <c:v>44214</c:v>
                </c:pt>
                <c:pt idx="4692">
                  <c:v>44215</c:v>
                </c:pt>
                <c:pt idx="4693">
                  <c:v>44216</c:v>
                </c:pt>
                <c:pt idx="4694">
                  <c:v>44217</c:v>
                </c:pt>
                <c:pt idx="4695">
                  <c:v>44218</c:v>
                </c:pt>
                <c:pt idx="4696">
                  <c:v>44222</c:v>
                </c:pt>
                <c:pt idx="4697">
                  <c:v>44223</c:v>
                </c:pt>
                <c:pt idx="4698">
                  <c:v>44224</c:v>
                </c:pt>
                <c:pt idx="4699">
                  <c:v>44225</c:v>
                </c:pt>
                <c:pt idx="4700">
                  <c:v>44228</c:v>
                </c:pt>
                <c:pt idx="4701">
                  <c:v>44229</c:v>
                </c:pt>
                <c:pt idx="4702">
                  <c:v>44230</c:v>
                </c:pt>
                <c:pt idx="4703">
                  <c:v>44231</c:v>
                </c:pt>
                <c:pt idx="4704">
                  <c:v>44232</c:v>
                </c:pt>
                <c:pt idx="4705">
                  <c:v>44235</c:v>
                </c:pt>
                <c:pt idx="4706">
                  <c:v>44236</c:v>
                </c:pt>
                <c:pt idx="4707">
                  <c:v>44237</c:v>
                </c:pt>
                <c:pt idx="4708">
                  <c:v>44238</c:v>
                </c:pt>
                <c:pt idx="4709">
                  <c:v>44239</c:v>
                </c:pt>
                <c:pt idx="4710">
                  <c:v>44244</c:v>
                </c:pt>
                <c:pt idx="4711">
                  <c:v>44245</c:v>
                </c:pt>
                <c:pt idx="4712">
                  <c:v>44246</c:v>
                </c:pt>
                <c:pt idx="4713">
                  <c:v>44249</c:v>
                </c:pt>
                <c:pt idx="4714">
                  <c:v>44250</c:v>
                </c:pt>
                <c:pt idx="4715">
                  <c:v>44251</c:v>
                </c:pt>
                <c:pt idx="4716">
                  <c:v>44252</c:v>
                </c:pt>
                <c:pt idx="4717">
                  <c:v>44253</c:v>
                </c:pt>
                <c:pt idx="4718">
                  <c:v>44256</c:v>
                </c:pt>
                <c:pt idx="4719">
                  <c:v>44257</c:v>
                </c:pt>
                <c:pt idx="4720">
                  <c:v>44258</c:v>
                </c:pt>
                <c:pt idx="4721">
                  <c:v>44259</c:v>
                </c:pt>
                <c:pt idx="4722">
                  <c:v>44260</c:v>
                </c:pt>
                <c:pt idx="4723">
                  <c:v>44263</c:v>
                </c:pt>
                <c:pt idx="4724">
                  <c:v>44264</c:v>
                </c:pt>
                <c:pt idx="4725">
                  <c:v>44265</c:v>
                </c:pt>
                <c:pt idx="4726">
                  <c:v>44266</c:v>
                </c:pt>
                <c:pt idx="4727">
                  <c:v>44267</c:v>
                </c:pt>
                <c:pt idx="4728">
                  <c:v>44270</c:v>
                </c:pt>
                <c:pt idx="4729">
                  <c:v>44271</c:v>
                </c:pt>
                <c:pt idx="4730">
                  <c:v>44272</c:v>
                </c:pt>
                <c:pt idx="4731">
                  <c:v>44273</c:v>
                </c:pt>
                <c:pt idx="4732">
                  <c:v>44274</c:v>
                </c:pt>
                <c:pt idx="4733">
                  <c:v>44277</c:v>
                </c:pt>
                <c:pt idx="4734">
                  <c:v>44278</c:v>
                </c:pt>
                <c:pt idx="4735">
                  <c:v>44279</c:v>
                </c:pt>
                <c:pt idx="4736">
                  <c:v>44280</c:v>
                </c:pt>
                <c:pt idx="4737">
                  <c:v>44281</c:v>
                </c:pt>
                <c:pt idx="4738">
                  <c:v>44284</c:v>
                </c:pt>
                <c:pt idx="4739">
                  <c:v>44285</c:v>
                </c:pt>
                <c:pt idx="4740">
                  <c:v>44286</c:v>
                </c:pt>
                <c:pt idx="4741">
                  <c:v>44287</c:v>
                </c:pt>
                <c:pt idx="4742">
                  <c:v>44291</c:v>
                </c:pt>
                <c:pt idx="4743">
                  <c:v>44292</c:v>
                </c:pt>
                <c:pt idx="4744">
                  <c:v>44293</c:v>
                </c:pt>
                <c:pt idx="4745">
                  <c:v>44294</c:v>
                </c:pt>
                <c:pt idx="4746">
                  <c:v>44295</c:v>
                </c:pt>
                <c:pt idx="4747">
                  <c:v>44298</c:v>
                </c:pt>
                <c:pt idx="4748">
                  <c:v>44299</c:v>
                </c:pt>
                <c:pt idx="4749">
                  <c:v>44300</c:v>
                </c:pt>
                <c:pt idx="4750">
                  <c:v>44301</c:v>
                </c:pt>
                <c:pt idx="4751">
                  <c:v>44302</c:v>
                </c:pt>
                <c:pt idx="4752">
                  <c:v>44305</c:v>
                </c:pt>
                <c:pt idx="4753">
                  <c:v>44306</c:v>
                </c:pt>
                <c:pt idx="4754">
                  <c:v>44308</c:v>
                </c:pt>
                <c:pt idx="4755">
                  <c:v>44309</c:v>
                </c:pt>
                <c:pt idx="4756">
                  <c:v>44312</c:v>
                </c:pt>
                <c:pt idx="4757">
                  <c:v>44313</c:v>
                </c:pt>
                <c:pt idx="4758">
                  <c:v>44314</c:v>
                </c:pt>
                <c:pt idx="4759">
                  <c:v>44315</c:v>
                </c:pt>
                <c:pt idx="4760">
                  <c:v>44316</c:v>
                </c:pt>
                <c:pt idx="4761">
                  <c:v>44319</c:v>
                </c:pt>
                <c:pt idx="4762">
                  <c:v>44320</c:v>
                </c:pt>
                <c:pt idx="4763">
                  <c:v>44321</c:v>
                </c:pt>
                <c:pt idx="4764">
                  <c:v>44322</c:v>
                </c:pt>
                <c:pt idx="4765">
                  <c:v>44323</c:v>
                </c:pt>
                <c:pt idx="4766">
                  <c:v>44326</c:v>
                </c:pt>
                <c:pt idx="4767">
                  <c:v>44327</c:v>
                </c:pt>
                <c:pt idx="4768">
                  <c:v>44328</c:v>
                </c:pt>
                <c:pt idx="4769">
                  <c:v>44329</c:v>
                </c:pt>
                <c:pt idx="4770">
                  <c:v>44330</c:v>
                </c:pt>
                <c:pt idx="4771">
                  <c:v>44333</c:v>
                </c:pt>
                <c:pt idx="4772">
                  <c:v>44334</c:v>
                </c:pt>
                <c:pt idx="4773">
                  <c:v>44335</c:v>
                </c:pt>
                <c:pt idx="4774">
                  <c:v>44336</c:v>
                </c:pt>
                <c:pt idx="4775">
                  <c:v>44337</c:v>
                </c:pt>
                <c:pt idx="4776">
                  <c:v>44340</c:v>
                </c:pt>
                <c:pt idx="4777">
                  <c:v>44341</c:v>
                </c:pt>
                <c:pt idx="4778">
                  <c:v>44342</c:v>
                </c:pt>
                <c:pt idx="4779">
                  <c:v>44343</c:v>
                </c:pt>
                <c:pt idx="4780">
                  <c:v>44344</c:v>
                </c:pt>
                <c:pt idx="4781">
                  <c:v>44347</c:v>
                </c:pt>
                <c:pt idx="4782">
                  <c:v>44348</c:v>
                </c:pt>
                <c:pt idx="4783">
                  <c:v>44349</c:v>
                </c:pt>
                <c:pt idx="4784">
                  <c:v>44351</c:v>
                </c:pt>
                <c:pt idx="4785">
                  <c:v>44354</c:v>
                </c:pt>
                <c:pt idx="4786">
                  <c:v>44355</c:v>
                </c:pt>
                <c:pt idx="4787">
                  <c:v>44356</c:v>
                </c:pt>
                <c:pt idx="4788">
                  <c:v>44357</c:v>
                </c:pt>
                <c:pt idx="4789">
                  <c:v>44358</c:v>
                </c:pt>
                <c:pt idx="4790">
                  <c:v>44361</c:v>
                </c:pt>
                <c:pt idx="4791">
                  <c:v>44362</c:v>
                </c:pt>
                <c:pt idx="4792">
                  <c:v>44363</c:v>
                </c:pt>
                <c:pt idx="4793">
                  <c:v>44364</c:v>
                </c:pt>
                <c:pt idx="4794">
                  <c:v>44365</c:v>
                </c:pt>
                <c:pt idx="4795">
                  <c:v>44368</c:v>
                </c:pt>
                <c:pt idx="4796">
                  <c:v>44369</c:v>
                </c:pt>
                <c:pt idx="4797">
                  <c:v>44370</c:v>
                </c:pt>
                <c:pt idx="4798">
                  <c:v>44371</c:v>
                </c:pt>
                <c:pt idx="4799">
                  <c:v>44372</c:v>
                </c:pt>
                <c:pt idx="4800">
                  <c:v>44375</c:v>
                </c:pt>
                <c:pt idx="4801">
                  <c:v>44376</c:v>
                </c:pt>
                <c:pt idx="4802">
                  <c:v>44377</c:v>
                </c:pt>
                <c:pt idx="4803">
                  <c:v>44378</c:v>
                </c:pt>
                <c:pt idx="4804">
                  <c:v>44379</c:v>
                </c:pt>
                <c:pt idx="4805">
                  <c:v>44382</c:v>
                </c:pt>
                <c:pt idx="4806">
                  <c:v>44383</c:v>
                </c:pt>
                <c:pt idx="4807">
                  <c:v>44384</c:v>
                </c:pt>
                <c:pt idx="4808">
                  <c:v>44385</c:v>
                </c:pt>
                <c:pt idx="4809">
                  <c:v>44389</c:v>
                </c:pt>
                <c:pt idx="4810">
                  <c:v>44390</c:v>
                </c:pt>
                <c:pt idx="4811">
                  <c:v>44391</c:v>
                </c:pt>
                <c:pt idx="4812">
                  <c:v>44392</c:v>
                </c:pt>
                <c:pt idx="4813">
                  <c:v>44393</c:v>
                </c:pt>
                <c:pt idx="4814">
                  <c:v>44396</c:v>
                </c:pt>
                <c:pt idx="4815">
                  <c:v>44397</c:v>
                </c:pt>
                <c:pt idx="4816">
                  <c:v>44398</c:v>
                </c:pt>
                <c:pt idx="4817">
                  <c:v>44399</c:v>
                </c:pt>
                <c:pt idx="4818">
                  <c:v>44400</c:v>
                </c:pt>
                <c:pt idx="4819">
                  <c:v>44403</c:v>
                </c:pt>
                <c:pt idx="4820">
                  <c:v>44404</c:v>
                </c:pt>
                <c:pt idx="4821">
                  <c:v>44405</c:v>
                </c:pt>
                <c:pt idx="4822">
                  <c:v>44406</c:v>
                </c:pt>
                <c:pt idx="4823">
                  <c:v>44407</c:v>
                </c:pt>
                <c:pt idx="4824">
                  <c:v>44410</c:v>
                </c:pt>
                <c:pt idx="4825">
                  <c:v>44411</c:v>
                </c:pt>
                <c:pt idx="4826">
                  <c:v>44412</c:v>
                </c:pt>
                <c:pt idx="4827">
                  <c:v>44413</c:v>
                </c:pt>
                <c:pt idx="4828">
                  <c:v>44414</c:v>
                </c:pt>
                <c:pt idx="4829">
                  <c:v>44417</c:v>
                </c:pt>
                <c:pt idx="4830">
                  <c:v>44418</c:v>
                </c:pt>
                <c:pt idx="4831">
                  <c:v>44419</c:v>
                </c:pt>
                <c:pt idx="4832">
                  <c:v>44420</c:v>
                </c:pt>
                <c:pt idx="4833">
                  <c:v>44421</c:v>
                </c:pt>
                <c:pt idx="4834">
                  <c:v>44424</c:v>
                </c:pt>
                <c:pt idx="4835">
                  <c:v>44425</c:v>
                </c:pt>
                <c:pt idx="4836">
                  <c:v>44426</c:v>
                </c:pt>
                <c:pt idx="4837">
                  <c:v>44427</c:v>
                </c:pt>
                <c:pt idx="4838">
                  <c:v>44428</c:v>
                </c:pt>
                <c:pt idx="4839">
                  <c:v>44431</c:v>
                </c:pt>
                <c:pt idx="4840">
                  <c:v>44432</c:v>
                </c:pt>
                <c:pt idx="4841">
                  <c:v>44433</c:v>
                </c:pt>
                <c:pt idx="4842">
                  <c:v>44434</c:v>
                </c:pt>
                <c:pt idx="4843">
                  <c:v>44435</c:v>
                </c:pt>
                <c:pt idx="4844">
                  <c:v>44438</c:v>
                </c:pt>
                <c:pt idx="4845">
                  <c:v>44439</c:v>
                </c:pt>
                <c:pt idx="4846">
                  <c:v>44440</c:v>
                </c:pt>
                <c:pt idx="4847">
                  <c:v>44441</c:v>
                </c:pt>
                <c:pt idx="4848">
                  <c:v>44442</c:v>
                </c:pt>
                <c:pt idx="4849">
                  <c:v>44445</c:v>
                </c:pt>
                <c:pt idx="4850">
                  <c:v>44447</c:v>
                </c:pt>
                <c:pt idx="4851">
                  <c:v>44448</c:v>
                </c:pt>
                <c:pt idx="4852">
                  <c:v>44449</c:v>
                </c:pt>
                <c:pt idx="4853">
                  <c:v>44452</c:v>
                </c:pt>
                <c:pt idx="4854">
                  <c:v>44453</c:v>
                </c:pt>
                <c:pt idx="4855">
                  <c:v>44454</c:v>
                </c:pt>
                <c:pt idx="4856">
                  <c:v>44455</c:v>
                </c:pt>
                <c:pt idx="4857">
                  <c:v>44456</c:v>
                </c:pt>
                <c:pt idx="4858">
                  <c:v>44459</c:v>
                </c:pt>
                <c:pt idx="4859">
                  <c:v>44460</c:v>
                </c:pt>
                <c:pt idx="4860">
                  <c:v>44461</c:v>
                </c:pt>
                <c:pt idx="4861">
                  <c:v>44462</c:v>
                </c:pt>
                <c:pt idx="4862">
                  <c:v>44463</c:v>
                </c:pt>
                <c:pt idx="4863">
                  <c:v>44466</c:v>
                </c:pt>
                <c:pt idx="4864">
                  <c:v>44467</c:v>
                </c:pt>
                <c:pt idx="4865">
                  <c:v>44468</c:v>
                </c:pt>
                <c:pt idx="4866">
                  <c:v>44469</c:v>
                </c:pt>
                <c:pt idx="4867">
                  <c:v>44470</c:v>
                </c:pt>
                <c:pt idx="4868">
                  <c:v>44473</c:v>
                </c:pt>
                <c:pt idx="4869">
                  <c:v>44474</c:v>
                </c:pt>
                <c:pt idx="4870">
                  <c:v>44475</c:v>
                </c:pt>
                <c:pt idx="4871">
                  <c:v>44476</c:v>
                </c:pt>
                <c:pt idx="4872">
                  <c:v>44477</c:v>
                </c:pt>
                <c:pt idx="4873">
                  <c:v>44480</c:v>
                </c:pt>
                <c:pt idx="4874">
                  <c:v>44482</c:v>
                </c:pt>
                <c:pt idx="4875">
                  <c:v>44483</c:v>
                </c:pt>
                <c:pt idx="4876">
                  <c:v>44484</c:v>
                </c:pt>
                <c:pt idx="4877">
                  <c:v>44487</c:v>
                </c:pt>
                <c:pt idx="4878">
                  <c:v>44488</c:v>
                </c:pt>
                <c:pt idx="4879">
                  <c:v>44489</c:v>
                </c:pt>
                <c:pt idx="4880">
                  <c:v>44490</c:v>
                </c:pt>
                <c:pt idx="4881">
                  <c:v>44491</c:v>
                </c:pt>
                <c:pt idx="4882">
                  <c:v>44494</c:v>
                </c:pt>
                <c:pt idx="4883">
                  <c:v>44495</c:v>
                </c:pt>
                <c:pt idx="4884">
                  <c:v>44496</c:v>
                </c:pt>
                <c:pt idx="4885">
                  <c:v>44497</c:v>
                </c:pt>
                <c:pt idx="4886">
                  <c:v>44498</c:v>
                </c:pt>
                <c:pt idx="4887">
                  <c:v>44501</c:v>
                </c:pt>
                <c:pt idx="4888">
                  <c:v>44503</c:v>
                </c:pt>
                <c:pt idx="4889">
                  <c:v>44504</c:v>
                </c:pt>
                <c:pt idx="4890">
                  <c:v>44505</c:v>
                </c:pt>
                <c:pt idx="4891">
                  <c:v>44508</c:v>
                </c:pt>
                <c:pt idx="4892">
                  <c:v>44509</c:v>
                </c:pt>
                <c:pt idx="4893">
                  <c:v>44510</c:v>
                </c:pt>
                <c:pt idx="4894">
                  <c:v>44511</c:v>
                </c:pt>
                <c:pt idx="4895">
                  <c:v>44512</c:v>
                </c:pt>
                <c:pt idx="4896">
                  <c:v>44516</c:v>
                </c:pt>
                <c:pt idx="4897">
                  <c:v>44517</c:v>
                </c:pt>
                <c:pt idx="4898">
                  <c:v>44518</c:v>
                </c:pt>
                <c:pt idx="4899">
                  <c:v>44519</c:v>
                </c:pt>
                <c:pt idx="4900">
                  <c:v>44522</c:v>
                </c:pt>
                <c:pt idx="4901">
                  <c:v>44523</c:v>
                </c:pt>
                <c:pt idx="4902">
                  <c:v>44524</c:v>
                </c:pt>
                <c:pt idx="4903">
                  <c:v>44525</c:v>
                </c:pt>
                <c:pt idx="4904">
                  <c:v>44526</c:v>
                </c:pt>
                <c:pt idx="4905">
                  <c:v>44529</c:v>
                </c:pt>
                <c:pt idx="4906">
                  <c:v>44530</c:v>
                </c:pt>
                <c:pt idx="4907">
                  <c:v>44531</c:v>
                </c:pt>
                <c:pt idx="4908">
                  <c:v>44532</c:v>
                </c:pt>
                <c:pt idx="4909">
                  <c:v>44533</c:v>
                </c:pt>
                <c:pt idx="4910">
                  <c:v>44536</c:v>
                </c:pt>
                <c:pt idx="4911">
                  <c:v>44537</c:v>
                </c:pt>
                <c:pt idx="4912">
                  <c:v>44538</c:v>
                </c:pt>
                <c:pt idx="4913">
                  <c:v>44539</c:v>
                </c:pt>
                <c:pt idx="4914">
                  <c:v>44540</c:v>
                </c:pt>
                <c:pt idx="4915">
                  <c:v>44543</c:v>
                </c:pt>
                <c:pt idx="4916">
                  <c:v>44544</c:v>
                </c:pt>
                <c:pt idx="4917">
                  <c:v>44545</c:v>
                </c:pt>
                <c:pt idx="4918">
                  <c:v>44546</c:v>
                </c:pt>
                <c:pt idx="4919">
                  <c:v>44547</c:v>
                </c:pt>
                <c:pt idx="4920">
                  <c:v>44550</c:v>
                </c:pt>
                <c:pt idx="4921">
                  <c:v>44551</c:v>
                </c:pt>
                <c:pt idx="4922">
                  <c:v>44552</c:v>
                </c:pt>
                <c:pt idx="4923">
                  <c:v>44553</c:v>
                </c:pt>
                <c:pt idx="4924">
                  <c:v>44557</c:v>
                </c:pt>
                <c:pt idx="4925">
                  <c:v>44558</c:v>
                </c:pt>
                <c:pt idx="4926">
                  <c:v>44559</c:v>
                </c:pt>
                <c:pt idx="4927">
                  <c:v>44560</c:v>
                </c:pt>
                <c:pt idx="4928">
                  <c:v>44564</c:v>
                </c:pt>
                <c:pt idx="4929">
                  <c:v>44565</c:v>
                </c:pt>
                <c:pt idx="4930">
                  <c:v>44566</c:v>
                </c:pt>
                <c:pt idx="4931">
                  <c:v>44567</c:v>
                </c:pt>
                <c:pt idx="4932">
                  <c:v>44568</c:v>
                </c:pt>
                <c:pt idx="4933">
                  <c:v>44571</c:v>
                </c:pt>
                <c:pt idx="4934">
                  <c:v>44572</c:v>
                </c:pt>
                <c:pt idx="4935">
                  <c:v>44573</c:v>
                </c:pt>
                <c:pt idx="4936">
                  <c:v>44574</c:v>
                </c:pt>
                <c:pt idx="4937">
                  <c:v>44575</c:v>
                </c:pt>
                <c:pt idx="4938">
                  <c:v>44578</c:v>
                </c:pt>
                <c:pt idx="4939">
                  <c:v>44579</c:v>
                </c:pt>
                <c:pt idx="4940">
                  <c:v>44580</c:v>
                </c:pt>
                <c:pt idx="4941">
                  <c:v>44581</c:v>
                </c:pt>
                <c:pt idx="4942">
                  <c:v>44582</c:v>
                </c:pt>
                <c:pt idx="4943">
                  <c:v>44585</c:v>
                </c:pt>
                <c:pt idx="4944">
                  <c:v>44586</c:v>
                </c:pt>
                <c:pt idx="4945">
                  <c:v>44587</c:v>
                </c:pt>
                <c:pt idx="4946">
                  <c:v>44588</c:v>
                </c:pt>
                <c:pt idx="4947">
                  <c:v>44589</c:v>
                </c:pt>
                <c:pt idx="4948">
                  <c:v>44592</c:v>
                </c:pt>
                <c:pt idx="4949">
                  <c:v>44593</c:v>
                </c:pt>
                <c:pt idx="4950">
                  <c:v>44594</c:v>
                </c:pt>
                <c:pt idx="4951">
                  <c:v>44595</c:v>
                </c:pt>
                <c:pt idx="4952">
                  <c:v>44596</c:v>
                </c:pt>
                <c:pt idx="4953">
                  <c:v>44599</c:v>
                </c:pt>
                <c:pt idx="4954">
                  <c:v>44600</c:v>
                </c:pt>
                <c:pt idx="4955">
                  <c:v>44601</c:v>
                </c:pt>
                <c:pt idx="4956">
                  <c:v>44602</c:v>
                </c:pt>
                <c:pt idx="4957">
                  <c:v>44603</c:v>
                </c:pt>
                <c:pt idx="4958">
                  <c:v>44606</c:v>
                </c:pt>
                <c:pt idx="4959">
                  <c:v>44607</c:v>
                </c:pt>
                <c:pt idx="4960">
                  <c:v>44608</c:v>
                </c:pt>
                <c:pt idx="4961">
                  <c:v>44609</c:v>
                </c:pt>
                <c:pt idx="4962">
                  <c:v>44610</c:v>
                </c:pt>
                <c:pt idx="4963">
                  <c:v>44613</c:v>
                </c:pt>
                <c:pt idx="4964">
                  <c:v>44614</c:v>
                </c:pt>
                <c:pt idx="4965">
                  <c:v>44615</c:v>
                </c:pt>
                <c:pt idx="4966">
                  <c:v>44616</c:v>
                </c:pt>
                <c:pt idx="4967">
                  <c:v>44617</c:v>
                </c:pt>
                <c:pt idx="4968">
                  <c:v>44622</c:v>
                </c:pt>
                <c:pt idx="4969">
                  <c:v>44623</c:v>
                </c:pt>
                <c:pt idx="4970">
                  <c:v>44624</c:v>
                </c:pt>
                <c:pt idx="4971">
                  <c:v>44627</c:v>
                </c:pt>
                <c:pt idx="4972">
                  <c:v>44628</c:v>
                </c:pt>
                <c:pt idx="4973">
                  <c:v>44629</c:v>
                </c:pt>
                <c:pt idx="4974">
                  <c:v>44630</c:v>
                </c:pt>
                <c:pt idx="4975">
                  <c:v>44631</c:v>
                </c:pt>
                <c:pt idx="4976">
                  <c:v>44634</c:v>
                </c:pt>
                <c:pt idx="4977">
                  <c:v>44635</c:v>
                </c:pt>
                <c:pt idx="4978">
                  <c:v>44636</c:v>
                </c:pt>
                <c:pt idx="4979">
                  <c:v>44637</c:v>
                </c:pt>
                <c:pt idx="4980">
                  <c:v>44638</c:v>
                </c:pt>
                <c:pt idx="4981">
                  <c:v>44641</c:v>
                </c:pt>
                <c:pt idx="4982">
                  <c:v>44642</c:v>
                </c:pt>
                <c:pt idx="4983">
                  <c:v>44643</c:v>
                </c:pt>
                <c:pt idx="4984">
                  <c:v>44644</c:v>
                </c:pt>
                <c:pt idx="4985">
                  <c:v>44645</c:v>
                </c:pt>
                <c:pt idx="4986">
                  <c:v>44648</c:v>
                </c:pt>
                <c:pt idx="4987">
                  <c:v>44649</c:v>
                </c:pt>
                <c:pt idx="4988">
                  <c:v>44650</c:v>
                </c:pt>
                <c:pt idx="4989">
                  <c:v>44651</c:v>
                </c:pt>
                <c:pt idx="4990">
                  <c:v>44652</c:v>
                </c:pt>
                <c:pt idx="4991">
                  <c:v>44655</c:v>
                </c:pt>
                <c:pt idx="4992">
                  <c:v>44656</c:v>
                </c:pt>
                <c:pt idx="4993">
                  <c:v>44657</c:v>
                </c:pt>
                <c:pt idx="4994">
                  <c:v>44658</c:v>
                </c:pt>
                <c:pt idx="4995">
                  <c:v>44659</c:v>
                </c:pt>
                <c:pt idx="4996">
                  <c:v>44662</c:v>
                </c:pt>
                <c:pt idx="4997">
                  <c:v>44663</c:v>
                </c:pt>
                <c:pt idx="4998">
                  <c:v>44664</c:v>
                </c:pt>
                <c:pt idx="4999">
                  <c:v>44665</c:v>
                </c:pt>
                <c:pt idx="5000">
                  <c:v>44669</c:v>
                </c:pt>
                <c:pt idx="5001">
                  <c:v>44670</c:v>
                </c:pt>
                <c:pt idx="5002">
                  <c:v>44671</c:v>
                </c:pt>
                <c:pt idx="5003">
                  <c:v>44673</c:v>
                </c:pt>
                <c:pt idx="5004">
                  <c:v>44676</c:v>
                </c:pt>
                <c:pt idx="5005">
                  <c:v>44677</c:v>
                </c:pt>
                <c:pt idx="5006">
                  <c:v>44678</c:v>
                </c:pt>
                <c:pt idx="5007">
                  <c:v>44679</c:v>
                </c:pt>
                <c:pt idx="5008">
                  <c:v>44680</c:v>
                </c:pt>
                <c:pt idx="5009">
                  <c:v>44683</c:v>
                </c:pt>
                <c:pt idx="5010">
                  <c:v>44684</c:v>
                </c:pt>
                <c:pt idx="5011">
                  <c:v>44685</c:v>
                </c:pt>
                <c:pt idx="5012">
                  <c:v>44686</c:v>
                </c:pt>
                <c:pt idx="5013">
                  <c:v>44687</c:v>
                </c:pt>
                <c:pt idx="5014">
                  <c:v>44690</c:v>
                </c:pt>
                <c:pt idx="5015">
                  <c:v>44691</c:v>
                </c:pt>
                <c:pt idx="5016">
                  <c:v>44692</c:v>
                </c:pt>
                <c:pt idx="5017">
                  <c:v>44693</c:v>
                </c:pt>
                <c:pt idx="5018">
                  <c:v>44694</c:v>
                </c:pt>
                <c:pt idx="5019">
                  <c:v>44697</c:v>
                </c:pt>
                <c:pt idx="5020">
                  <c:v>44698</c:v>
                </c:pt>
                <c:pt idx="5021">
                  <c:v>44699</c:v>
                </c:pt>
                <c:pt idx="5022">
                  <c:v>44700</c:v>
                </c:pt>
                <c:pt idx="5023">
                  <c:v>44701</c:v>
                </c:pt>
                <c:pt idx="5024">
                  <c:v>44704</c:v>
                </c:pt>
                <c:pt idx="5025">
                  <c:v>44705</c:v>
                </c:pt>
                <c:pt idx="5026">
                  <c:v>44706</c:v>
                </c:pt>
                <c:pt idx="5027">
                  <c:v>44707</c:v>
                </c:pt>
                <c:pt idx="5028">
                  <c:v>44708</c:v>
                </c:pt>
                <c:pt idx="5029">
                  <c:v>44711</c:v>
                </c:pt>
                <c:pt idx="5030">
                  <c:v>44712</c:v>
                </c:pt>
                <c:pt idx="5031">
                  <c:v>44713</c:v>
                </c:pt>
                <c:pt idx="5032">
                  <c:v>44714</c:v>
                </c:pt>
                <c:pt idx="5033">
                  <c:v>44715</c:v>
                </c:pt>
                <c:pt idx="5034">
                  <c:v>44718</c:v>
                </c:pt>
                <c:pt idx="5035">
                  <c:v>44719</c:v>
                </c:pt>
                <c:pt idx="5036">
                  <c:v>44720</c:v>
                </c:pt>
                <c:pt idx="5037">
                  <c:v>44721</c:v>
                </c:pt>
                <c:pt idx="5038">
                  <c:v>44722</c:v>
                </c:pt>
                <c:pt idx="5039">
                  <c:v>44725</c:v>
                </c:pt>
                <c:pt idx="5040">
                  <c:v>44726</c:v>
                </c:pt>
                <c:pt idx="5041">
                  <c:v>44727</c:v>
                </c:pt>
                <c:pt idx="5042">
                  <c:v>44729</c:v>
                </c:pt>
                <c:pt idx="5043">
                  <c:v>44732</c:v>
                </c:pt>
                <c:pt idx="5044">
                  <c:v>44733</c:v>
                </c:pt>
                <c:pt idx="5045">
                  <c:v>44734</c:v>
                </c:pt>
                <c:pt idx="5046">
                  <c:v>44735</c:v>
                </c:pt>
                <c:pt idx="5047">
                  <c:v>44736</c:v>
                </c:pt>
                <c:pt idx="5048">
                  <c:v>44739</c:v>
                </c:pt>
                <c:pt idx="5049">
                  <c:v>44740</c:v>
                </c:pt>
                <c:pt idx="5050">
                  <c:v>44741</c:v>
                </c:pt>
                <c:pt idx="5051">
                  <c:v>44742</c:v>
                </c:pt>
                <c:pt idx="5052">
                  <c:v>44743</c:v>
                </c:pt>
                <c:pt idx="5053">
                  <c:v>44746</c:v>
                </c:pt>
                <c:pt idx="5054">
                  <c:v>44747</c:v>
                </c:pt>
                <c:pt idx="5055">
                  <c:v>44748</c:v>
                </c:pt>
                <c:pt idx="5056">
                  <c:v>44749</c:v>
                </c:pt>
                <c:pt idx="5057">
                  <c:v>44750</c:v>
                </c:pt>
                <c:pt idx="5058">
                  <c:v>44753</c:v>
                </c:pt>
                <c:pt idx="5059">
                  <c:v>44754</c:v>
                </c:pt>
                <c:pt idx="5060">
                  <c:v>44755</c:v>
                </c:pt>
                <c:pt idx="5061">
                  <c:v>44756</c:v>
                </c:pt>
                <c:pt idx="5062">
                  <c:v>44757</c:v>
                </c:pt>
                <c:pt idx="5063">
                  <c:v>44760</c:v>
                </c:pt>
                <c:pt idx="5064">
                  <c:v>44761</c:v>
                </c:pt>
                <c:pt idx="5065">
                  <c:v>44762</c:v>
                </c:pt>
                <c:pt idx="5066">
                  <c:v>44763</c:v>
                </c:pt>
                <c:pt idx="5067">
                  <c:v>44764</c:v>
                </c:pt>
                <c:pt idx="5068">
                  <c:v>44767</c:v>
                </c:pt>
                <c:pt idx="5069">
                  <c:v>44768</c:v>
                </c:pt>
                <c:pt idx="5070">
                  <c:v>44769</c:v>
                </c:pt>
                <c:pt idx="5071">
                  <c:v>44770</c:v>
                </c:pt>
                <c:pt idx="5072">
                  <c:v>44771</c:v>
                </c:pt>
                <c:pt idx="5073">
                  <c:v>44774</c:v>
                </c:pt>
                <c:pt idx="5074">
                  <c:v>44775</c:v>
                </c:pt>
                <c:pt idx="5075">
                  <c:v>44776</c:v>
                </c:pt>
                <c:pt idx="5076">
                  <c:v>44777</c:v>
                </c:pt>
                <c:pt idx="5077">
                  <c:v>44778</c:v>
                </c:pt>
                <c:pt idx="5078">
                  <c:v>44781</c:v>
                </c:pt>
                <c:pt idx="5079">
                  <c:v>44782</c:v>
                </c:pt>
                <c:pt idx="5080">
                  <c:v>44783</c:v>
                </c:pt>
                <c:pt idx="5081">
                  <c:v>44784</c:v>
                </c:pt>
                <c:pt idx="5082">
                  <c:v>44785</c:v>
                </c:pt>
                <c:pt idx="5083">
                  <c:v>44788</c:v>
                </c:pt>
                <c:pt idx="5084">
                  <c:v>44789</c:v>
                </c:pt>
                <c:pt idx="5085">
                  <c:v>44790</c:v>
                </c:pt>
                <c:pt idx="5086">
                  <c:v>44791</c:v>
                </c:pt>
                <c:pt idx="5087">
                  <c:v>44792</c:v>
                </c:pt>
                <c:pt idx="5088">
                  <c:v>44795</c:v>
                </c:pt>
                <c:pt idx="5089">
                  <c:v>44796</c:v>
                </c:pt>
                <c:pt idx="5090">
                  <c:v>44797</c:v>
                </c:pt>
                <c:pt idx="5091">
                  <c:v>44798</c:v>
                </c:pt>
                <c:pt idx="5092">
                  <c:v>44799</c:v>
                </c:pt>
                <c:pt idx="5093">
                  <c:v>44802</c:v>
                </c:pt>
                <c:pt idx="5094">
                  <c:v>44803</c:v>
                </c:pt>
                <c:pt idx="5095">
                  <c:v>44804</c:v>
                </c:pt>
                <c:pt idx="5096">
                  <c:v>44805</c:v>
                </c:pt>
                <c:pt idx="5097">
                  <c:v>44806</c:v>
                </c:pt>
                <c:pt idx="5098">
                  <c:v>44809</c:v>
                </c:pt>
                <c:pt idx="5099">
                  <c:v>44810</c:v>
                </c:pt>
                <c:pt idx="5100">
                  <c:v>44812</c:v>
                </c:pt>
                <c:pt idx="5101">
                  <c:v>44813</c:v>
                </c:pt>
                <c:pt idx="5102">
                  <c:v>44816</c:v>
                </c:pt>
                <c:pt idx="5103">
                  <c:v>44817</c:v>
                </c:pt>
                <c:pt idx="5104">
                  <c:v>44818</c:v>
                </c:pt>
                <c:pt idx="5105">
                  <c:v>44819</c:v>
                </c:pt>
                <c:pt idx="5106">
                  <c:v>44820</c:v>
                </c:pt>
                <c:pt idx="5107">
                  <c:v>44823</c:v>
                </c:pt>
                <c:pt idx="5108">
                  <c:v>44824</c:v>
                </c:pt>
                <c:pt idx="5109">
                  <c:v>44825</c:v>
                </c:pt>
                <c:pt idx="5110">
                  <c:v>44826</c:v>
                </c:pt>
                <c:pt idx="5111">
                  <c:v>44827</c:v>
                </c:pt>
                <c:pt idx="5112">
                  <c:v>44830</c:v>
                </c:pt>
                <c:pt idx="5113">
                  <c:v>44831</c:v>
                </c:pt>
                <c:pt idx="5114">
                  <c:v>44832</c:v>
                </c:pt>
                <c:pt idx="5115">
                  <c:v>44833</c:v>
                </c:pt>
                <c:pt idx="5116">
                  <c:v>44834</c:v>
                </c:pt>
                <c:pt idx="5117">
                  <c:v>44837</c:v>
                </c:pt>
                <c:pt idx="5118">
                  <c:v>44838</c:v>
                </c:pt>
                <c:pt idx="5119">
                  <c:v>44839</c:v>
                </c:pt>
                <c:pt idx="5120">
                  <c:v>44840</c:v>
                </c:pt>
                <c:pt idx="5121">
                  <c:v>44841</c:v>
                </c:pt>
                <c:pt idx="5122">
                  <c:v>44844</c:v>
                </c:pt>
                <c:pt idx="5123">
                  <c:v>44845</c:v>
                </c:pt>
                <c:pt idx="5124">
                  <c:v>44847</c:v>
                </c:pt>
                <c:pt idx="5125">
                  <c:v>44848</c:v>
                </c:pt>
                <c:pt idx="5126">
                  <c:v>44851</c:v>
                </c:pt>
                <c:pt idx="5127">
                  <c:v>44852</c:v>
                </c:pt>
                <c:pt idx="5128">
                  <c:v>44853</c:v>
                </c:pt>
                <c:pt idx="5129">
                  <c:v>44854</c:v>
                </c:pt>
                <c:pt idx="5130">
                  <c:v>44855</c:v>
                </c:pt>
                <c:pt idx="5131">
                  <c:v>44858</c:v>
                </c:pt>
                <c:pt idx="5132">
                  <c:v>44859</c:v>
                </c:pt>
                <c:pt idx="5133">
                  <c:v>44860</c:v>
                </c:pt>
                <c:pt idx="5134">
                  <c:v>44861</c:v>
                </c:pt>
                <c:pt idx="5135">
                  <c:v>44862</c:v>
                </c:pt>
                <c:pt idx="5136">
                  <c:v>44865</c:v>
                </c:pt>
                <c:pt idx="5137">
                  <c:v>44866</c:v>
                </c:pt>
                <c:pt idx="5138">
                  <c:v>44868</c:v>
                </c:pt>
                <c:pt idx="5139">
                  <c:v>44869</c:v>
                </c:pt>
                <c:pt idx="5140">
                  <c:v>44872</c:v>
                </c:pt>
                <c:pt idx="5141">
                  <c:v>44873</c:v>
                </c:pt>
                <c:pt idx="5142">
                  <c:v>44874</c:v>
                </c:pt>
                <c:pt idx="5143">
                  <c:v>44875</c:v>
                </c:pt>
                <c:pt idx="5144">
                  <c:v>44876</c:v>
                </c:pt>
                <c:pt idx="5145">
                  <c:v>44879</c:v>
                </c:pt>
                <c:pt idx="5146">
                  <c:v>44881</c:v>
                </c:pt>
                <c:pt idx="5147">
                  <c:v>44882</c:v>
                </c:pt>
                <c:pt idx="5148">
                  <c:v>44883</c:v>
                </c:pt>
                <c:pt idx="5149">
                  <c:v>44886</c:v>
                </c:pt>
                <c:pt idx="5150">
                  <c:v>44887</c:v>
                </c:pt>
                <c:pt idx="5151">
                  <c:v>44888</c:v>
                </c:pt>
                <c:pt idx="5152">
                  <c:v>44889</c:v>
                </c:pt>
                <c:pt idx="5153">
                  <c:v>44890</c:v>
                </c:pt>
                <c:pt idx="5154">
                  <c:v>44893</c:v>
                </c:pt>
                <c:pt idx="5155">
                  <c:v>44894</c:v>
                </c:pt>
                <c:pt idx="5156">
                  <c:v>44895</c:v>
                </c:pt>
                <c:pt idx="5157">
                  <c:v>44896</c:v>
                </c:pt>
                <c:pt idx="5158">
                  <c:v>44897</c:v>
                </c:pt>
                <c:pt idx="5159">
                  <c:v>44900</c:v>
                </c:pt>
                <c:pt idx="5160">
                  <c:v>44901</c:v>
                </c:pt>
                <c:pt idx="5161">
                  <c:v>44902</c:v>
                </c:pt>
                <c:pt idx="5162">
                  <c:v>44903</c:v>
                </c:pt>
                <c:pt idx="5163">
                  <c:v>44904</c:v>
                </c:pt>
                <c:pt idx="5164">
                  <c:v>44907</c:v>
                </c:pt>
                <c:pt idx="5165">
                  <c:v>44908</c:v>
                </c:pt>
                <c:pt idx="5166">
                  <c:v>44909</c:v>
                </c:pt>
                <c:pt idx="5167">
                  <c:v>44910</c:v>
                </c:pt>
                <c:pt idx="5168">
                  <c:v>44911</c:v>
                </c:pt>
                <c:pt idx="5169">
                  <c:v>44914</c:v>
                </c:pt>
                <c:pt idx="5170">
                  <c:v>44915</c:v>
                </c:pt>
                <c:pt idx="5171">
                  <c:v>44916</c:v>
                </c:pt>
                <c:pt idx="5172">
                  <c:v>44917</c:v>
                </c:pt>
                <c:pt idx="5173">
                  <c:v>44918</c:v>
                </c:pt>
                <c:pt idx="5174">
                  <c:v>44921</c:v>
                </c:pt>
                <c:pt idx="5175">
                  <c:v>44922</c:v>
                </c:pt>
                <c:pt idx="5176">
                  <c:v>44923</c:v>
                </c:pt>
                <c:pt idx="5177">
                  <c:v>44924</c:v>
                </c:pt>
                <c:pt idx="5178">
                  <c:v>44928</c:v>
                </c:pt>
                <c:pt idx="5179">
                  <c:v>44929</c:v>
                </c:pt>
                <c:pt idx="5180">
                  <c:v>44930</c:v>
                </c:pt>
                <c:pt idx="5181">
                  <c:v>44931</c:v>
                </c:pt>
                <c:pt idx="5182">
                  <c:v>44932</c:v>
                </c:pt>
                <c:pt idx="5183">
                  <c:v>44935</c:v>
                </c:pt>
                <c:pt idx="5184">
                  <c:v>44936</c:v>
                </c:pt>
                <c:pt idx="5185">
                  <c:v>44937</c:v>
                </c:pt>
                <c:pt idx="5186">
                  <c:v>44938</c:v>
                </c:pt>
                <c:pt idx="5187">
                  <c:v>44939</c:v>
                </c:pt>
                <c:pt idx="5188">
                  <c:v>44942</c:v>
                </c:pt>
                <c:pt idx="5189">
                  <c:v>44943</c:v>
                </c:pt>
                <c:pt idx="5190">
                  <c:v>44944</c:v>
                </c:pt>
                <c:pt idx="5191">
                  <c:v>44945</c:v>
                </c:pt>
                <c:pt idx="5192">
                  <c:v>44946</c:v>
                </c:pt>
                <c:pt idx="5193">
                  <c:v>44949</c:v>
                </c:pt>
                <c:pt idx="5194">
                  <c:v>44950</c:v>
                </c:pt>
                <c:pt idx="5195">
                  <c:v>44951</c:v>
                </c:pt>
                <c:pt idx="5196">
                  <c:v>44952</c:v>
                </c:pt>
                <c:pt idx="5197">
                  <c:v>44953</c:v>
                </c:pt>
                <c:pt idx="5198">
                  <c:v>44956</c:v>
                </c:pt>
                <c:pt idx="5199">
                  <c:v>44957</c:v>
                </c:pt>
                <c:pt idx="5200">
                  <c:v>44958</c:v>
                </c:pt>
                <c:pt idx="5201">
                  <c:v>44959</c:v>
                </c:pt>
                <c:pt idx="5202">
                  <c:v>44960</c:v>
                </c:pt>
                <c:pt idx="5203">
                  <c:v>44963</c:v>
                </c:pt>
                <c:pt idx="5204">
                  <c:v>44964</c:v>
                </c:pt>
                <c:pt idx="5205">
                  <c:v>44965</c:v>
                </c:pt>
                <c:pt idx="5206">
                  <c:v>44966</c:v>
                </c:pt>
                <c:pt idx="5207">
                  <c:v>44967</c:v>
                </c:pt>
                <c:pt idx="5208">
                  <c:v>44970</c:v>
                </c:pt>
                <c:pt idx="5209">
                  <c:v>44971</c:v>
                </c:pt>
                <c:pt idx="5210">
                  <c:v>44972</c:v>
                </c:pt>
                <c:pt idx="5211">
                  <c:v>44973</c:v>
                </c:pt>
                <c:pt idx="5212">
                  <c:v>44974</c:v>
                </c:pt>
                <c:pt idx="5213">
                  <c:v>44979</c:v>
                </c:pt>
                <c:pt idx="5214">
                  <c:v>44980</c:v>
                </c:pt>
                <c:pt idx="5215">
                  <c:v>44981</c:v>
                </c:pt>
                <c:pt idx="5216">
                  <c:v>44984</c:v>
                </c:pt>
                <c:pt idx="5217">
                  <c:v>44985</c:v>
                </c:pt>
                <c:pt idx="5218">
                  <c:v>44986</c:v>
                </c:pt>
                <c:pt idx="5219">
                  <c:v>44987</c:v>
                </c:pt>
                <c:pt idx="5220">
                  <c:v>44988</c:v>
                </c:pt>
                <c:pt idx="5221">
                  <c:v>44991</c:v>
                </c:pt>
                <c:pt idx="5222">
                  <c:v>44992</c:v>
                </c:pt>
                <c:pt idx="5223">
                  <c:v>44993</c:v>
                </c:pt>
                <c:pt idx="5224">
                  <c:v>44994</c:v>
                </c:pt>
                <c:pt idx="5225">
                  <c:v>44995</c:v>
                </c:pt>
                <c:pt idx="5226">
                  <c:v>44998</c:v>
                </c:pt>
                <c:pt idx="5227">
                  <c:v>44999</c:v>
                </c:pt>
                <c:pt idx="5228">
                  <c:v>45000</c:v>
                </c:pt>
                <c:pt idx="5229">
                  <c:v>45001</c:v>
                </c:pt>
                <c:pt idx="5230">
                  <c:v>45002</c:v>
                </c:pt>
                <c:pt idx="5231">
                  <c:v>45005</c:v>
                </c:pt>
                <c:pt idx="5232">
                  <c:v>45006</c:v>
                </c:pt>
                <c:pt idx="5233">
                  <c:v>45007</c:v>
                </c:pt>
                <c:pt idx="5234">
                  <c:v>45008</c:v>
                </c:pt>
                <c:pt idx="5235">
                  <c:v>45009</c:v>
                </c:pt>
                <c:pt idx="5236">
                  <c:v>45012</c:v>
                </c:pt>
                <c:pt idx="5237">
                  <c:v>45013</c:v>
                </c:pt>
                <c:pt idx="5238">
                  <c:v>45014</c:v>
                </c:pt>
                <c:pt idx="5239">
                  <c:v>45015</c:v>
                </c:pt>
                <c:pt idx="5240">
                  <c:v>45016</c:v>
                </c:pt>
                <c:pt idx="5241">
                  <c:v>45019</c:v>
                </c:pt>
                <c:pt idx="5242">
                  <c:v>45020</c:v>
                </c:pt>
                <c:pt idx="5243">
                  <c:v>45021</c:v>
                </c:pt>
                <c:pt idx="5244">
                  <c:v>45022</c:v>
                </c:pt>
                <c:pt idx="5245">
                  <c:v>45026</c:v>
                </c:pt>
                <c:pt idx="5246">
                  <c:v>45027</c:v>
                </c:pt>
                <c:pt idx="5247">
                  <c:v>45028</c:v>
                </c:pt>
                <c:pt idx="5248">
                  <c:v>45029</c:v>
                </c:pt>
                <c:pt idx="5249">
                  <c:v>45030</c:v>
                </c:pt>
                <c:pt idx="5250">
                  <c:v>45033</c:v>
                </c:pt>
                <c:pt idx="5251">
                  <c:v>45034</c:v>
                </c:pt>
                <c:pt idx="5252">
                  <c:v>45035</c:v>
                </c:pt>
                <c:pt idx="5253">
                  <c:v>45036</c:v>
                </c:pt>
                <c:pt idx="5254">
                  <c:v>45040</c:v>
                </c:pt>
                <c:pt idx="5255">
                  <c:v>45041</c:v>
                </c:pt>
                <c:pt idx="5256">
                  <c:v>45042</c:v>
                </c:pt>
                <c:pt idx="5257">
                  <c:v>45043</c:v>
                </c:pt>
                <c:pt idx="5258">
                  <c:v>45044</c:v>
                </c:pt>
                <c:pt idx="5259">
                  <c:v>45048</c:v>
                </c:pt>
                <c:pt idx="5260">
                  <c:v>45049</c:v>
                </c:pt>
                <c:pt idx="5261">
                  <c:v>45050</c:v>
                </c:pt>
                <c:pt idx="5262">
                  <c:v>45051</c:v>
                </c:pt>
                <c:pt idx="5263">
                  <c:v>45054</c:v>
                </c:pt>
                <c:pt idx="5264">
                  <c:v>45055</c:v>
                </c:pt>
                <c:pt idx="5265">
                  <c:v>45056</c:v>
                </c:pt>
                <c:pt idx="5266">
                  <c:v>45057</c:v>
                </c:pt>
                <c:pt idx="5267">
                  <c:v>45058</c:v>
                </c:pt>
                <c:pt idx="5268">
                  <c:v>45061</c:v>
                </c:pt>
                <c:pt idx="5269">
                  <c:v>45062</c:v>
                </c:pt>
                <c:pt idx="5270">
                  <c:v>45063</c:v>
                </c:pt>
                <c:pt idx="5271">
                  <c:v>45064</c:v>
                </c:pt>
                <c:pt idx="5272">
                  <c:v>45065</c:v>
                </c:pt>
                <c:pt idx="5273">
                  <c:v>45068</c:v>
                </c:pt>
                <c:pt idx="5274">
                  <c:v>45069</c:v>
                </c:pt>
                <c:pt idx="5275">
                  <c:v>45070</c:v>
                </c:pt>
                <c:pt idx="5276">
                  <c:v>45071</c:v>
                </c:pt>
                <c:pt idx="5277">
                  <c:v>45072</c:v>
                </c:pt>
                <c:pt idx="5278">
                  <c:v>45075</c:v>
                </c:pt>
                <c:pt idx="5279">
                  <c:v>45076</c:v>
                </c:pt>
                <c:pt idx="5280">
                  <c:v>45077</c:v>
                </c:pt>
                <c:pt idx="5281">
                  <c:v>45078</c:v>
                </c:pt>
                <c:pt idx="5282">
                  <c:v>45079</c:v>
                </c:pt>
                <c:pt idx="5283">
                  <c:v>45082</c:v>
                </c:pt>
                <c:pt idx="5284">
                  <c:v>45083</c:v>
                </c:pt>
                <c:pt idx="5285">
                  <c:v>45084</c:v>
                </c:pt>
                <c:pt idx="5286">
                  <c:v>45086</c:v>
                </c:pt>
                <c:pt idx="5287">
                  <c:v>45089</c:v>
                </c:pt>
                <c:pt idx="5288">
                  <c:v>45090</c:v>
                </c:pt>
                <c:pt idx="5289">
                  <c:v>45091</c:v>
                </c:pt>
                <c:pt idx="5290">
                  <c:v>45092</c:v>
                </c:pt>
                <c:pt idx="5291">
                  <c:v>45093</c:v>
                </c:pt>
                <c:pt idx="5292">
                  <c:v>45096</c:v>
                </c:pt>
                <c:pt idx="5293">
                  <c:v>45097</c:v>
                </c:pt>
                <c:pt idx="5294">
                  <c:v>45098</c:v>
                </c:pt>
                <c:pt idx="5295">
                  <c:v>45099</c:v>
                </c:pt>
                <c:pt idx="5296">
                  <c:v>45100</c:v>
                </c:pt>
                <c:pt idx="5297">
                  <c:v>45103</c:v>
                </c:pt>
                <c:pt idx="5298">
                  <c:v>45104</c:v>
                </c:pt>
                <c:pt idx="5299">
                  <c:v>45105</c:v>
                </c:pt>
                <c:pt idx="5300">
                  <c:v>45106</c:v>
                </c:pt>
                <c:pt idx="5301">
                  <c:v>45107</c:v>
                </c:pt>
                <c:pt idx="5302">
                  <c:v>45110</c:v>
                </c:pt>
                <c:pt idx="5303">
                  <c:v>45111</c:v>
                </c:pt>
                <c:pt idx="5304">
                  <c:v>45112</c:v>
                </c:pt>
                <c:pt idx="5305">
                  <c:v>45113</c:v>
                </c:pt>
                <c:pt idx="5306">
                  <c:v>45114</c:v>
                </c:pt>
                <c:pt idx="5307">
                  <c:v>45117</c:v>
                </c:pt>
                <c:pt idx="5308">
                  <c:v>45118</c:v>
                </c:pt>
                <c:pt idx="5309">
                  <c:v>45119</c:v>
                </c:pt>
                <c:pt idx="5310">
                  <c:v>45120</c:v>
                </c:pt>
                <c:pt idx="5311">
                  <c:v>45121</c:v>
                </c:pt>
                <c:pt idx="5312">
                  <c:v>45124</c:v>
                </c:pt>
                <c:pt idx="5313">
                  <c:v>45125</c:v>
                </c:pt>
                <c:pt idx="5314">
                  <c:v>45126</c:v>
                </c:pt>
                <c:pt idx="5315">
                  <c:v>45127</c:v>
                </c:pt>
                <c:pt idx="5316">
                  <c:v>45128</c:v>
                </c:pt>
                <c:pt idx="5317">
                  <c:v>45131</c:v>
                </c:pt>
                <c:pt idx="5318">
                  <c:v>45132</c:v>
                </c:pt>
                <c:pt idx="5319">
                  <c:v>45133</c:v>
                </c:pt>
                <c:pt idx="5320">
                  <c:v>45134</c:v>
                </c:pt>
                <c:pt idx="5321">
                  <c:v>45135</c:v>
                </c:pt>
                <c:pt idx="5322">
                  <c:v>45138</c:v>
                </c:pt>
                <c:pt idx="5323">
                  <c:v>45139</c:v>
                </c:pt>
                <c:pt idx="5324">
                  <c:v>45140</c:v>
                </c:pt>
                <c:pt idx="5325">
                  <c:v>45141</c:v>
                </c:pt>
                <c:pt idx="5326">
                  <c:v>45142</c:v>
                </c:pt>
                <c:pt idx="5327">
                  <c:v>45145</c:v>
                </c:pt>
                <c:pt idx="5328">
                  <c:v>45146</c:v>
                </c:pt>
                <c:pt idx="5329">
                  <c:v>45147</c:v>
                </c:pt>
                <c:pt idx="5330">
                  <c:v>45148</c:v>
                </c:pt>
                <c:pt idx="5331">
                  <c:v>45149</c:v>
                </c:pt>
                <c:pt idx="5332">
                  <c:v>45152</c:v>
                </c:pt>
                <c:pt idx="5333">
                  <c:v>45153</c:v>
                </c:pt>
                <c:pt idx="5334">
                  <c:v>45154</c:v>
                </c:pt>
                <c:pt idx="5335">
                  <c:v>45155</c:v>
                </c:pt>
                <c:pt idx="5336">
                  <c:v>45156</c:v>
                </c:pt>
                <c:pt idx="5337">
                  <c:v>45159</c:v>
                </c:pt>
                <c:pt idx="5338">
                  <c:v>45160</c:v>
                </c:pt>
                <c:pt idx="5339">
                  <c:v>45161</c:v>
                </c:pt>
                <c:pt idx="5340">
                  <c:v>45162</c:v>
                </c:pt>
                <c:pt idx="5341">
                  <c:v>45163</c:v>
                </c:pt>
                <c:pt idx="5342">
                  <c:v>45166</c:v>
                </c:pt>
                <c:pt idx="5343">
                  <c:v>45167</c:v>
                </c:pt>
                <c:pt idx="5344">
                  <c:v>45168</c:v>
                </c:pt>
                <c:pt idx="5345">
                  <c:v>45169</c:v>
                </c:pt>
                <c:pt idx="5346">
                  <c:v>45170</c:v>
                </c:pt>
                <c:pt idx="5347">
                  <c:v>45173</c:v>
                </c:pt>
                <c:pt idx="5348">
                  <c:v>45174</c:v>
                </c:pt>
                <c:pt idx="5349">
                  <c:v>45175</c:v>
                </c:pt>
                <c:pt idx="5350">
                  <c:v>45177</c:v>
                </c:pt>
                <c:pt idx="5351">
                  <c:v>45180</c:v>
                </c:pt>
                <c:pt idx="5352">
                  <c:v>45181</c:v>
                </c:pt>
                <c:pt idx="5353">
                  <c:v>45182</c:v>
                </c:pt>
                <c:pt idx="5354">
                  <c:v>45183</c:v>
                </c:pt>
                <c:pt idx="5355">
                  <c:v>45184</c:v>
                </c:pt>
                <c:pt idx="5356">
                  <c:v>45187</c:v>
                </c:pt>
                <c:pt idx="5357">
                  <c:v>45188</c:v>
                </c:pt>
                <c:pt idx="5358">
                  <c:v>45189</c:v>
                </c:pt>
                <c:pt idx="5359">
                  <c:v>45190</c:v>
                </c:pt>
                <c:pt idx="5360">
                  <c:v>45191</c:v>
                </c:pt>
                <c:pt idx="5361">
                  <c:v>45194</c:v>
                </c:pt>
                <c:pt idx="5362">
                  <c:v>45195</c:v>
                </c:pt>
                <c:pt idx="5363">
                  <c:v>45196</c:v>
                </c:pt>
                <c:pt idx="5364">
                  <c:v>45197</c:v>
                </c:pt>
                <c:pt idx="5365">
                  <c:v>45198</c:v>
                </c:pt>
                <c:pt idx="5366">
                  <c:v>45201</c:v>
                </c:pt>
                <c:pt idx="5367">
                  <c:v>45202</c:v>
                </c:pt>
                <c:pt idx="5368">
                  <c:v>45203</c:v>
                </c:pt>
                <c:pt idx="5369">
                  <c:v>45204</c:v>
                </c:pt>
                <c:pt idx="5370">
                  <c:v>45205</c:v>
                </c:pt>
                <c:pt idx="5371">
                  <c:v>45208</c:v>
                </c:pt>
                <c:pt idx="5372">
                  <c:v>45209</c:v>
                </c:pt>
                <c:pt idx="5373">
                  <c:v>45210</c:v>
                </c:pt>
                <c:pt idx="5374">
                  <c:v>45212</c:v>
                </c:pt>
                <c:pt idx="5375">
                  <c:v>45215</c:v>
                </c:pt>
                <c:pt idx="5376">
                  <c:v>45216</c:v>
                </c:pt>
                <c:pt idx="5377">
                  <c:v>45217</c:v>
                </c:pt>
                <c:pt idx="5378">
                  <c:v>45218</c:v>
                </c:pt>
                <c:pt idx="5379">
                  <c:v>45219</c:v>
                </c:pt>
                <c:pt idx="5380">
                  <c:v>45222</c:v>
                </c:pt>
                <c:pt idx="5381">
                  <c:v>45223</c:v>
                </c:pt>
                <c:pt idx="5382">
                  <c:v>45224</c:v>
                </c:pt>
                <c:pt idx="5383">
                  <c:v>45225</c:v>
                </c:pt>
                <c:pt idx="5384">
                  <c:v>45226</c:v>
                </c:pt>
                <c:pt idx="5385">
                  <c:v>45229</c:v>
                </c:pt>
                <c:pt idx="5386">
                  <c:v>45230</c:v>
                </c:pt>
                <c:pt idx="5387">
                  <c:v>45231</c:v>
                </c:pt>
                <c:pt idx="5388">
                  <c:v>45233</c:v>
                </c:pt>
                <c:pt idx="5389">
                  <c:v>45236</c:v>
                </c:pt>
                <c:pt idx="5390">
                  <c:v>45237</c:v>
                </c:pt>
                <c:pt idx="5391">
                  <c:v>45238</c:v>
                </c:pt>
                <c:pt idx="5392">
                  <c:v>45239</c:v>
                </c:pt>
                <c:pt idx="5393">
                  <c:v>45240</c:v>
                </c:pt>
                <c:pt idx="5394">
                  <c:v>45243</c:v>
                </c:pt>
                <c:pt idx="5395">
                  <c:v>45244</c:v>
                </c:pt>
                <c:pt idx="5396">
                  <c:v>45246</c:v>
                </c:pt>
                <c:pt idx="5397">
                  <c:v>45247</c:v>
                </c:pt>
                <c:pt idx="5398">
                  <c:v>45250</c:v>
                </c:pt>
                <c:pt idx="5399">
                  <c:v>45251</c:v>
                </c:pt>
                <c:pt idx="5400">
                  <c:v>45252</c:v>
                </c:pt>
                <c:pt idx="5401">
                  <c:v>45253</c:v>
                </c:pt>
                <c:pt idx="5402">
                  <c:v>45254</c:v>
                </c:pt>
                <c:pt idx="5403">
                  <c:v>45257</c:v>
                </c:pt>
                <c:pt idx="5404">
                  <c:v>45258</c:v>
                </c:pt>
                <c:pt idx="5405">
                  <c:v>45259</c:v>
                </c:pt>
                <c:pt idx="5406">
                  <c:v>45260</c:v>
                </c:pt>
                <c:pt idx="5407">
                  <c:v>45261</c:v>
                </c:pt>
                <c:pt idx="5408">
                  <c:v>45264</c:v>
                </c:pt>
                <c:pt idx="5409">
                  <c:v>45265</c:v>
                </c:pt>
                <c:pt idx="5410">
                  <c:v>45266</c:v>
                </c:pt>
                <c:pt idx="5411">
                  <c:v>45267</c:v>
                </c:pt>
                <c:pt idx="5412">
                  <c:v>45268</c:v>
                </c:pt>
                <c:pt idx="5413">
                  <c:v>45271</c:v>
                </c:pt>
                <c:pt idx="5414">
                  <c:v>45272</c:v>
                </c:pt>
                <c:pt idx="5415">
                  <c:v>45273</c:v>
                </c:pt>
                <c:pt idx="5416">
                  <c:v>45274</c:v>
                </c:pt>
                <c:pt idx="5417">
                  <c:v>45275</c:v>
                </c:pt>
                <c:pt idx="5418">
                  <c:v>45278</c:v>
                </c:pt>
                <c:pt idx="5419">
                  <c:v>45279</c:v>
                </c:pt>
                <c:pt idx="5420">
                  <c:v>45280</c:v>
                </c:pt>
                <c:pt idx="5421">
                  <c:v>45281</c:v>
                </c:pt>
                <c:pt idx="5422">
                  <c:v>45282</c:v>
                </c:pt>
                <c:pt idx="5423">
                  <c:v>45286</c:v>
                </c:pt>
                <c:pt idx="5424">
                  <c:v>45287</c:v>
                </c:pt>
                <c:pt idx="5425">
                  <c:v>45288</c:v>
                </c:pt>
                <c:pt idx="5426">
                  <c:v>45293</c:v>
                </c:pt>
                <c:pt idx="5427">
                  <c:v>45294</c:v>
                </c:pt>
                <c:pt idx="5428">
                  <c:v>45295</c:v>
                </c:pt>
                <c:pt idx="5429">
                  <c:v>45296</c:v>
                </c:pt>
                <c:pt idx="5430">
                  <c:v>45299</c:v>
                </c:pt>
                <c:pt idx="5431">
                  <c:v>45300</c:v>
                </c:pt>
                <c:pt idx="5432">
                  <c:v>45301</c:v>
                </c:pt>
                <c:pt idx="5433">
                  <c:v>45302</c:v>
                </c:pt>
                <c:pt idx="5434">
                  <c:v>45303</c:v>
                </c:pt>
                <c:pt idx="5435">
                  <c:v>45306</c:v>
                </c:pt>
                <c:pt idx="5436">
                  <c:v>45307</c:v>
                </c:pt>
                <c:pt idx="5437">
                  <c:v>45308</c:v>
                </c:pt>
                <c:pt idx="5438">
                  <c:v>45309</c:v>
                </c:pt>
                <c:pt idx="5439">
                  <c:v>45310</c:v>
                </c:pt>
                <c:pt idx="5440">
                  <c:v>45313</c:v>
                </c:pt>
                <c:pt idx="5441">
                  <c:v>45314</c:v>
                </c:pt>
                <c:pt idx="5442">
                  <c:v>45315</c:v>
                </c:pt>
                <c:pt idx="5443">
                  <c:v>45316</c:v>
                </c:pt>
                <c:pt idx="5444">
                  <c:v>45317</c:v>
                </c:pt>
                <c:pt idx="5445">
                  <c:v>45320</c:v>
                </c:pt>
                <c:pt idx="5446">
                  <c:v>45321</c:v>
                </c:pt>
                <c:pt idx="5447">
                  <c:v>45322</c:v>
                </c:pt>
                <c:pt idx="5448">
                  <c:v>45323</c:v>
                </c:pt>
                <c:pt idx="5449">
                  <c:v>45324</c:v>
                </c:pt>
                <c:pt idx="5450">
                  <c:v>45327</c:v>
                </c:pt>
                <c:pt idx="5451">
                  <c:v>45328</c:v>
                </c:pt>
                <c:pt idx="5452">
                  <c:v>45329</c:v>
                </c:pt>
                <c:pt idx="5453">
                  <c:v>45330</c:v>
                </c:pt>
                <c:pt idx="5454">
                  <c:v>45331</c:v>
                </c:pt>
                <c:pt idx="5455">
                  <c:v>45336</c:v>
                </c:pt>
                <c:pt idx="5456">
                  <c:v>45337</c:v>
                </c:pt>
                <c:pt idx="5457">
                  <c:v>45338</c:v>
                </c:pt>
                <c:pt idx="5458">
                  <c:v>45341</c:v>
                </c:pt>
                <c:pt idx="5459">
                  <c:v>45342</c:v>
                </c:pt>
                <c:pt idx="5460">
                  <c:v>45343</c:v>
                </c:pt>
                <c:pt idx="5461">
                  <c:v>45344</c:v>
                </c:pt>
                <c:pt idx="5462">
                  <c:v>45345</c:v>
                </c:pt>
                <c:pt idx="5463">
                  <c:v>45348</c:v>
                </c:pt>
                <c:pt idx="5464">
                  <c:v>45349</c:v>
                </c:pt>
                <c:pt idx="5465">
                  <c:v>45350</c:v>
                </c:pt>
                <c:pt idx="5466">
                  <c:v>45351</c:v>
                </c:pt>
                <c:pt idx="5467">
                  <c:v>45352</c:v>
                </c:pt>
                <c:pt idx="5468">
                  <c:v>45355</c:v>
                </c:pt>
                <c:pt idx="5469">
                  <c:v>45356</c:v>
                </c:pt>
                <c:pt idx="5470">
                  <c:v>45357</c:v>
                </c:pt>
                <c:pt idx="5471">
                  <c:v>45358</c:v>
                </c:pt>
                <c:pt idx="5472">
                  <c:v>45359</c:v>
                </c:pt>
                <c:pt idx="5473">
                  <c:v>45362</c:v>
                </c:pt>
                <c:pt idx="5474">
                  <c:v>45363</c:v>
                </c:pt>
                <c:pt idx="5475">
                  <c:v>45364</c:v>
                </c:pt>
                <c:pt idx="5476">
                  <c:v>45365</c:v>
                </c:pt>
                <c:pt idx="5477">
                  <c:v>45366</c:v>
                </c:pt>
                <c:pt idx="5478">
                  <c:v>45369</c:v>
                </c:pt>
                <c:pt idx="5479">
                  <c:v>45370</c:v>
                </c:pt>
                <c:pt idx="5480">
                  <c:v>45371</c:v>
                </c:pt>
                <c:pt idx="5481">
                  <c:v>45372</c:v>
                </c:pt>
                <c:pt idx="5482">
                  <c:v>45373</c:v>
                </c:pt>
                <c:pt idx="5483">
                  <c:v>45376</c:v>
                </c:pt>
                <c:pt idx="5484">
                  <c:v>45377</c:v>
                </c:pt>
                <c:pt idx="5485">
                  <c:v>45378</c:v>
                </c:pt>
                <c:pt idx="5486">
                  <c:v>45379</c:v>
                </c:pt>
                <c:pt idx="5487">
                  <c:v>45383</c:v>
                </c:pt>
                <c:pt idx="5488">
                  <c:v>45384</c:v>
                </c:pt>
                <c:pt idx="5489">
                  <c:v>45385</c:v>
                </c:pt>
                <c:pt idx="5490">
                  <c:v>45386</c:v>
                </c:pt>
                <c:pt idx="5491">
                  <c:v>45387</c:v>
                </c:pt>
                <c:pt idx="5492">
                  <c:v>45390</c:v>
                </c:pt>
                <c:pt idx="5493">
                  <c:v>45391</c:v>
                </c:pt>
                <c:pt idx="5494">
                  <c:v>45392</c:v>
                </c:pt>
                <c:pt idx="5495">
                  <c:v>45393</c:v>
                </c:pt>
                <c:pt idx="5496">
                  <c:v>45394</c:v>
                </c:pt>
                <c:pt idx="5497">
                  <c:v>45397</c:v>
                </c:pt>
                <c:pt idx="5498">
                  <c:v>45398</c:v>
                </c:pt>
                <c:pt idx="5499">
                  <c:v>45399</c:v>
                </c:pt>
                <c:pt idx="5500">
                  <c:v>45400</c:v>
                </c:pt>
                <c:pt idx="5501">
                  <c:v>45401</c:v>
                </c:pt>
                <c:pt idx="5502">
                  <c:v>45404</c:v>
                </c:pt>
                <c:pt idx="5503">
                  <c:v>45405</c:v>
                </c:pt>
                <c:pt idx="5504">
                  <c:v>45406</c:v>
                </c:pt>
                <c:pt idx="5505">
                  <c:v>45407</c:v>
                </c:pt>
                <c:pt idx="5506">
                  <c:v>45408</c:v>
                </c:pt>
                <c:pt idx="5507">
                  <c:v>45411</c:v>
                </c:pt>
                <c:pt idx="5508">
                  <c:v>45412</c:v>
                </c:pt>
                <c:pt idx="5509">
                  <c:v>45414</c:v>
                </c:pt>
                <c:pt idx="5510">
                  <c:v>45415</c:v>
                </c:pt>
                <c:pt idx="5511">
                  <c:v>45418</c:v>
                </c:pt>
                <c:pt idx="5512">
                  <c:v>45419</c:v>
                </c:pt>
                <c:pt idx="5513">
                  <c:v>45420</c:v>
                </c:pt>
                <c:pt idx="5514">
                  <c:v>45421</c:v>
                </c:pt>
                <c:pt idx="5515">
                  <c:v>45422</c:v>
                </c:pt>
                <c:pt idx="5516">
                  <c:v>45425</c:v>
                </c:pt>
                <c:pt idx="5517">
                  <c:v>45426</c:v>
                </c:pt>
                <c:pt idx="5518">
                  <c:v>45427</c:v>
                </c:pt>
                <c:pt idx="5519">
                  <c:v>45428</c:v>
                </c:pt>
                <c:pt idx="5520">
                  <c:v>45429</c:v>
                </c:pt>
                <c:pt idx="5521">
                  <c:v>45432</c:v>
                </c:pt>
                <c:pt idx="5522">
                  <c:v>45433</c:v>
                </c:pt>
                <c:pt idx="5523">
                  <c:v>45434</c:v>
                </c:pt>
                <c:pt idx="5524">
                  <c:v>45435</c:v>
                </c:pt>
                <c:pt idx="5525">
                  <c:v>45436</c:v>
                </c:pt>
                <c:pt idx="5526">
                  <c:v>45439</c:v>
                </c:pt>
                <c:pt idx="5527">
                  <c:v>45440</c:v>
                </c:pt>
                <c:pt idx="5528">
                  <c:v>45441</c:v>
                </c:pt>
                <c:pt idx="5529">
                  <c:v>45443</c:v>
                </c:pt>
                <c:pt idx="5530">
                  <c:v>45446</c:v>
                </c:pt>
                <c:pt idx="5531">
                  <c:v>45447</c:v>
                </c:pt>
                <c:pt idx="5532">
                  <c:v>45448</c:v>
                </c:pt>
                <c:pt idx="5533">
                  <c:v>45449</c:v>
                </c:pt>
                <c:pt idx="5534">
                  <c:v>45450</c:v>
                </c:pt>
                <c:pt idx="5535">
                  <c:v>45453</c:v>
                </c:pt>
                <c:pt idx="5536">
                  <c:v>45454</c:v>
                </c:pt>
                <c:pt idx="5537">
                  <c:v>45455</c:v>
                </c:pt>
                <c:pt idx="5538">
                  <c:v>45456</c:v>
                </c:pt>
                <c:pt idx="5539">
                  <c:v>45457</c:v>
                </c:pt>
                <c:pt idx="5540">
                  <c:v>45460</c:v>
                </c:pt>
                <c:pt idx="5541">
                  <c:v>45461</c:v>
                </c:pt>
                <c:pt idx="5542">
                  <c:v>45462</c:v>
                </c:pt>
                <c:pt idx="5543">
                  <c:v>45463</c:v>
                </c:pt>
                <c:pt idx="5544">
                  <c:v>45464</c:v>
                </c:pt>
                <c:pt idx="5545">
                  <c:v>45467</c:v>
                </c:pt>
                <c:pt idx="5546">
                  <c:v>45468</c:v>
                </c:pt>
                <c:pt idx="5547">
                  <c:v>45469</c:v>
                </c:pt>
                <c:pt idx="5548">
                  <c:v>45470</c:v>
                </c:pt>
                <c:pt idx="5549">
                  <c:v>45471</c:v>
                </c:pt>
                <c:pt idx="5550">
                  <c:v>45474</c:v>
                </c:pt>
                <c:pt idx="5551">
                  <c:v>45475</c:v>
                </c:pt>
                <c:pt idx="5552">
                  <c:v>45476</c:v>
                </c:pt>
                <c:pt idx="5553">
                  <c:v>45477</c:v>
                </c:pt>
                <c:pt idx="5554">
                  <c:v>45478</c:v>
                </c:pt>
                <c:pt idx="5555">
                  <c:v>45481</c:v>
                </c:pt>
                <c:pt idx="5556">
                  <c:v>45482</c:v>
                </c:pt>
                <c:pt idx="5557">
                  <c:v>45483</c:v>
                </c:pt>
                <c:pt idx="5558">
                  <c:v>45484</c:v>
                </c:pt>
                <c:pt idx="5559">
                  <c:v>45485</c:v>
                </c:pt>
                <c:pt idx="5560">
                  <c:v>45488</c:v>
                </c:pt>
                <c:pt idx="5561">
                  <c:v>45489</c:v>
                </c:pt>
                <c:pt idx="5562">
                  <c:v>45490</c:v>
                </c:pt>
                <c:pt idx="5563">
                  <c:v>45491</c:v>
                </c:pt>
                <c:pt idx="5564">
                  <c:v>45492</c:v>
                </c:pt>
                <c:pt idx="5565">
                  <c:v>45495</c:v>
                </c:pt>
                <c:pt idx="5566">
                  <c:v>45496</c:v>
                </c:pt>
                <c:pt idx="5567">
                  <c:v>45497</c:v>
                </c:pt>
                <c:pt idx="5568">
                  <c:v>45498</c:v>
                </c:pt>
                <c:pt idx="5569">
                  <c:v>45499</c:v>
                </c:pt>
                <c:pt idx="5570">
                  <c:v>45502</c:v>
                </c:pt>
                <c:pt idx="5571">
                  <c:v>45503</c:v>
                </c:pt>
                <c:pt idx="5572">
                  <c:v>45504</c:v>
                </c:pt>
                <c:pt idx="5573">
                  <c:v>45505</c:v>
                </c:pt>
                <c:pt idx="5574">
                  <c:v>45506</c:v>
                </c:pt>
                <c:pt idx="5575">
                  <c:v>45509</c:v>
                </c:pt>
                <c:pt idx="5576">
                  <c:v>45510</c:v>
                </c:pt>
                <c:pt idx="5577">
                  <c:v>45511</c:v>
                </c:pt>
                <c:pt idx="5578">
                  <c:v>45512</c:v>
                </c:pt>
                <c:pt idx="5579">
                  <c:v>45513</c:v>
                </c:pt>
                <c:pt idx="5580">
                  <c:v>45516</c:v>
                </c:pt>
                <c:pt idx="5581">
                  <c:v>45517</c:v>
                </c:pt>
                <c:pt idx="5582">
                  <c:v>45518</c:v>
                </c:pt>
                <c:pt idx="5583">
                  <c:v>45519</c:v>
                </c:pt>
                <c:pt idx="5584">
                  <c:v>45520</c:v>
                </c:pt>
                <c:pt idx="5585">
                  <c:v>45523</c:v>
                </c:pt>
                <c:pt idx="5586">
                  <c:v>45524</c:v>
                </c:pt>
                <c:pt idx="5587">
                  <c:v>45525</c:v>
                </c:pt>
                <c:pt idx="5588">
                  <c:v>45526</c:v>
                </c:pt>
                <c:pt idx="5589">
                  <c:v>45527</c:v>
                </c:pt>
                <c:pt idx="5590">
                  <c:v>45530</c:v>
                </c:pt>
                <c:pt idx="5591">
                  <c:v>45531</c:v>
                </c:pt>
                <c:pt idx="5592">
                  <c:v>45532</c:v>
                </c:pt>
                <c:pt idx="5593">
                  <c:v>45533</c:v>
                </c:pt>
                <c:pt idx="5594">
                  <c:v>45534</c:v>
                </c:pt>
                <c:pt idx="5595">
                  <c:v>45537</c:v>
                </c:pt>
                <c:pt idx="5596">
                  <c:v>45538</c:v>
                </c:pt>
                <c:pt idx="5597">
                  <c:v>45539</c:v>
                </c:pt>
                <c:pt idx="5598">
                  <c:v>45540</c:v>
                </c:pt>
                <c:pt idx="5599">
                  <c:v>45541</c:v>
                </c:pt>
                <c:pt idx="5600">
                  <c:v>45544</c:v>
                </c:pt>
                <c:pt idx="5601">
                  <c:v>45545</c:v>
                </c:pt>
                <c:pt idx="5602">
                  <c:v>45546</c:v>
                </c:pt>
                <c:pt idx="5603">
                  <c:v>45547</c:v>
                </c:pt>
                <c:pt idx="5604">
                  <c:v>45548</c:v>
                </c:pt>
                <c:pt idx="5605">
                  <c:v>45551</c:v>
                </c:pt>
                <c:pt idx="5606">
                  <c:v>45552</c:v>
                </c:pt>
                <c:pt idx="5607">
                  <c:v>45553</c:v>
                </c:pt>
                <c:pt idx="5608">
                  <c:v>45554</c:v>
                </c:pt>
                <c:pt idx="5609">
                  <c:v>45555</c:v>
                </c:pt>
                <c:pt idx="5610">
                  <c:v>45558</c:v>
                </c:pt>
                <c:pt idx="5611">
                  <c:v>45559</c:v>
                </c:pt>
                <c:pt idx="5612">
                  <c:v>45560</c:v>
                </c:pt>
                <c:pt idx="5613">
                  <c:v>45561</c:v>
                </c:pt>
                <c:pt idx="5614">
                  <c:v>45562</c:v>
                </c:pt>
                <c:pt idx="5615">
                  <c:v>45565</c:v>
                </c:pt>
                <c:pt idx="5616">
                  <c:v>45566</c:v>
                </c:pt>
                <c:pt idx="5617">
                  <c:v>45567</c:v>
                </c:pt>
                <c:pt idx="5618">
                  <c:v>45568</c:v>
                </c:pt>
                <c:pt idx="5619">
                  <c:v>45569</c:v>
                </c:pt>
                <c:pt idx="5620">
                  <c:v>45572</c:v>
                </c:pt>
                <c:pt idx="5621">
                  <c:v>45573</c:v>
                </c:pt>
                <c:pt idx="5622">
                  <c:v>45574</c:v>
                </c:pt>
                <c:pt idx="5623">
                  <c:v>45575</c:v>
                </c:pt>
                <c:pt idx="5624">
                  <c:v>45576</c:v>
                </c:pt>
                <c:pt idx="5625">
                  <c:v>45579</c:v>
                </c:pt>
                <c:pt idx="5626">
                  <c:v>45580</c:v>
                </c:pt>
                <c:pt idx="5627">
                  <c:v>45581</c:v>
                </c:pt>
                <c:pt idx="5628">
                  <c:v>45582</c:v>
                </c:pt>
                <c:pt idx="5629">
                  <c:v>45583</c:v>
                </c:pt>
                <c:pt idx="5630">
                  <c:v>45586</c:v>
                </c:pt>
                <c:pt idx="5631">
                  <c:v>45587</c:v>
                </c:pt>
                <c:pt idx="5632">
                  <c:v>45588</c:v>
                </c:pt>
                <c:pt idx="5633">
                  <c:v>45589</c:v>
                </c:pt>
                <c:pt idx="5634">
                  <c:v>45590</c:v>
                </c:pt>
                <c:pt idx="5635">
                  <c:v>45593</c:v>
                </c:pt>
                <c:pt idx="5636">
                  <c:v>45594</c:v>
                </c:pt>
                <c:pt idx="5637">
                  <c:v>45595</c:v>
                </c:pt>
                <c:pt idx="5638">
                  <c:v>45596</c:v>
                </c:pt>
                <c:pt idx="5639">
                  <c:v>45597</c:v>
                </c:pt>
                <c:pt idx="5640">
                  <c:v>45600</c:v>
                </c:pt>
                <c:pt idx="5641">
                  <c:v>45601</c:v>
                </c:pt>
                <c:pt idx="5642">
                  <c:v>45602</c:v>
                </c:pt>
                <c:pt idx="5643">
                  <c:v>45603</c:v>
                </c:pt>
                <c:pt idx="5644">
                  <c:v>45604</c:v>
                </c:pt>
                <c:pt idx="5645">
                  <c:v>45607</c:v>
                </c:pt>
                <c:pt idx="5646">
                  <c:v>45608</c:v>
                </c:pt>
                <c:pt idx="5647">
                  <c:v>45609</c:v>
                </c:pt>
                <c:pt idx="5648">
                  <c:v>45610</c:v>
                </c:pt>
                <c:pt idx="5649">
                  <c:v>45614</c:v>
                </c:pt>
                <c:pt idx="5650">
                  <c:v>45615</c:v>
                </c:pt>
                <c:pt idx="5651">
                  <c:v>45617</c:v>
                </c:pt>
                <c:pt idx="5652">
                  <c:v>45618</c:v>
                </c:pt>
                <c:pt idx="5653">
                  <c:v>45621</c:v>
                </c:pt>
                <c:pt idx="5654">
                  <c:v>45622</c:v>
                </c:pt>
                <c:pt idx="5655">
                  <c:v>45623</c:v>
                </c:pt>
                <c:pt idx="5656">
                  <c:v>45624</c:v>
                </c:pt>
                <c:pt idx="5657">
                  <c:v>45625</c:v>
                </c:pt>
                <c:pt idx="5658">
                  <c:v>45628</c:v>
                </c:pt>
                <c:pt idx="5659">
                  <c:v>45629</c:v>
                </c:pt>
                <c:pt idx="5660">
                  <c:v>45630</c:v>
                </c:pt>
                <c:pt idx="5661">
                  <c:v>45631</c:v>
                </c:pt>
                <c:pt idx="5662">
                  <c:v>45632</c:v>
                </c:pt>
                <c:pt idx="5663">
                  <c:v>45635</c:v>
                </c:pt>
                <c:pt idx="5664">
                  <c:v>45636</c:v>
                </c:pt>
                <c:pt idx="5665">
                  <c:v>45637</c:v>
                </c:pt>
                <c:pt idx="5666">
                  <c:v>45638</c:v>
                </c:pt>
                <c:pt idx="5667">
                  <c:v>45639</c:v>
                </c:pt>
                <c:pt idx="5668">
                  <c:v>45642</c:v>
                </c:pt>
                <c:pt idx="5669">
                  <c:v>45643</c:v>
                </c:pt>
                <c:pt idx="5670">
                  <c:v>45644</c:v>
                </c:pt>
                <c:pt idx="5671">
                  <c:v>45645</c:v>
                </c:pt>
                <c:pt idx="5672">
                  <c:v>45646</c:v>
                </c:pt>
                <c:pt idx="5673">
                  <c:v>45649</c:v>
                </c:pt>
                <c:pt idx="5674">
                  <c:v>45652</c:v>
                </c:pt>
                <c:pt idx="5675">
                  <c:v>45653</c:v>
                </c:pt>
                <c:pt idx="5676">
                  <c:v>45656</c:v>
                </c:pt>
                <c:pt idx="5677">
                  <c:v>45659</c:v>
                </c:pt>
                <c:pt idx="5678">
                  <c:v>45660</c:v>
                </c:pt>
                <c:pt idx="5679">
                  <c:v>45663</c:v>
                </c:pt>
                <c:pt idx="5680">
                  <c:v>45664</c:v>
                </c:pt>
                <c:pt idx="5681">
                  <c:v>45665</c:v>
                </c:pt>
                <c:pt idx="5682">
                  <c:v>45666</c:v>
                </c:pt>
                <c:pt idx="5683">
                  <c:v>45667</c:v>
                </c:pt>
                <c:pt idx="5684">
                  <c:v>45670</c:v>
                </c:pt>
                <c:pt idx="5685">
                  <c:v>45671</c:v>
                </c:pt>
                <c:pt idx="5686">
                  <c:v>45672</c:v>
                </c:pt>
                <c:pt idx="5687">
                  <c:v>45673</c:v>
                </c:pt>
                <c:pt idx="5688">
                  <c:v>45674</c:v>
                </c:pt>
                <c:pt idx="5689">
                  <c:v>45677</c:v>
                </c:pt>
                <c:pt idx="5690">
                  <c:v>45678</c:v>
                </c:pt>
                <c:pt idx="5691">
                  <c:v>45679</c:v>
                </c:pt>
                <c:pt idx="5692">
                  <c:v>45680</c:v>
                </c:pt>
                <c:pt idx="5693">
                  <c:v>45681</c:v>
                </c:pt>
                <c:pt idx="5694">
                  <c:v>45684</c:v>
                </c:pt>
                <c:pt idx="5695">
                  <c:v>45685</c:v>
                </c:pt>
                <c:pt idx="5696">
                  <c:v>45686</c:v>
                </c:pt>
                <c:pt idx="5697">
                  <c:v>45687</c:v>
                </c:pt>
                <c:pt idx="5698">
                  <c:v>45688</c:v>
                </c:pt>
                <c:pt idx="5699">
                  <c:v>45691</c:v>
                </c:pt>
                <c:pt idx="5700">
                  <c:v>45692</c:v>
                </c:pt>
                <c:pt idx="5701">
                  <c:v>45693</c:v>
                </c:pt>
                <c:pt idx="5702">
                  <c:v>45694</c:v>
                </c:pt>
                <c:pt idx="5703">
                  <c:v>45695</c:v>
                </c:pt>
                <c:pt idx="5704">
                  <c:v>45698</c:v>
                </c:pt>
                <c:pt idx="5705">
                  <c:v>45699</c:v>
                </c:pt>
                <c:pt idx="5706">
                  <c:v>45700</c:v>
                </c:pt>
                <c:pt idx="5707">
                  <c:v>45701</c:v>
                </c:pt>
                <c:pt idx="5708">
                  <c:v>45702</c:v>
                </c:pt>
                <c:pt idx="5709">
                  <c:v>45705</c:v>
                </c:pt>
                <c:pt idx="5710">
                  <c:v>45706</c:v>
                </c:pt>
                <c:pt idx="5711">
                  <c:v>45707</c:v>
                </c:pt>
                <c:pt idx="5712">
                  <c:v>45708</c:v>
                </c:pt>
                <c:pt idx="5713">
                  <c:v>45709</c:v>
                </c:pt>
                <c:pt idx="5714">
                  <c:v>45712</c:v>
                </c:pt>
                <c:pt idx="5715">
                  <c:v>45713</c:v>
                </c:pt>
                <c:pt idx="5716">
                  <c:v>45714</c:v>
                </c:pt>
                <c:pt idx="5717">
                  <c:v>45715</c:v>
                </c:pt>
                <c:pt idx="5718">
                  <c:v>45716</c:v>
                </c:pt>
                <c:pt idx="5719">
                  <c:v>45721</c:v>
                </c:pt>
                <c:pt idx="5720">
                  <c:v>45722</c:v>
                </c:pt>
                <c:pt idx="5721">
                  <c:v>45723</c:v>
                </c:pt>
                <c:pt idx="5722">
                  <c:v>45726</c:v>
                </c:pt>
                <c:pt idx="5723">
                  <c:v>45727</c:v>
                </c:pt>
                <c:pt idx="5724">
                  <c:v>45728</c:v>
                </c:pt>
                <c:pt idx="5725">
                  <c:v>45729</c:v>
                </c:pt>
                <c:pt idx="5726">
                  <c:v>45730</c:v>
                </c:pt>
                <c:pt idx="5727">
                  <c:v>45733</c:v>
                </c:pt>
                <c:pt idx="5728">
                  <c:v>45734</c:v>
                </c:pt>
                <c:pt idx="5729">
                  <c:v>45735</c:v>
                </c:pt>
                <c:pt idx="5730">
                  <c:v>45736</c:v>
                </c:pt>
                <c:pt idx="5731">
                  <c:v>45737</c:v>
                </c:pt>
                <c:pt idx="5732">
                  <c:v>45740</c:v>
                </c:pt>
                <c:pt idx="5733">
                  <c:v>45741</c:v>
                </c:pt>
                <c:pt idx="5734">
                  <c:v>45742</c:v>
                </c:pt>
                <c:pt idx="5735">
                  <c:v>45743</c:v>
                </c:pt>
                <c:pt idx="5736">
                  <c:v>45744</c:v>
                </c:pt>
                <c:pt idx="5737">
                  <c:v>45747</c:v>
                </c:pt>
                <c:pt idx="5738">
                  <c:v>45748</c:v>
                </c:pt>
                <c:pt idx="5739">
                  <c:v>45749</c:v>
                </c:pt>
                <c:pt idx="5740">
                  <c:v>45750</c:v>
                </c:pt>
                <c:pt idx="5741">
                  <c:v>45751</c:v>
                </c:pt>
                <c:pt idx="5742">
                  <c:v>45754</c:v>
                </c:pt>
                <c:pt idx="5743">
                  <c:v>45755</c:v>
                </c:pt>
                <c:pt idx="5744">
                  <c:v>45756</c:v>
                </c:pt>
                <c:pt idx="5745">
                  <c:v>45757</c:v>
                </c:pt>
                <c:pt idx="5746">
                  <c:v>45758</c:v>
                </c:pt>
                <c:pt idx="5747">
                  <c:v>45761</c:v>
                </c:pt>
                <c:pt idx="5748">
                  <c:v>45762</c:v>
                </c:pt>
                <c:pt idx="5749">
                  <c:v>45763</c:v>
                </c:pt>
                <c:pt idx="5750">
                  <c:v>45764</c:v>
                </c:pt>
                <c:pt idx="5751">
                  <c:v>45769</c:v>
                </c:pt>
                <c:pt idx="5752">
                  <c:v>45770</c:v>
                </c:pt>
                <c:pt idx="5753">
                  <c:v>45771</c:v>
                </c:pt>
                <c:pt idx="5754">
                  <c:v>45772</c:v>
                </c:pt>
                <c:pt idx="5755">
                  <c:v>45775</c:v>
                </c:pt>
                <c:pt idx="5756">
                  <c:v>45776</c:v>
                </c:pt>
                <c:pt idx="5757">
                  <c:v>45777</c:v>
                </c:pt>
                <c:pt idx="5758">
                  <c:v>45779</c:v>
                </c:pt>
                <c:pt idx="5759">
                  <c:v>45782</c:v>
                </c:pt>
                <c:pt idx="5760">
                  <c:v>45783</c:v>
                </c:pt>
                <c:pt idx="5761">
                  <c:v>45784</c:v>
                </c:pt>
                <c:pt idx="5762">
                  <c:v>45785</c:v>
                </c:pt>
                <c:pt idx="5763">
                  <c:v>45786</c:v>
                </c:pt>
                <c:pt idx="5764">
                  <c:v>45789</c:v>
                </c:pt>
                <c:pt idx="5765">
                  <c:v>45790</c:v>
                </c:pt>
                <c:pt idx="5766">
                  <c:v>45791</c:v>
                </c:pt>
                <c:pt idx="5767">
                  <c:v>45792</c:v>
                </c:pt>
                <c:pt idx="5768">
                  <c:v>45793</c:v>
                </c:pt>
                <c:pt idx="5769">
                  <c:v>45796</c:v>
                </c:pt>
                <c:pt idx="5770">
                  <c:v>45797</c:v>
                </c:pt>
                <c:pt idx="5771">
                  <c:v>45798</c:v>
                </c:pt>
                <c:pt idx="5772">
                  <c:v>45799</c:v>
                </c:pt>
                <c:pt idx="5773">
                  <c:v>45800</c:v>
                </c:pt>
                <c:pt idx="5774">
                  <c:v>45803</c:v>
                </c:pt>
                <c:pt idx="5775">
                  <c:v>45804</c:v>
                </c:pt>
                <c:pt idx="5776">
                  <c:v>45805</c:v>
                </c:pt>
                <c:pt idx="5777">
                  <c:v>45806</c:v>
                </c:pt>
                <c:pt idx="5778">
                  <c:v>45807</c:v>
                </c:pt>
                <c:pt idx="5779">
                  <c:v>45810</c:v>
                </c:pt>
                <c:pt idx="5780">
                  <c:v>45811</c:v>
                </c:pt>
                <c:pt idx="5781">
                  <c:v>45812</c:v>
                </c:pt>
                <c:pt idx="5782">
                  <c:v>45813</c:v>
                </c:pt>
                <c:pt idx="5783">
                  <c:v>45814</c:v>
                </c:pt>
                <c:pt idx="5784">
                  <c:v>45817</c:v>
                </c:pt>
                <c:pt idx="5785">
                  <c:v>45818</c:v>
                </c:pt>
                <c:pt idx="5786">
                  <c:v>45819</c:v>
                </c:pt>
                <c:pt idx="5787">
                  <c:v>45820</c:v>
                </c:pt>
                <c:pt idx="5788">
                  <c:v>45821</c:v>
                </c:pt>
                <c:pt idx="5789">
                  <c:v>45824</c:v>
                </c:pt>
                <c:pt idx="5790">
                  <c:v>45825</c:v>
                </c:pt>
                <c:pt idx="5791">
                  <c:v>45826</c:v>
                </c:pt>
                <c:pt idx="5792">
                  <c:v>45828</c:v>
                </c:pt>
                <c:pt idx="5793">
                  <c:v>45831</c:v>
                </c:pt>
                <c:pt idx="5794">
                  <c:v>45832</c:v>
                </c:pt>
                <c:pt idx="5795">
                  <c:v>45833</c:v>
                </c:pt>
                <c:pt idx="5796">
                  <c:v>45834</c:v>
                </c:pt>
                <c:pt idx="5797">
                  <c:v>45835</c:v>
                </c:pt>
                <c:pt idx="5798">
                  <c:v>45838</c:v>
                </c:pt>
                <c:pt idx="5799">
                  <c:v>45839</c:v>
                </c:pt>
                <c:pt idx="5800">
                  <c:v>45840</c:v>
                </c:pt>
                <c:pt idx="5801">
                  <c:v>45841</c:v>
                </c:pt>
                <c:pt idx="5802">
                  <c:v>45842</c:v>
                </c:pt>
                <c:pt idx="5803">
                  <c:v>45845</c:v>
                </c:pt>
                <c:pt idx="5804">
                  <c:v>45846</c:v>
                </c:pt>
                <c:pt idx="5805">
                  <c:v>45847</c:v>
                </c:pt>
                <c:pt idx="5806">
                  <c:v>45848</c:v>
                </c:pt>
                <c:pt idx="5807">
                  <c:v>45849</c:v>
                </c:pt>
                <c:pt idx="5808">
                  <c:v>45852</c:v>
                </c:pt>
                <c:pt idx="5809">
                  <c:v>45853</c:v>
                </c:pt>
                <c:pt idx="5810">
                  <c:v>45854</c:v>
                </c:pt>
                <c:pt idx="5811">
                  <c:v>45855</c:v>
                </c:pt>
                <c:pt idx="5812">
                  <c:v>45856</c:v>
                </c:pt>
                <c:pt idx="5813">
                  <c:v>45859</c:v>
                </c:pt>
                <c:pt idx="5814">
                  <c:v>45860</c:v>
                </c:pt>
                <c:pt idx="5815">
                  <c:v>45861</c:v>
                </c:pt>
                <c:pt idx="5816">
                  <c:v>45862</c:v>
                </c:pt>
                <c:pt idx="5817">
                  <c:v>45863</c:v>
                </c:pt>
                <c:pt idx="5818">
                  <c:v>45866</c:v>
                </c:pt>
                <c:pt idx="5819">
                  <c:v>45867</c:v>
                </c:pt>
                <c:pt idx="5820">
                  <c:v>45868</c:v>
                </c:pt>
                <c:pt idx="5821">
                  <c:v>45869</c:v>
                </c:pt>
                <c:pt idx="5822">
                  <c:v>45870</c:v>
                </c:pt>
                <c:pt idx="5823">
                  <c:v>45873</c:v>
                </c:pt>
                <c:pt idx="5824">
                  <c:v>45874</c:v>
                </c:pt>
                <c:pt idx="5825">
                  <c:v>45875</c:v>
                </c:pt>
                <c:pt idx="5826">
                  <c:v>45876</c:v>
                </c:pt>
                <c:pt idx="5827">
                  <c:v>45877</c:v>
                </c:pt>
                <c:pt idx="5828">
                  <c:v>45880</c:v>
                </c:pt>
                <c:pt idx="5829">
                  <c:v>45881</c:v>
                </c:pt>
                <c:pt idx="5830">
                  <c:v>45882</c:v>
                </c:pt>
                <c:pt idx="5831">
                  <c:v>45883</c:v>
                </c:pt>
                <c:pt idx="5832">
                  <c:v>45884</c:v>
                </c:pt>
                <c:pt idx="5833">
                  <c:v>45887</c:v>
                </c:pt>
                <c:pt idx="5834">
                  <c:v>45888</c:v>
                </c:pt>
                <c:pt idx="5835">
                  <c:v>45889</c:v>
                </c:pt>
                <c:pt idx="5836">
                  <c:v>45890</c:v>
                </c:pt>
                <c:pt idx="5837">
                  <c:v>45891</c:v>
                </c:pt>
                <c:pt idx="5838">
                  <c:v>45894</c:v>
                </c:pt>
                <c:pt idx="5839">
                  <c:v>45895</c:v>
                </c:pt>
                <c:pt idx="5840">
                  <c:v>45896</c:v>
                </c:pt>
                <c:pt idx="5841">
                  <c:v>45897</c:v>
                </c:pt>
                <c:pt idx="5842">
                  <c:v>45898</c:v>
                </c:pt>
                <c:pt idx="5843">
                  <c:v>45901</c:v>
                </c:pt>
                <c:pt idx="5844">
                  <c:v>45902</c:v>
                </c:pt>
                <c:pt idx="5845">
                  <c:v>45903</c:v>
                </c:pt>
                <c:pt idx="5846">
                  <c:v>45904</c:v>
                </c:pt>
                <c:pt idx="5847">
                  <c:v>45905</c:v>
                </c:pt>
                <c:pt idx="5848">
                  <c:v>45908</c:v>
                </c:pt>
                <c:pt idx="5849">
                  <c:v>45909</c:v>
                </c:pt>
                <c:pt idx="5850">
                  <c:v>45910</c:v>
                </c:pt>
                <c:pt idx="5851">
                  <c:v>45911</c:v>
                </c:pt>
                <c:pt idx="5852">
                  <c:v>45912</c:v>
                </c:pt>
                <c:pt idx="5853">
                  <c:v>45915</c:v>
                </c:pt>
                <c:pt idx="5854">
                  <c:v>45916</c:v>
                </c:pt>
                <c:pt idx="5855">
                  <c:v>45917</c:v>
                </c:pt>
                <c:pt idx="5856">
                  <c:v>45918</c:v>
                </c:pt>
                <c:pt idx="5857">
                  <c:v>45919</c:v>
                </c:pt>
                <c:pt idx="5858">
                  <c:v>45922</c:v>
                </c:pt>
                <c:pt idx="5859">
                  <c:v>45923</c:v>
                </c:pt>
                <c:pt idx="5860">
                  <c:v>45924</c:v>
                </c:pt>
                <c:pt idx="5861">
                  <c:v>45925</c:v>
                </c:pt>
                <c:pt idx="5862">
                  <c:v>45926</c:v>
                </c:pt>
                <c:pt idx="5863">
                  <c:v>45929</c:v>
                </c:pt>
                <c:pt idx="5864">
                  <c:v>45930</c:v>
                </c:pt>
                <c:pt idx="5865">
                  <c:v>45931</c:v>
                </c:pt>
                <c:pt idx="5866">
                  <c:v>45932</c:v>
                </c:pt>
                <c:pt idx="5867">
                  <c:v>45933</c:v>
                </c:pt>
                <c:pt idx="5868">
                  <c:v>45936</c:v>
                </c:pt>
                <c:pt idx="5869">
                  <c:v>45937</c:v>
                </c:pt>
                <c:pt idx="5870">
                  <c:v>45938</c:v>
                </c:pt>
                <c:pt idx="5871">
                  <c:v>45939</c:v>
                </c:pt>
                <c:pt idx="5872">
                  <c:v>45940</c:v>
                </c:pt>
                <c:pt idx="5873">
                  <c:v>45943</c:v>
                </c:pt>
                <c:pt idx="5874">
                  <c:v>45944</c:v>
                </c:pt>
                <c:pt idx="5875">
                  <c:v>45945</c:v>
                </c:pt>
                <c:pt idx="5876">
                  <c:v>45946</c:v>
                </c:pt>
                <c:pt idx="5877">
                  <c:v>45947</c:v>
                </c:pt>
                <c:pt idx="5878">
                  <c:v>45950</c:v>
                </c:pt>
                <c:pt idx="5879">
                  <c:v>45951</c:v>
                </c:pt>
                <c:pt idx="5880">
                  <c:v>45952</c:v>
                </c:pt>
                <c:pt idx="5881">
                  <c:v>45953</c:v>
                </c:pt>
                <c:pt idx="5882">
                  <c:v>45954</c:v>
                </c:pt>
                <c:pt idx="5883">
                  <c:v>45957</c:v>
                </c:pt>
                <c:pt idx="5884">
                  <c:v>45958</c:v>
                </c:pt>
                <c:pt idx="5885">
                  <c:v>45959</c:v>
                </c:pt>
                <c:pt idx="5886">
                  <c:v>45960</c:v>
                </c:pt>
                <c:pt idx="5887">
                  <c:v>45961</c:v>
                </c:pt>
                <c:pt idx="5888">
                  <c:v>45964</c:v>
                </c:pt>
                <c:pt idx="5889">
                  <c:v>45965</c:v>
                </c:pt>
                <c:pt idx="5890">
                  <c:v>45966</c:v>
                </c:pt>
                <c:pt idx="5891">
                  <c:v>45967</c:v>
                </c:pt>
                <c:pt idx="5892">
                  <c:v>45968</c:v>
                </c:pt>
                <c:pt idx="5893">
                  <c:v>45971</c:v>
                </c:pt>
                <c:pt idx="5894">
                  <c:v>45972</c:v>
                </c:pt>
                <c:pt idx="5895">
                  <c:v>45973</c:v>
                </c:pt>
                <c:pt idx="5896">
                  <c:v>45974</c:v>
                </c:pt>
                <c:pt idx="5897">
                  <c:v>45975</c:v>
                </c:pt>
                <c:pt idx="5898">
                  <c:v>45978</c:v>
                </c:pt>
                <c:pt idx="5899">
                  <c:v>45979</c:v>
                </c:pt>
                <c:pt idx="5900">
                  <c:v>45980</c:v>
                </c:pt>
                <c:pt idx="5901">
                  <c:v>45982</c:v>
                </c:pt>
                <c:pt idx="5902">
                  <c:v>45985</c:v>
                </c:pt>
                <c:pt idx="5903">
                  <c:v>45986</c:v>
                </c:pt>
                <c:pt idx="5904">
                  <c:v>45987</c:v>
                </c:pt>
                <c:pt idx="5905">
                  <c:v>45988</c:v>
                </c:pt>
                <c:pt idx="5906">
                  <c:v>45989</c:v>
                </c:pt>
                <c:pt idx="5907">
                  <c:v>45992</c:v>
                </c:pt>
                <c:pt idx="5908">
                  <c:v>45993</c:v>
                </c:pt>
                <c:pt idx="5909">
                  <c:v>45994</c:v>
                </c:pt>
                <c:pt idx="5910">
                  <c:v>45995</c:v>
                </c:pt>
                <c:pt idx="5911">
                  <c:v>45996</c:v>
                </c:pt>
                <c:pt idx="5912">
                  <c:v>45999</c:v>
                </c:pt>
                <c:pt idx="5913">
                  <c:v>46000</c:v>
                </c:pt>
                <c:pt idx="5914">
                  <c:v>46001</c:v>
                </c:pt>
                <c:pt idx="5915">
                  <c:v>46002</c:v>
                </c:pt>
                <c:pt idx="5916">
                  <c:v>46003</c:v>
                </c:pt>
                <c:pt idx="5917">
                  <c:v>46006</c:v>
                </c:pt>
                <c:pt idx="5918">
                  <c:v>46007</c:v>
                </c:pt>
                <c:pt idx="5919">
                  <c:v>46008</c:v>
                </c:pt>
                <c:pt idx="5920">
                  <c:v>46009</c:v>
                </c:pt>
                <c:pt idx="5921">
                  <c:v>46010</c:v>
                </c:pt>
                <c:pt idx="5922">
                  <c:v>46013</c:v>
                </c:pt>
                <c:pt idx="5923">
                  <c:v>46014</c:v>
                </c:pt>
                <c:pt idx="5924">
                  <c:v>46017</c:v>
                </c:pt>
                <c:pt idx="5925">
                  <c:v>46020</c:v>
                </c:pt>
                <c:pt idx="5926">
                  <c:v>46021</c:v>
                </c:pt>
                <c:pt idx="5927">
                  <c:v>46024</c:v>
                </c:pt>
                <c:pt idx="5928">
                  <c:v>46027</c:v>
                </c:pt>
                <c:pt idx="5929">
                  <c:v>46028</c:v>
                </c:pt>
                <c:pt idx="5930">
                  <c:v>46029</c:v>
                </c:pt>
                <c:pt idx="5931">
                  <c:v>46030</c:v>
                </c:pt>
                <c:pt idx="5932">
                  <c:v>46031</c:v>
                </c:pt>
                <c:pt idx="5933">
                  <c:v>46034</c:v>
                </c:pt>
                <c:pt idx="5934">
                  <c:v>46035</c:v>
                </c:pt>
                <c:pt idx="5935">
                  <c:v>46036</c:v>
                </c:pt>
                <c:pt idx="5936">
                  <c:v>46037</c:v>
                </c:pt>
                <c:pt idx="5937">
                  <c:v>46038</c:v>
                </c:pt>
                <c:pt idx="5938">
                  <c:v>46041</c:v>
                </c:pt>
                <c:pt idx="5939">
                  <c:v>46042</c:v>
                </c:pt>
                <c:pt idx="5940">
                  <c:v>46043</c:v>
                </c:pt>
                <c:pt idx="5941">
                  <c:v>46044</c:v>
                </c:pt>
                <c:pt idx="5942">
                  <c:v>46045</c:v>
                </c:pt>
                <c:pt idx="5943">
                  <c:v>46048</c:v>
                </c:pt>
                <c:pt idx="5944">
                  <c:v>46049</c:v>
                </c:pt>
                <c:pt idx="5945">
                  <c:v>46050</c:v>
                </c:pt>
                <c:pt idx="5946">
                  <c:v>46051</c:v>
                </c:pt>
                <c:pt idx="5947">
                  <c:v>46052</c:v>
                </c:pt>
                <c:pt idx="5948">
                  <c:v>46055</c:v>
                </c:pt>
                <c:pt idx="5949">
                  <c:v>46056</c:v>
                </c:pt>
                <c:pt idx="5950">
                  <c:v>46057</c:v>
                </c:pt>
                <c:pt idx="5951">
                  <c:v>46058</c:v>
                </c:pt>
                <c:pt idx="5952">
                  <c:v>46059</c:v>
                </c:pt>
                <c:pt idx="5953">
                  <c:v>46062</c:v>
                </c:pt>
                <c:pt idx="5954">
                  <c:v>46063</c:v>
                </c:pt>
                <c:pt idx="5955">
                  <c:v>46064</c:v>
                </c:pt>
                <c:pt idx="5956">
                  <c:v>46065</c:v>
                </c:pt>
                <c:pt idx="5957">
                  <c:v>46066</c:v>
                </c:pt>
                <c:pt idx="5958">
                  <c:v>46071</c:v>
                </c:pt>
                <c:pt idx="5959">
                  <c:v>46072</c:v>
                </c:pt>
                <c:pt idx="5960">
                  <c:v>46073</c:v>
                </c:pt>
                <c:pt idx="5961">
                  <c:v>46076</c:v>
                </c:pt>
                <c:pt idx="5962">
                  <c:v>46077</c:v>
                </c:pt>
                <c:pt idx="5963">
                  <c:v>46078</c:v>
                </c:pt>
                <c:pt idx="5964">
                  <c:v>46079</c:v>
                </c:pt>
                <c:pt idx="5965">
                  <c:v>46080</c:v>
                </c:pt>
                <c:pt idx="5966">
                  <c:v>46083</c:v>
                </c:pt>
                <c:pt idx="5967">
                  <c:v>46084</c:v>
                </c:pt>
                <c:pt idx="5968">
                  <c:v>46085</c:v>
                </c:pt>
                <c:pt idx="5969">
                  <c:v>46086</c:v>
                </c:pt>
                <c:pt idx="5970">
                  <c:v>46087</c:v>
                </c:pt>
                <c:pt idx="5971">
                  <c:v>46090</c:v>
                </c:pt>
                <c:pt idx="5972">
                  <c:v>46091</c:v>
                </c:pt>
                <c:pt idx="5973">
                  <c:v>46092</c:v>
                </c:pt>
                <c:pt idx="5974">
                  <c:v>46093</c:v>
                </c:pt>
                <c:pt idx="5975">
                  <c:v>46094</c:v>
                </c:pt>
                <c:pt idx="5976">
                  <c:v>46097</c:v>
                </c:pt>
                <c:pt idx="5977">
                  <c:v>46098</c:v>
                </c:pt>
                <c:pt idx="5978">
                  <c:v>46099</c:v>
                </c:pt>
                <c:pt idx="5979">
                  <c:v>46100</c:v>
                </c:pt>
                <c:pt idx="5980">
                  <c:v>46101</c:v>
                </c:pt>
                <c:pt idx="5981">
                  <c:v>46104</c:v>
                </c:pt>
                <c:pt idx="5982">
                  <c:v>46105</c:v>
                </c:pt>
                <c:pt idx="5983">
                  <c:v>46106</c:v>
                </c:pt>
                <c:pt idx="5984">
                  <c:v>46107</c:v>
                </c:pt>
                <c:pt idx="5985">
                  <c:v>46108</c:v>
                </c:pt>
                <c:pt idx="5986">
                  <c:v>46111</c:v>
                </c:pt>
                <c:pt idx="5987">
                  <c:v>46112</c:v>
                </c:pt>
                <c:pt idx="5988">
                  <c:v>46113</c:v>
                </c:pt>
                <c:pt idx="5989">
                  <c:v>46114</c:v>
                </c:pt>
                <c:pt idx="5990">
                  <c:v>46118</c:v>
                </c:pt>
                <c:pt idx="5991">
                  <c:v>46119</c:v>
                </c:pt>
                <c:pt idx="5992">
                  <c:v>46120</c:v>
                </c:pt>
                <c:pt idx="5993">
                  <c:v>46121</c:v>
                </c:pt>
                <c:pt idx="5994">
                  <c:v>46122</c:v>
                </c:pt>
                <c:pt idx="5995">
                  <c:v>46125</c:v>
                </c:pt>
                <c:pt idx="5996">
                  <c:v>46126</c:v>
                </c:pt>
                <c:pt idx="5997">
                  <c:v>46127</c:v>
                </c:pt>
                <c:pt idx="5998">
                  <c:v>46128</c:v>
                </c:pt>
                <c:pt idx="5999">
                  <c:v>46129</c:v>
                </c:pt>
                <c:pt idx="6000">
                  <c:v>46132</c:v>
                </c:pt>
                <c:pt idx="6001">
                  <c:v>46134</c:v>
                </c:pt>
                <c:pt idx="6002">
                  <c:v>46135</c:v>
                </c:pt>
                <c:pt idx="6003">
                  <c:v>46136</c:v>
                </c:pt>
                <c:pt idx="6004">
                  <c:v>46139</c:v>
                </c:pt>
                <c:pt idx="6005">
                  <c:v>46140</c:v>
                </c:pt>
                <c:pt idx="6006">
                  <c:v>46141</c:v>
                </c:pt>
                <c:pt idx="6007">
                  <c:v>46142</c:v>
                </c:pt>
                <c:pt idx="6008">
                  <c:v>46146</c:v>
                </c:pt>
                <c:pt idx="6009">
                  <c:v>46147</c:v>
                </c:pt>
                <c:pt idx="6010">
                  <c:v>46148</c:v>
                </c:pt>
                <c:pt idx="6011">
                  <c:v>46149</c:v>
                </c:pt>
                <c:pt idx="6012">
                  <c:v>46150</c:v>
                </c:pt>
                <c:pt idx="6013">
                  <c:v>46153</c:v>
                </c:pt>
                <c:pt idx="6014">
                  <c:v>46154</c:v>
                </c:pt>
                <c:pt idx="6015">
                  <c:v>46155</c:v>
                </c:pt>
                <c:pt idx="6016">
                  <c:v>46156</c:v>
                </c:pt>
                <c:pt idx="6017">
                  <c:v>46157</c:v>
                </c:pt>
                <c:pt idx="6018">
                  <c:v>46160</c:v>
                </c:pt>
                <c:pt idx="6019">
                  <c:v>46161</c:v>
                </c:pt>
                <c:pt idx="6020">
                  <c:v>46162</c:v>
                </c:pt>
                <c:pt idx="6021">
                  <c:v>46163</c:v>
                </c:pt>
                <c:pt idx="6022">
                  <c:v>46164</c:v>
                </c:pt>
                <c:pt idx="6023">
                  <c:v>46167</c:v>
                </c:pt>
                <c:pt idx="6024">
                  <c:v>46168</c:v>
                </c:pt>
                <c:pt idx="6025">
                  <c:v>46169</c:v>
                </c:pt>
                <c:pt idx="6026">
                  <c:v>46170</c:v>
                </c:pt>
                <c:pt idx="6027">
                  <c:v>46171</c:v>
                </c:pt>
                <c:pt idx="6028">
                  <c:v>46174</c:v>
                </c:pt>
                <c:pt idx="6029">
                  <c:v>46175</c:v>
                </c:pt>
                <c:pt idx="6030">
                  <c:v>46176</c:v>
                </c:pt>
                <c:pt idx="6031">
                  <c:v>46178</c:v>
                </c:pt>
                <c:pt idx="6032">
                  <c:v>46181</c:v>
                </c:pt>
                <c:pt idx="6033">
                  <c:v>46182</c:v>
                </c:pt>
                <c:pt idx="6034">
                  <c:v>46183</c:v>
                </c:pt>
                <c:pt idx="6035">
                  <c:v>46184</c:v>
                </c:pt>
                <c:pt idx="6036">
                  <c:v>46185</c:v>
                </c:pt>
                <c:pt idx="6037">
                  <c:v>46188</c:v>
                </c:pt>
                <c:pt idx="6038">
                  <c:v>46189</c:v>
                </c:pt>
                <c:pt idx="6039">
                  <c:v>46190</c:v>
                </c:pt>
                <c:pt idx="6040">
                  <c:v>46191</c:v>
                </c:pt>
                <c:pt idx="6041">
                  <c:v>46192</c:v>
                </c:pt>
                <c:pt idx="6042">
                  <c:v>46195</c:v>
                </c:pt>
                <c:pt idx="6043">
                  <c:v>46196</c:v>
                </c:pt>
                <c:pt idx="6044">
                  <c:v>46197</c:v>
                </c:pt>
                <c:pt idx="6045">
                  <c:v>46198</c:v>
                </c:pt>
                <c:pt idx="6046">
                  <c:v>46199</c:v>
                </c:pt>
                <c:pt idx="6047">
                  <c:v>46202</c:v>
                </c:pt>
                <c:pt idx="6048">
                  <c:v>46203</c:v>
                </c:pt>
                <c:pt idx="6049">
                  <c:v>46204</c:v>
                </c:pt>
                <c:pt idx="6050">
                  <c:v>46205</c:v>
                </c:pt>
                <c:pt idx="6051">
                  <c:v>46206</c:v>
                </c:pt>
                <c:pt idx="6052">
                  <c:v>46209</c:v>
                </c:pt>
                <c:pt idx="6053">
                  <c:v>46210</c:v>
                </c:pt>
                <c:pt idx="6054">
                  <c:v>46211</c:v>
                </c:pt>
                <c:pt idx="6055">
                  <c:v>46212</c:v>
                </c:pt>
                <c:pt idx="6056">
                  <c:v>46213</c:v>
                </c:pt>
                <c:pt idx="6057">
                  <c:v>46216</c:v>
                </c:pt>
                <c:pt idx="6058">
                  <c:v>46217</c:v>
                </c:pt>
                <c:pt idx="6059">
                  <c:v>46218</c:v>
                </c:pt>
                <c:pt idx="6060">
                  <c:v>46219</c:v>
                </c:pt>
                <c:pt idx="6061">
                  <c:v>46220</c:v>
                </c:pt>
                <c:pt idx="6062">
                  <c:v>46223</c:v>
                </c:pt>
                <c:pt idx="6063">
                  <c:v>46224</c:v>
                </c:pt>
                <c:pt idx="6064">
                  <c:v>46225</c:v>
                </c:pt>
                <c:pt idx="6065">
                  <c:v>46226</c:v>
                </c:pt>
                <c:pt idx="6066">
                  <c:v>46227</c:v>
                </c:pt>
                <c:pt idx="6067">
                  <c:v>46230</c:v>
                </c:pt>
                <c:pt idx="6068">
                  <c:v>46231</c:v>
                </c:pt>
                <c:pt idx="6069">
                  <c:v>46232</c:v>
                </c:pt>
                <c:pt idx="6070">
                  <c:v>46233</c:v>
                </c:pt>
                <c:pt idx="6071">
                  <c:v>46234</c:v>
                </c:pt>
                <c:pt idx="6072">
                  <c:v>46237</c:v>
                </c:pt>
                <c:pt idx="6073">
                  <c:v>46238</c:v>
                </c:pt>
                <c:pt idx="6074">
                  <c:v>46239</c:v>
                </c:pt>
                <c:pt idx="6075">
                  <c:v>46240</c:v>
                </c:pt>
                <c:pt idx="6076">
                  <c:v>46241</c:v>
                </c:pt>
                <c:pt idx="6077">
                  <c:v>46244</c:v>
                </c:pt>
                <c:pt idx="6078">
                  <c:v>46245</c:v>
                </c:pt>
                <c:pt idx="6079">
                  <c:v>46246</c:v>
                </c:pt>
                <c:pt idx="6080">
                  <c:v>46247</c:v>
                </c:pt>
                <c:pt idx="6081">
                  <c:v>46248</c:v>
                </c:pt>
                <c:pt idx="6082">
                  <c:v>46251</c:v>
                </c:pt>
                <c:pt idx="6083">
                  <c:v>46252</c:v>
                </c:pt>
                <c:pt idx="6084">
                  <c:v>46253</c:v>
                </c:pt>
                <c:pt idx="6085">
                  <c:v>46254</c:v>
                </c:pt>
                <c:pt idx="6086">
                  <c:v>46255</c:v>
                </c:pt>
                <c:pt idx="6087">
                  <c:v>46258</c:v>
                </c:pt>
                <c:pt idx="6088">
                  <c:v>46259</c:v>
                </c:pt>
                <c:pt idx="6089">
                  <c:v>46260</c:v>
                </c:pt>
                <c:pt idx="6090">
                  <c:v>46261</c:v>
                </c:pt>
                <c:pt idx="6091">
                  <c:v>46262</c:v>
                </c:pt>
                <c:pt idx="6092">
                  <c:v>46265</c:v>
                </c:pt>
                <c:pt idx="6093">
                  <c:v>46266</c:v>
                </c:pt>
                <c:pt idx="6094">
                  <c:v>46267</c:v>
                </c:pt>
                <c:pt idx="6095">
                  <c:v>46268</c:v>
                </c:pt>
                <c:pt idx="6096">
                  <c:v>46269</c:v>
                </c:pt>
                <c:pt idx="6097">
                  <c:v>46273</c:v>
                </c:pt>
                <c:pt idx="6098">
                  <c:v>46274</c:v>
                </c:pt>
                <c:pt idx="6099">
                  <c:v>46275</c:v>
                </c:pt>
                <c:pt idx="6100">
                  <c:v>46276</c:v>
                </c:pt>
                <c:pt idx="6101">
                  <c:v>46279</c:v>
                </c:pt>
                <c:pt idx="6102">
                  <c:v>46280</c:v>
                </c:pt>
                <c:pt idx="6103">
                  <c:v>46281</c:v>
                </c:pt>
                <c:pt idx="6104">
                  <c:v>46282</c:v>
                </c:pt>
                <c:pt idx="6105">
                  <c:v>46283</c:v>
                </c:pt>
                <c:pt idx="6106">
                  <c:v>46286</c:v>
                </c:pt>
                <c:pt idx="6107">
                  <c:v>46287</c:v>
                </c:pt>
                <c:pt idx="6108">
                  <c:v>46288</c:v>
                </c:pt>
                <c:pt idx="6109">
                  <c:v>46289</c:v>
                </c:pt>
                <c:pt idx="6110">
                  <c:v>46290</c:v>
                </c:pt>
                <c:pt idx="6111">
                  <c:v>46293</c:v>
                </c:pt>
                <c:pt idx="6112">
                  <c:v>46294</c:v>
                </c:pt>
                <c:pt idx="6113">
                  <c:v>46295</c:v>
                </c:pt>
                <c:pt idx="6114">
                  <c:v>46296</c:v>
                </c:pt>
                <c:pt idx="6115">
                  <c:v>46297</c:v>
                </c:pt>
                <c:pt idx="6116">
                  <c:v>46300</c:v>
                </c:pt>
                <c:pt idx="6117">
                  <c:v>46301</c:v>
                </c:pt>
                <c:pt idx="6118">
                  <c:v>46302</c:v>
                </c:pt>
                <c:pt idx="6119">
                  <c:v>46303</c:v>
                </c:pt>
                <c:pt idx="6120">
                  <c:v>46304</c:v>
                </c:pt>
                <c:pt idx="6121">
                  <c:v>46308</c:v>
                </c:pt>
                <c:pt idx="6122">
                  <c:v>46309</c:v>
                </c:pt>
                <c:pt idx="6123">
                  <c:v>46310</c:v>
                </c:pt>
                <c:pt idx="6124">
                  <c:v>46311</c:v>
                </c:pt>
                <c:pt idx="6125">
                  <c:v>46314</c:v>
                </c:pt>
                <c:pt idx="6126">
                  <c:v>46315</c:v>
                </c:pt>
                <c:pt idx="6127">
                  <c:v>46316</c:v>
                </c:pt>
                <c:pt idx="6128">
                  <c:v>46317</c:v>
                </c:pt>
                <c:pt idx="6129">
                  <c:v>46318</c:v>
                </c:pt>
                <c:pt idx="6130">
                  <c:v>46321</c:v>
                </c:pt>
              </c:numCache>
            </c:numRef>
          </c:cat>
          <c:val>
            <c:numRef>
              <c:f>'L1'!$F$2:$F$6132</c:f>
              <c:numCache>
                <c:formatCode>General</c:formatCode>
                <c:ptCount val="6131"/>
                <c:pt idx="0">
                  <c:v>1.48</c:v>
                </c:pt>
                <c:pt idx="1">
                  <c:v>1.48</c:v>
                </c:pt>
                <c:pt idx="2">
                  <c:v>1.48</c:v>
                </c:pt>
                <c:pt idx="3">
                  <c:v>1.48</c:v>
                </c:pt>
                <c:pt idx="4">
                  <c:v>1.48</c:v>
                </c:pt>
                <c:pt idx="5">
                  <c:v>1.48</c:v>
                </c:pt>
                <c:pt idx="6">
                  <c:v>1.48</c:v>
                </c:pt>
                <c:pt idx="7">
                  <c:v>1.48</c:v>
                </c:pt>
                <c:pt idx="8">
                  <c:v>1.48</c:v>
                </c:pt>
                <c:pt idx="9">
                  <c:v>1.48</c:v>
                </c:pt>
                <c:pt idx="10">
                  <c:v>1.48</c:v>
                </c:pt>
                <c:pt idx="11">
                  <c:v>1.48</c:v>
                </c:pt>
                <c:pt idx="12">
                  <c:v>1.48</c:v>
                </c:pt>
                <c:pt idx="13">
                  <c:v>1.48</c:v>
                </c:pt>
                <c:pt idx="14">
                  <c:v>1.48</c:v>
                </c:pt>
                <c:pt idx="15">
                  <c:v>1.48</c:v>
                </c:pt>
                <c:pt idx="16">
                  <c:v>1.48</c:v>
                </c:pt>
                <c:pt idx="17">
                  <c:v>1.48</c:v>
                </c:pt>
                <c:pt idx="18">
                  <c:v>1.48</c:v>
                </c:pt>
                <c:pt idx="19">
                  <c:v>1.48</c:v>
                </c:pt>
                <c:pt idx="20">
                  <c:v>1.48</c:v>
                </c:pt>
                <c:pt idx="21">
                  <c:v>1.48</c:v>
                </c:pt>
                <c:pt idx="22">
                  <c:v>1.48</c:v>
                </c:pt>
                <c:pt idx="23">
                  <c:v>1.48</c:v>
                </c:pt>
                <c:pt idx="24">
                  <c:v>1.48</c:v>
                </c:pt>
                <c:pt idx="25">
                  <c:v>1.48</c:v>
                </c:pt>
                <c:pt idx="26">
                  <c:v>1.48</c:v>
                </c:pt>
                <c:pt idx="27">
                  <c:v>1.48</c:v>
                </c:pt>
                <c:pt idx="28">
                  <c:v>1.48</c:v>
                </c:pt>
                <c:pt idx="29">
                  <c:v>1.48</c:v>
                </c:pt>
                <c:pt idx="30">
                  <c:v>1.48</c:v>
                </c:pt>
                <c:pt idx="31">
                  <c:v>1.48</c:v>
                </c:pt>
                <c:pt idx="32">
                  <c:v>1.48</c:v>
                </c:pt>
                <c:pt idx="33">
                  <c:v>1.48</c:v>
                </c:pt>
                <c:pt idx="34">
                  <c:v>1.48</c:v>
                </c:pt>
                <c:pt idx="35">
                  <c:v>1.48</c:v>
                </c:pt>
                <c:pt idx="36">
                  <c:v>1.48</c:v>
                </c:pt>
                <c:pt idx="37">
                  <c:v>1.48</c:v>
                </c:pt>
                <c:pt idx="38">
                  <c:v>1.48</c:v>
                </c:pt>
                <c:pt idx="39">
                  <c:v>1.48</c:v>
                </c:pt>
                <c:pt idx="40">
                  <c:v>1.48</c:v>
                </c:pt>
                <c:pt idx="41">
                  <c:v>1.48</c:v>
                </c:pt>
                <c:pt idx="42">
                  <c:v>1.48</c:v>
                </c:pt>
                <c:pt idx="43">
                  <c:v>1.48</c:v>
                </c:pt>
                <c:pt idx="44">
                  <c:v>1.48</c:v>
                </c:pt>
                <c:pt idx="45">
                  <c:v>1.48</c:v>
                </c:pt>
                <c:pt idx="46">
                  <c:v>1.48</c:v>
                </c:pt>
                <c:pt idx="47">
                  <c:v>1.48</c:v>
                </c:pt>
                <c:pt idx="48">
                  <c:v>1.48</c:v>
                </c:pt>
                <c:pt idx="49">
                  <c:v>1.48</c:v>
                </c:pt>
                <c:pt idx="50">
                  <c:v>1.48</c:v>
                </c:pt>
                <c:pt idx="51">
                  <c:v>1.48</c:v>
                </c:pt>
                <c:pt idx="52">
                  <c:v>1.48</c:v>
                </c:pt>
                <c:pt idx="53">
                  <c:v>1.48</c:v>
                </c:pt>
                <c:pt idx="54">
                  <c:v>1.48</c:v>
                </c:pt>
                <c:pt idx="55">
                  <c:v>1.48</c:v>
                </c:pt>
                <c:pt idx="56">
                  <c:v>1.48</c:v>
                </c:pt>
                <c:pt idx="57">
                  <c:v>1.48</c:v>
                </c:pt>
                <c:pt idx="58">
                  <c:v>1.48</c:v>
                </c:pt>
                <c:pt idx="59">
                  <c:v>1.48</c:v>
                </c:pt>
                <c:pt idx="60">
                  <c:v>1.48</c:v>
                </c:pt>
                <c:pt idx="61">
                  <c:v>1.48</c:v>
                </c:pt>
                <c:pt idx="62">
                  <c:v>1.48</c:v>
                </c:pt>
                <c:pt idx="63">
                  <c:v>1.48</c:v>
                </c:pt>
                <c:pt idx="64">
                  <c:v>1.48</c:v>
                </c:pt>
                <c:pt idx="65">
                  <c:v>1.48</c:v>
                </c:pt>
                <c:pt idx="66">
                  <c:v>1.48</c:v>
                </c:pt>
                <c:pt idx="67">
                  <c:v>1.48</c:v>
                </c:pt>
                <c:pt idx="68">
                  <c:v>1.48</c:v>
                </c:pt>
                <c:pt idx="69">
                  <c:v>1.48</c:v>
                </c:pt>
                <c:pt idx="70">
                  <c:v>1.48</c:v>
                </c:pt>
                <c:pt idx="71">
                  <c:v>1.48</c:v>
                </c:pt>
                <c:pt idx="72">
                  <c:v>1.48</c:v>
                </c:pt>
                <c:pt idx="73">
                  <c:v>1.48</c:v>
                </c:pt>
                <c:pt idx="74">
                  <c:v>1.48</c:v>
                </c:pt>
                <c:pt idx="75">
                  <c:v>1.48</c:v>
                </c:pt>
                <c:pt idx="76">
                  <c:v>1.48</c:v>
                </c:pt>
                <c:pt idx="77">
                  <c:v>1.48</c:v>
                </c:pt>
                <c:pt idx="78">
                  <c:v>1.48</c:v>
                </c:pt>
                <c:pt idx="79">
                  <c:v>1.48</c:v>
                </c:pt>
                <c:pt idx="80">
                  <c:v>1.48</c:v>
                </c:pt>
                <c:pt idx="81">
                  <c:v>1.48</c:v>
                </c:pt>
                <c:pt idx="82">
                  <c:v>1.48</c:v>
                </c:pt>
                <c:pt idx="83">
                  <c:v>1.48</c:v>
                </c:pt>
                <c:pt idx="84">
                  <c:v>1.48</c:v>
                </c:pt>
                <c:pt idx="85">
                  <c:v>1.48</c:v>
                </c:pt>
                <c:pt idx="86">
                  <c:v>1.48</c:v>
                </c:pt>
                <c:pt idx="87">
                  <c:v>1.48</c:v>
                </c:pt>
                <c:pt idx="88">
                  <c:v>1.48</c:v>
                </c:pt>
                <c:pt idx="89">
                  <c:v>1.48</c:v>
                </c:pt>
                <c:pt idx="90">
                  <c:v>1.48</c:v>
                </c:pt>
                <c:pt idx="91">
                  <c:v>1.48</c:v>
                </c:pt>
                <c:pt idx="92">
                  <c:v>1.48</c:v>
                </c:pt>
                <c:pt idx="93">
                  <c:v>1.48</c:v>
                </c:pt>
                <c:pt idx="94">
                  <c:v>1.48</c:v>
                </c:pt>
                <c:pt idx="95">
                  <c:v>1.48</c:v>
                </c:pt>
                <c:pt idx="96">
                  <c:v>1.48</c:v>
                </c:pt>
                <c:pt idx="97">
                  <c:v>1.48</c:v>
                </c:pt>
                <c:pt idx="98">
                  <c:v>1.48</c:v>
                </c:pt>
                <c:pt idx="99">
                  <c:v>1.48</c:v>
                </c:pt>
                <c:pt idx="100">
                  <c:v>1.48</c:v>
                </c:pt>
                <c:pt idx="101">
                  <c:v>1.48</c:v>
                </c:pt>
                <c:pt idx="102">
                  <c:v>1.48</c:v>
                </c:pt>
                <c:pt idx="103">
                  <c:v>1.48</c:v>
                </c:pt>
                <c:pt idx="104">
                  <c:v>1.48</c:v>
                </c:pt>
                <c:pt idx="105">
                  <c:v>1.48</c:v>
                </c:pt>
                <c:pt idx="106">
                  <c:v>1.48</c:v>
                </c:pt>
                <c:pt idx="107">
                  <c:v>1.48</c:v>
                </c:pt>
                <c:pt idx="108">
                  <c:v>1.48</c:v>
                </c:pt>
                <c:pt idx="109">
                  <c:v>1.48</c:v>
                </c:pt>
                <c:pt idx="110">
                  <c:v>1.48</c:v>
                </c:pt>
                <c:pt idx="111">
                  <c:v>1.48</c:v>
                </c:pt>
                <c:pt idx="112">
                  <c:v>1.48</c:v>
                </c:pt>
                <c:pt idx="113">
                  <c:v>1.48</c:v>
                </c:pt>
                <c:pt idx="114">
                  <c:v>1.48</c:v>
                </c:pt>
                <c:pt idx="115">
                  <c:v>1.48</c:v>
                </c:pt>
                <c:pt idx="116">
                  <c:v>1.48</c:v>
                </c:pt>
                <c:pt idx="117">
                  <c:v>1.48</c:v>
                </c:pt>
                <c:pt idx="118">
                  <c:v>1.48</c:v>
                </c:pt>
                <c:pt idx="119">
                  <c:v>1.48</c:v>
                </c:pt>
                <c:pt idx="120">
                  <c:v>1.48</c:v>
                </c:pt>
                <c:pt idx="121">
                  <c:v>1.48</c:v>
                </c:pt>
                <c:pt idx="122">
                  <c:v>1.48</c:v>
                </c:pt>
                <c:pt idx="123">
                  <c:v>1.48</c:v>
                </c:pt>
                <c:pt idx="124">
                  <c:v>1.48</c:v>
                </c:pt>
                <c:pt idx="125">
                  <c:v>1.48</c:v>
                </c:pt>
                <c:pt idx="126">
                  <c:v>1.48</c:v>
                </c:pt>
                <c:pt idx="127">
                  <c:v>1.48</c:v>
                </c:pt>
                <c:pt idx="128">
                  <c:v>1.48</c:v>
                </c:pt>
                <c:pt idx="129">
                  <c:v>1.48</c:v>
                </c:pt>
                <c:pt idx="130">
                  <c:v>1.48</c:v>
                </c:pt>
                <c:pt idx="131">
                  <c:v>1.48</c:v>
                </c:pt>
                <c:pt idx="132">
                  <c:v>1.48</c:v>
                </c:pt>
                <c:pt idx="133">
                  <c:v>1.48</c:v>
                </c:pt>
                <c:pt idx="134">
                  <c:v>1.48</c:v>
                </c:pt>
                <c:pt idx="135">
                  <c:v>1.48</c:v>
                </c:pt>
                <c:pt idx="136">
                  <c:v>1.48</c:v>
                </c:pt>
                <c:pt idx="137">
                  <c:v>1.48</c:v>
                </c:pt>
                <c:pt idx="138">
                  <c:v>1.48</c:v>
                </c:pt>
                <c:pt idx="139">
                  <c:v>1.48</c:v>
                </c:pt>
                <c:pt idx="140">
                  <c:v>1.48</c:v>
                </c:pt>
                <c:pt idx="141">
                  <c:v>1.48</c:v>
                </c:pt>
                <c:pt idx="142">
                  <c:v>1.48</c:v>
                </c:pt>
                <c:pt idx="143">
                  <c:v>1.48</c:v>
                </c:pt>
                <c:pt idx="144">
                  <c:v>1.48</c:v>
                </c:pt>
                <c:pt idx="145">
                  <c:v>1.48</c:v>
                </c:pt>
                <c:pt idx="146">
                  <c:v>1.48</c:v>
                </c:pt>
                <c:pt idx="147">
                  <c:v>1.48</c:v>
                </c:pt>
                <c:pt idx="148">
                  <c:v>1.48</c:v>
                </c:pt>
                <c:pt idx="149">
                  <c:v>1.48</c:v>
                </c:pt>
                <c:pt idx="150">
                  <c:v>1.48</c:v>
                </c:pt>
                <c:pt idx="151">
                  <c:v>1.48</c:v>
                </c:pt>
                <c:pt idx="152">
                  <c:v>1.48</c:v>
                </c:pt>
                <c:pt idx="153">
                  <c:v>1.48</c:v>
                </c:pt>
                <c:pt idx="154">
                  <c:v>1.48</c:v>
                </c:pt>
                <c:pt idx="155">
                  <c:v>1.48</c:v>
                </c:pt>
                <c:pt idx="156">
                  <c:v>1.48</c:v>
                </c:pt>
                <c:pt idx="157">
                  <c:v>1.48</c:v>
                </c:pt>
                <c:pt idx="158">
                  <c:v>1.48</c:v>
                </c:pt>
                <c:pt idx="159">
                  <c:v>1.48</c:v>
                </c:pt>
                <c:pt idx="160">
                  <c:v>1.48</c:v>
                </c:pt>
                <c:pt idx="161">
                  <c:v>1.48</c:v>
                </c:pt>
                <c:pt idx="162">
                  <c:v>1.48</c:v>
                </c:pt>
                <c:pt idx="163">
                  <c:v>1.48</c:v>
                </c:pt>
                <c:pt idx="164">
                  <c:v>1.48</c:v>
                </c:pt>
                <c:pt idx="165">
                  <c:v>1.48</c:v>
                </c:pt>
                <c:pt idx="166">
                  <c:v>1.48</c:v>
                </c:pt>
                <c:pt idx="167">
                  <c:v>1.48</c:v>
                </c:pt>
                <c:pt idx="168">
                  <c:v>1.48</c:v>
                </c:pt>
                <c:pt idx="169">
                  <c:v>1.48</c:v>
                </c:pt>
                <c:pt idx="170">
                  <c:v>1.48</c:v>
                </c:pt>
                <c:pt idx="171">
                  <c:v>1.48</c:v>
                </c:pt>
                <c:pt idx="172">
                  <c:v>1.48</c:v>
                </c:pt>
                <c:pt idx="173">
                  <c:v>1.48</c:v>
                </c:pt>
                <c:pt idx="174">
                  <c:v>1.48</c:v>
                </c:pt>
                <c:pt idx="175">
                  <c:v>1.48</c:v>
                </c:pt>
                <c:pt idx="176">
                  <c:v>1.48</c:v>
                </c:pt>
                <c:pt idx="177">
                  <c:v>1.48</c:v>
                </c:pt>
                <c:pt idx="178">
                  <c:v>1.48</c:v>
                </c:pt>
                <c:pt idx="179">
                  <c:v>1.48</c:v>
                </c:pt>
                <c:pt idx="180">
                  <c:v>1.48</c:v>
                </c:pt>
                <c:pt idx="181">
                  <c:v>1.48</c:v>
                </c:pt>
                <c:pt idx="182">
                  <c:v>1.48</c:v>
                </c:pt>
                <c:pt idx="183">
                  <c:v>1.48</c:v>
                </c:pt>
                <c:pt idx="184">
                  <c:v>1.48</c:v>
                </c:pt>
                <c:pt idx="185">
                  <c:v>1.48</c:v>
                </c:pt>
                <c:pt idx="186">
                  <c:v>1.48</c:v>
                </c:pt>
                <c:pt idx="187">
                  <c:v>1.48</c:v>
                </c:pt>
                <c:pt idx="188">
                  <c:v>1.48</c:v>
                </c:pt>
                <c:pt idx="189">
                  <c:v>1.48</c:v>
                </c:pt>
                <c:pt idx="190">
                  <c:v>1.48</c:v>
                </c:pt>
                <c:pt idx="191">
                  <c:v>1.48</c:v>
                </c:pt>
                <c:pt idx="192">
                  <c:v>1.48</c:v>
                </c:pt>
                <c:pt idx="193">
                  <c:v>1.48</c:v>
                </c:pt>
                <c:pt idx="194">
                  <c:v>1.48</c:v>
                </c:pt>
                <c:pt idx="195">
                  <c:v>1.48</c:v>
                </c:pt>
                <c:pt idx="196">
                  <c:v>1.48</c:v>
                </c:pt>
                <c:pt idx="197">
                  <c:v>1.48</c:v>
                </c:pt>
                <c:pt idx="198">
                  <c:v>1.48</c:v>
                </c:pt>
                <c:pt idx="199">
                  <c:v>1.48</c:v>
                </c:pt>
                <c:pt idx="200">
                  <c:v>1.48</c:v>
                </c:pt>
                <c:pt idx="201">
                  <c:v>1.48</c:v>
                </c:pt>
                <c:pt idx="202">
                  <c:v>1.48</c:v>
                </c:pt>
                <c:pt idx="203">
                  <c:v>1.48</c:v>
                </c:pt>
                <c:pt idx="204">
                  <c:v>1.48</c:v>
                </c:pt>
                <c:pt idx="205">
                  <c:v>1.48</c:v>
                </c:pt>
                <c:pt idx="206">
                  <c:v>1.48</c:v>
                </c:pt>
                <c:pt idx="207">
                  <c:v>1.48</c:v>
                </c:pt>
                <c:pt idx="208">
                  <c:v>1.48</c:v>
                </c:pt>
                <c:pt idx="209">
                  <c:v>1.48</c:v>
                </c:pt>
                <c:pt idx="210">
                  <c:v>1.48</c:v>
                </c:pt>
                <c:pt idx="211">
                  <c:v>1.48</c:v>
                </c:pt>
                <c:pt idx="212">
                  <c:v>1.48</c:v>
                </c:pt>
                <c:pt idx="213">
                  <c:v>1.48</c:v>
                </c:pt>
                <c:pt idx="214">
                  <c:v>1.48</c:v>
                </c:pt>
                <c:pt idx="215">
                  <c:v>1.48</c:v>
                </c:pt>
                <c:pt idx="216">
                  <c:v>1.48</c:v>
                </c:pt>
                <c:pt idx="217">
                  <c:v>1.48</c:v>
                </c:pt>
                <c:pt idx="218">
                  <c:v>1.48</c:v>
                </c:pt>
                <c:pt idx="219">
                  <c:v>1.48</c:v>
                </c:pt>
                <c:pt idx="220">
                  <c:v>1.48</c:v>
                </c:pt>
                <c:pt idx="221">
                  <c:v>1.48</c:v>
                </c:pt>
                <c:pt idx="222">
                  <c:v>1.48</c:v>
                </c:pt>
                <c:pt idx="223">
                  <c:v>1.48</c:v>
                </c:pt>
                <c:pt idx="224">
                  <c:v>1.48</c:v>
                </c:pt>
                <c:pt idx="225">
                  <c:v>1.48</c:v>
                </c:pt>
                <c:pt idx="226">
                  <c:v>1.48</c:v>
                </c:pt>
                <c:pt idx="227">
                  <c:v>1.48</c:v>
                </c:pt>
                <c:pt idx="228">
                  <c:v>1.48</c:v>
                </c:pt>
                <c:pt idx="229">
                  <c:v>1.48</c:v>
                </c:pt>
                <c:pt idx="230">
                  <c:v>1.48</c:v>
                </c:pt>
                <c:pt idx="231">
                  <c:v>1.48</c:v>
                </c:pt>
                <c:pt idx="232">
                  <c:v>1.48</c:v>
                </c:pt>
                <c:pt idx="233">
                  <c:v>1.48</c:v>
                </c:pt>
                <c:pt idx="234">
                  <c:v>1.48</c:v>
                </c:pt>
                <c:pt idx="235">
                  <c:v>1.48</c:v>
                </c:pt>
                <c:pt idx="236">
                  <c:v>1.48</c:v>
                </c:pt>
                <c:pt idx="237">
                  <c:v>1.48</c:v>
                </c:pt>
                <c:pt idx="238">
                  <c:v>1.48</c:v>
                </c:pt>
                <c:pt idx="239">
                  <c:v>1.48</c:v>
                </c:pt>
                <c:pt idx="240">
                  <c:v>1.48</c:v>
                </c:pt>
                <c:pt idx="241">
                  <c:v>1.48</c:v>
                </c:pt>
                <c:pt idx="242">
                  <c:v>1.48</c:v>
                </c:pt>
                <c:pt idx="243">
                  <c:v>1.48</c:v>
                </c:pt>
                <c:pt idx="244">
                  <c:v>1.48</c:v>
                </c:pt>
                <c:pt idx="245">
                  <c:v>1.48</c:v>
                </c:pt>
                <c:pt idx="246">
                  <c:v>1.48</c:v>
                </c:pt>
                <c:pt idx="247">
                  <c:v>1.48</c:v>
                </c:pt>
                <c:pt idx="248">
                  <c:v>1.48</c:v>
                </c:pt>
                <c:pt idx="249">
                  <c:v>1.48</c:v>
                </c:pt>
                <c:pt idx="250">
                  <c:v>1.48</c:v>
                </c:pt>
                <c:pt idx="251">
                  <c:v>1.48</c:v>
                </c:pt>
                <c:pt idx="252">
                  <c:v>1.48</c:v>
                </c:pt>
                <c:pt idx="253">
                  <c:v>1.48</c:v>
                </c:pt>
                <c:pt idx="254">
                  <c:v>1.48</c:v>
                </c:pt>
                <c:pt idx="255">
                  <c:v>1.48</c:v>
                </c:pt>
                <c:pt idx="256">
                  <c:v>1.48</c:v>
                </c:pt>
                <c:pt idx="257">
                  <c:v>1.48</c:v>
                </c:pt>
                <c:pt idx="258">
                  <c:v>1.48</c:v>
                </c:pt>
                <c:pt idx="259">
                  <c:v>1.48</c:v>
                </c:pt>
                <c:pt idx="260">
                  <c:v>1.48</c:v>
                </c:pt>
                <c:pt idx="261">
                  <c:v>1.48</c:v>
                </c:pt>
                <c:pt idx="262">
                  <c:v>1.48</c:v>
                </c:pt>
                <c:pt idx="263">
                  <c:v>1.48</c:v>
                </c:pt>
                <c:pt idx="264">
                  <c:v>1.48</c:v>
                </c:pt>
                <c:pt idx="265">
                  <c:v>1.48</c:v>
                </c:pt>
                <c:pt idx="266">
                  <c:v>1.48</c:v>
                </c:pt>
                <c:pt idx="267">
                  <c:v>1.48</c:v>
                </c:pt>
                <c:pt idx="268">
                  <c:v>1.48</c:v>
                </c:pt>
                <c:pt idx="269">
                  <c:v>1.48</c:v>
                </c:pt>
                <c:pt idx="270">
                  <c:v>1.48</c:v>
                </c:pt>
                <c:pt idx="271">
                  <c:v>1.48</c:v>
                </c:pt>
                <c:pt idx="272">
                  <c:v>1.48</c:v>
                </c:pt>
                <c:pt idx="273">
                  <c:v>1.48</c:v>
                </c:pt>
                <c:pt idx="274">
                  <c:v>1.48</c:v>
                </c:pt>
                <c:pt idx="275">
                  <c:v>1.48</c:v>
                </c:pt>
                <c:pt idx="276">
                  <c:v>1.48</c:v>
                </c:pt>
                <c:pt idx="277">
                  <c:v>1.48</c:v>
                </c:pt>
                <c:pt idx="278">
                  <c:v>1.48</c:v>
                </c:pt>
                <c:pt idx="279">
                  <c:v>1.48</c:v>
                </c:pt>
                <c:pt idx="280">
                  <c:v>1.48</c:v>
                </c:pt>
                <c:pt idx="281">
                  <c:v>1.48</c:v>
                </c:pt>
                <c:pt idx="282">
                  <c:v>1.48</c:v>
                </c:pt>
                <c:pt idx="283">
                  <c:v>1.48</c:v>
                </c:pt>
                <c:pt idx="284">
                  <c:v>1.48</c:v>
                </c:pt>
                <c:pt idx="285">
                  <c:v>1.48</c:v>
                </c:pt>
                <c:pt idx="286">
                  <c:v>1.48</c:v>
                </c:pt>
                <c:pt idx="287">
                  <c:v>1.48</c:v>
                </c:pt>
                <c:pt idx="288">
                  <c:v>1.48</c:v>
                </c:pt>
                <c:pt idx="289">
                  <c:v>1.48</c:v>
                </c:pt>
                <c:pt idx="290">
                  <c:v>1.48</c:v>
                </c:pt>
                <c:pt idx="291">
                  <c:v>1.48</c:v>
                </c:pt>
                <c:pt idx="292">
                  <c:v>1.48</c:v>
                </c:pt>
                <c:pt idx="293">
                  <c:v>1.48</c:v>
                </c:pt>
                <c:pt idx="294">
                  <c:v>1.48</c:v>
                </c:pt>
                <c:pt idx="295">
                  <c:v>1.48</c:v>
                </c:pt>
                <c:pt idx="296">
                  <c:v>1.48</c:v>
                </c:pt>
                <c:pt idx="297">
                  <c:v>1.48</c:v>
                </c:pt>
                <c:pt idx="298">
                  <c:v>1.48</c:v>
                </c:pt>
                <c:pt idx="299">
                  <c:v>1.48</c:v>
                </c:pt>
                <c:pt idx="300">
                  <c:v>1.48</c:v>
                </c:pt>
                <c:pt idx="301">
                  <c:v>1.48</c:v>
                </c:pt>
                <c:pt idx="302">
                  <c:v>1.48</c:v>
                </c:pt>
                <c:pt idx="303">
                  <c:v>1.48</c:v>
                </c:pt>
                <c:pt idx="304">
                  <c:v>1.48</c:v>
                </c:pt>
                <c:pt idx="305">
                  <c:v>1.48</c:v>
                </c:pt>
                <c:pt idx="306">
                  <c:v>1.48</c:v>
                </c:pt>
                <c:pt idx="307">
                  <c:v>1.48</c:v>
                </c:pt>
                <c:pt idx="308">
                  <c:v>1.48</c:v>
                </c:pt>
                <c:pt idx="309">
                  <c:v>1.48</c:v>
                </c:pt>
                <c:pt idx="310">
                  <c:v>1.48</c:v>
                </c:pt>
                <c:pt idx="311">
                  <c:v>1.48</c:v>
                </c:pt>
                <c:pt idx="312">
                  <c:v>1.48</c:v>
                </c:pt>
                <c:pt idx="313">
                  <c:v>1.48</c:v>
                </c:pt>
                <c:pt idx="314">
                  <c:v>1.48</c:v>
                </c:pt>
                <c:pt idx="315">
                  <c:v>1.48</c:v>
                </c:pt>
                <c:pt idx="316">
                  <c:v>1.48</c:v>
                </c:pt>
                <c:pt idx="317">
                  <c:v>1.48</c:v>
                </c:pt>
                <c:pt idx="318">
                  <c:v>1.48</c:v>
                </c:pt>
                <c:pt idx="319">
                  <c:v>1.48</c:v>
                </c:pt>
                <c:pt idx="320">
                  <c:v>1.48</c:v>
                </c:pt>
                <c:pt idx="321">
                  <c:v>1.48</c:v>
                </c:pt>
                <c:pt idx="322">
                  <c:v>1.48</c:v>
                </c:pt>
                <c:pt idx="323">
                  <c:v>1.48</c:v>
                </c:pt>
                <c:pt idx="324">
                  <c:v>1.48</c:v>
                </c:pt>
                <c:pt idx="325">
                  <c:v>1.48</c:v>
                </c:pt>
                <c:pt idx="326">
                  <c:v>1.48</c:v>
                </c:pt>
                <c:pt idx="327">
                  <c:v>1.48</c:v>
                </c:pt>
                <c:pt idx="328">
                  <c:v>1.48</c:v>
                </c:pt>
                <c:pt idx="329">
                  <c:v>1.48</c:v>
                </c:pt>
                <c:pt idx="330">
                  <c:v>1.48</c:v>
                </c:pt>
                <c:pt idx="331">
                  <c:v>1.48</c:v>
                </c:pt>
                <c:pt idx="332">
                  <c:v>1.48</c:v>
                </c:pt>
                <c:pt idx="333">
                  <c:v>1.48</c:v>
                </c:pt>
                <c:pt idx="334">
                  <c:v>1.48</c:v>
                </c:pt>
                <c:pt idx="335">
                  <c:v>1.48</c:v>
                </c:pt>
                <c:pt idx="336">
                  <c:v>1.48</c:v>
                </c:pt>
                <c:pt idx="337">
                  <c:v>1.48</c:v>
                </c:pt>
                <c:pt idx="338">
                  <c:v>1.48</c:v>
                </c:pt>
                <c:pt idx="339">
                  <c:v>1.48</c:v>
                </c:pt>
                <c:pt idx="340">
                  <c:v>1.48</c:v>
                </c:pt>
                <c:pt idx="341">
                  <c:v>1.48</c:v>
                </c:pt>
                <c:pt idx="342">
                  <c:v>1.48</c:v>
                </c:pt>
                <c:pt idx="343">
                  <c:v>1.48</c:v>
                </c:pt>
                <c:pt idx="344">
                  <c:v>1.48</c:v>
                </c:pt>
                <c:pt idx="345">
                  <c:v>1.48</c:v>
                </c:pt>
                <c:pt idx="346">
                  <c:v>1.48</c:v>
                </c:pt>
                <c:pt idx="347">
                  <c:v>1.48</c:v>
                </c:pt>
                <c:pt idx="348">
                  <c:v>1.48</c:v>
                </c:pt>
                <c:pt idx="349">
                  <c:v>1.48</c:v>
                </c:pt>
                <c:pt idx="350">
                  <c:v>1.48</c:v>
                </c:pt>
                <c:pt idx="351">
                  <c:v>1.48</c:v>
                </c:pt>
                <c:pt idx="352">
                  <c:v>1.48</c:v>
                </c:pt>
                <c:pt idx="353">
                  <c:v>1.48</c:v>
                </c:pt>
                <c:pt idx="354">
                  <c:v>1.48</c:v>
                </c:pt>
                <c:pt idx="355">
                  <c:v>1.48</c:v>
                </c:pt>
                <c:pt idx="356">
                  <c:v>1.48</c:v>
                </c:pt>
                <c:pt idx="357">
                  <c:v>1.48</c:v>
                </c:pt>
                <c:pt idx="358">
                  <c:v>1.48</c:v>
                </c:pt>
                <c:pt idx="359">
                  <c:v>1.48</c:v>
                </c:pt>
                <c:pt idx="360">
                  <c:v>1.48</c:v>
                </c:pt>
                <c:pt idx="361">
                  <c:v>1.48</c:v>
                </c:pt>
                <c:pt idx="362">
                  <c:v>1.48</c:v>
                </c:pt>
                <c:pt idx="363">
                  <c:v>1.48</c:v>
                </c:pt>
                <c:pt idx="364">
                  <c:v>1.48</c:v>
                </c:pt>
                <c:pt idx="365">
                  <c:v>1.48</c:v>
                </c:pt>
                <c:pt idx="366">
                  <c:v>1.48</c:v>
                </c:pt>
                <c:pt idx="367">
                  <c:v>1.48</c:v>
                </c:pt>
                <c:pt idx="368">
                  <c:v>1.48</c:v>
                </c:pt>
                <c:pt idx="369">
                  <c:v>1.48</c:v>
                </c:pt>
                <c:pt idx="370">
                  <c:v>1.48</c:v>
                </c:pt>
                <c:pt idx="371">
                  <c:v>1.48</c:v>
                </c:pt>
                <c:pt idx="372">
                  <c:v>1.48</c:v>
                </c:pt>
                <c:pt idx="373">
                  <c:v>1.48</c:v>
                </c:pt>
                <c:pt idx="374">
                  <c:v>1.48</c:v>
                </c:pt>
                <c:pt idx="375">
                  <c:v>1.48</c:v>
                </c:pt>
                <c:pt idx="376">
                  <c:v>1.48</c:v>
                </c:pt>
                <c:pt idx="377">
                  <c:v>1.48</c:v>
                </c:pt>
                <c:pt idx="378">
                  <c:v>1.48</c:v>
                </c:pt>
                <c:pt idx="379">
                  <c:v>1.48</c:v>
                </c:pt>
                <c:pt idx="380">
                  <c:v>1.48</c:v>
                </c:pt>
                <c:pt idx="381">
                  <c:v>1.48</c:v>
                </c:pt>
                <c:pt idx="382">
                  <c:v>1.48</c:v>
                </c:pt>
                <c:pt idx="383">
                  <c:v>1.48</c:v>
                </c:pt>
                <c:pt idx="384">
                  <c:v>1.48</c:v>
                </c:pt>
                <c:pt idx="385">
                  <c:v>1.48</c:v>
                </c:pt>
                <c:pt idx="386">
                  <c:v>1.48</c:v>
                </c:pt>
                <c:pt idx="387">
                  <c:v>1.48</c:v>
                </c:pt>
                <c:pt idx="388">
                  <c:v>1.48</c:v>
                </c:pt>
                <c:pt idx="389">
                  <c:v>1.48</c:v>
                </c:pt>
                <c:pt idx="390">
                  <c:v>1.48</c:v>
                </c:pt>
                <c:pt idx="391">
                  <c:v>1.48</c:v>
                </c:pt>
                <c:pt idx="392">
                  <c:v>1.48</c:v>
                </c:pt>
                <c:pt idx="393">
                  <c:v>1.48</c:v>
                </c:pt>
                <c:pt idx="394">
                  <c:v>1.48</c:v>
                </c:pt>
                <c:pt idx="395">
                  <c:v>1.48</c:v>
                </c:pt>
                <c:pt idx="396">
                  <c:v>1.48</c:v>
                </c:pt>
                <c:pt idx="397">
                  <c:v>1.48</c:v>
                </c:pt>
                <c:pt idx="398">
                  <c:v>1.48</c:v>
                </c:pt>
                <c:pt idx="399">
                  <c:v>1.48</c:v>
                </c:pt>
                <c:pt idx="400">
                  <c:v>1.48</c:v>
                </c:pt>
                <c:pt idx="401">
                  <c:v>1.48</c:v>
                </c:pt>
                <c:pt idx="402">
                  <c:v>1.48</c:v>
                </c:pt>
                <c:pt idx="403">
                  <c:v>1.48</c:v>
                </c:pt>
                <c:pt idx="404">
                  <c:v>1.48</c:v>
                </c:pt>
                <c:pt idx="405">
                  <c:v>1.48</c:v>
                </c:pt>
                <c:pt idx="406">
                  <c:v>1.48</c:v>
                </c:pt>
                <c:pt idx="407">
                  <c:v>1.48</c:v>
                </c:pt>
                <c:pt idx="408">
                  <c:v>1.48</c:v>
                </c:pt>
                <c:pt idx="409">
                  <c:v>1.48</c:v>
                </c:pt>
                <c:pt idx="410">
                  <c:v>1.48</c:v>
                </c:pt>
                <c:pt idx="411">
                  <c:v>1.48</c:v>
                </c:pt>
                <c:pt idx="412">
                  <c:v>1.48</c:v>
                </c:pt>
                <c:pt idx="413">
                  <c:v>1.48</c:v>
                </c:pt>
                <c:pt idx="414">
                  <c:v>1.48</c:v>
                </c:pt>
                <c:pt idx="415">
                  <c:v>1.48</c:v>
                </c:pt>
                <c:pt idx="416">
                  <c:v>1.48</c:v>
                </c:pt>
                <c:pt idx="417">
                  <c:v>1.48</c:v>
                </c:pt>
                <c:pt idx="418">
                  <c:v>1.48</c:v>
                </c:pt>
                <c:pt idx="419">
                  <c:v>1.48</c:v>
                </c:pt>
                <c:pt idx="420">
                  <c:v>1.48</c:v>
                </c:pt>
                <c:pt idx="421">
                  <c:v>1.48</c:v>
                </c:pt>
                <c:pt idx="422">
                  <c:v>1.48</c:v>
                </c:pt>
                <c:pt idx="423">
                  <c:v>1.48</c:v>
                </c:pt>
                <c:pt idx="424">
                  <c:v>1.48</c:v>
                </c:pt>
                <c:pt idx="425">
                  <c:v>1.48</c:v>
                </c:pt>
                <c:pt idx="426">
                  <c:v>1.48</c:v>
                </c:pt>
                <c:pt idx="427">
                  <c:v>1.48</c:v>
                </c:pt>
                <c:pt idx="428">
                  <c:v>1.48</c:v>
                </c:pt>
                <c:pt idx="429">
                  <c:v>1.48</c:v>
                </c:pt>
                <c:pt idx="430">
                  <c:v>1.48</c:v>
                </c:pt>
                <c:pt idx="431">
                  <c:v>1.48</c:v>
                </c:pt>
                <c:pt idx="432">
                  <c:v>1.48</c:v>
                </c:pt>
                <c:pt idx="433">
                  <c:v>1.48</c:v>
                </c:pt>
                <c:pt idx="434">
                  <c:v>1.48</c:v>
                </c:pt>
                <c:pt idx="435">
                  <c:v>1.48</c:v>
                </c:pt>
                <c:pt idx="436">
                  <c:v>1.48</c:v>
                </c:pt>
                <c:pt idx="437">
                  <c:v>1.48</c:v>
                </c:pt>
                <c:pt idx="438">
                  <c:v>1.48</c:v>
                </c:pt>
                <c:pt idx="439">
                  <c:v>1.48</c:v>
                </c:pt>
                <c:pt idx="440">
                  <c:v>1.48</c:v>
                </c:pt>
                <c:pt idx="441">
                  <c:v>1.48</c:v>
                </c:pt>
                <c:pt idx="442">
                  <c:v>1.48</c:v>
                </c:pt>
                <c:pt idx="443">
                  <c:v>1.48</c:v>
                </c:pt>
                <c:pt idx="444">
                  <c:v>1.48</c:v>
                </c:pt>
                <c:pt idx="445">
                  <c:v>1.48</c:v>
                </c:pt>
                <c:pt idx="446">
                  <c:v>1.48</c:v>
                </c:pt>
                <c:pt idx="447">
                  <c:v>1.48</c:v>
                </c:pt>
                <c:pt idx="448">
                  <c:v>1.48</c:v>
                </c:pt>
                <c:pt idx="449">
                  <c:v>1.48</c:v>
                </c:pt>
                <c:pt idx="450">
                  <c:v>1.48</c:v>
                </c:pt>
                <c:pt idx="451">
                  <c:v>1.48</c:v>
                </c:pt>
                <c:pt idx="452">
                  <c:v>1.48</c:v>
                </c:pt>
                <c:pt idx="453">
                  <c:v>1.48</c:v>
                </c:pt>
                <c:pt idx="454">
                  <c:v>1.48</c:v>
                </c:pt>
                <c:pt idx="455">
                  <c:v>1.48</c:v>
                </c:pt>
                <c:pt idx="456">
                  <c:v>1.48</c:v>
                </c:pt>
                <c:pt idx="457">
                  <c:v>1.48</c:v>
                </c:pt>
                <c:pt idx="458">
                  <c:v>1.48</c:v>
                </c:pt>
                <c:pt idx="459">
                  <c:v>1.48</c:v>
                </c:pt>
                <c:pt idx="460">
                  <c:v>1.48</c:v>
                </c:pt>
                <c:pt idx="461">
                  <c:v>1.48</c:v>
                </c:pt>
                <c:pt idx="462">
                  <c:v>1.48</c:v>
                </c:pt>
                <c:pt idx="463">
                  <c:v>1.48</c:v>
                </c:pt>
                <c:pt idx="464">
                  <c:v>1.48</c:v>
                </c:pt>
                <c:pt idx="465">
                  <c:v>1.48</c:v>
                </c:pt>
                <c:pt idx="466">
                  <c:v>1.48</c:v>
                </c:pt>
                <c:pt idx="467">
                  <c:v>1.48</c:v>
                </c:pt>
                <c:pt idx="468">
                  <c:v>1.48</c:v>
                </c:pt>
                <c:pt idx="469">
                  <c:v>1.48</c:v>
                </c:pt>
                <c:pt idx="470">
                  <c:v>1.48</c:v>
                </c:pt>
                <c:pt idx="471">
                  <c:v>1.48</c:v>
                </c:pt>
                <c:pt idx="472">
                  <c:v>1.48</c:v>
                </c:pt>
                <c:pt idx="473">
                  <c:v>1.48</c:v>
                </c:pt>
                <c:pt idx="474">
                  <c:v>1.48</c:v>
                </c:pt>
                <c:pt idx="475">
                  <c:v>1.48</c:v>
                </c:pt>
                <c:pt idx="476">
                  <c:v>1.48</c:v>
                </c:pt>
                <c:pt idx="477">
                  <c:v>1.48</c:v>
                </c:pt>
                <c:pt idx="478">
                  <c:v>1.48</c:v>
                </c:pt>
                <c:pt idx="479">
                  <c:v>1.48</c:v>
                </c:pt>
                <c:pt idx="480">
                  <c:v>1.48</c:v>
                </c:pt>
                <c:pt idx="481">
                  <c:v>1.48</c:v>
                </c:pt>
                <c:pt idx="482">
                  <c:v>1.48</c:v>
                </c:pt>
                <c:pt idx="483">
                  <c:v>1.48</c:v>
                </c:pt>
                <c:pt idx="484">
                  <c:v>1.48</c:v>
                </c:pt>
                <c:pt idx="485">
                  <c:v>1.48</c:v>
                </c:pt>
                <c:pt idx="486">
                  <c:v>1.48</c:v>
                </c:pt>
                <c:pt idx="487">
                  <c:v>1.48</c:v>
                </c:pt>
                <c:pt idx="488">
                  <c:v>1.48</c:v>
                </c:pt>
                <c:pt idx="489">
                  <c:v>1.48</c:v>
                </c:pt>
                <c:pt idx="490">
                  <c:v>1.48</c:v>
                </c:pt>
                <c:pt idx="491">
                  <c:v>1.48</c:v>
                </c:pt>
                <c:pt idx="492">
                  <c:v>1.48</c:v>
                </c:pt>
                <c:pt idx="493">
                  <c:v>1.48</c:v>
                </c:pt>
                <c:pt idx="494">
                  <c:v>1.48</c:v>
                </c:pt>
                <c:pt idx="495">
                  <c:v>1.48</c:v>
                </c:pt>
                <c:pt idx="496">
                  <c:v>1.48</c:v>
                </c:pt>
                <c:pt idx="497">
                  <c:v>1.48</c:v>
                </c:pt>
                <c:pt idx="498">
                  <c:v>1.48</c:v>
                </c:pt>
                <c:pt idx="499">
                  <c:v>1.48</c:v>
                </c:pt>
                <c:pt idx="500">
                  <c:v>1.48</c:v>
                </c:pt>
                <c:pt idx="501">
                  <c:v>1.48</c:v>
                </c:pt>
                <c:pt idx="502">
                  <c:v>1.48</c:v>
                </c:pt>
                <c:pt idx="503">
                  <c:v>1.48</c:v>
                </c:pt>
                <c:pt idx="504">
                  <c:v>1.48</c:v>
                </c:pt>
                <c:pt idx="505">
                  <c:v>1.48</c:v>
                </c:pt>
                <c:pt idx="506">
                  <c:v>1.48</c:v>
                </c:pt>
                <c:pt idx="507">
                  <c:v>1.48</c:v>
                </c:pt>
                <c:pt idx="508">
                  <c:v>1.48</c:v>
                </c:pt>
                <c:pt idx="509">
                  <c:v>1.48</c:v>
                </c:pt>
                <c:pt idx="510">
                  <c:v>1.48</c:v>
                </c:pt>
                <c:pt idx="511">
                  <c:v>1.48</c:v>
                </c:pt>
                <c:pt idx="512">
                  <c:v>1.48</c:v>
                </c:pt>
                <c:pt idx="513">
                  <c:v>1.48</c:v>
                </c:pt>
                <c:pt idx="514">
                  <c:v>1.48</c:v>
                </c:pt>
                <c:pt idx="515">
                  <c:v>1.48</c:v>
                </c:pt>
                <c:pt idx="516">
                  <c:v>1.48</c:v>
                </c:pt>
                <c:pt idx="517">
                  <c:v>1.48</c:v>
                </c:pt>
                <c:pt idx="518">
                  <c:v>1.48</c:v>
                </c:pt>
                <c:pt idx="519">
                  <c:v>1.48</c:v>
                </c:pt>
                <c:pt idx="520">
                  <c:v>1.48</c:v>
                </c:pt>
                <c:pt idx="521">
                  <c:v>1.48</c:v>
                </c:pt>
                <c:pt idx="522">
                  <c:v>1.48</c:v>
                </c:pt>
                <c:pt idx="523">
                  <c:v>1.48</c:v>
                </c:pt>
                <c:pt idx="524">
                  <c:v>1.48</c:v>
                </c:pt>
                <c:pt idx="525">
                  <c:v>1.48</c:v>
                </c:pt>
                <c:pt idx="526">
                  <c:v>1.48</c:v>
                </c:pt>
                <c:pt idx="527">
                  <c:v>1.48</c:v>
                </c:pt>
                <c:pt idx="528">
                  <c:v>1.48</c:v>
                </c:pt>
                <c:pt idx="529">
                  <c:v>1.48</c:v>
                </c:pt>
                <c:pt idx="530">
                  <c:v>1.48</c:v>
                </c:pt>
                <c:pt idx="531">
                  <c:v>1.48</c:v>
                </c:pt>
                <c:pt idx="532">
                  <c:v>1.48</c:v>
                </c:pt>
                <c:pt idx="533">
                  <c:v>1.48</c:v>
                </c:pt>
                <c:pt idx="534">
                  <c:v>1.48</c:v>
                </c:pt>
                <c:pt idx="535">
                  <c:v>1.48</c:v>
                </c:pt>
                <c:pt idx="536">
                  <c:v>1.48</c:v>
                </c:pt>
                <c:pt idx="537">
                  <c:v>1.48</c:v>
                </c:pt>
                <c:pt idx="538">
                  <c:v>1.48</c:v>
                </c:pt>
                <c:pt idx="539">
                  <c:v>1.48</c:v>
                </c:pt>
                <c:pt idx="540">
                  <c:v>1.48</c:v>
                </c:pt>
                <c:pt idx="541">
                  <c:v>1.48</c:v>
                </c:pt>
                <c:pt idx="542">
                  <c:v>1.48</c:v>
                </c:pt>
                <c:pt idx="543">
                  <c:v>1.48</c:v>
                </c:pt>
                <c:pt idx="544">
                  <c:v>1.48</c:v>
                </c:pt>
                <c:pt idx="545">
                  <c:v>1.48</c:v>
                </c:pt>
                <c:pt idx="546">
                  <c:v>1.48</c:v>
                </c:pt>
                <c:pt idx="547">
                  <c:v>1.48</c:v>
                </c:pt>
                <c:pt idx="548">
                  <c:v>1.48</c:v>
                </c:pt>
                <c:pt idx="549">
                  <c:v>1.48</c:v>
                </c:pt>
                <c:pt idx="550">
                  <c:v>1.48</c:v>
                </c:pt>
                <c:pt idx="551">
                  <c:v>1.48</c:v>
                </c:pt>
                <c:pt idx="552">
                  <c:v>1.48</c:v>
                </c:pt>
                <c:pt idx="553">
                  <c:v>1.48</c:v>
                </c:pt>
                <c:pt idx="554">
                  <c:v>1.48</c:v>
                </c:pt>
                <c:pt idx="555">
                  <c:v>1.48</c:v>
                </c:pt>
                <c:pt idx="556">
                  <c:v>1.48</c:v>
                </c:pt>
                <c:pt idx="557">
                  <c:v>1.48</c:v>
                </c:pt>
                <c:pt idx="558">
                  <c:v>1.48</c:v>
                </c:pt>
                <c:pt idx="559">
                  <c:v>1.48</c:v>
                </c:pt>
                <c:pt idx="560">
                  <c:v>1.48</c:v>
                </c:pt>
                <c:pt idx="561">
                  <c:v>1.48</c:v>
                </c:pt>
                <c:pt idx="562">
                  <c:v>1.48</c:v>
                </c:pt>
                <c:pt idx="563">
                  <c:v>1.48</c:v>
                </c:pt>
                <c:pt idx="564">
                  <c:v>1.48</c:v>
                </c:pt>
                <c:pt idx="565">
                  <c:v>1.48</c:v>
                </c:pt>
                <c:pt idx="566">
                  <c:v>1.48</c:v>
                </c:pt>
                <c:pt idx="567">
                  <c:v>1.48</c:v>
                </c:pt>
                <c:pt idx="568">
                  <c:v>1.48</c:v>
                </c:pt>
                <c:pt idx="569">
                  <c:v>1.48</c:v>
                </c:pt>
                <c:pt idx="570">
                  <c:v>1.48</c:v>
                </c:pt>
                <c:pt idx="571">
                  <c:v>1.48</c:v>
                </c:pt>
                <c:pt idx="572">
                  <c:v>1.48</c:v>
                </c:pt>
                <c:pt idx="573">
                  <c:v>1.48</c:v>
                </c:pt>
                <c:pt idx="574">
                  <c:v>1.48</c:v>
                </c:pt>
                <c:pt idx="575">
                  <c:v>1.48</c:v>
                </c:pt>
                <c:pt idx="576">
                  <c:v>1.48</c:v>
                </c:pt>
                <c:pt idx="577">
                  <c:v>1.48</c:v>
                </c:pt>
                <c:pt idx="578">
                  <c:v>1.48</c:v>
                </c:pt>
                <c:pt idx="579">
                  <c:v>1.48</c:v>
                </c:pt>
                <c:pt idx="580">
                  <c:v>1.48</c:v>
                </c:pt>
                <c:pt idx="581">
                  <c:v>1.48</c:v>
                </c:pt>
                <c:pt idx="582">
                  <c:v>1.48</c:v>
                </c:pt>
                <c:pt idx="583">
                  <c:v>1.48</c:v>
                </c:pt>
                <c:pt idx="584">
                  <c:v>1.48</c:v>
                </c:pt>
                <c:pt idx="585">
                  <c:v>1.48</c:v>
                </c:pt>
                <c:pt idx="586">
                  <c:v>1.48</c:v>
                </c:pt>
                <c:pt idx="587">
                  <c:v>1.48</c:v>
                </c:pt>
                <c:pt idx="588">
                  <c:v>1.48</c:v>
                </c:pt>
                <c:pt idx="589">
                  <c:v>1.48</c:v>
                </c:pt>
                <c:pt idx="590">
                  <c:v>1.48</c:v>
                </c:pt>
                <c:pt idx="591">
                  <c:v>1.48</c:v>
                </c:pt>
                <c:pt idx="592">
                  <c:v>1.48</c:v>
                </c:pt>
                <c:pt idx="593">
                  <c:v>1.48</c:v>
                </c:pt>
                <c:pt idx="594">
                  <c:v>1.48</c:v>
                </c:pt>
                <c:pt idx="595">
                  <c:v>1.48</c:v>
                </c:pt>
                <c:pt idx="596">
                  <c:v>1.48</c:v>
                </c:pt>
                <c:pt idx="597">
                  <c:v>1.48</c:v>
                </c:pt>
                <c:pt idx="598">
                  <c:v>1.48</c:v>
                </c:pt>
                <c:pt idx="599">
                  <c:v>1.48</c:v>
                </c:pt>
                <c:pt idx="600">
                  <c:v>1.48</c:v>
                </c:pt>
                <c:pt idx="601">
                  <c:v>1.48</c:v>
                </c:pt>
                <c:pt idx="602">
                  <c:v>1.48</c:v>
                </c:pt>
                <c:pt idx="603">
                  <c:v>1.48</c:v>
                </c:pt>
                <c:pt idx="604">
                  <c:v>1.48</c:v>
                </c:pt>
                <c:pt idx="605">
                  <c:v>1.48</c:v>
                </c:pt>
                <c:pt idx="606">
                  <c:v>1.48</c:v>
                </c:pt>
                <c:pt idx="607">
                  <c:v>1.48</c:v>
                </c:pt>
                <c:pt idx="608">
                  <c:v>1.48</c:v>
                </c:pt>
                <c:pt idx="609">
                  <c:v>1.48</c:v>
                </c:pt>
                <c:pt idx="610">
                  <c:v>1.48</c:v>
                </c:pt>
                <c:pt idx="611">
                  <c:v>1.48</c:v>
                </c:pt>
                <c:pt idx="612">
                  <c:v>1.48</c:v>
                </c:pt>
                <c:pt idx="613">
                  <c:v>1.48</c:v>
                </c:pt>
                <c:pt idx="614">
                  <c:v>1.48</c:v>
                </c:pt>
                <c:pt idx="615">
                  <c:v>1.48</c:v>
                </c:pt>
                <c:pt idx="616">
                  <c:v>1.48</c:v>
                </c:pt>
                <c:pt idx="617">
                  <c:v>1.48</c:v>
                </c:pt>
                <c:pt idx="618">
                  <c:v>1.48</c:v>
                </c:pt>
                <c:pt idx="619">
                  <c:v>1.48</c:v>
                </c:pt>
                <c:pt idx="620">
                  <c:v>1.48</c:v>
                </c:pt>
                <c:pt idx="621">
                  <c:v>1.48</c:v>
                </c:pt>
                <c:pt idx="622">
                  <c:v>1.48</c:v>
                </c:pt>
                <c:pt idx="623">
                  <c:v>1.48</c:v>
                </c:pt>
                <c:pt idx="624">
                  <c:v>1.48</c:v>
                </c:pt>
                <c:pt idx="625">
                  <c:v>1.48</c:v>
                </c:pt>
                <c:pt idx="626">
                  <c:v>1.48</c:v>
                </c:pt>
                <c:pt idx="627">
                  <c:v>1.48</c:v>
                </c:pt>
                <c:pt idx="628">
                  <c:v>1.48</c:v>
                </c:pt>
                <c:pt idx="629">
                  <c:v>1.48</c:v>
                </c:pt>
                <c:pt idx="630">
                  <c:v>1.48</c:v>
                </c:pt>
                <c:pt idx="631">
                  <c:v>1.48</c:v>
                </c:pt>
                <c:pt idx="632">
                  <c:v>1.48</c:v>
                </c:pt>
                <c:pt idx="633">
                  <c:v>1.48</c:v>
                </c:pt>
                <c:pt idx="634">
                  <c:v>1.48</c:v>
                </c:pt>
                <c:pt idx="635">
                  <c:v>1.48</c:v>
                </c:pt>
                <c:pt idx="636">
                  <c:v>1.48</c:v>
                </c:pt>
                <c:pt idx="637">
                  <c:v>1.48</c:v>
                </c:pt>
                <c:pt idx="638">
                  <c:v>1.48</c:v>
                </c:pt>
                <c:pt idx="639">
                  <c:v>1.48</c:v>
                </c:pt>
                <c:pt idx="640">
                  <c:v>1.48</c:v>
                </c:pt>
                <c:pt idx="641">
                  <c:v>1.48</c:v>
                </c:pt>
                <c:pt idx="642">
                  <c:v>1.48</c:v>
                </c:pt>
                <c:pt idx="643">
                  <c:v>1.48</c:v>
                </c:pt>
                <c:pt idx="644">
                  <c:v>1.48</c:v>
                </c:pt>
                <c:pt idx="645">
                  <c:v>1.48</c:v>
                </c:pt>
                <c:pt idx="646">
                  <c:v>1.48</c:v>
                </c:pt>
                <c:pt idx="647">
                  <c:v>1.48</c:v>
                </c:pt>
                <c:pt idx="648">
                  <c:v>1.48</c:v>
                </c:pt>
                <c:pt idx="649">
                  <c:v>1.48</c:v>
                </c:pt>
                <c:pt idx="650">
                  <c:v>1.48</c:v>
                </c:pt>
                <c:pt idx="651">
                  <c:v>1.48</c:v>
                </c:pt>
                <c:pt idx="652">
                  <c:v>1.48</c:v>
                </c:pt>
                <c:pt idx="653">
                  <c:v>1.48</c:v>
                </c:pt>
                <c:pt idx="654">
                  <c:v>1.48</c:v>
                </c:pt>
                <c:pt idx="655">
                  <c:v>1.48</c:v>
                </c:pt>
                <c:pt idx="656">
                  <c:v>1.48</c:v>
                </c:pt>
                <c:pt idx="657">
                  <c:v>1.48</c:v>
                </c:pt>
                <c:pt idx="658">
                  <c:v>1.48</c:v>
                </c:pt>
                <c:pt idx="659">
                  <c:v>1.48</c:v>
                </c:pt>
                <c:pt idx="660">
                  <c:v>1.48</c:v>
                </c:pt>
                <c:pt idx="661">
                  <c:v>1.48</c:v>
                </c:pt>
                <c:pt idx="662">
                  <c:v>1.48</c:v>
                </c:pt>
                <c:pt idx="663">
                  <c:v>1.48</c:v>
                </c:pt>
                <c:pt idx="664">
                  <c:v>1.48</c:v>
                </c:pt>
                <c:pt idx="665">
                  <c:v>1.48</c:v>
                </c:pt>
                <c:pt idx="666">
                  <c:v>1.48</c:v>
                </c:pt>
                <c:pt idx="667">
                  <c:v>1.48</c:v>
                </c:pt>
                <c:pt idx="668">
                  <c:v>1.48</c:v>
                </c:pt>
                <c:pt idx="669">
                  <c:v>1.48</c:v>
                </c:pt>
                <c:pt idx="670">
                  <c:v>1.48</c:v>
                </c:pt>
                <c:pt idx="671">
                  <c:v>1.48</c:v>
                </c:pt>
                <c:pt idx="672">
                  <c:v>1.48</c:v>
                </c:pt>
                <c:pt idx="673">
                  <c:v>1.48</c:v>
                </c:pt>
                <c:pt idx="674">
                  <c:v>1.48</c:v>
                </c:pt>
                <c:pt idx="675">
                  <c:v>1.48</c:v>
                </c:pt>
                <c:pt idx="676">
                  <c:v>1.48</c:v>
                </c:pt>
                <c:pt idx="677">
                  <c:v>1.48</c:v>
                </c:pt>
                <c:pt idx="678">
                  <c:v>1.48</c:v>
                </c:pt>
                <c:pt idx="679">
                  <c:v>1.48</c:v>
                </c:pt>
                <c:pt idx="680">
                  <c:v>1.48</c:v>
                </c:pt>
                <c:pt idx="681">
                  <c:v>1.48</c:v>
                </c:pt>
                <c:pt idx="682">
                  <c:v>1.48</c:v>
                </c:pt>
                <c:pt idx="683">
                  <c:v>1.48</c:v>
                </c:pt>
                <c:pt idx="684">
                  <c:v>1.48</c:v>
                </c:pt>
                <c:pt idx="685">
                  <c:v>1.48</c:v>
                </c:pt>
                <c:pt idx="686">
                  <c:v>1.48</c:v>
                </c:pt>
                <c:pt idx="687">
                  <c:v>1.48</c:v>
                </c:pt>
                <c:pt idx="688">
                  <c:v>1.48</c:v>
                </c:pt>
                <c:pt idx="689">
                  <c:v>1.48</c:v>
                </c:pt>
                <c:pt idx="690">
                  <c:v>1.48</c:v>
                </c:pt>
                <c:pt idx="691">
                  <c:v>1.48</c:v>
                </c:pt>
                <c:pt idx="692">
                  <c:v>1.48</c:v>
                </c:pt>
                <c:pt idx="693">
                  <c:v>1.48</c:v>
                </c:pt>
                <c:pt idx="694">
                  <c:v>1.48</c:v>
                </c:pt>
                <c:pt idx="695">
                  <c:v>1.48</c:v>
                </c:pt>
                <c:pt idx="696">
                  <c:v>1.48</c:v>
                </c:pt>
                <c:pt idx="697">
                  <c:v>1.48</c:v>
                </c:pt>
                <c:pt idx="698">
                  <c:v>1.48</c:v>
                </c:pt>
                <c:pt idx="699">
                  <c:v>1.48</c:v>
                </c:pt>
                <c:pt idx="700">
                  <c:v>1.48</c:v>
                </c:pt>
                <c:pt idx="701">
                  <c:v>1.48</c:v>
                </c:pt>
                <c:pt idx="702">
                  <c:v>1.48</c:v>
                </c:pt>
                <c:pt idx="703">
                  <c:v>1.48</c:v>
                </c:pt>
                <c:pt idx="704">
                  <c:v>1.48</c:v>
                </c:pt>
                <c:pt idx="705">
                  <c:v>1.48</c:v>
                </c:pt>
                <c:pt idx="706">
                  <c:v>1.48</c:v>
                </c:pt>
                <c:pt idx="707">
                  <c:v>1.48</c:v>
                </c:pt>
                <c:pt idx="708">
                  <c:v>1.48</c:v>
                </c:pt>
                <c:pt idx="709">
                  <c:v>1.48</c:v>
                </c:pt>
                <c:pt idx="710">
                  <c:v>1.48</c:v>
                </c:pt>
                <c:pt idx="711">
                  <c:v>1.48</c:v>
                </c:pt>
                <c:pt idx="712">
                  <c:v>1.48</c:v>
                </c:pt>
                <c:pt idx="713">
                  <c:v>1.48</c:v>
                </c:pt>
                <c:pt idx="714">
                  <c:v>1.48</c:v>
                </c:pt>
                <c:pt idx="715">
                  <c:v>1.48</c:v>
                </c:pt>
                <c:pt idx="716">
                  <c:v>1.48</c:v>
                </c:pt>
                <c:pt idx="717">
                  <c:v>1.48</c:v>
                </c:pt>
                <c:pt idx="718">
                  <c:v>1.48</c:v>
                </c:pt>
                <c:pt idx="719">
                  <c:v>1.48</c:v>
                </c:pt>
                <c:pt idx="720">
                  <c:v>1.48</c:v>
                </c:pt>
                <c:pt idx="721">
                  <c:v>1.48</c:v>
                </c:pt>
                <c:pt idx="722">
                  <c:v>1.48</c:v>
                </c:pt>
                <c:pt idx="723">
                  <c:v>1.48</c:v>
                </c:pt>
                <c:pt idx="724">
                  <c:v>1.48</c:v>
                </c:pt>
                <c:pt idx="725">
                  <c:v>1.48</c:v>
                </c:pt>
                <c:pt idx="726">
                  <c:v>1.48</c:v>
                </c:pt>
                <c:pt idx="727">
                  <c:v>1.48</c:v>
                </c:pt>
                <c:pt idx="728">
                  <c:v>1.48</c:v>
                </c:pt>
                <c:pt idx="729">
                  <c:v>1.48</c:v>
                </c:pt>
                <c:pt idx="730">
                  <c:v>1.48</c:v>
                </c:pt>
                <c:pt idx="731">
                  <c:v>1.48</c:v>
                </c:pt>
                <c:pt idx="732">
                  <c:v>1.48</c:v>
                </c:pt>
                <c:pt idx="733">
                  <c:v>1.48</c:v>
                </c:pt>
                <c:pt idx="734">
                  <c:v>1.48</c:v>
                </c:pt>
                <c:pt idx="735">
                  <c:v>1.48</c:v>
                </c:pt>
                <c:pt idx="736">
                  <c:v>1.48</c:v>
                </c:pt>
                <c:pt idx="737">
                  <c:v>1.48</c:v>
                </c:pt>
                <c:pt idx="738">
                  <c:v>1.48</c:v>
                </c:pt>
                <c:pt idx="739">
                  <c:v>1.48</c:v>
                </c:pt>
                <c:pt idx="740">
                  <c:v>1.48</c:v>
                </c:pt>
                <c:pt idx="741">
                  <c:v>1.48</c:v>
                </c:pt>
                <c:pt idx="742">
                  <c:v>1.48</c:v>
                </c:pt>
                <c:pt idx="743">
                  <c:v>1.48</c:v>
                </c:pt>
                <c:pt idx="744">
                  <c:v>1.48</c:v>
                </c:pt>
                <c:pt idx="745">
                  <c:v>1.48</c:v>
                </c:pt>
                <c:pt idx="746">
                  <c:v>1.48</c:v>
                </c:pt>
                <c:pt idx="747">
                  <c:v>1.48</c:v>
                </c:pt>
                <c:pt idx="748">
                  <c:v>1.48</c:v>
                </c:pt>
                <c:pt idx="749">
                  <c:v>1.48</c:v>
                </c:pt>
                <c:pt idx="750">
                  <c:v>1.48</c:v>
                </c:pt>
                <c:pt idx="751">
                  <c:v>1.48</c:v>
                </c:pt>
                <c:pt idx="752">
                  <c:v>1.48</c:v>
                </c:pt>
                <c:pt idx="753">
                  <c:v>1.48</c:v>
                </c:pt>
                <c:pt idx="754">
                  <c:v>1.48</c:v>
                </c:pt>
                <c:pt idx="755">
                  <c:v>1.48</c:v>
                </c:pt>
                <c:pt idx="756">
                  <c:v>1.48</c:v>
                </c:pt>
                <c:pt idx="757">
                  <c:v>1.48</c:v>
                </c:pt>
                <c:pt idx="758">
                  <c:v>1.48</c:v>
                </c:pt>
                <c:pt idx="759">
                  <c:v>1.48</c:v>
                </c:pt>
                <c:pt idx="760">
                  <c:v>1.48</c:v>
                </c:pt>
                <c:pt idx="761">
                  <c:v>1.48</c:v>
                </c:pt>
                <c:pt idx="762">
                  <c:v>1.48</c:v>
                </c:pt>
                <c:pt idx="763">
                  <c:v>1.48</c:v>
                </c:pt>
                <c:pt idx="764">
                  <c:v>1.48</c:v>
                </c:pt>
                <c:pt idx="765">
                  <c:v>1.48</c:v>
                </c:pt>
                <c:pt idx="766">
                  <c:v>1.48</c:v>
                </c:pt>
                <c:pt idx="767">
                  <c:v>1.48</c:v>
                </c:pt>
                <c:pt idx="768">
                  <c:v>1.48</c:v>
                </c:pt>
                <c:pt idx="769">
                  <c:v>1.48</c:v>
                </c:pt>
                <c:pt idx="770">
                  <c:v>1.48</c:v>
                </c:pt>
                <c:pt idx="771">
                  <c:v>1.48</c:v>
                </c:pt>
                <c:pt idx="772">
                  <c:v>1.48</c:v>
                </c:pt>
                <c:pt idx="773">
                  <c:v>1.48</c:v>
                </c:pt>
                <c:pt idx="774">
                  <c:v>1.48</c:v>
                </c:pt>
                <c:pt idx="775">
                  <c:v>1.48</c:v>
                </c:pt>
                <c:pt idx="776">
                  <c:v>1.48</c:v>
                </c:pt>
                <c:pt idx="777">
                  <c:v>1.48</c:v>
                </c:pt>
                <c:pt idx="778">
                  <c:v>1.48</c:v>
                </c:pt>
                <c:pt idx="779">
                  <c:v>1.48</c:v>
                </c:pt>
                <c:pt idx="780">
                  <c:v>1.48</c:v>
                </c:pt>
                <c:pt idx="781">
                  <c:v>1.48</c:v>
                </c:pt>
                <c:pt idx="782">
                  <c:v>1.48</c:v>
                </c:pt>
                <c:pt idx="783">
                  <c:v>1.48</c:v>
                </c:pt>
                <c:pt idx="784">
                  <c:v>1.48</c:v>
                </c:pt>
                <c:pt idx="785">
                  <c:v>1.48</c:v>
                </c:pt>
                <c:pt idx="786">
                  <c:v>1.48</c:v>
                </c:pt>
                <c:pt idx="787">
                  <c:v>1.48</c:v>
                </c:pt>
                <c:pt idx="788">
                  <c:v>1.48</c:v>
                </c:pt>
                <c:pt idx="789">
                  <c:v>1.48</c:v>
                </c:pt>
                <c:pt idx="790">
                  <c:v>1.48</c:v>
                </c:pt>
                <c:pt idx="791">
                  <c:v>1.48</c:v>
                </c:pt>
                <c:pt idx="792">
                  <c:v>1.48</c:v>
                </c:pt>
                <c:pt idx="793">
                  <c:v>1.48</c:v>
                </c:pt>
                <c:pt idx="794">
                  <c:v>1.48</c:v>
                </c:pt>
                <c:pt idx="795">
                  <c:v>1.48</c:v>
                </c:pt>
                <c:pt idx="796">
                  <c:v>1.48</c:v>
                </c:pt>
                <c:pt idx="797">
                  <c:v>1.48</c:v>
                </c:pt>
                <c:pt idx="798">
                  <c:v>1.48</c:v>
                </c:pt>
                <c:pt idx="799">
                  <c:v>1.48</c:v>
                </c:pt>
                <c:pt idx="800">
                  <c:v>1.48</c:v>
                </c:pt>
                <c:pt idx="801">
                  <c:v>1.48</c:v>
                </c:pt>
                <c:pt idx="802">
                  <c:v>1.48</c:v>
                </c:pt>
                <c:pt idx="803">
                  <c:v>1.48</c:v>
                </c:pt>
                <c:pt idx="804">
                  <c:v>1.48</c:v>
                </c:pt>
                <c:pt idx="805">
                  <c:v>1.48</c:v>
                </c:pt>
                <c:pt idx="806">
                  <c:v>1.48</c:v>
                </c:pt>
                <c:pt idx="807">
                  <c:v>1.48</c:v>
                </c:pt>
                <c:pt idx="808">
                  <c:v>1.48</c:v>
                </c:pt>
                <c:pt idx="809">
                  <c:v>1.48</c:v>
                </c:pt>
                <c:pt idx="810">
                  <c:v>1.48</c:v>
                </c:pt>
                <c:pt idx="811">
                  <c:v>1.48</c:v>
                </c:pt>
                <c:pt idx="812">
                  <c:v>1.48</c:v>
                </c:pt>
                <c:pt idx="813">
                  <c:v>1.48</c:v>
                </c:pt>
                <c:pt idx="814">
                  <c:v>1.48</c:v>
                </c:pt>
                <c:pt idx="815">
                  <c:v>1.48</c:v>
                </c:pt>
                <c:pt idx="816">
                  <c:v>1.48</c:v>
                </c:pt>
                <c:pt idx="817">
                  <c:v>1.48</c:v>
                </c:pt>
                <c:pt idx="818">
                  <c:v>1.48</c:v>
                </c:pt>
                <c:pt idx="819">
                  <c:v>1.48</c:v>
                </c:pt>
                <c:pt idx="820">
                  <c:v>1.48</c:v>
                </c:pt>
                <c:pt idx="821">
                  <c:v>1.48</c:v>
                </c:pt>
                <c:pt idx="822">
                  <c:v>1.48</c:v>
                </c:pt>
                <c:pt idx="823">
                  <c:v>1.48</c:v>
                </c:pt>
                <c:pt idx="824">
                  <c:v>1.48</c:v>
                </c:pt>
                <c:pt idx="825">
                  <c:v>1.48</c:v>
                </c:pt>
                <c:pt idx="826">
                  <c:v>1.48</c:v>
                </c:pt>
                <c:pt idx="827">
                  <c:v>1.48</c:v>
                </c:pt>
                <c:pt idx="828">
                  <c:v>1.48</c:v>
                </c:pt>
                <c:pt idx="829">
                  <c:v>1.48</c:v>
                </c:pt>
                <c:pt idx="830">
                  <c:v>1.48</c:v>
                </c:pt>
                <c:pt idx="831">
                  <c:v>1.48</c:v>
                </c:pt>
                <c:pt idx="832">
                  <c:v>1.48</c:v>
                </c:pt>
                <c:pt idx="833">
                  <c:v>1.48</c:v>
                </c:pt>
                <c:pt idx="834">
                  <c:v>1.48</c:v>
                </c:pt>
                <c:pt idx="835">
                  <c:v>1.48</c:v>
                </c:pt>
                <c:pt idx="836">
                  <c:v>1.48</c:v>
                </c:pt>
                <c:pt idx="837">
                  <c:v>1.48</c:v>
                </c:pt>
                <c:pt idx="838">
                  <c:v>1.48</c:v>
                </c:pt>
                <c:pt idx="839">
                  <c:v>1.48</c:v>
                </c:pt>
                <c:pt idx="840">
                  <c:v>1.48</c:v>
                </c:pt>
                <c:pt idx="841">
                  <c:v>1.48</c:v>
                </c:pt>
                <c:pt idx="842">
                  <c:v>1.48</c:v>
                </c:pt>
                <c:pt idx="843">
                  <c:v>1.48</c:v>
                </c:pt>
                <c:pt idx="844">
                  <c:v>1.48</c:v>
                </c:pt>
                <c:pt idx="845">
                  <c:v>1.48</c:v>
                </c:pt>
                <c:pt idx="846">
                  <c:v>1.48</c:v>
                </c:pt>
                <c:pt idx="847">
                  <c:v>1.48</c:v>
                </c:pt>
                <c:pt idx="848">
                  <c:v>1.48</c:v>
                </c:pt>
                <c:pt idx="849">
                  <c:v>1.48</c:v>
                </c:pt>
                <c:pt idx="850">
                  <c:v>1.48</c:v>
                </c:pt>
                <c:pt idx="851">
                  <c:v>1.48</c:v>
                </c:pt>
                <c:pt idx="852">
                  <c:v>1.48</c:v>
                </c:pt>
                <c:pt idx="853">
                  <c:v>1.48</c:v>
                </c:pt>
                <c:pt idx="854">
                  <c:v>1.48</c:v>
                </c:pt>
                <c:pt idx="855">
                  <c:v>1.48</c:v>
                </c:pt>
                <c:pt idx="856">
                  <c:v>1.48</c:v>
                </c:pt>
                <c:pt idx="857">
                  <c:v>1.48</c:v>
                </c:pt>
                <c:pt idx="858">
                  <c:v>1.48</c:v>
                </c:pt>
                <c:pt idx="859">
                  <c:v>1.48</c:v>
                </c:pt>
                <c:pt idx="860">
                  <c:v>1.48</c:v>
                </c:pt>
                <c:pt idx="861">
                  <c:v>1.48</c:v>
                </c:pt>
                <c:pt idx="862">
                  <c:v>1.48</c:v>
                </c:pt>
                <c:pt idx="863">
                  <c:v>1.48</c:v>
                </c:pt>
                <c:pt idx="864">
                  <c:v>1.48</c:v>
                </c:pt>
                <c:pt idx="865">
                  <c:v>1.48</c:v>
                </c:pt>
                <c:pt idx="866">
                  <c:v>1.48</c:v>
                </c:pt>
                <c:pt idx="867">
                  <c:v>1.48</c:v>
                </c:pt>
                <c:pt idx="868">
                  <c:v>1.48</c:v>
                </c:pt>
                <c:pt idx="869">
                  <c:v>1.48</c:v>
                </c:pt>
                <c:pt idx="870">
                  <c:v>1.48</c:v>
                </c:pt>
                <c:pt idx="871">
                  <c:v>1.48</c:v>
                </c:pt>
                <c:pt idx="872">
                  <c:v>1.48</c:v>
                </c:pt>
                <c:pt idx="873">
                  <c:v>1.48</c:v>
                </c:pt>
                <c:pt idx="874">
                  <c:v>1.48</c:v>
                </c:pt>
                <c:pt idx="875">
                  <c:v>1.48</c:v>
                </c:pt>
                <c:pt idx="876">
                  <c:v>1.48</c:v>
                </c:pt>
                <c:pt idx="877">
                  <c:v>1.48</c:v>
                </c:pt>
                <c:pt idx="878">
                  <c:v>1.48</c:v>
                </c:pt>
                <c:pt idx="879">
                  <c:v>1.48</c:v>
                </c:pt>
                <c:pt idx="880">
                  <c:v>1.48</c:v>
                </c:pt>
                <c:pt idx="881">
                  <c:v>1.48</c:v>
                </c:pt>
                <c:pt idx="882">
                  <c:v>1.48</c:v>
                </c:pt>
                <c:pt idx="883">
                  <c:v>1.48</c:v>
                </c:pt>
                <c:pt idx="884">
                  <c:v>1.48</c:v>
                </c:pt>
                <c:pt idx="885">
                  <c:v>1.48</c:v>
                </c:pt>
                <c:pt idx="886">
                  <c:v>1.48</c:v>
                </c:pt>
                <c:pt idx="887">
                  <c:v>1.48</c:v>
                </c:pt>
                <c:pt idx="888">
                  <c:v>1.48</c:v>
                </c:pt>
                <c:pt idx="889">
                  <c:v>1.48</c:v>
                </c:pt>
                <c:pt idx="890">
                  <c:v>1.48</c:v>
                </c:pt>
                <c:pt idx="891">
                  <c:v>1.48</c:v>
                </c:pt>
                <c:pt idx="892">
                  <c:v>1.48</c:v>
                </c:pt>
                <c:pt idx="893">
                  <c:v>1.48</c:v>
                </c:pt>
                <c:pt idx="894">
                  <c:v>1.48</c:v>
                </c:pt>
                <c:pt idx="895">
                  <c:v>1.48</c:v>
                </c:pt>
                <c:pt idx="896">
                  <c:v>1.48</c:v>
                </c:pt>
                <c:pt idx="897">
                  <c:v>1.48</c:v>
                </c:pt>
                <c:pt idx="898">
                  <c:v>1.48</c:v>
                </c:pt>
                <c:pt idx="899">
                  <c:v>1.48</c:v>
                </c:pt>
                <c:pt idx="900">
                  <c:v>1.48</c:v>
                </c:pt>
                <c:pt idx="901">
                  <c:v>1.48</c:v>
                </c:pt>
                <c:pt idx="902">
                  <c:v>1.48</c:v>
                </c:pt>
                <c:pt idx="903">
                  <c:v>1.48</c:v>
                </c:pt>
                <c:pt idx="904">
                  <c:v>1.48</c:v>
                </c:pt>
                <c:pt idx="905">
                  <c:v>1.48</c:v>
                </c:pt>
                <c:pt idx="906">
                  <c:v>1.48</c:v>
                </c:pt>
                <c:pt idx="907">
                  <c:v>1.48</c:v>
                </c:pt>
                <c:pt idx="908">
                  <c:v>1.48</c:v>
                </c:pt>
                <c:pt idx="909">
                  <c:v>1.48</c:v>
                </c:pt>
                <c:pt idx="910">
                  <c:v>1.48</c:v>
                </c:pt>
                <c:pt idx="911">
                  <c:v>1.48</c:v>
                </c:pt>
                <c:pt idx="912">
                  <c:v>1.48</c:v>
                </c:pt>
                <c:pt idx="913">
                  <c:v>1.48</c:v>
                </c:pt>
                <c:pt idx="914">
                  <c:v>1.48</c:v>
                </c:pt>
                <c:pt idx="915">
                  <c:v>1.48</c:v>
                </c:pt>
                <c:pt idx="916">
                  <c:v>1.48</c:v>
                </c:pt>
                <c:pt idx="917">
                  <c:v>1.48</c:v>
                </c:pt>
                <c:pt idx="918">
                  <c:v>1.48</c:v>
                </c:pt>
                <c:pt idx="919">
                  <c:v>1.48</c:v>
                </c:pt>
                <c:pt idx="920">
                  <c:v>1.48</c:v>
                </c:pt>
                <c:pt idx="921">
                  <c:v>1.48</c:v>
                </c:pt>
                <c:pt idx="922">
                  <c:v>1.48</c:v>
                </c:pt>
                <c:pt idx="923">
                  <c:v>1.48</c:v>
                </c:pt>
                <c:pt idx="924">
                  <c:v>1.48</c:v>
                </c:pt>
                <c:pt idx="925">
                  <c:v>1.48</c:v>
                </c:pt>
                <c:pt idx="926">
                  <c:v>1.48</c:v>
                </c:pt>
                <c:pt idx="927">
                  <c:v>1.48</c:v>
                </c:pt>
                <c:pt idx="928">
                  <c:v>1.48</c:v>
                </c:pt>
                <c:pt idx="929">
                  <c:v>1.48</c:v>
                </c:pt>
                <c:pt idx="930">
                  <c:v>1.48</c:v>
                </c:pt>
                <c:pt idx="931">
                  <c:v>1.48</c:v>
                </c:pt>
                <c:pt idx="932">
                  <c:v>1.48</c:v>
                </c:pt>
                <c:pt idx="933">
                  <c:v>1.48</c:v>
                </c:pt>
                <c:pt idx="934">
                  <c:v>1.48</c:v>
                </c:pt>
                <c:pt idx="935">
                  <c:v>1.48</c:v>
                </c:pt>
                <c:pt idx="936">
                  <c:v>1.48</c:v>
                </c:pt>
                <c:pt idx="937">
                  <c:v>1.48</c:v>
                </c:pt>
                <c:pt idx="938">
                  <c:v>1.48</c:v>
                </c:pt>
                <c:pt idx="939">
                  <c:v>1.48</c:v>
                </c:pt>
                <c:pt idx="940">
                  <c:v>1.48</c:v>
                </c:pt>
                <c:pt idx="941">
                  <c:v>1.48</c:v>
                </c:pt>
                <c:pt idx="942">
                  <c:v>1.48</c:v>
                </c:pt>
                <c:pt idx="943">
                  <c:v>1.48</c:v>
                </c:pt>
                <c:pt idx="944">
                  <c:v>1.48</c:v>
                </c:pt>
                <c:pt idx="945">
                  <c:v>1.48</c:v>
                </c:pt>
                <c:pt idx="946">
                  <c:v>1.48</c:v>
                </c:pt>
                <c:pt idx="947">
                  <c:v>1.48</c:v>
                </c:pt>
                <c:pt idx="948">
                  <c:v>1.48</c:v>
                </c:pt>
                <c:pt idx="949">
                  <c:v>1.48</c:v>
                </c:pt>
                <c:pt idx="950">
                  <c:v>1.48</c:v>
                </c:pt>
                <c:pt idx="951">
                  <c:v>1.48</c:v>
                </c:pt>
                <c:pt idx="952">
                  <c:v>1.48</c:v>
                </c:pt>
                <c:pt idx="953">
                  <c:v>1.48</c:v>
                </c:pt>
                <c:pt idx="954">
                  <c:v>1.48</c:v>
                </c:pt>
                <c:pt idx="955">
                  <c:v>1.48</c:v>
                </c:pt>
                <c:pt idx="956">
                  <c:v>1.48</c:v>
                </c:pt>
                <c:pt idx="957">
                  <c:v>1.48</c:v>
                </c:pt>
                <c:pt idx="958">
                  <c:v>1.48</c:v>
                </c:pt>
                <c:pt idx="959">
                  <c:v>1.48</c:v>
                </c:pt>
                <c:pt idx="960">
                  <c:v>1.48</c:v>
                </c:pt>
                <c:pt idx="961">
                  <c:v>1.48</c:v>
                </c:pt>
                <c:pt idx="962">
                  <c:v>1.48</c:v>
                </c:pt>
                <c:pt idx="963">
                  <c:v>1.48</c:v>
                </c:pt>
                <c:pt idx="964">
                  <c:v>1.48</c:v>
                </c:pt>
                <c:pt idx="965">
                  <c:v>1.48</c:v>
                </c:pt>
                <c:pt idx="966">
                  <c:v>1.48</c:v>
                </c:pt>
                <c:pt idx="967">
                  <c:v>1.48</c:v>
                </c:pt>
                <c:pt idx="968">
                  <c:v>1.48</c:v>
                </c:pt>
                <c:pt idx="969">
                  <c:v>1.48</c:v>
                </c:pt>
                <c:pt idx="970">
                  <c:v>1.48</c:v>
                </c:pt>
                <c:pt idx="971">
                  <c:v>1.48</c:v>
                </c:pt>
                <c:pt idx="972">
                  <c:v>1.48</c:v>
                </c:pt>
                <c:pt idx="973">
                  <c:v>1.48</c:v>
                </c:pt>
                <c:pt idx="974">
                  <c:v>1.48</c:v>
                </c:pt>
                <c:pt idx="975">
                  <c:v>1.48</c:v>
                </c:pt>
                <c:pt idx="976">
                  <c:v>1.48</c:v>
                </c:pt>
                <c:pt idx="977">
                  <c:v>1.48</c:v>
                </c:pt>
                <c:pt idx="978">
                  <c:v>1.48</c:v>
                </c:pt>
                <c:pt idx="979">
                  <c:v>1.48</c:v>
                </c:pt>
                <c:pt idx="980">
                  <c:v>1.48</c:v>
                </c:pt>
                <c:pt idx="981">
                  <c:v>1.48</c:v>
                </c:pt>
                <c:pt idx="982">
                  <c:v>1.48</c:v>
                </c:pt>
                <c:pt idx="983">
                  <c:v>1.48</c:v>
                </c:pt>
                <c:pt idx="984">
                  <c:v>1.48</c:v>
                </c:pt>
                <c:pt idx="985">
                  <c:v>1.48</c:v>
                </c:pt>
                <c:pt idx="986">
                  <c:v>1.48</c:v>
                </c:pt>
                <c:pt idx="987">
                  <c:v>1.48</c:v>
                </c:pt>
                <c:pt idx="988">
                  <c:v>1.48</c:v>
                </c:pt>
                <c:pt idx="989">
                  <c:v>1.48</c:v>
                </c:pt>
                <c:pt idx="990">
                  <c:v>1.48</c:v>
                </c:pt>
                <c:pt idx="991">
                  <c:v>1.48</c:v>
                </c:pt>
                <c:pt idx="992">
                  <c:v>1.48</c:v>
                </c:pt>
                <c:pt idx="993">
                  <c:v>1.48</c:v>
                </c:pt>
                <c:pt idx="994">
                  <c:v>1.48</c:v>
                </c:pt>
                <c:pt idx="995">
                  <c:v>1.48</c:v>
                </c:pt>
                <c:pt idx="996">
                  <c:v>1.48</c:v>
                </c:pt>
                <c:pt idx="997">
                  <c:v>1.48</c:v>
                </c:pt>
                <c:pt idx="998">
                  <c:v>1.48</c:v>
                </c:pt>
                <c:pt idx="999">
                  <c:v>1.48</c:v>
                </c:pt>
                <c:pt idx="1000">
                  <c:v>1.48</c:v>
                </c:pt>
                <c:pt idx="1001">
                  <c:v>1.48</c:v>
                </c:pt>
                <c:pt idx="1002">
                  <c:v>1.48</c:v>
                </c:pt>
                <c:pt idx="1003">
                  <c:v>1.48</c:v>
                </c:pt>
                <c:pt idx="1004">
                  <c:v>1.48</c:v>
                </c:pt>
                <c:pt idx="1005">
                  <c:v>1.48</c:v>
                </c:pt>
                <c:pt idx="1006">
                  <c:v>1.48</c:v>
                </c:pt>
                <c:pt idx="1007">
                  <c:v>1.48</c:v>
                </c:pt>
                <c:pt idx="1008">
                  <c:v>1.48</c:v>
                </c:pt>
                <c:pt idx="1009">
                  <c:v>1.48</c:v>
                </c:pt>
                <c:pt idx="1010">
                  <c:v>1.48</c:v>
                </c:pt>
                <c:pt idx="1011">
                  <c:v>1.48</c:v>
                </c:pt>
                <c:pt idx="1012">
                  <c:v>1.48</c:v>
                </c:pt>
                <c:pt idx="1013">
                  <c:v>1.48</c:v>
                </c:pt>
                <c:pt idx="1014">
                  <c:v>1.48</c:v>
                </c:pt>
                <c:pt idx="1015">
                  <c:v>1.48</c:v>
                </c:pt>
                <c:pt idx="1016">
                  <c:v>1.48</c:v>
                </c:pt>
                <c:pt idx="1017">
                  <c:v>1.48</c:v>
                </c:pt>
                <c:pt idx="1018">
                  <c:v>1.48</c:v>
                </c:pt>
                <c:pt idx="1019">
                  <c:v>1.48</c:v>
                </c:pt>
                <c:pt idx="1020">
                  <c:v>1.48</c:v>
                </c:pt>
                <c:pt idx="1021">
                  <c:v>1.48</c:v>
                </c:pt>
                <c:pt idx="1022">
                  <c:v>1.48</c:v>
                </c:pt>
                <c:pt idx="1023">
                  <c:v>1.48</c:v>
                </c:pt>
                <c:pt idx="1024">
                  <c:v>1.48</c:v>
                </c:pt>
                <c:pt idx="1025">
                  <c:v>1.48</c:v>
                </c:pt>
                <c:pt idx="1026">
                  <c:v>1.48</c:v>
                </c:pt>
                <c:pt idx="1027">
                  <c:v>1.48</c:v>
                </c:pt>
                <c:pt idx="1028">
                  <c:v>1.48</c:v>
                </c:pt>
                <c:pt idx="1029">
                  <c:v>1.48</c:v>
                </c:pt>
                <c:pt idx="1030">
                  <c:v>1.48</c:v>
                </c:pt>
                <c:pt idx="1031">
                  <c:v>1.48</c:v>
                </c:pt>
                <c:pt idx="1032">
                  <c:v>1.48</c:v>
                </c:pt>
                <c:pt idx="1033">
                  <c:v>1.48</c:v>
                </c:pt>
                <c:pt idx="1034">
                  <c:v>1.48</c:v>
                </c:pt>
                <c:pt idx="1035">
                  <c:v>1.48</c:v>
                </c:pt>
                <c:pt idx="1036">
                  <c:v>1.48</c:v>
                </c:pt>
                <c:pt idx="1037">
                  <c:v>1.48</c:v>
                </c:pt>
                <c:pt idx="1038">
                  <c:v>1.48</c:v>
                </c:pt>
                <c:pt idx="1039">
                  <c:v>1.48</c:v>
                </c:pt>
                <c:pt idx="1040">
                  <c:v>1.48</c:v>
                </c:pt>
                <c:pt idx="1041">
                  <c:v>1.48</c:v>
                </c:pt>
                <c:pt idx="1042">
                  <c:v>1.48</c:v>
                </c:pt>
                <c:pt idx="1043">
                  <c:v>1.48</c:v>
                </c:pt>
                <c:pt idx="1044">
                  <c:v>1.48</c:v>
                </c:pt>
                <c:pt idx="1045">
                  <c:v>1.48</c:v>
                </c:pt>
                <c:pt idx="1046">
                  <c:v>1.48</c:v>
                </c:pt>
                <c:pt idx="1047">
                  <c:v>1.48</c:v>
                </c:pt>
                <c:pt idx="1048">
                  <c:v>1.48</c:v>
                </c:pt>
                <c:pt idx="1049">
                  <c:v>1.48</c:v>
                </c:pt>
                <c:pt idx="1050">
                  <c:v>1.48</c:v>
                </c:pt>
                <c:pt idx="1051">
                  <c:v>1.48</c:v>
                </c:pt>
                <c:pt idx="1052">
                  <c:v>1.48</c:v>
                </c:pt>
                <c:pt idx="1053">
                  <c:v>1.48</c:v>
                </c:pt>
                <c:pt idx="1054">
                  <c:v>1.48</c:v>
                </c:pt>
                <c:pt idx="1055">
                  <c:v>1.48</c:v>
                </c:pt>
                <c:pt idx="1056">
                  <c:v>1.48</c:v>
                </c:pt>
                <c:pt idx="1057">
                  <c:v>1.48</c:v>
                </c:pt>
                <c:pt idx="1058">
                  <c:v>1.48</c:v>
                </c:pt>
                <c:pt idx="1059">
                  <c:v>1.48</c:v>
                </c:pt>
                <c:pt idx="1060">
                  <c:v>1.48</c:v>
                </c:pt>
                <c:pt idx="1061">
                  <c:v>1.48</c:v>
                </c:pt>
                <c:pt idx="1062">
                  <c:v>1.48</c:v>
                </c:pt>
                <c:pt idx="1063">
                  <c:v>1.48</c:v>
                </c:pt>
                <c:pt idx="1064">
                  <c:v>1.48</c:v>
                </c:pt>
                <c:pt idx="1065">
                  <c:v>1.48</c:v>
                </c:pt>
                <c:pt idx="1066">
                  <c:v>1.48</c:v>
                </c:pt>
                <c:pt idx="1067">
                  <c:v>1.48</c:v>
                </c:pt>
                <c:pt idx="1068">
                  <c:v>1.48</c:v>
                </c:pt>
                <c:pt idx="1069">
                  <c:v>1.48</c:v>
                </c:pt>
                <c:pt idx="1070">
                  <c:v>1.48</c:v>
                </c:pt>
                <c:pt idx="1071">
                  <c:v>1.48</c:v>
                </c:pt>
                <c:pt idx="1072">
                  <c:v>1.48</c:v>
                </c:pt>
                <c:pt idx="1073">
                  <c:v>1.48</c:v>
                </c:pt>
                <c:pt idx="1074">
                  <c:v>1.48</c:v>
                </c:pt>
                <c:pt idx="1075">
                  <c:v>1.48</c:v>
                </c:pt>
                <c:pt idx="1076">
                  <c:v>1.48</c:v>
                </c:pt>
                <c:pt idx="1077">
                  <c:v>1.48</c:v>
                </c:pt>
                <c:pt idx="1078">
                  <c:v>1.48</c:v>
                </c:pt>
                <c:pt idx="1079">
                  <c:v>1.48</c:v>
                </c:pt>
                <c:pt idx="1080">
                  <c:v>1.48</c:v>
                </c:pt>
                <c:pt idx="1081">
                  <c:v>1.48</c:v>
                </c:pt>
                <c:pt idx="1082">
                  <c:v>1.48</c:v>
                </c:pt>
                <c:pt idx="1083">
                  <c:v>1.48</c:v>
                </c:pt>
                <c:pt idx="1084">
                  <c:v>1.48</c:v>
                </c:pt>
                <c:pt idx="1085">
                  <c:v>1.48</c:v>
                </c:pt>
                <c:pt idx="1086">
                  <c:v>1.48</c:v>
                </c:pt>
                <c:pt idx="1087">
                  <c:v>1.48</c:v>
                </c:pt>
                <c:pt idx="1088">
                  <c:v>1.48</c:v>
                </c:pt>
                <c:pt idx="1089">
                  <c:v>1.48</c:v>
                </c:pt>
                <c:pt idx="1090">
                  <c:v>1.48</c:v>
                </c:pt>
                <c:pt idx="1091">
                  <c:v>1.48</c:v>
                </c:pt>
                <c:pt idx="1092">
                  <c:v>1.48</c:v>
                </c:pt>
                <c:pt idx="1093">
                  <c:v>1.48</c:v>
                </c:pt>
                <c:pt idx="1094">
                  <c:v>1.48</c:v>
                </c:pt>
                <c:pt idx="1095">
                  <c:v>1.48</c:v>
                </c:pt>
                <c:pt idx="1096">
                  <c:v>1.48</c:v>
                </c:pt>
                <c:pt idx="1097">
                  <c:v>1.48</c:v>
                </c:pt>
                <c:pt idx="1098">
                  <c:v>1.48</c:v>
                </c:pt>
                <c:pt idx="1099">
                  <c:v>1.48</c:v>
                </c:pt>
                <c:pt idx="1100">
                  <c:v>1.48</c:v>
                </c:pt>
                <c:pt idx="1101">
                  <c:v>1.48</c:v>
                </c:pt>
                <c:pt idx="1102">
                  <c:v>1.48</c:v>
                </c:pt>
                <c:pt idx="1103">
                  <c:v>1.48</c:v>
                </c:pt>
                <c:pt idx="1104">
                  <c:v>1.48</c:v>
                </c:pt>
                <c:pt idx="1105">
                  <c:v>1.48</c:v>
                </c:pt>
                <c:pt idx="1106">
                  <c:v>1.48</c:v>
                </c:pt>
                <c:pt idx="1107">
                  <c:v>1.48</c:v>
                </c:pt>
                <c:pt idx="1108">
                  <c:v>1.48</c:v>
                </c:pt>
                <c:pt idx="1109">
                  <c:v>1.48</c:v>
                </c:pt>
                <c:pt idx="1110">
                  <c:v>1.48</c:v>
                </c:pt>
                <c:pt idx="1111">
                  <c:v>1.48</c:v>
                </c:pt>
                <c:pt idx="1112">
                  <c:v>1.48</c:v>
                </c:pt>
                <c:pt idx="1113">
                  <c:v>1.48</c:v>
                </c:pt>
                <c:pt idx="1114">
                  <c:v>1.48</c:v>
                </c:pt>
                <c:pt idx="1115">
                  <c:v>1.48</c:v>
                </c:pt>
                <c:pt idx="1116">
                  <c:v>1.48</c:v>
                </c:pt>
                <c:pt idx="1117">
                  <c:v>1.48</c:v>
                </c:pt>
                <c:pt idx="1118">
                  <c:v>1.48</c:v>
                </c:pt>
                <c:pt idx="1119">
                  <c:v>1.48</c:v>
                </c:pt>
                <c:pt idx="1120">
                  <c:v>1.48</c:v>
                </c:pt>
                <c:pt idx="1121">
                  <c:v>1.48</c:v>
                </c:pt>
                <c:pt idx="1122">
                  <c:v>1.48</c:v>
                </c:pt>
                <c:pt idx="1123">
                  <c:v>1.48</c:v>
                </c:pt>
                <c:pt idx="1124">
                  <c:v>1.48</c:v>
                </c:pt>
                <c:pt idx="1125">
                  <c:v>1.48</c:v>
                </c:pt>
                <c:pt idx="1126">
                  <c:v>1.48</c:v>
                </c:pt>
                <c:pt idx="1127">
                  <c:v>1.48</c:v>
                </c:pt>
                <c:pt idx="1128">
                  <c:v>1.48</c:v>
                </c:pt>
                <c:pt idx="1129">
                  <c:v>1.48</c:v>
                </c:pt>
                <c:pt idx="1130">
                  <c:v>1.48</c:v>
                </c:pt>
                <c:pt idx="1131">
                  <c:v>1.48</c:v>
                </c:pt>
                <c:pt idx="1132">
                  <c:v>1.48</c:v>
                </c:pt>
                <c:pt idx="1133">
                  <c:v>1.48</c:v>
                </c:pt>
                <c:pt idx="1134">
                  <c:v>1.48</c:v>
                </c:pt>
                <c:pt idx="1135">
                  <c:v>1.48</c:v>
                </c:pt>
                <c:pt idx="1136">
                  <c:v>1.48</c:v>
                </c:pt>
                <c:pt idx="1137">
                  <c:v>1.48</c:v>
                </c:pt>
                <c:pt idx="1138">
                  <c:v>1.48</c:v>
                </c:pt>
                <c:pt idx="1139">
                  <c:v>1.48</c:v>
                </c:pt>
                <c:pt idx="1140">
                  <c:v>1.48</c:v>
                </c:pt>
                <c:pt idx="1141">
                  <c:v>1.48</c:v>
                </c:pt>
                <c:pt idx="1142">
                  <c:v>1.48</c:v>
                </c:pt>
                <c:pt idx="1143">
                  <c:v>1.48</c:v>
                </c:pt>
                <c:pt idx="1144">
                  <c:v>1.48</c:v>
                </c:pt>
                <c:pt idx="1145">
                  <c:v>1.48</c:v>
                </c:pt>
                <c:pt idx="1146">
                  <c:v>1.48</c:v>
                </c:pt>
                <c:pt idx="1147">
                  <c:v>1.48</c:v>
                </c:pt>
                <c:pt idx="1148">
                  <c:v>1.48</c:v>
                </c:pt>
                <c:pt idx="1149">
                  <c:v>1.48</c:v>
                </c:pt>
                <c:pt idx="1150">
                  <c:v>1.48</c:v>
                </c:pt>
                <c:pt idx="1151">
                  <c:v>1.48</c:v>
                </c:pt>
                <c:pt idx="1152">
                  <c:v>1.48</c:v>
                </c:pt>
                <c:pt idx="1153">
                  <c:v>1.48</c:v>
                </c:pt>
                <c:pt idx="1154">
                  <c:v>1.48</c:v>
                </c:pt>
                <c:pt idx="1155">
                  <c:v>1.48</c:v>
                </c:pt>
                <c:pt idx="1156">
                  <c:v>1.48</c:v>
                </c:pt>
                <c:pt idx="1157">
                  <c:v>1.48</c:v>
                </c:pt>
                <c:pt idx="1158">
                  <c:v>1.48</c:v>
                </c:pt>
                <c:pt idx="1159">
                  <c:v>1.48</c:v>
                </c:pt>
                <c:pt idx="1160">
                  <c:v>1.48</c:v>
                </c:pt>
                <c:pt idx="1161">
                  <c:v>1.48</c:v>
                </c:pt>
                <c:pt idx="1162">
                  <c:v>1.48</c:v>
                </c:pt>
                <c:pt idx="1163">
                  <c:v>1.48</c:v>
                </c:pt>
                <c:pt idx="1164">
                  <c:v>1.48</c:v>
                </c:pt>
                <c:pt idx="1165">
                  <c:v>1.48</c:v>
                </c:pt>
                <c:pt idx="1166">
                  <c:v>1.48</c:v>
                </c:pt>
                <c:pt idx="1167">
                  <c:v>1.48</c:v>
                </c:pt>
                <c:pt idx="1168">
                  <c:v>1.48</c:v>
                </c:pt>
                <c:pt idx="1169">
                  <c:v>1.48</c:v>
                </c:pt>
                <c:pt idx="1170">
                  <c:v>1.48</c:v>
                </c:pt>
                <c:pt idx="1171">
                  <c:v>1.48</c:v>
                </c:pt>
                <c:pt idx="1172">
                  <c:v>1.48</c:v>
                </c:pt>
                <c:pt idx="1173">
                  <c:v>1.48</c:v>
                </c:pt>
                <c:pt idx="1174">
                  <c:v>1.48</c:v>
                </c:pt>
                <c:pt idx="1175">
                  <c:v>1.48</c:v>
                </c:pt>
                <c:pt idx="1176">
                  <c:v>1.48</c:v>
                </c:pt>
                <c:pt idx="1177">
                  <c:v>1.48</c:v>
                </c:pt>
                <c:pt idx="1178">
                  <c:v>1.48</c:v>
                </c:pt>
                <c:pt idx="1179">
                  <c:v>1.48</c:v>
                </c:pt>
                <c:pt idx="1180">
                  <c:v>1.48</c:v>
                </c:pt>
                <c:pt idx="1181">
                  <c:v>1.48</c:v>
                </c:pt>
                <c:pt idx="1182">
                  <c:v>1.48</c:v>
                </c:pt>
                <c:pt idx="1183">
                  <c:v>1.48</c:v>
                </c:pt>
                <c:pt idx="1184">
                  <c:v>1.48</c:v>
                </c:pt>
                <c:pt idx="1185">
                  <c:v>1.48</c:v>
                </c:pt>
                <c:pt idx="1186">
                  <c:v>1.48</c:v>
                </c:pt>
                <c:pt idx="1187">
                  <c:v>1.48</c:v>
                </c:pt>
                <c:pt idx="1188">
                  <c:v>1.48</c:v>
                </c:pt>
                <c:pt idx="1189">
                  <c:v>1.48</c:v>
                </c:pt>
                <c:pt idx="1190">
                  <c:v>1.48</c:v>
                </c:pt>
                <c:pt idx="1191">
                  <c:v>1.48</c:v>
                </c:pt>
                <c:pt idx="1192">
                  <c:v>1.48</c:v>
                </c:pt>
                <c:pt idx="1193">
                  <c:v>1.48</c:v>
                </c:pt>
                <c:pt idx="1194">
                  <c:v>1.48</c:v>
                </c:pt>
                <c:pt idx="1195">
                  <c:v>1.48</c:v>
                </c:pt>
                <c:pt idx="1196">
                  <c:v>1.48</c:v>
                </c:pt>
                <c:pt idx="1197">
                  <c:v>1.48</c:v>
                </c:pt>
                <c:pt idx="1198">
                  <c:v>1.48</c:v>
                </c:pt>
                <c:pt idx="1199">
                  <c:v>1.48</c:v>
                </c:pt>
                <c:pt idx="1200">
                  <c:v>1.48</c:v>
                </c:pt>
                <c:pt idx="1201">
                  <c:v>1.48</c:v>
                </c:pt>
                <c:pt idx="1202">
                  <c:v>1.48</c:v>
                </c:pt>
                <c:pt idx="1203">
                  <c:v>1.48</c:v>
                </c:pt>
                <c:pt idx="1204">
                  <c:v>1.48</c:v>
                </c:pt>
                <c:pt idx="1205">
                  <c:v>1.48</c:v>
                </c:pt>
                <c:pt idx="1206">
                  <c:v>1.48</c:v>
                </c:pt>
                <c:pt idx="1207">
                  <c:v>1.48</c:v>
                </c:pt>
                <c:pt idx="1208">
                  <c:v>1.48</c:v>
                </c:pt>
                <c:pt idx="1209">
                  <c:v>1.48</c:v>
                </c:pt>
                <c:pt idx="1210">
                  <c:v>1.48</c:v>
                </c:pt>
                <c:pt idx="1211">
                  <c:v>1.48</c:v>
                </c:pt>
                <c:pt idx="1212">
                  <c:v>1.48</c:v>
                </c:pt>
                <c:pt idx="1213">
                  <c:v>1.48</c:v>
                </c:pt>
                <c:pt idx="1214">
                  <c:v>1.48</c:v>
                </c:pt>
                <c:pt idx="1215">
                  <c:v>1.48</c:v>
                </c:pt>
                <c:pt idx="1216">
                  <c:v>1.48</c:v>
                </c:pt>
                <c:pt idx="1217">
                  <c:v>1.48</c:v>
                </c:pt>
                <c:pt idx="1218">
                  <c:v>1.48</c:v>
                </c:pt>
                <c:pt idx="1219">
                  <c:v>1.48</c:v>
                </c:pt>
                <c:pt idx="1220">
                  <c:v>1.48</c:v>
                </c:pt>
                <c:pt idx="1221">
                  <c:v>1.48</c:v>
                </c:pt>
                <c:pt idx="1222">
                  <c:v>1.48</c:v>
                </c:pt>
                <c:pt idx="1223">
                  <c:v>1.48</c:v>
                </c:pt>
                <c:pt idx="1224">
                  <c:v>1.48</c:v>
                </c:pt>
                <c:pt idx="1225">
                  <c:v>1.48</c:v>
                </c:pt>
                <c:pt idx="1226">
                  <c:v>1.48</c:v>
                </c:pt>
                <c:pt idx="1227">
                  <c:v>1.48</c:v>
                </c:pt>
                <c:pt idx="1228">
                  <c:v>1.48</c:v>
                </c:pt>
                <c:pt idx="1229">
                  <c:v>1.48</c:v>
                </c:pt>
                <c:pt idx="1230">
                  <c:v>1.48</c:v>
                </c:pt>
                <c:pt idx="1231">
                  <c:v>1.48</c:v>
                </c:pt>
                <c:pt idx="1232">
                  <c:v>1.48</c:v>
                </c:pt>
                <c:pt idx="1233">
                  <c:v>1.48</c:v>
                </c:pt>
                <c:pt idx="1234">
                  <c:v>1.48</c:v>
                </c:pt>
                <c:pt idx="1235">
                  <c:v>1.48</c:v>
                </c:pt>
                <c:pt idx="1236">
                  <c:v>1.48</c:v>
                </c:pt>
                <c:pt idx="1237">
                  <c:v>1.48</c:v>
                </c:pt>
                <c:pt idx="1238">
                  <c:v>1.48</c:v>
                </c:pt>
                <c:pt idx="1239">
                  <c:v>1.48</c:v>
                </c:pt>
                <c:pt idx="1240">
                  <c:v>1.48</c:v>
                </c:pt>
                <c:pt idx="1241">
                  <c:v>1.48</c:v>
                </c:pt>
                <c:pt idx="1242">
                  <c:v>1.48</c:v>
                </c:pt>
                <c:pt idx="1243">
                  <c:v>1.48</c:v>
                </c:pt>
                <c:pt idx="1244">
                  <c:v>1.48</c:v>
                </c:pt>
                <c:pt idx="1245">
                  <c:v>1.48</c:v>
                </c:pt>
                <c:pt idx="1246">
                  <c:v>1.48</c:v>
                </c:pt>
                <c:pt idx="1247">
                  <c:v>1.48</c:v>
                </c:pt>
                <c:pt idx="1248">
                  <c:v>1.48</c:v>
                </c:pt>
                <c:pt idx="1249">
                  <c:v>1.48</c:v>
                </c:pt>
                <c:pt idx="1250">
                  <c:v>1.48</c:v>
                </c:pt>
                <c:pt idx="1251">
                  <c:v>1.48</c:v>
                </c:pt>
                <c:pt idx="1252">
                  <c:v>1.48</c:v>
                </c:pt>
                <c:pt idx="1253">
                  <c:v>1.48</c:v>
                </c:pt>
                <c:pt idx="1254">
                  <c:v>1.48</c:v>
                </c:pt>
                <c:pt idx="1255">
                  <c:v>1.48</c:v>
                </c:pt>
                <c:pt idx="1256">
                  <c:v>1.48</c:v>
                </c:pt>
                <c:pt idx="1257">
                  <c:v>1.48</c:v>
                </c:pt>
                <c:pt idx="1258">
                  <c:v>1.48</c:v>
                </c:pt>
                <c:pt idx="1259">
                  <c:v>1.48</c:v>
                </c:pt>
                <c:pt idx="1260">
                  <c:v>1.48</c:v>
                </c:pt>
                <c:pt idx="1261">
                  <c:v>1.48</c:v>
                </c:pt>
                <c:pt idx="1262">
                  <c:v>1.48</c:v>
                </c:pt>
                <c:pt idx="1263">
                  <c:v>1.48</c:v>
                </c:pt>
                <c:pt idx="1264">
                  <c:v>1.48</c:v>
                </c:pt>
                <c:pt idx="1265">
                  <c:v>1.48</c:v>
                </c:pt>
                <c:pt idx="1266">
                  <c:v>1.48</c:v>
                </c:pt>
                <c:pt idx="1267">
                  <c:v>1.48</c:v>
                </c:pt>
                <c:pt idx="1268">
                  <c:v>1.48</c:v>
                </c:pt>
                <c:pt idx="1269">
                  <c:v>1.48</c:v>
                </c:pt>
                <c:pt idx="1270">
                  <c:v>1.48</c:v>
                </c:pt>
                <c:pt idx="1271">
                  <c:v>1.48</c:v>
                </c:pt>
                <c:pt idx="1272">
                  <c:v>1.48</c:v>
                </c:pt>
                <c:pt idx="1273">
                  <c:v>1.48</c:v>
                </c:pt>
                <c:pt idx="1274">
                  <c:v>1.48</c:v>
                </c:pt>
                <c:pt idx="1275">
                  <c:v>1.48</c:v>
                </c:pt>
                <c:pt idx="1276">
                  <c:v>1.48</c:v>
                </c:pt>
                <c:pt idx="1277">
                  <c:v>1.48</c:v>
                </c:pt>
                <c:pt idx="1278">
                  <c:v>1.48</c:v>
                </c:pt>
                <c:pt idx="1279">
                  <c:v>1.48</c:v>
                </c:pt>
                <c:pt idx="1280">
                  <c:v>1.48</c:v>
                </c:pt>
                <c:pt idx="1281">
                  <c:v>1.48</c:v>
                </c:pt>
                <c:pt idx="1282">
                  <c:v>1.48</c:v>
                </c:pt>
                <c:pt idx="1283">
                  <c:v>1.48</c:v>
                </c:pt>
                <c:pt idx="1284">
                  <c:v>1.48</c:v>
                </c:pt>
                <c:pt idx="1285">
                  <c:v>1.48</c:v>
                </c:pt>
                <c:pt idx="1286">
                  <c:v>1.48</c:v>
                </c:pt>
                <c:pt idx="1287">
                  <c:v>1.48</c:v>
                </c:pt>
                <c:pt idx="1288">
                  <c:v>1.48</c:v>
                </c:pt>
                <c:pt idx="1289">
                  <c:v>1.48</c:v>
                </c:pt>
                <c:pt idx="1290">
                  <c:v>1.48</c:v>
                </c:pt>
                <c:pt idx="1291">
                  <c:v>1.48</c:v>
                </c:pt>
                <c:pt idx="1292">
                  <c:v>1.48</c:v>
                </c:pt>
                <c:pt idx="1293">
                  <c:v>1.48</c:v>
                </c:pt>
                <c:pt idx="1294">
                  <c:v>1.48</c:v>
                </c:pt>
                <c:pt idx="1295">
                  <c:v>1.48</c:v>
                </c:pt>
                <c:pt idx="1296">
                  <c:v>1.48</c:v>
                </c:pt>
                <c:pt idx="1297">
                  <c:v>1.48</c:v>
                </c:pt>
                <c:pt idx="1298">
                  <c:v>1.48</c:v>
                </c:pt>
                <c:pt idx="1299">
                  <c:v>1.48</c:v>
                </c:pt>
                <c:pt idx="1300">
                  <c:v>1.48</c:v>
                </c:pt>
                <c:pt idx="1301">
                  <c:v>1.48</c:v>
                </c:pt>
                <c:pt idx="1302">
                  <c:v>1.48</c:v>
                </c:pt>
                <c:pt idx="1303">
                  <c:v>1.48</c:v>
                </c:pt>
                <c:pt idx="1304">
                  <c:v>1.48</c:v>
                </c:pt>
                <c:pt idx="1305">
                  <c:v>1.48</c:v>
                </c:pt>
                <c:pt idx="1306">
                  <c:v>1.48</c:v>
                </c:pt>
                <c:pt idx="1307">
                  <c:v>1.48</c:v>
                </c:pt>
                <c:pt idx="1308">
                  <c:v>1.48</c:v>
                </c:pt>
                <c:pt idx="1309">
                  <c:v>1.48</c:v>
                </c:pt>
                <c:pt idx="1310">
                  <c:v>1.48</c:v>
                </c:pt>
                <c:pt idx="1311">
                  <c:v>1.48</c:v>
                </c:pt>
                <c:pt idx="1312">
                  <c:v>1.48</c:v>
                </c:pt>
                <c:pt idx="1313">
                  <c:v>1.48</c:v>
                </c:pt>
                <c:pt idx="1314">
                  <c:v>1.48</c:v>
                </c:pt>
                <c:pt idx="1315">
                  <c:v>1.48</c:v>
                </c:pt>
                <c:pt idx="1316">
                  <c:v>1.48</c:v>
                </c:pt>
                <c:pt idx="1317">
                  <c:v>1.48</c:v>
                </c:pt>
                <c:pt idx="1318">
                  <c:v>1.48</c:v>
                </c:pt>
                <c:pt idx="1319">
                  <c:v>1.48</c:v>
                </c:pt>
                <c:pt idx="1320">
                  <c:v>1.48</c:v>
                </c:pt>
                <c:pt idx="1321">
                  <c:v>1.48</c:v>
                </c:pt>
                <c:pt idx="1322">
                  <c:v>1.48</c:v>
                </c:pt>
                <c:pt idx="1323">
                  <c:v>1.48</c:v>
                </c:pt>
                <c:pt idx="1324">
                  <c:v>1.48</c:v>
                </c:pt>
                <c:pt idx="1325">
                  <c:v>1.48</c:v>
                </c:pt>
                <c:pt idx="1326">
                  <c:v>1.48</c:v>
                </c:pt>
                <c:pt idx="1327">
                  <c:v>1.48</c:v>
                </c:pt>
                <c:pt idx="1328">
                  <c:v>1.48</c:v>
                </c:pt>
                <c:pt idx="1329">
                  <c:v>1.48</c:v>
                </c:pt>
                <c:pt idx="1330">
                  <c:v>1.48</c:v>
                </c:pt>
                <c:pt idx="1331">
                  <c:v>1.48</c:v>
                </c:pt>
                <c:pt idx="1332">
                  <c:v>1.48</c:v>
                </c:pt>
                <c:pt idx="1333">
                  <c:v>1.48</c:v>
                </c:pt>
                <c:pt idx="1334">
                  <c:v>1.48</c:v>
                </c:pt>
                <c:pt idx="1335">
                  <c:v>1.48</c:v>
                </c:pt>
                <c:pt idx="1336">
                  <c:v>1.48</c:v>
                </c:pt>
                <c:pt idx="1337">
                  <c:v>1.48</c:v>
                </c:pt>
                <c:pt idx="1338">
                  <c:v>1.48</c:v>
                </c:pt>
                <c:pt idx="1339">
                  <c:v>1.48</c:v>
                </c:pt>
                <c:pt idx="1340">
                  <c:v>1.48</c:v>
                </c:pt>
                <c:pt idx="1341">
                  <c:v>1.48</c:v>
                </c:pt>
                <c:pt idx="1342">
                  <c:v>1.48</c:v>
                </c:pt>
                <c:pt idx="1343">
                  <c:v>1.48</c:v>
                </c:pt>
                <c:pt idx="1344">
                  <c:v>1.48</c:v>
                </c:pt>
                <c:pt idx="1345">
                  <c:v>1.48</c:v>
                </c:pt>
                <c:pt idx="1346">
                  <c:v>1.48</c:v>
                </c:pt>
                <c:pt idx="1347">
                  <c:v>1.48</c:v>
                </c:pt>
                <c:pt idx="1348">
                  <c:v>1.48</c:v>
                </c:pt>
                <c:pt idx="1349">
                  <c:v>1.48</c:v>
                </c:pt>
                <c:pt idx="1350">
                  <c:v>1.48</c:v>
                </c:pt>
                <c:pt idx="1351">
                  <c:v>1.48</c:v>
                </c:pt>
                <c:pt idx="1352">
                  <c:v>1.48</c:v>
                </c:pt>
                <c:pt idx="1353">
                  <c:v>1.48</c:v>
                </c:pt>
                <c:pt idx="1354">
                  <c:v>1.48</c:v>
                </c:pt>
                <c:pt idx="1355">
                  <c:v>1.48</c:v>
                </c:pt>
                <c:pt idx="1356">
                  <c:v>1.48</c:v>
                </c:pt>
                <c:pt idx="1357">
                  <c:v>1.48</c:v>
                </c:pt>
                <c:pt idx="1358">
                  <c:v>1.48</c:v>
                </c:pt>
                <c:pt idx="1359">
                  <c:v>1.48</c:v>
                </c:pt>
                <c:pt idx="1360">
                  <c:v>1.48</c:v>
                </c:pt>
                <c:pt idx="1361">
                  <c:v>1.48</c:v>
                </c:pt>
                <c:pt idx="1362">
                  <c:v>1.48</c:v>
                </c:pt>
                <c:pt idx="1363">
                  <c:v>1.48</c:v>
                </c:pt>
                <c:pt idx="1364">
                  <c:v>1.48</c:v>
                </c:pt>
                <c:pt idx="1365">
                  <c:v>1.48</c:v>
                </c:pt>
                <c:pt idx="1366">
                  <c:v>1.48</c:v>
                </c:pt>
                <c:pt idx="1367">
                  <c:v>1.48</c:v>
                </c:pt>
                <c:pt idx="1368">
                  <c:v>1.48</c:v>
                </c:pt>
                <c:pt idx="1369">
                  <c:v>1.48</c:v>
                </c:pt>
                <c:pt idx="1370">
                  <c:v>1.48</c:v>
                </c:pt>
                <c:pt idx="1371">
                  <c:v>1.48</c:v>
                </c:pt>
                <c:pt idx="1372">
                  <c:v>1.48</c:v>
                </c:pt>
                <c:pt idx="1373">
                  <c:v>1.48</c:v>
                </c:pt>
                <c:pt idx="1374">
                  <c:v>1.48</c:v>
                </c:pt>
                <c:pt idx="1375">
                  <c:v>1.48</c:v>
                </c:pt>
                <c:pt idx="1376">
                  <c:v>1.48</c:v>
                </c:pt>
                <c:pt idx="1377">
                  <c:v>1.48</c:v>
                </c:pt>
                <c:pt idx="1378">
                  <c:v>1.48</c:v>
                </c:pt>
                <c:pt idx="1379">
                  <c:v>1.48</c:v>
                </c:pt>
                <c:pt idx="1380">
                  <c:v>1.48</c:v>
                </c:pt>
                <c:pt idx="1381">
                  <c:v>1.48</c:v>
                </c:pt>
                <c:pt idx="1382">
                  <c:v>1.48</c:v>
                </c:pt>
                <c:pt idx="1383">
                  <c:v>1.48</c:v>
                </c:pt>
                <c:pt idx="1384">
                  <c:v>1.48</c:v>
                </c:pt>
                <c:pt idx="1385">
                  <c:v>1.48</c:v>
                </c:pt>
                <c:pt idx="1386">
                  <c:v>1.48</c:v>
                </c:pt>
                <c:pt idx="1387">
                  <c:v>1.48</c:v>
                </c:pt>
                <c:pt idx="1388">
                  <c:v>1.48</c:v>
                </c:pt>
                <c:pt idx="1389">
                  <c:v>1.48</c:v>
                </c:pt>
                <c:pt idx="1390">
                  <c:v>1.48</c:v>
                </c:pt>
                <c:pt idx="1391">
                  <c:v>1.48</c:v>
                </c:pt>
                <c:pt idx="1392">
                  <c:v>1.48</c:v>
                </c:pt>
                <c:pt idx="1393">
                  <c:v>1.48</c:v>
                </c:pt>
                <c:pt idx="1394">
                  <c:v>1.48</c:v>
                </c:pt>
                <c:pt idx="1395">
                  <c:v>1.48</c:v>
                </c:pt>
                <c:pt idx="1396">
                  <c:v>1.48</c:v>
                </c:pt>
                <c:pt idx="1397">
                  <c:v>1.48</c:v>
                </c:pt>
                <c:pt idx="1398">
                  <c:v>1.48</c:v>
                </c:pt>
                <c:pt idx="1399">
                  <c:v>1.48</c:v>
                </c:pt>
                <c:pt idx="1400">
                  <c:v>1.48</c:v>
                </c:pt>
                <c:pt idx="1401">
                  <c:v>1.48</c:v>
                </c:pt>
                <c:pt idx="1402">
                  <c:v>1.48</c:v>
                </c:pt>
                <c:pt idx="1403">
                  <c:v>1.48</c:v>
                </c:pt>
                <c:pt idx="1404">
                  <c:v>1.48</c:v>
                </c:pt>
                <c:pt idx="1405">
                  <c:v>1.48</c:v>
                </c:pt>
                <c:pt idx="1406">
                  <c:v>1.48</c:v>
                </c:pt>
                <c:pt idx="1407">
                  <c:v>1.48</c:v>
                </c:pt>
                <c:pt idx="1408">
                  <c:v>1.48</c:v>
                </c:pt>
                <c:pt idx="1409">
                  <c:v>1.48</c:v>
                </c:pt>
                <c:pt idx="1410">
                  <c:v>1.48</c:v>
                </c:pt>
                <c:pt idx="1411">
                  <c:v>1.48</c:v>
                </c:pt>
                <c:pt idx="1412">
                  <c:v>1.48</c:v>
                </c:pt>
                <c:pt idx="1413">
                  <c:v>1.48</c:v>
                </c:pt>
                <c:pt idx="1414">
                  <c:v>1.48</c:v>
                </c:pt>
                <c:pt idx="1415">
                  <c:v>1.48</c:v>
                </c:pt>
                <c:pt idx="1416">
                  <c:v>1.48</c:v>
                </c:pt>
                <c:pt idx="1417">
                  <c:v>1.48</c:v>
                </c:pt>
                <c:pt idx="1418">
                  <c:v>1.48</c:v>
                </c:pt>
                <c:pt idx="1419">
                  <c:v>1.48</c:v>
                </c:pt>
                <c:pt idx="1420">
                  <c:v>1.48</c:v>
                </c:pt>
                <c:pt idx="1421">
                  <c:v>1.48</c:v>
                </c:pt>
                <c:pt idx="1422">
                  <c:v>1.48</c:v>
                </c:pt>
                <c:pt idx="1423">
                  <c:v>1.48</c:v>
                </c:pt>
                <c:pt idx="1424">
                  <c:v>1.48</c:v>
                </c:pt>
                <c:pt idx="1425">
                  <c:v>1.48</c:v>
                </c:pt>
                <c:pt idx="1426">
                  <c:v>1.48</c:v>
                </c:pt>
                <c:pt idx="1427">
                  <c:v>1.48</c:v>
                </c:pt>
                <c:pt idx="1428">
                  <c:v>1.48</c:v>
                </c:pt>
                <c:pt idx="1429">
                  <c:v>1.48</c:v>
                </c:pt>
                <c:pt idx="1430">
                  <c:v>1.48</c:v>
                </c:pt>
                <c:pt idx="1431">
                  <c:v>1.48</c:v>
                </c:pt>
                <c:pt idx="1432">
                  <c:v>1.48</c:v>
                </c:pt>
                <c:pt idx="1433">
                  <c:v>1.48</c:v>
                </c:pt>
                <c:pt idx="1434">
                  <c:v>1.48</c:v>
                </c:pt>
                <c:pt idx="1435">
                  <c:v>1.48</c:v>
                </c:pt>
                <c:pt idx="1436">
                  <c:v>1.48</c:v>
                </c:pt>
                <c:pt idx="1437">
                  <c:v>1.48</c:v>
                </c:pt>
                <c:pt idx="1438">
                  <c:v>1.48</c:v>
                </c:pt>
                <c:pt idx="1439">
                  <c:v>1.48</c:v>
                </c:pt>
                <c:pt idx="1440">
                  <c:v>1.48</c:v>
                </c:pt>
                <c:pt idx="1441">
                  <c:v>1.48</c:v>
                </c:pt>
                <c:pt idx="1442">
                  <c:v>1.48</c:v>
                </c:pt>
                <c:pt idx="1443">
                  <c:v>1.48</c:v>
                </c:pt>
                <c:pt idx="1444">
                  <c:v>1.48</c:v>
                </c:pt>
                <c:pt idx="1445">
                  <c:v>1.48</c:v>
                </c:pt>
                <c:pt idx="1446">
                  <c:v>1.48</c:v>
                </c:pt>
                <c:pt idx="1447">
                  <c:v>1.48</c:v>
                </c:pt>
                <c:pt idx="1448">
                  <c:v>1.48</c:v>
                </c:pt>
                <c:pt idx="1449">
                  <c:v>1.48</c:v>
                </c:pt>
                <c:pt idx="1450">
                  <c:v>1.48</c:v>
                </c:pt>
                <c:pt idx="1451">
                  <c:v>1.48</c:v>
                </c:pt>
                <c:pt idx="1452">
                  <c:v>1.48</c:v>
                </c:pt>
                <c:pt idx="1453">
                  <c:v>1.48</c:v>
                </c:pt>
                <c:pt idx="1454">
                  <c:v>1.48</c:v>
                </c:pt>
                <c:pt idx="1455">
                  <c:v>1.48</c:v>
                </c:pt>
                <c:pt idx="1456">
                  <c:v>1.48</c:v>
                </c:pt>
                <c:pt idx="1457">
                  <c:v>1.48</c:v>
                </c:pt>
                <c:pt idx="1458">
                  <c:v>1.48</c:v>
                </c:pt>
                <c:pt idx="1459">
                  <c:v>1.48</c:v>
                </c:pt>
                <c:pt idx="1460">
                  <c:v>1.48</c:v>
                </c:pt>
                <c:pt idx="1461">
                  <c:v>1.48</c:v>
                </c:pt>
                <c:pt idx="1462">
                  <c:v>1.48</c:v>
                </c:pt>
                <c:pt idx="1463">
                  <c:v>1.48</c:v>
                </c:pt>
                <c:pt idx="1464">
                  <c:v>1.48</c:v>
                </c:pt>
                <c:pt idx="1465">
                  <c:v>1.48</c:v>
                </c:pt>
                <c:pt idx="1466">
                  <c:v>1.48</c:v>
                </c:pt>
                <c:pt idx="1467">
                  <c:v>1.48</c:v>
                </c:pt>
                <c:pt idx="1468">
                  <c:v>1.48</c:v>
                </c:pt>
                <c:pt idx="1469">
                  <c:v>1.48</c:v>
                </c:pt>
                <c:pt idx="1470">
                  <c:v>1.48</c:v>
                </c:pt>
                <c:pt idx="1471">
                  <c:v>1.48</c:v>
                </c:pt>
                <c:pt idx="1472">
                  <c:v>1.48</c:v>
                </c:pt>
                <c:pt idx="1473">
                  <c:v>1.48</c:v>
                </c:pt>
                <c:pt idx="1474">
                  <c:v>1.48</c:v>
                </c:pt>
                <c:pt idx="1475">
                  <c:v>1.48</c:v>
                </c:pt>
                <c:pt idx="1476">
                  <c:v>1.48</c:v>
                </c:pt>
                <c:pt idx="1477">
                  <c:v>1.48</c:v>
                </c:pt>
                <c:pt idx="1478">
                  <c:v>1.48</c:v>
                </c:pt>
                <c:pt idx="1479">
                  <c:v>1.48</c:v>
                </c:pt>
                <c:pt idx="1480">
                  <c:v>1.48</c:v>
                </c:pt>
                <c:pt idx="1481">
                  <c:v>1.48</c:v>
                </c:pt>
                <c:pt idx="1482">
                  <c:v>1.48</c:v>
                </c:pt>
                <c:pt idx="1483">
                  <c:v>1.48</c:v>
                </c:pt>
                <c:pt idx="1484">
                  <c:v>1.48</c:v>
                </c:pt>
                <c:pt idx="1485">
                  <c:v>1.48</c:v>
                </c:pt>
                <c:pt idx="1486">
                  <c:v>1.48</c:v>
                </c:pt>
                <c:pt idx="1487">
                  <c:v>1.48</c:v>
                </c:pt>
                <c:pt idx="1488">
                  <c:v>1.48</c:v>
                </c:pt>
                <c:pt idx="1489">
                  <c:v>1.48</c:v>
                </c:pt>
                <c:pt idx="1490">
                  <c:v>1.48</c:v>
                </c:pt>
                <c:pt idx="1491">
                  <c:v>1.48</c:v>
                </c:pt>
                <c:pt idx="1492">
                  <c:v>1.48</c:v>
                </c:pt>
                <c:pt idx="1493">
                  <c:v>1.48</c:v>
                </c:pt>
                <c:pt idx="1494">
                  <c:v>1.48</c:v>
                </c:pt>
                <c:pt idx="1495">
                  <c:v>1.48</c:v>
                </c:pt>
                <c:pt idx="1496">
                  <c:v>1.48</c:v>
                </c:pt>
                <c:pt idx="1497">
                  <c:v>1.48</c:v>
                </c:pt>
                <c:pt idx="1498">
                  <c:v>1.48</c:v>
                </c:pt>
                <c:pt idx="1499">
                  <c:v>1.48</c:v>
                </c:pt>
                <c:pt idx="1500">
                  <c:v>1.48</c:v>
                </c:pt>
                <c:pt idx="1501">
                  <c:v>1.48</c:v>
                </c:pt>
                <c:pt idx="1502">
                  <c:v>1.48</c:v>
                </c:pt>
                <c:pt idx="1503">
                  <c:v>1.48</c:v>
                </c:pt>
                <c:pt idx="1504">
                  <c:v>1.48</c:v>
                </c:pt>
                <c:pt idx="1505">
                  <c:v>1.48</c:v>
                </c:pt>
                <c:pt idx="1506">
                  <c:v>1.48</c:v>
                </c:pt>
                <c:pt idx="1507">
                  <c:v>1.48</c:v>
                </c:pt>
                <c:pt idx="1508">
                  <c:v>1.48</c:v>
                </c:pt>
                <c:pt idx="1509">
                  <c:v>1.48</c:v>
                </c:pt>
                <c:pt idx="1510">
                  <c:v>1.48</c:v>
                </c:pt>
                <c:pt idx="1511">
                  <c:v>1.48</c:v>
                </c:pt>
                <c:pt idx="1512">
                  <c:v>1.48</c:v>
                </c:pt>
                <c:pt idx="1513">
                  <c:v>1.48</c:v>
                </c:pt>
                <c:pt idx="1514">
                  <c:v>1.48</c:v>
                </c:pt>
                <c:pt idx="1515">
                  <c:v>1.48</c:v>
                </c:pt>
                <c:pt idx="1516">
                  <c:v>1.48</c:v>
                </c:pt>
                <c:pt idx="1517">
                  <c:v>1.48</c:v>
                </c:pt>
                <c:pt idx="1518">
                  <c:v>1.48</c:v>
                </c:pt>
                <c:pt idx="1519">
                  <c:v>1.48</c:v>
                </c:pt>
                <c:pt idx="1520">
                  <c:v>1.48</c:v>
                </c:pt>
                <c:pt idx="1521">
                  <c:v>1.48</c:v>
                </c:pt>
                <c:pt idx="1522">
                  <c:v>1.48</c:v>
                </c:pt>
                <c:pt idx="1523">
                  <c:v>1.48</c:v>
                </c:pt>
                <c:pt idx="1524">
                  <c:v>1.48</c:v>
                </c:pt>
                <c:pt idx="1525">
                  <c:v>1.48</c:v>
                </c:pt>
                <c:pt idx="1526">
                  <c:v>1.48</c:v>
                </c:pt>
                <c:pt idx="1527">
                  <c:v>1.48</c:v>
                </c:pt>
                <c:pt idx="1528">
                  <c:v>1.48</c:v>
                </c:pt>
                <c:pt idx="1529">
                  <c:v>1.48</c:v>
                </c:pt>
                <c:pt idx="1530">
                  <c:v>1.48</c:v>
                </c:pt>
                <c:pt idx="1531">
                  <c:v>1.48</c:v>
                </c:pt>
                <c:pt idx="1532">
                  <c:v>1.48</c:v>
                </c:pt>
                <c:pt idx="1533">
                  <c:v>1.48</c:v>
                </c:pt>
                <c:pt idx="1534">
                  <c:v>1.48</c:v>
                </c:pt>
                <c:pt idx="1535">
                  <c:v>1.48</c:v>
                </c:pt>
                <c:pt idx="1536">
                  <c:v>1.48</c:v>
                </c:pt>
                <c:pt idx="1537">
                  <c:v>1.48</c:v>
                </c:pt>
                <c:pt idx="1538">
                  <c:v>1.48</c:v>
                </c:pt>
                <c:pt idx="1539">
                  <c:v>1.48</c:v>
                </c:pt>
                <c:pt idx="1540">
                  <c:v>1.48</c:v>
                </c:pt>
                <c:pt idx="1541">
                  <c:v>1.48</c:v>
                </c:pt>
                <c:pt idx="1542">
                  <c:v>1.48</c:v>
                </c:pt>
                <c:pt idx="1543">
                  <c:v>1.48</c:v>
                </c:pt>
                <c:pt idx="1544">
                  <c:v>1.48</c:v>
                </c:pt>
                <c:pt idx="1545">
                  <c:v>1.48</c:v>
                </c:pt>
                <c:pt idx="1546">
                  <c:v>1.48</c:v>
                </c:pt>
                <c:pt idx="1547">
                  <c:v>1.48</c:v>
                </c:pt>
                <c:pt idx="1548">
                  <c:v>1.48</c:v>
                </c:pt>
                <c:pt idx="1549">
                  <c:v>1.48</c:v>
                </c:pt>
                <c:pt idx="1550">
                  <c:v>1.48</c:v>
                </c:pt>
                <c:pt idx="1551">
                  <c:v>1.48</c:v>
                </c:pt>
                <c:pt idx="1552">
                  <c:v>1.48</c:v>
                </c:pt>
                <c:pt idx="1553">
                  <c:v>1.48</c:v>
                </c:pt>
                <c:pt idx="1554">
                  <c:v>1.48</c:v>
                </c:pt>
                <c:pt idx="1555">
                  <c:v>1.48</c:v>
                </c:pt>
                <c:pt idx="1556">
                  <c:v>1.48</c:v>
                </c:pt>
                <c:pt idx="1557">
                  <c:v>1.48</c:v>
                </c:pt>
                <c:pt idx="1558">
                  <c:v>1.48</c:v>
                </c:pt>
                <c:pt idx="1559">
                  <c:v>1.48</c:v>
                </c:pt>
                <c:pt idx="1560">
                  <c:v>1.48</c:v>
                </c:pt>
                <c:pt idx="1561">
                  <c:v>1.48</c:v>
                </c:pt>
                <c:pt idx="1562">
                  <c:v>1.48</c:v>
                </c:pt>
                <c:pt idx="1563">
                  <c:v>1.48</c:v>
                </c:pt>
                <c:pt idx="1564">
                  <c:v>1.48</c:v>
                </c:pt>
                <c:pt idx="1565">
                  <c:v>1.48</c:v>
                </c:pt>
                <c:pt idx="1566">
                  <c:v>1.48</c:v>
                </c:pt>
                <c:pt idx="1567">
                  <c:v>1.48</c:v>
                </c:pt>
                <c:pt idx="1568">
                  <c:v>1.48</c:v>
                </c:pt>
                <c:pt idx="1569">
                  <c:v>1.48</c:v>
                </c:pt>
                <c:pt idx="1570">
                  <c:v>1.48</c:v>
                </c:pt>
                <c:pt idx="1571">
                  <c:v>1.48</c:v>
                </c:pt>
                <c:pt idx="1572">
                  <c:v>1.48</c:v>
                </c:pt>
                <c:pt idx="1573">
                  <c:v>1.48</c:v>
                </c:pt>
                <c:pt idx="1574">
                  <c:v>1.48</c:v>
                </c:pt>
                <c:pt idx="1575">
                  <c:v>1.48</c:v>
                </c:pt>
                <c:pt idx="1576">
                  <c:v>1.48</c:v>
                </c:pt>
                <c:pt idx="1577">
                  <c:v>1.48</c:v>
                </c:pt>
                <c:pt idx="1578">
                  <c:v>1.48</c:v>
                </c:pt>
                <c:pt idx="1579">
                  <c:v>1.48</c:v>
                </c:pt>
                <c:pt idx="1580">
                  <c:v>1.48</c:v>
                </c:pt>
                <c:pt idx="1581">
                  <c:v>1.48</c:v>
                </c:pt>
                <c:pt idx="1582">
                  <c:v>1.48</c:v>
                </c:pt>
                <c:pt idx="1583">
                  <c:v>1.48</c:v>
                </c:pt>
                <c:pt idx="1584">
                  <c:v>1.48</c:v>
                </c:pt>
                <c:pt idx="1585">
                  <c:v>1.48</c:v>
                </c:pt>
                <c:pt idx="1586">
                  <c:v>1.48</c:v>
                </c:pt>
                <c:pt idx="1587">
                  <c:v>1.48</c:v>
                </c:pt>
                <c:pt idx="1588">
                  <c:v>1.48</c:v>
                </c:pt>
                <c:pt idx="1589">
                  <c:v>1.48</c:v>
                </c:pt>
                <c:pt idx="1590">
                  <c:v>1.48</c:v>
                </c:pt>
                <c:pt idx="1591">
                  <c:v>1.48</c:v>
                </c:pt>
                <c:pt idx="1592">
                  <c:v>1.48</c:v>
                </c:pt>
                <c:pt idx="1593">
                  <c:v>1.48</c:v>
                </c:pt>
                <c:pt idx="1594">
                  <c:v>1.48</c:v>
                </c:pt>
                <c:pt idx="1595">
                  <c:v>1.48</c:v>
                </c:pt>
                <c:pt idx="1596">
                  <c:v>1.48</c:v>
                </c:pt>
                <c:pt idx="1597">
                  <c:v>1.48</c:v>
                </c:pt>
                <c:pt idx="1598">
                  <c:v>1.48</c:v>
                </c:pt>
                <c:pt idx="1599">
                  <c:v>1.48</c:v>
                </c:pt>
                <c:pt idx="1600">
                  <c:v>1.48</c:v>
                </c:pt>
                <c:pt idx="1601">
                  <c:v>1.48</c:v>
                </c:pt>
                <c:pt idx="1602">
                  <c:v>1.48</c:v>
                </c:pt>
                <c:pt idx="1603">
                  <c:v>1.48</c:v>
                </c:pt>
                <c:pt idx="1604">
                  <c:v>1.48</c:v>
                </c:pt>
                <c:pt idx="1605">
                  <c:v>1.48</c:v>
                </c:pt>
                <c:pt idx="1606">
                  <c:v>1.48</c:v>
                </c:pt>
                <c:pt idx="1607">
                  <c:v>1.48</c:v>
                </c:pt>
                <c:pt idx="1608">
                  <c:v>1.48</c:v>
                </c:pt>
                <c:pt idx="1609">
                  <c:v>1.48</c:v>
                </c:pt>
                <c:pt idx="1610">
                  <c:v>1.48</c:v>
                </c:pt>
                <c:pt idx="1611">
                  <c:v>1.48</c:v>
                </c:pt>
                <c:pt idx="1612">
                  <c:v>1.48</c:v>
                </c:pt>
                <c:pt idx="1613">
                  <c:v>1.48</c:v>
                </c:pt>
                <c:pt idx="1614">
                  <c:v>1.48</c:v>
                </c:pt>
                <c:pt idx="1615">
                  <c:v>1.48</c:v>
                </c:pt>
                <c:pt idx="1616">
                  <c:v>1.48</c:v>
                </c:pt>
                <c:pt idx="1617">
                  <c:v>1.48</c:v>
                </c:pt>
                <c:pt idx="1618">
                  <c:v>1.48</c:v>
                </c:pt>
                <c:pt idx="1619">
                  <c:v>1.48</c:v>
                </c:pt>
                <c:pt idx="1620">
                  <c:v>1.48</c:v>
                </c:pt>
                <c:pt idx="1621">
                  <c:v>1.48</c:v>
                </c:pt>
                <c:pt idx="1622">
                  <c:v>1.48</c:v>
                </c:pt>
                <c:pt idx="1623">
                  <c:v>1.48</c:v>
                </c:pt>
                <c:pt idx="1624">
                  <c:v>1.48</c:v>
                </c:pt>
                <c:pt idx="1625">
                  <c:v>1.48</c:v>
                </c:pt>
                <c:pt idx="1626">
                  <c:v>1.48</c:v>
                </c:pt>
                <c:pt idx="1627">
                  <c:v>1.48</c:v>
                </c:pt>
                <c:pt idx="1628">
                  <c:v>1.48</c:v>
                </c:pt>
                <c:pt idx="1629">
                  <c:v>1.48</c:v>
                </c:pt>
                <c:pt idx="1630">
                  <c:v>1.48</c:v>
                </c:pt>
                <c:pt idx="1631">
                  <c:v>1.48</c:v>
                </c:pt>
                <c:pt idx="1632">
                  <c:v>1.48</c:v>
                </c:pt>
                <c:pt idx="1633">
                  <c:v>1.48</c:v>
                </c:pt>
                <c:pt idx="1634">
                  <c:v>1.48</c:v>
                </c:pt>
                <c:pt idx="1635">
                  <c:v>1.48</c:v>
                </c:pt>
                <c:pt idx="1636">
                  <c:v>1.48</c:v>
                </c:pt>
                <c:pt idx="1637">
                  <c:v>1.48</c:v>
                </c:pt>
                <c:pt idx="1638">
                  <c:v>1.48</c:v>
                </c:pt>
                <c:pt idx="1639">
                  <c:v>1.48</c:v>
                </c:pt>
                <c:pt idx="1640">
                  <c:v>1.48</c:v>
                </c:pt>
                <c:pt idx="1641">
                  <c:v>1.48</c:v>
                </c:pt>
                <c:pt idx="1642">
                  <c:v>1.48</c:v>
                </c:pt>
                <c:pt idx="1643">
                  <c:v>1.48</c:v>
                </c:pt>
                <c:pt idx="1644">
                  <c:v>1.48</c:v>
                </c:pt>
                <c:pt idx="1645">
                  <c:v>1.48</c:v>
                </c:pt>
                <c:pt idx="1646">
                  <c:v>1.48</c:v>
                </c:pt>
                <c:pt idx="1647">
                  <c:v>1.48</c:v>
                </c:pt>
                <c:pt idx="1648">
                  <c:v>1.48</c:v>
                </c:pt>
                <c:pt idx="1649">
                  <c:v>1.48</c:v>
                </c:pt>
                <c:pt idx="1650">
                  <c:v>1.48</c:v>
                </c:pt>
                <c:pt idx="1651">
                  <c:v>1.48</c:v>
                </c:pt>
                <c:pt idx="1652">
                  <c:v>1.48</c:v>
                </c:pt>
                <c:pt idx="1653">
                  <c:v>1.48</c:v>
                </c:pt>
                <c:pt idx="1654">
                  <c:v>1.48</c:v>
                </c:pt>
                <c:pt idx="1655">
                  <c:v>1.48</c:v>
                </c:pt>
                <c:pt idx="1656">
                  <c:v>1.48</c:v>
                </c:pt>
                <c:pt idx="1657">
                  <c:v>1.48</c:v>
                </c:pt>
                <c:pt idx="1658">
                  <c:v>1.48</c:v>
                </c:pt>
                <c:pt idx="1659">
                  <c:v>1.48</c:v>
                </c:pt>
                <c:pt idx="1660">
                  <c:v>1.48</c:v>
                </c:pt>
                <c:pt idx="1661">
                  <c:v>1.48</c:v>
                </c:pt>
                <c:pt idx="1662">
                  <c:v>1.48</c:v>
                </c:pt>
                <c:pt idx="1663">
                  <c:v>1.48</c:v>
                </c:pt>
                <c:pt idx="1664">
                  <c:v>1.48</c:v>
                </c:pt>
                <c:pt idx="1665">
                  <c:v>1.48</c:v>
                </c:pt>
                <c:pt idx="1666">
                  <c:v>1.48</c:v>
                </c:pt>
                <c:pt idx="1667">
                  <c:v>1.48</c:v>
                </c:pt>
                <c:pt idx="1668">
                  <c:v>1.48</c:v>
                </c:pt>
                <c:pt idx="1669">
                  <c:v>1.48</c:v>
                </c:pt>
                <c:pt idx="1670">
                  <c:v>1.48</c:v>
                </c:pt>
                <c:pt idx="1671">
                  <c:v>1.48</c:v>
                </c:pt>
                <c:pt idx="1672">
                  <c:v>1.48</c:v>
                </c:pt>
                <c:pt idx="1673">
                  <c:v>1.48</c:v>
                </c:pt>
                <c:pt idx="1674">
                  <c:v>1.48</c:v>
                </c:pt>
                <c:pt idx="1675">
                  <c:v>1.48</c:v>
                </c:pt>
                <c:pt idx="1676">
                  <c:v>1.48</c:v>
                </c:pt>
                <c:pt idx="1677">
                  <c:v>1.48</c:v>
                </c:pt>
                <c:pt idx="1678">
                  <c:v>1.48</c:v>
                </c:pt>
                <c:pt idx="1679">
                  <c:v>1.48</c:v>
                </c:pt>
                <c:pt idx="1680">
                  <c:v>1.48</c:v>
                </c:pt>
                <c:pt idx="1681">
                  <c:v>1.48</c:v>
                </c:pt>
                <c:pt idx="1682">
                  <c:v>1.48</c:v>
                </c:pt>
                <c:pt idx="1683">
                  <c:v>1.48</c:v>
                </c:pt>
                <c:pt idx="1684">
                  <c:v>1.48</c:v>
                </c:pt>
                <c:pt idx="1685">
                  <c:v>1.48</c:v>
                </c:pt>
                <c:pt idx="1686">
                  <c:v>1.48</c:v>
                </c:pt>
                <c:pt idx="1687">
                  <c:v>1.48</c:v>
                </c:pt>
                <c:pt idx="1688">
                  <c:v>1.48</c:v>
                </c:pt>
                <c:pt idx="1689">
                  <c:v>1.48</c:v>
                </c:pt>
                <c:pt idx="1690">
                  <c:v>1.48</c:v>
                </c:pt>
                <c:pt idx="1691">
                  <c:v>1.48</c:v>
                </c:pt>
                <c:pt idx="1692">
                  <c:v>1.48</c:v>
                </c:pt>
                <c:pt idx="1693">
                  <c:v>1.48</c:v>
                </c:pt>
                <c:pt idx="1694">
                  <c:v>1.48</c:v>
                </c:pt>
                <c:pt idx="1695">
                  <c:v>1.48</c:v>
                </c:pt>
                <c:pt idx="1696">
                  <c:v>1.48</c:v>
                </c:pt>
                <c:pt idx="1697">
                  <c:v>1.48</c:v>
                </c:pt>
                <c:pt idx="1698">
                  <c:v>1.48</c:v>
                </c:pt>
                <c:pt idx="1699">
                  <c:v>1.48</c:v>
                </c:pt>
                <c:pt idx="1700">
                  <c:v>1.48</c:v>
                </c:pt>
                <c:pt idx="1701">
                  <c:v>1.48</c:v>
                </c:pt>
                <c:pt idx="1702">
                  <c:v>1.48</c:v>
                </c:pt>
                <c:pt idx="1703">
                  <c:v>1.48</c:v>
                </c:pt>
                <c:pt idx="1704">
                  <c:v>1.48</c:v>
                </c:pt>
                <c:pt idx="1705">
                  <c:v>1.48</c:v>
                </c:pt>
                <c:pt idx="1706">
                  <c:v>1.48</c:v>
                </c:pt>
                <c:pt idx="1707">
                  <c:v>1.48</c:v>
                </c:pt>
                <c:pt idx="1708">
                  <c:v>1.48</c:v>
                </c:pt>
                <c:pt idx="1709">
                  <c:v>1.48</c:v>
                </c:pt>
                <c:pt idx="1710">
                  <c:v>1.48</c:v>
                </c:pt>
                <c:pt idx="1711">
                  <c:v>1.48</c:v>
                </c:pt>
                <c:pt idx="1712">
                  <c:v>1.48</c:v>
                </c:pt>
                <c:pt idx="1713">
                  <c:v>1.48</c:v>
                </c:pt>
                <c:pt idx="1714">
                  <c:v>1.48</c:v>
                </c:pt>
                <c:pt idx="1715">
                  <c:v>1.48</c:v>
                </c:pt>
                <c:pt idx="1716">
                  <c:v>1.48</c:v>
                </c:pt>
                <c:pt idx="1717">
                  <c:v>1.48</c:v>
                </c:pt>
                <c:pt idx="1718">
                  <c:v>1.48</c:v>
                </c:pt>
                <c:pt idx="1719">
                  <c:v>1.48</c:v>
                </c:pt>
                <c:pt idx="1720">
                  <c:v>1.48</c:v>
                </c:pt>
                <c:pt idx="1721">
                  <c:v>1.48</c:v>
                </c:pt>
                <c:pt idx="1722">
                  <c:v>1.48</c:v>
                </c:pt>
                <c:pt idx="1723">
                  <c:v>1.48</c:v>
                </c:pt>
                <c:pt idx="1724">
                  <c:v>1.48</c:v>
                </c:pt>
                <c:pt idx="1725">
                  <c:v>1.48</c:v>
                </c:pt>
                <c:pt idx="1726">
                  <c:v>1.48</c:v>
                </c:pt>
                <c:pt idx="1727">
                  <c:v>1.48</c:v>
                </c:pt>
                <c:pt idx="1728">
                  <c:v>1.48</c:v>
                </c:pt>
                <c:pt idx="1729">
                  <c:v>1.48</c:v>
                </c:pt>
                <c:pt idx="1730">
                  <c:v>1.48</c:v>
                </c:pt>
                <c:pt idx="1731">
                  <c:v>1.48</c:v>
                </c:pt>
                <c:pt idx="1732">
                  <c:v>1.48</c:v>
                </c:pt>
                <c:pt idx="1733">
                  <c:v>1.48</c:v>
                </c:pt>
                <c:pt idx="1734">
                  <c:v>1.48</c:v>
                </c:pt>
                <c:pt idx="1735">
                  <c:v>1.48</c:v>
                </c:pt>
                <c:pt idx="1736">
                  <c:v>1.48</c:v>
                </c:pt>
                <c:pt idx="1737">
                  <c:v>1.48</c:v>
                </c:pt>
                <c:pt idx="1738">
                  <c:v>1.48</c:v>
                </c:pt>
                <c:pt idx="1739">
                  <c:v>1.48</c:v>
                </c:pt>
                <c:pt idx="1740">
                  <c:v>1.48</c:v>
                </c:pt>
                <c:pt idx="1741">
                  <c:v>1.48</c:v>
                </c:pt>
                <c:pt idx="1742">
                  <c:v>1.48</c:v>
                </c:pt>
                <c:pt idx="1743">
                  <c:v>1.48</c:v>
                </c:pt>
                <c:pt idx="1744">
                  <c:v>1.48</c:v>
                </c:pt>
                <c:pt idx="1745">
                  <c:v>1.48</c:v>
                </c:pt>
                <c:pt idx="1746">
                  <c:v>1.48</c:v>
                </c:pt>
                <c:pt idx="1747">
                  <c:v>1.48</c:v>
                </c:pt>
                <c:pt idx="1748">
                  <c:v>1.48</c:v>
                </c:pt>
                <c:pt idx="1749">
                  <c:v>1.48</c:v>
                </c:pt>
                <c:pt idx="1750">
                  <c:v>1.48</c:v>
                </c:pt>
                <c:pt idx="1751">
                  <c:v>1.48</c:v>
                </c:pt>
                <c:pt idx="1752">
                  <c:v>1.48</c:v>
                </c:pt>
                <c:pt idx="1753">
                  <c:v>1.48</c:v>
                </c:pt>
                <c:pt idx="1754">
                  <c:v>1.48</c:v>
                </c:pt>
                <c:pt idx="1755">
                  <c:v>1.48</c:v>
                </c:pt>
                <c:pt idx="1756">
                  <c:v>1.48</c:v>
                </c:pt>
                <c:pt idx="1757">
                  <c:v>1.48</c:v>
                </c:pt>
                <c:pt idx="1758">
                  <c:v>1.48</c:v>
                </c:pt>
                <c:pt idx="1759">
                  <c:v>1.48</c:v>
                </c:pt>
                <c:pt idx="1760">
                  <c:v>1.48</c:v>
                </c:pt>
                <c:pt idx="1761">
                  <c:v>1.48</c:v>
                </c:pt>
                <c:pt idx="1762">
                  <c:v>1.48</c:v>
                </c:pt>
                <c:pt idx="1763">
                  <c:v>1.48</c:v>
                </c:pt>
                <c:pt idx="1764">
                  <c:v>1.48</c:v>
                </c:pt>
                <c:pt idx="1765">
                  <c:v>1.48</c:v>
                </c:pt>
                <c:pt idx="1766">
                  <c:v>1.48</c:v>
                </c:pt>
                <c:pt idx="1767">
                  <c:v>1.48</c:v>
                </c:pt>
                <c:pt idx="1768">
                  <c:v>1.48</c:v>
                </c:pt>
                <c:pt idx="1769">
                  <c:v>1.48</c:v>
                </c:pt>
                <c:pt idx="1770">
                  <c:v>1.48</c:v>
                </c:pt>
                <c:pt idx="1771">
                  <c:v>1.48</c:v>
                </c:pt>
                <c:pt idx="1772">
                  <c:v>1.48</c:v>
                </c:pt>
                <c:pt idx="1773">
                  <c:v>1.48</c:v>
                </c:pt>
                <c:pt idx="1774">
                  <c:v>1.48</c:v>
                </c:pt>
                <c:pt idx="1775">
                  <c:v>1.48</c:v>
                </c:pt>
                <c:pt idx="1776">
                  <c:v>1.48</c:v>
                </c:pt>
                <c:pt idx="1777">
                  <c:v>1.48</c:v>
                </c:pt>
                <c:pt idx="1778">
                  <c:v>1.48</c:v>
                </c:pt>
                <c:pt idx="1779">
                  <c:v>1.48</c:v>
                </c:pt>
                <c:pt idx="1780">
                  <c:v>1.48</c:v>
                </c:pt>
                <c:pt idx="1781">
                  <c:v>1.48</c:v>
                </c:pt>
                <c:pt idx="1782">
                  <c:v>1.48</c:v>
                </c:pt>
                <c:pt idx="1783">
                  <c:v>1.48</c:v>
                </c:pt>
                <c:pt idx="1784">
                  <c:v>1.48</c:v>
                </c:pt>
                <c:pt idx="1785">
                  <c:v>1.48</c:v>
                </c:pt>
                <c:pt idx="1786">
                  <c:v>1.48</c:v>
                </c:pt>
                <c:pt idx="1787">
                  <c:v>1.48</c:v>
                </c:pt>
                <c:pt idx="1788">
                  <c:v>1.48</c:v>
                </c:pt>
                <c:pt idx="1789">
                  <c:v>1.48</c:v>
                </c:pt>
                <c:pt idx="1790">
                  <c:v>1.48</c:v>
                </c:pt>
                <c:pt idx="1791">
                  <c:v>1.48</c:v>
                </c:pt>
                <c:pt idx="1792">
                  <c:v>1.48</c:v>
                </c:pt>
                <c:pt idx="1793">
                  <c:v>1.48</c:v>
                </c:pt>
                <c:pt idx="1794">
                  <c:v>1.48</c:v>
                </c:pt>
                <c:pt idx="1795">
                  <c:v>1.48</c:v>
                </c:pt>
                <c:pt idx="1796">
                  <c:v>1.48</c:v>
                </c:pt>
                <c:pt idx="1797">
                  <c:v>1.48</c:v>
                </c:pt>
                <c:pt idx="1798">
                  <c:v>1.48</c:v>
                </c:pt>
                <c:pt idx="1799">
                  <c:v>1.48</c:v>
                </c:pt>
                <c:pt idx="1800">
                  <c:v>1.48</c:v>
                </c:pt>
                <c:pt idx="1801">
                  <c:v>1.48</c:v>
                </c:pt>
                <c:pt idx="1802">
                  <c:v>1.48</c:v>
                </c:pt>
                <c:pt idx="1803">
                  <c:v>1.48</c:v>
                </c:pt>
                <c:pt idx="1804">
                  <c:v>1.48</c:v>
                </c:pt>
                <c:pt idx="1805">
                  <c:v>1.48</c:v>
                </c:pt>
                <c:pt idx="1806">
                  <c:v>1.48</c:v>
                </c:pt>
                <c:pt idx="1807">
                  <c:v>1.48</c:v>
                </c:pt>
                <c:pt idx="1808">
                  <c:v>1.48</c:v>
                </c:pt>
                <c:pt idx="1809">
                  <c:v>1.48</c:v>
                </c:pt>
                <c:pt idx="1810">
                  <c:v>1.48</c:v>
                </c:pt>
                <c:pt idx="1811">
                  <c:v>1.48</c:v>
                </c:pt>
                <c:pt idx="1812">
                  <c:v>1.48</c:v>
                </c:pt>
                <c:pt idx="1813">
                  <c:v>1.48</c:v>
                </c:pt>
                <c:pt idx="1814">
                  <c:v>1.48</c:v>
                </c:pt>
                <c:pt idx="1815">
                  <c:v>1.48</c:v>
                </c:pt>
                <c:pt idx="1816">
                  <c:v>1.48</c:v>
                </c:pt>
                <c:pt idx="1817">
                  <c:v>1.48</c:v>
                </c:pt>
                <c:pt idx="1818">
                  <c:v>1.48</c:v>
                </c:pt>
                <c:pt idx="1819">
                  <c:v>1.48</c:v>
                </c:pt>
                <c:pt idx="1820">
                  <c:v>1.48</c:v>
                </c:pt>
                <c:pt idx="1821">
                  <c:v>1.48</c:v>
                </c:pt>
                <c:pt idx="1822">
                  <c:v>1.48</c:v>
                </c:pt>
                <c:pt idx="1823">
                  <c:v>1.48</c:v>
                </c:pt>
                <c:pt idx="1824">
                  <c:v>1.48</c:v>
                </c:pt>
                <c:pt idx="1825">
                  <c:v>1.48</c:v>
                </c:pt>
                <c:pt idx="1826">
                  <c:v>1.48</c:v>
                </c:pt>
                <c:pt idx="1827">
                  <c:v>1.48</c:v>
                </c:pt>
                <c:pt idx="1828">
                  <c:v>1.48</c:v>
                </c:pt>
                <c:pt idx="1829">
                  <c:v>1.48</c:v>
                </c:pt>
                <c:pt idx="1830">
                  <c:v>1.48</c:v>
                </c:pt>
                <c:pt idx="1831">
                  <c:v>1.48</c:v>
                </c:pt>
                <c:pt idx="1832">
                  <c:v>1.48</c:v>
                </c:pt>
                <c:pt idx="1833">
                  <c:v>1.48</c:v>
                </c:pt>
                <c:pt idx="1834">
                  <c:v>1.48</c:v>
                </c:pt>
                <c:pt idx="1835">
                  <c:v>1.48</c:v>
                </c:pt>
                <c:pt idx="1836">
                  <c:v>1.48</c:v>
                </c:pt>
                <c:pt idx="1837">
                  <c:v>1.48</c:v>
                </c:pt>
                <c:pt idx="1838">
                  <c:v>1.48</c:v>
                </c:pt>
                <c:pt idx="1839">
                  <c:v>1.48</c:v>
                </c:pt>
                <c:pt idx="1840">
                  <c:v>1.48</c:v>
                </c:pt>
                <c:pt idx="1841">
                  <c:v>1.48</c:v>
                </c:pt>
                <c:pt idx="1842">
                  <c:v>1.48</c:v>
                </c:pt>
                <c:pt idx="1843">
                  <c:v>1.48</c:v>
                </c:pt>
                <c:pt idx="1844">
                  <c:v>1.48</c:v>
                </c:pt>
                <c:pt idx="1845">
                  <c:v>1.48</c:v>
                </c:pt>
                <c:pt idx="1846">
                  <c:v>1.48</c:v>
                </c:pt>
                <c:pt idx="1847">
                  <c:v>1.48</c:v>
                </c:pt>
                <c:pt idx="1848">
                  <c:v>1.48</c:v>
                </c:pt>
                <c:pt idx="1849">
                  <c:v>1.48</c:v>
                </c:pt>
                <c:pt idx="1850">
                  <c:v>1.48</c:v>
                </c:pt>
                <c:pt idx="1851">
                  <c:v>1.48</c:v>
                </c:pt>
                <c:pt idx="1852">
                  <c:v>1.48</c:v>
                </c:pt>
                <c:pt idx="1853">
                  <c:v>1.48</c:v>
                </c:pt>
                <c:pt idx="1854">
                  <c:v>1.48</c:v>
                </c:pt>
                <c:pt idx="1855">
                  <c:v>1.48</c:v>
                </c:pt>
                <c:pt idx="1856">
                  <c:v>1.48</c:v>
                </c:pt>
                <c:pt idx="1857">
                  <c:v>1.48</c:v>
                </c:pt>
                <c:pt idx="1858">
                  <c:v>1.48</c:v>
                </c:pt>
                <c:pt idx="1859">
                  <c:v>1.48</c:v>
                </c:pt>
                <c:pt idx="1860">
                  <c:v>1.48</c:v>
                </c:pt>
                <c:pt idx="1861">
                  <c:v>1.48</c:v>
                </c:pt>
                <c:pt idx="1862">
                  <c:v>1.48</c:v>
                </c:pt>
                <c:pt idx="1863">
                  <c:v>1.48</c:v>
                </c:pt>
                <c:pt idx="1864">
                  <c:v>1.48</c:v>
                </c:pt>
                <c:pt idx="1865">
                  <c:v>1.48</c:v>
                </c:pt>
                <c:pt idx="1866">
                  <c:v>1.48</c:v>
                </c:pt>
                <c:pt idx="1867">
                  <c:v>1.48</c:v>
                </c:pt>
                <c:pt idx="1868">
                  <c:v>1.48</c:v>
                </c:pt>
                <c:pt idx="1869">
                  <c:v>1.48</c:v>
                </c:pt>
                <c:pt idx="1870">
                  <c:v>1.48</c:v>
                </c:pt>
                <c:pt idx="1871">
                  <c:v>1.48</c:v>
                </c:pt>
                <c:pt idx="1872">
                  <c:v>1.48</c:v>
                </c:pt>
                <c:pt idx="1873">
                  <c:v>1.48</c:v>
                </c:pt>
                <c:pt idx="1874">
                  <c:v>1.48</c:v>
                </c:pt>
                <c:pt idx="1875">
                  <c:v>1.48</c:v>
                </c:pt>
                <c:pt idx="1876">
                  <c:v>1.48</c:v>
                </c:pt>
                <c:pt idx="1877">
                  <c:v>1.48</c:v>
                </c:pt>
                <c:pt idx="1878">
                  <c:v>1.48</c:v>
                </c:pt>
                <c:pt idx="1879">
                  <c:v>1.48</c:v>
                </c:pt>
                <c:pt idx="1880">
                  <c:v>1.48</c:v>
                </c:pt>
                <c:pt idx="1881">
                  <c:v>1.48</c:v>
                </c:pt>
                <c:pt idx="1882">
                  <c:v>1.48</c:v>
                </c:pt>
                <c:pt idx="1883">
                  <c:v>1.48</c:v>
                </c:pt>
                <c:pt idx="1884">
                  <c:v>1.48</c:v>
                </c:pt>
                <c:pt idx="1885">
                  <c:v>1.48</c:v>
                </c:pt>
                <c:pt idx="1886">
                  <c:v>1.48</c:v>
                </c:pt>
                <c:pt idx="1887">
                  <c:v>1.48</c:v>
                </c:pt>
                <c:pt idx="1888">
                  <c:v>1.48</c:v>
                </c:pt>
                <c:pt idx="1889">
                  <c:v>1.48</c:v>
                </c:pt>
                <c:pt idx="1890">
                  <c:v>1.48</c:v>
                </c:pt>
                <c:pt idx="1891">
                  <c:v>1.48</c:v>
                </c:pt>
                <c:pt idx="1892">
                  <c:v>1.48</c:v>
                </c:pt>
                <c:pt idx="1893">
                  <c:v>1.48</c:v>
                </c:pt>
                <c:pt idx="1894">
                  <c:v>1.48</c:v>
                </c:pt>
                <c:pt idx="1895">
                  <c:v>1.48</c:v>
                </c:pt>
                <c:pt idx="1896">
                  <c:v>1.48</c:v>
                </c:pt>
                <c:pt idx="1897">
                  <c:v>1.48</c:v>
                </c:pt>
                <c:pt idx="1898">
                  <c:v>1.48</c:v>
                </c:pt>
                <c:pt idx="1899">
                  <c:v>1.48</c:v>
                </c:pt>
                <c:pt idx="1900">
                  <c:v>1.48</c:v>
                </c:pt>
                <c:pt idx="1901">
                  <c:v>1.48</c:v>
                </c:pt>
                <c:pt idx="1902">
                  <c:v>1.48</c:v>
                </c:pt>
                <c:pt idx="1903">
                  <c:v>1.48</c:v>
                </c:pt>
                <c:pt idx="1904">
                  <c:v>1.48</c:v>
                </c:pt>
                <c:pt idx="1905">
                  <c:v>1.48</c:v>
                </c:pt>
                <c:pt idx="1906">
                  <c:v>1.48</c:v>
                </c:pt>
                <c:pt idx="1907">
                  <c:v>1.48</c:v>
                </c:pt>
                <c:pt idx="1908">
                  <c:v>1.48</c:v>
                </c:pt>
                <c:pt idx="1909">
                  <c:v>1.48</c:v>
                </c:pt>
                <c:pt idx="1910">
                  <c:v>1.48</c:v>
                </c:pt>
                <c:pt idx="1911">
                  <c:v>1.48</c:v>
                </c:pt>
                <c:pt idx="1912">
                  <c:v>1.48</c:v>
                </c:pt>
                <c:pt idx="1913">
                  <c:v>1.48</c:v>
                </c:pt>
                <c:pt idx="1914">
                  <c:v>1.48</c:v>
                </c:pt>
                <c:pt idx="1915">
                  <c:v>1.48</c:v>
                </c:pt>
                <c:pt idx="1916">
                  <c:v>1.48</c:v>
                </c:pt>
                <c:pt idx="1917">
                  <c:v>1.48</c:v>
                </c:pt>
                <c:pt idx="1918">
                  <c:v>1.48</c:v>
                </c:pt>
                <c:pt idx="1919">
                  <c:v>1.48</c:v>
                </c:pt>
                <c:pt idx="1920">
                  <c:v>1.48</c:v>
                </c:pt>
                <c:pt idx="1921">
                  <c:v>1.48</c:v>
                </c:pt>
                <c:pt idx="1922">
                  <c:v>1.48</c:v>
                </c:pt>
                <c:pt idx="1923">
                  <c:v>1.48</c:v>
                </c:pt>
                <c:pt idx="1924">
                  <c:v>1.48</c:v>
                </c:pt>
                <c:pt idx="1925">
                  <c:v>1.48</c:v>
                </c:pt>
                <c:pt idx="1926">
                  <c:v>1.48</c:v>
                </c:pt>
                <c:pt idx="1927">
                  <c:v>1.48</c:v>
                </c:pt>
                <c:pt idx="1928">
                  <c:v>1.48</c:v>
                </c:pt>
                <c:pt idx="1929">
                  <c:v>1.48</c:v>
                </c:pt>
                <c:pt idx="1930">
                  <c:v>1.48</c:v>
                </c:pt>
                <c:pt idx="1931">
                  <c:v>1.48</c:v>
                </c:pt>
                <c:pt idx="1932">
                  <c:v>1.48</c:v>
                </c:pt>
                <c:pt idx="1933">
                  <c:v>1.48</c:v>
                </c:pt>
                <c:pt idx="1934">
                  <c:v>1.48</c:v>
                </c:pt>
                <c:pt idx="1935">
                  <c:v>1.48</c:v>
                </c:pt>
                <c:pt idx="1936">
                  <c:v>1.48</c:v>
                </c:pt>
                <c:pt idx="1937">
                  <c:v>1.48</c:v>
                </c:pt>
                <c:pt idx="1938">
                  <c:v>1.48</c:v>
                </c:pt>
                <c:pt idx="1939">
                  <c:v>1.48</c:v>
                </c:pt>
                <c:pt idx="1940">
                  <c:v>1.48</c:v>
                </c:pt>
                <c:pt idx="1941">
                  <c:v>1.48</c:v>
                </c:pt>
                <c:pt idx="1942">
                  <c:v>1.48</c:v>
                </c:pt>
                <c:pt idx="1943">
                  <c:v>1.48</c:v>
                </c:pt>
                <c:pt idx="1944">
                  <c:v>1.48</c:v>
                </c:pt>
                <c:pt idx="1945">
                  <c:v>1.48</c:v>
                </c:pt>
                <c:pt idx="1946">
                  <c:v>1.48</c:v>
                </c:pt>
                <c:pt idx="1947">
                  <c:v>1.48</c:v>
                </c:pt>
                <c:pt idx="1948">
                  <c:v>1.48</c:v>
                </c:pt>
                <c:pt idx="1949">
                  <c:v>1.48</c:v>
                </c:pt>
                <c:pt idx="1950">
                  <c:v>1.48</c:v>
                </c:pt>
                <c:pt idx="1951">
                  <c:v>1.48</c:v>
                </c:pt>
                <c:pt idx="1952">
                  <c:v>1.48</c:v>
                </c:pt>
                <c:pt idx="1953">
                  <c:v>1.48</c:v>
                </c:pt>
                <c:pt idx="1954">
                  <c:v>1.48</c:v>
                </c:pt>
                <c:pt idx="1955">
                  <c:v>1.48</c:v>
                </c:pt>
                <c:pt idx="1956">
                  <c:v>1.48</c:v>
                </c:pt>
                <c:pt idx="1957">
                  <c:v>1.48</c:v>
                </c:pt>
                <c:pt idx="1958">
                  <c:v>1.48</c:v>
                </c:pt>
                <c:pt idx="1959">
                  <c:v>1.48</c:v>
                </c:pt>
                <c:pt idx="1960">
                  <c:v>1.48</c:v>
                </c:pt>
                <c:pt idx="1961">
                  <c:v>1.48</c:v>
                </c:pt>
                <c:pt idx="1962">
                  <c:v>1.48</c:v>
                </c:pt>
                <c:pt idx="1963">
                  <c:v>1.48</c:v>
                </c:pt>
                <c:pt idx="1964">
                  <c:v>1.48</c:v>
                </c:pt>
                <c:pt idx="1965">
                  <c:v>1.48</c:v>
                </c:pt>
                <c:pt idx="1966">
                  <c:v>1.48</c:v>
                </c:pt>
                <c:pt idx="1967">
                  <c:v>1.48</c:v>
                </c:pt>
                <c:pt idx="1968">
                  <c:v>1.48</c:v>
                </c:pt>
                <c:pt idx="1969">
                  <c:v>1.48</c:v>
                </c:pt>
                <c:pt idx="1970">
                  <c:v>1.48</c:v>
                </c:pt>
                <c:pt idx="1971">
                  <c:v>1.48</c:v>
                </c:pt>
                <c:pt idx="1972">
                  <c:v>1.48</c:v>
                </c:pt>
                <c:pt idx="1973">
                  <c:v>1.48</c:v>
                </c:pt>
                <c:pt idx="1974">
                  <c:v>1.48</c:v>
                </c:pt>
                <c:pt idx="1975">
                  <c:v>1.48</c:v>
                </c:pt>
                <c:pt idx="1976">
                  <c:v>1.48</c:v>
                </c:pt>
                <c:pt idx="1977">
                  <c:v>1.48</c:v>
                </c:pt>
                <c:pt idx="1978">
                  <c:v>1.48</c:v>
                </c:pt>
                <c:pt idx="1979">
                  <c:v>1.48</c:v>
                </c:pt>
                <c:pt idx="1980">
                  <c:v>1.48</c:v>
                </c:pt>
                <c:pt idx="1981">
                  <c:v>1.48</c:v>
                </c:pt>
                <c:pt idx="1982">
                  <c:v>1.48</c:v>
                </c:pt>
                <c:pt idx="1983">
                  <c:v>1.48</c:v>
                </c:pt>
                <c:pt idx="1984">
                  <c:v>1.48</c:v>
                </c:pt>
                <c:pt idx="1985">
                  <c:v>1.48</c:v>
                </c:pt>
                <c:pt idx="1986">
                  <c:v>1.48</c:v>
                </c:pt>
                <c:pt idx="1987">
                  <c:v>1.48</c:v>
                </c:pt>
                <c:pt idx="1988">
                  <c:v>1.48</c:v>
                </c:pt>
                <c:pt idx="1989">
                  <c:v>1.48</c:v>
                </c:pt>
                <c:pt idx="1990">
                  <c:v>1.48</c:v>
                </c:pt>
                <c:pt idx="1991">
                  <c:v>1.48</c:v>
                </c:pt>
                <c:pt idx="1992">
                  <c:v>1.48</c:v>
                </c:pt>
                <c:pt idx="1993">
                  <c:v>1.48</c:v>
                </c:pt>
                <c:pt idx="1994">
                  <c:v>1.48</c:v>
                </c:pt>
                <c:pt idx="1995">
                  <c:v>1.48</c:v>
                </c:pt>
                <c:pt idx="1996">
                  <c:v>1.48</c:v>
                </c:pt>
                <c:pt idx="1997">
                  <c:v>1.48</c:v>
                </c:pt>
                <c:pt idx="1998">
                  <c:v>1.48</c:v>
                </c:pt>
                <c:pt idx="1999">
                  <c:v>1.48</c:v>
                </c:pt>
                <c:pt idx="2000">
                  <c:v>1.48</c:v>
                </c:pt>
                <c:pt idx="2001">
                  <c:v>1.48</c:v>
                </c:pt>
                <c:pt idx="2002">
                  <c:v>1.48</c:v>
                </c:pt>
                <c:pt idx="2003">
                  <c:v>1.48</c:v>
                </c:pt>
                <c:pt idx="2004">
                  <c:v>1.48</c:v>
                </c:pt>
                <c:pt idx="2005">
                  <c:v>1.48</c:v>
                </c:pt>
                <c:pt idx="2006">
                  <c:v>1.48</c:v>
                </c:pt>
                <c:pt idx="2007">
                  <c:v>1.48</c:v>
                </c:pt>
                <c:pt idx="2008">
                  <c:v>1.48</c:v>
                </c:pt>
                <c:pt idx="2009">
                  <c:v>1.48</c:v>
                </c:pt>
                <c:pt idx="2010">
                  <c:v>1.48</c:v>
                </c:pt>
                <c:pt idx="2011">
                  <c:v>1.48</c:v>
                </c:pt>
                <c:pt idx="2012">
                  <c:v>1.48</c:v>
                </c:pt>
                <c:pt idx="2013">
                  <c:v>1.48</c:v>
                </c:pt>
                <c:pt idx="2014">
                  <c:v>1.48</c:v>
                </c:pt>
                <c:pt idx="2015">
                  <c:v>1.48</c:v>
                </c:pt>
                <c:pt idx="2016">
                  <c:v>1.48</c:v>
                </c:pt>
                <c:pt idx="2017">
                  <c:v>1.48</c:v>
                </c:pt>
                <c:pt idx="2018">
                  <c:v>1.48</c:v>
                </c:pt>
                <c:pt idx="2019">
                  <c:v>1.48</c:v>
                </c:pt>
                <c:pt idx="2020">
                  <c:v>1.48</c:v>
                </c:pt>
                <c:pt idx="2021">
                  <c:v>1.48</c:v>
                </c:pt>
                <c:pt idx="2022">
                  <c:v>1.48</c:v>
                </c:pt>
                <c:pt idx="2023">
                  <c:v>1.48</c:v>
                </c:pt>
                <c:pt idx="2024">
                  <c:v>1.48</c:v>
                </c:pt>
                <c:pt idx="2025">
                  <c:v>1.48</c:v>
                </c:pt>
                <c:pt idx="2026">
                  <c:v>1.48</c:v>
                </c:pt>
                <c:pt idx="2027">
                  <c:v>1.48</c:v>
                </c:pt>
                <c:pt idx="2028">
                  <c:v>1.48</c:v>
                </c:pt>
                <c:pt idx="2029">
                  <c:v>1.48</c:v>
                </c:pt>
                <c:pt idx="2030">
                  <c:v>1.48</c:v>
                </c:pt>
                <c:pt idx="2031">
                  <c:v>1.48</c:v>
                </c:pt>
                <c:pt idx="2032">
                  <c:v>1.48</c:v>
                </c:pt>
                <c:pt idx="2033">
                  <c:v>1.48</c:v>
                </c:pt>
                <c:pt idx="2034">
                  <c:v>1.48</c:v>
                </c:pt>
                <c:pt idx="2035">
                  <c:v>1.48</c:v>
                </c:pt>
                <c:pt idx="2036">
                  <c:v>1.48</c:v>
                </c:pt>
                <c:pt idx="2037">
                  <c:v>1.48</c:v>
                </c:pt>
                <c:pt idx="2038">
                  <c:v>1.48</c:v>
                </c:pt>
                <c:pt idx="2039">
                  <c:v>1.48</c:v>
                </c:pt>
                <c:pt idx="2040">
                  <c:v>1.48</c:v>
                </c:pt>
                <c:pt idx="2041">
                  <c:v>1.48</c:v>
                </c:pt>
                <c:pt idx="2042">
                  <c:v>1.48</c:v>
                </c:pt>
                <c:pt idx="2043">
                  <c:v>1.48</c:v>
                </c:pt>
                <c:pt idx="2044">
                  <c:v>1.48</c:v>
                </c:pt>
                <c:pt idx="2045">
                  <c:v>1.48</c:v>
                </c:pt>
                <c:pt idx="2046">
                  <c:v>1.48</c:v>
                </c:pt>
                <c:pt idx="2047">
                  <c:v>1.48</c:v>
                </c:pt>
                <c:pt idx="2048">
                  <c:v>1.48</c:v>
                </c:pt>
                <c:pt idx="2049">
                  <c:v>1.48</c:v>
                </c:pt>
                <c:pt idx="2050">
                  <c:v>1.48</c:v>
                </c:pt>
                <c:pt idx="2051">
                  <c:v>1.48</c:v>
                </c:pt>
                <c:pt idx="2052">
                  <c:v>1.48</c:v>
                </c:pt>
                <c:pt idx="2053">
                  <c:v>1.48</c:v>
                </c:pt>
                <c:pt idx="2054">
                  <c:v>1.48</c:v>
                </c:pt>
                <c:pt idx="2055">
                  <c:v>1.48</c:v>
                </c:pt>
                <c:pt idx="2056">
                  <c:v>1.48</c:v>
                </c:pt>
                <c:pt idx="2057">
                  <c:v>1.48</c:v>
                </c:pt>
                <c:pt idx="2058">
                  <c:v>1.48</c:v>
                </c:pt>
                <c:pt idx="2059">
                  <c:v>1.48</c:v>
                </c:pt>
                <c:pt idx="2060">
                  <c:v>1.48</c:v>
                </c:pt>
                <c:pt idx="2061">
                  <c:v>1.48</c:v>
                </c:pt>
                <c:pt idx="2062">
                  <c:v>1.48</c:v>
                </c:pt>
                <c:pt idx="2063">
                  <c:v>1.48</c:v>
                </c:pt>
                <c:pt idx="2064">
                  <c:v>1.48</c:v>
                </c:pt>
                <c:pt idx="2065">
                  <c:v>1.48</c:v>
                </c:pt>
                <c:pt idx="2066">
                  <c:v>1.48</c:v>
                </c:pt>
                <c:pt idx="2067">
                  <c:v>1.48</c:v>
                </c:pt>
                <c:pt idx="2068">
                  <c:v>1.48</c:v>
                </c:pt>
                <c:pt idx="2069">
                  <c:v>1.48</c:v>
                </c:pt>
                <c:pt idx="2070">
                  <c:v>1.48</c:v>
                </c:pt>
                <c:pt idx="2071">
                  <c:v>1.48</c:v>
                </c:pt>
                <c:pt idx="2072">
                  <c:v>1.48</c:v>
                </c:pt>
                <c:pt idx="2073">
                  <c:v>1.48</c:v>
                </c:pt>
                <c:pt idx="2074">
                  <c:v>1.48</c:v>
                </c:pt>
                <c:pt idx="2075">
                  <c:v>1.48</c:v>
                </c:pt>
                <c:pt idx="2076">
                  <c:v>1.48</c:v>
                </c:pt>
                <c:pt idx="2077">
                  <c:v>1.48</c:v>
                </c:pt>
                <c:pt idx="2078">
                  <c:v>1.48</c:v>
                </c:pt>
                <c:pt idx="2079">
                  <c:v>1.48</c:v>
                </c:pt>
                <c:pt idx="2080">
                  <c:v>1.48</c:v>
                </c:pt>
                <c:pt idx="2081">
                  <c:v>1.48</c:v>
                </c:pt>
                <c:pt idx="2082">
                  <c:v>1.48</c:v>
                </c:pt>
                <c:pt idx="2083">
                  <c:v>1.48</c:v>
                </c:pt>
                <c:pt idx="2084">
                  <c:v>1.48</c:v>
                </c:pt>
                <c:pt idx="2085">
                  <c:v>1.48</c:v>
                </c:pt>
                <c:pt idx="2086">
                  <c:v>1.48</c:v>
                </c:pt>
                <c:pt idx="2087">
                  <c:v>1.48</c:v>
                </c:pt>
                <c:pt idx="2088">
                  <c:v>1.48</c:v>
                </c:pt>
                <c:pt idx="2089">
                  <c:v>1.48</c:v>
                </c:pt>
                <c:pt idx="2090">
                  <c:v>1.48</c:v>
                </c:pt>
                <c:pt idx="2091">
                  <c:v>1.48</c:v>
                </c:pt>
                <c:pt idx="2092">
                  <c:v>1.48</c:v>
                </c:pt>
                <c:pt idx="2093">
                  <c:v>1.48</c:v>
                </c:pt>
                <c:pt idx="2094">
                  <c:v>1.48</c:v>
                </c:pt>
                <c:pt idx="2095">
                  <c:v>1.48</c:v>
                </c:pt>
                <c:pt idx="2096">
                  <c:v>1.48</c:v>
                </c:pt>
                <c:pt idx="2097">
                  <c:v>1.48</c:v>
                </c:pt>
                <c:pt idx="2098">
                  <c:v>1.48</c:v>
                </c:pt>
                <c:pt idx="2099">
                  <c:v>1.48</c:v>
                </c:pt>
                <c:pt idx="2100">
                  <c:v>1.48</c:v>
                </c:pt>
                <c:pt idx="2101">
                  <c:v>1.48</c:v>
                </c:pt>
                <c:pt idx="2102">
                  <c:v>1.48</c:v>
                </c:pt>
                <c:pt idx="2103">
                  <c:v>1.48</c:v>
                </c:pt>
                <c:pt idx="2104">
                  <c:v>1.48</c:v>
                </c:pt>
                <c:pt idx="2105">
                  <c:v>1.48</c:v>
                </c:pt>
                <c:pt idx="2106">
                  <c:v>1.48</c:v>
                </c:pt>
                <c:pt idx="2107">
                  <c:v>1.48</c:v>
                </c:pt>
                <c:pt idx="2108">
                  <c:v>1.48</c:v>
                </c:pt>
                <c:pt idx="2109">
                  <c:v>1.48</c:v>
                </c:pt>
                <c:pt idx="2110">
                  <c:v>1.48</c:v>
                </c:pt>
                <c:pt idx="2111">
                  <c:v>1.48</c:v>
                </c:pt>
                <c:pt idx="2112">
                  <c:v>1.48</c:v>
                </c:pt>
                <c:pt idx="2113">
                  <c:v>1.48</c:v>
                </c:pt>
                <c:pt idx="2114">
                  <c:v>1.48</c:v>
                </c:pt>
                <c:pt idx="2115">
                  <c:v>1.48</c:v>
                </c:pt>
                <c:pt idx="2116">
                  <c:v>1.48</c:v>
                </c:pt>
                <c:pt idx="2117">
                  <c:v>1.48</c:v>
                </c:pt>
                <c:pt idx="2118">
                  <c:v>1.48</c:v>
                </c:pt>
                <c:pt idx="2119">
                  <c:v>1.48</c:v>
                </c:pt>
                <c:pt idx="2120">
                  <c:v>1.48</c:v>
                </c:pt>
                <c:pt idx="2121">
                  <c:v>1.48</c:v>
                </c:pt>
                <c:pt idx="2122">
                  <c:v>1.48</c:v>
                </c:pt>
                <c:pt idx="2123">
                  <c:v>1.48</c:v>
                </c:pt>
                <c:pt idx="2124">
                  <c:v>1.48</c:v>
                </c:pt>
                <c:pt idx="2125">
                  <c:v>1.48</c:v>
                </c:pt>
                <c:pt idx="2126">
                  <c:v>1.48</c:v>
                </c:pt>
                <c:pt idx="2127">
                  <c:v>1.48</c:v>
                </c:pt>
                <c:pt idx="2128">
                  <c:v>1.48</c:v>
                </c:pt>
                <c:pt idx="2129">
                  <c:v>1.48</c:v>
                </c:pt>
                <c:pt idx="2130">
                  <c:v>1.48</c:v>
                </c:pt>
                <c:pt idx="2131">
                  <c:v>1.48</c:v>
                </c:pt>
                <c:pt idx="2132">
                  <c:v>1.48</c:v>
                </c:pt>
                <c:pt idx="2133">
                  <c:v>1.48</c:v>
                </c:pt>
                <c:pt idx="2134">
                  <c:v>1.48</c:v>
                </c:pt>
                <c:pt idx="2135">
                  <c:v>1.48</c:v>
                </c:pt>
                <c:pt idx="2136">
                  <c:v>1.48</c:v>
                </c:pt>
                <c:pt idx="2137">
                  <c:v>1.48</c:v>
                </c:pt>
                <c:pt idx="2138">
                  <c:v>1.48</c:v>
                </c:pt>
                <c:pt idx="2139">
                  <c:v>1.48</c:v>
                </c:pt>
                <c:pt idx="2140">
                  <c:v>1.48</c:v>
                </c:pt>
                <c:pt idx="2141">
                  <c:v>1.48</c:v>
                </c:pt>
                <c:pt idx="2142">
                  <c:v>1.48</c:v>
                </c:pt>
                <c:pt idx="2143">
                  <c:v>1.48</c:v>
                </c:pt>
                <c:pt idx="2144">
                  <c:v>1.48</c:v>
                </c:pt>
                <c:pt idx="2145">
                  <c:v>1.48</c:v>
                </c:pt>
                <c:pt idx="2146">
                  <c:v>1.48</c:v>
                </c:pt>
                <c:pt idx="2147">
                  <c:v>1.48</c:v>
                </c:pt>
                <c:pt idx="2148">
                  <c:v>1.48</c:v>
                </c:pt>
                <c:pt idx="2149">
                  <c:v>1.48</c:v>
                </c:pt>
                <c:pt idx="2150">
                  <c:v>1.48</c:v>
                </c:pt>
                <c:pt idx="2151">
                  <c:v>1.48</c:v>
                </c:pt>
                <c:pt idx="2152">
                  <c:v>1.48</c:v>
                </c:pt>
                <c:pt idx="2153">
                  <c:v>1.48</c:v>
                </c:pt>
                <c:pt idx="2154">
                  <c:v>1.48</c:v>
                </c:pt>
                <c:pt idx="2155">
                  <c:v>1.48</c:v>
                </c:pt>
                <c:pt idx="2156">
                  <c:v>1.48</c:v>
                </c:pt>
                <c:pt idx="2157">
                  <c:v>1.48</c:v>
                </c:pt>
                <c:pt idx="2158">
                  <c:v>1.48</c:v>
                </c:pt>
                <c:pt idx="2159">
                  <c:v>1.48</c:v>
                </c:pt>
                <c:pt idx="2160">
                  <c:v>1.48</c:v>
                </c:pt>
                <c:pt idx="2161">
                  <c:v>1.48</c:v>
                </c:pt>
                <c:pt idx="2162">
                  <c:v>1.48</c:v>
                </c:pt>
                <c:pt idx="2163">
                  <c:v>1.48</c:v>
                </c:pt>
                <c:pt idx="2164">
                  <c:v>1.48</c:v>
                </c:pt>
                <c:pt idx="2165">
                  <c:v>1.48</c:v>
                </c:pt>
                <c:pt idx="2166">
                  <c:v>1.48</c:v>
                </c:pt>
                <c:pt idx="2167">
                  <c:v>1.48</c:v>
                </c:pt>
                <c:pt idx="2168">
                  <c:v>1.48</c:v>
                </c:pt>
                <c:pt idx="2169">
                  <c:v>1.48</c:v>
                </c:pt>
                <c:pt idx="2170">
                  <c:v>1.48</c:v>
                </c:pt>
                <c:pt idx="2171">
                  <c:v>1.48</c:v>
                </c:pt>
                <c:pt idx="2172">
                  <c:v>1.48</c:v>
                </c:pt>
                <c:pt idx="2173">
                  <c:v>1.48</c:v>
                </c:pt>
                <c:pt idx="2174">
                  <c:v>1.48</c:v>
                </c:pt>
                <c:pt idx="2175">
                  <c:v>1.48</c:v>
                </c:pt>
                <c:pt idx="2176">
                  <c:v>1.48</c:v>
                </c:pt>
                <c:pt idx="2177">
                  <c:v>1.48</c:v>
                </c:pt>
                <c:pt idx="2178">
                  <c:v>1.48</c:v>
                </c:pt>
                <c:pt idx="2179">
                  <c:v>1.48</c:v>
                </c:pt>
                <c:pt idx="2180">
                  <c:v>1.48</c:v>
                </c:pt>
                <c:pt idx="2181">
                  <c:v>1.48</c:v>
                </c:pt>
                <c:pt idx="2182">
                  <c:v>1.48</c:v>
                </c:pt>
                <c:pt idx="2183">
                  <c:v>1.48</c:v>
                </c:pt>
                <c:pt idx="2184">
                  <c:v>1.48</c:v>
                </c:pt>
                <c:pt idx="2185">
                  <c:v>1.48</c:v>
                </c:pt>
                <c:pt idx="2186">
                  <c:v>1.48</c:v>
                </c:pt>
                <c:pt idx="2187">
                  <c:v>1.48</c:v>
                </c:pt>
                <c:pt idx="2188">
                  <c:v>1.48</c:v>
                </c:pt>
                <c:pt idx="2189">
                  <c:v>1.48</c:v>
                </c:pt>
                <c:pt idx="2190">
                  <c:v>1.48</c:v>
                </c:pt>
                <c:pt idx="2191">
                  <c:v>1.48</c:v>
                </c:pt>
                <c:pt idx="2192">
                  <c:v>1.48</c:v>
                </c:pt>
                <c:pt idx="2193">
                  <c:v>1.48</c:v>
                </c:pt>
                <c:pt idx="2194">
                  <c:v>1.48</c:v>
                </c:pt>
                <c:pt idx="2195">
                  <c:v>1.48</c:v>
                </c:pt>
                <c:pt idx="2196">
                  <c:v>1.48</c:v>
                </c:pt>
                <c:pt idx="2197">
                  <c:v>1.48</c:v>
                </c:pt>
                <c:pt idx="2198">
                  <c:v>1.48</c:v>
                </c:pt>
                <c:pt idx="2199">
                  <c:v>1.48</c:v>
                </c:pt>
                <c:pt idx="2200">
                  <c:v>1.48</c:v>
                </c:pt>
                <c:pt idx="2201">
                  <c:v>1.48</c:v>
                </c:pt>
                <c:pt idx="2202">
                  <c:v>1.48</c:v>
                </c:pt>
                <c:pt idx="2203">
                  <c:v>1.48</c:v>
                </c:pt>
                <c:pt idx="2204">
                  <c:v>1.48</c:v>
                </c:pt>
                <c:pt idx="2205">
                  <c:v>1.48</c:v>
                </c:pt>
                <c:pt idx="2206">
                  <c:v>1.48</c:v>
                </c:pt>
                <c:pt idx="2207">
                  <c:v>1.48</c:v>
                </c:pt>
                <c:pt idx="2208">
                  <c:v>1.48</c:v>
                </c:pt>
                <c:pt idx="2209">
                  <c:v>1.48</c:v>
                </c:pt>
                <c:pt idx="2210">
                  <c:v>1.48</c:v>
                </c:pt>
                <c:pt idx="2211">
                  <c:v>1.48</c:v>
                </c:pt>
                <c:pt idx="2212">
                  <c:v>1.48</c:v>
                </c:pt>
                <c:pt idx="2213">
                  <c:v>1.48</c:v>
                </c:pt>
                <c:pt idx="2214">
                  <c:v>1.48</c:v>
                </c:pt>
                <c:pt idx="2215">
                  <c:v>1.48</c:v>
                </c:pt>
                <c:pt idx="2216">
                  <c:v>1.48</c:v>
                </c:pt>
                <c:pt idx="2217">
                  <c:v>1.48</c:v>
                </c:pt>
                <c:pt idx="2218">
                  <c:v>1.48</c:v>
                </c:pt>
                <c:pt idx="2219">
                  <c:v>1.48</c:v>
                </c:pt>
                <c:pt idx="2220">
                  <c:v>1.48</c:v>
                </c:pt>
                <c:pt idx="2221">
                  <c:v>1.48</c:v>
                </c:pt>
                <c:pt idx="2222">
                  <c:v>1.48</c:v>
                </c:pt>
                <c:pt idx="2223">
                  <c:v>1.48</c:v>
                </c:pt>
                <c:pt idx="2224">
                  <c:v>1.48</c:v>
                </c:pt>
                <c:pt idx="2225">
                  <c:v>1.48</c:v>
                </c:pt>
                <c:pt idx="2226">
                  <c:v>1.48</c:v>
                </c:pt>
                <c:pt idx="2227">
                  <c:v>1.48</c:v>
                </c:pt>
                <c:pt idx="2228">
                  <c:v>1.48</c:v>
                </c:pt>
                <c:pt idx="2229">
                  <c:v>1.48</c:v>
                </c:pt>
                <c:pt idx="2230">
                  <c:v>1.48</c:v>
                </c:pt>
                <c:pt idx="2231">
                  <c:v>1.48</c:v>
                </c:pt>
                <c:pt idx="2232">
                  <c:v>1.48</c:v>
                </c:pt>
                <c:pt idx="2233">
                  <c:v>1.48</c:v>
                </c:pt>
                <c:pt idx="2234">
                  <c:v>1.48</c:v>
                </c:pt>
                <c:pt idx="2235">
                  <c:v>1.48</c:v>
                </c:pt>
                <c:pt idx="2236">
                  <c:v>1.48</c:v>
                </c:pt>
                <c:pt idx="2237">
                  <c:v>1.48</c:v>
                </c:pt>
                <c:pt idx="2238">
                  <c:v>1.48</c:v>
                </c:pt>
                <c:pt idx="2239">
                  <c:v>1.48</c:v>
                </c:pt>
                <c:pt idx="2240">
                  <c:v>1.48</c:v>
                </c:pt>
                <c:pt idx="2241">
                  <c:v>1.48</c:v>
                </c:pt>
                <c:pt idx="2242">
                  <c:v>1.48</c:v>
                </c:pt>
                <c:pt idx="2243">
                  <c:v>1.48</c:v>
                </c:pt>
                <c:pt idx="2244">
                  <c:v>1.48</c:v>
                </c:pt>
                <c:pt idx="2245">
                  <c:v>1.48</c:v>
                </c:pt>
                <c:pt idx="2246">
                  <c:v>1.48</c:v>
                </c:pt>
                <c:pt idx="2247">
                  <c:v>1.48</c:v>
                </c:pt>
                <c:pt idx="2248">
                  <c:v>1.48</c:v>
                </c:pt>
                <c:pt idx="2249">
                  <c:v>1.48</c:v>
                </c:pt>
                <c:pt idx="2250">
                  <c:v>1.48</c:v>
                </c:pt>
                <c:pt idx="2251">
                  <c:v>1.48</c:v>
                </c:pt>
                <c:pt idx="2252">
                  <c:v>1.48</c:v>
                </c:pt>
                <c:pt idx="2253">
                  <c:v>1.48</c:v>
                </c:pt>
                <c:pt idx="2254">
                  <c:v>1.48</c:v>
                </c:pt>
                <c:pt idx="2255">
                  <c:v>1.48</c:v>
                </c:pt>
                <c:pt idx="2256">
                  <c:v>1.48</c:v>
                </c:pt>
                <c:pt idx="2257">
                  <c:v>1.48</c:v>
                </c:pt>
                <c:pt idx="2258">
                  <c:v>1.48</c:v>
                </c:pt>
                <c:pt idx="2259">
                  <c:v>1.48</c:v>
                </c:pt>
                <c:pt idx="2260">
                  <c:v>1.48</c:v>
                </c:pt>
                <c:pt idx="2261">
                  <c:v>1.48</c:v>
                </c:pt>
                <c:pt idx="2262">
                  <c:v>1.48</c:v>
                </c:pt>
                <c:pt idx="2263">
                  <c:v>1.48</c:v>
                </c:pt>
                <c:pt idx="2264">
                  <c:v>1.48</c:v>
                </c:pt>
                <c:pt idx="2265">
                  <c:v>1.48</c:v>
                </c:pt>
                <c:pt idx="2266">
                  <c:v>1.48</c:v>
                </c:pt>
                <c:pt idx="2267">
                  <c:v>1.48</c:v>
                </c:pt>
                <c:pt idx="2268">
                  <c:v>1.48</c:v>
                </c:pt>
                <c:pt idx="2269">
                  <c:v>1.48</c:v>
                </c:pt>
                <c:pt idx="2270">
                  <c:v>1.48</c:v>
                </c:pt>
                <c:pt idx="2271">
                  <c:v>1.48</c:v>
                </c:pt>
                <c:pt idx="2272">
                  <c:v>1.48</c:v>
                </c:pt>
                <c:pt idx="2273">
                  <c:v>1.48</c:v>
                </c:pt>
                <c:pt idx="2274">
                  <c:v>1.48</c:v>
                </c:pt>
                <c:pt idx="2275">
                  <c:v>1.48</c:v>
                </c:pt>
                <c:pt idx="2276">
                  <c:v>1.48</c:v>
                </c:pt>
                <c:pt idx="2277">
                  <c:v>1.48</c:v>
                </c:pt>
                <c:pt idx="2278">
                  <c:v>1.48</c:v>
                </c:pt>
                <c:pt idx="2279">
                  <c:v>1.48</c:v>
                </c:pt>
                <c:pt idx="2280">
                  <c:v>1.48</c:v>
                </c:pt>
                <c:pt idx="2281">
                  <c:v>1.48</c:v>
                </c:pt>
                <c:pt idx="2282">
                  <c:v>1.48</c:v>
                </c:pt>
                <c:pt idx="2283">
                  <c:v>1.48</c:v>
                </c:pt>
                <c:pt idx="2284">
                  <c:v>1.48</c:v>
                </c:pt>
                <c:pt idx="2285">
                  <c:v>1.48</c:v>
                </c:pt>
                <c:pt idx="2286">
                  <c:v>1.48</c:v>
                </c:pt>
                <c:pt idx="2287">
                  <c:v>1.48</c:v>
                </c:pt>
                <c:pt idx="2288">
                  <c:v>1.48</c:v>
                </c:pt>
                <c:pt idx="2289">
                  <c:v>1.48</c:v>
                </c:pt>
                <c:pt idx="2290">
                  <c:v>1.48</c:v>
                </c:pt>
                <c:pt idx="2291">
                  <c:v>1.48</c:v>
                </c:pt>
                <c:pt idx="2292">
                  <c:v>1.48</c:v>
                </c:pt>
                <c:pt idx="2293">
                  <c:v>1.48</c:v>
                </c:pt>
                <c:pt idx="2294">
                  <c:v>1.48</c:v>
                </c:pt>
                <c:pt idx="2295">
                  <c:v>1.48</c:v>
                </c:pt>
                <c:pt idx="2296">
                  <c:v>1.48</c:v>
                </c:pt>
                <c:pt idx="2297">
                  <c:v>1.48</c:v>
                </c:pt>
                <c:pt idx="2298">
                  <c:v>1.48</c:v>
                </c:pt>
                <c:pt idx="2299">
                  <c:v>1.48</c:v>
                </c:pt>
                <c:pt idx="2300">
                  <c:v>1.48</c:v>
                </c:pt>
                <c:pt idx="2301">
                  <c:v>1.48</c:v>
                </c:pt>
                <c:pt idx="2302">
                  <c:v>1.48</c:v>
                </c:pt>
                <c:pt idx="2303">
                  <c:v>1.48</c:v>
                </c:pt>
                <c:pt idx="2304">
                  <c:v>1.48</c:v>
                </c:pt>
                <c:pt idx="2305">
                  <c:v>1.48</c:v>
                </c:pt>
                <c:pt idx="2306">
                  <c:v>1.48</c:v>
                </c:pt>
                <c:pt idx="2307">
                  <c:v>1.48</c:v>
                </c:pt>
                <c:pt idx="2308">
                  <c:v>1.48</c:v>
                </c:pt>
                <c:pt idx="2309">
                  <c:v>1.48</c:v>
                </c:pt>
                <c:pt idx="2310">
                  <c:v>1.48</c:v>
                </c:pt>
                <c:pt idx="2311">
                  <c:v>1.48</c:v>
                </c:pt>
                <c:pt idx="2312">
                  <c:v>1.48</c:v>
                </c:pt>
                <c:pt idx="2313">
                  <c:v>1.48</c:v>
                </c:pt>
                <c:pt idx="2314">
                  <c:v>1.48</c:v>
                </c:pt>
                <c:pt idx="2315">
                  <c:v>1.48</c:v>
                </c:pt>
                <c:pt idx="2316">
                  <c:v>1.48</c:v>
                </c:pt>
                <c:pt idx="2317">
                  <c:v>1.48</c:v>
                </c:pt>
                <c:pt idx="2318">
                  <c:v>1.48</c:v>
                </c:pt>
                <c:pt idx="2319">
                  <c:v>1.48</c:v>
                </c:pt>
                <c:pt idx="2320">
                  <c:v>1.48</c:v>
                </c:pt>
                <c:pt idx="2321">
                  <c:v>1.48</c:v>
                </c:pt>
                <c:pt idx="2322">
                  <c:v>1.48</c:v>
                </c:pt>
                <c:pt idx="2323">
                  <c:v>1.48</c:v>
                </c:pt>
                <c:pt idx="2324">
                  <c:v>1.48</c:v>
                </c:pt>
                <c:pt idx="2325">
                  <c:v>1.48</c:v>
                </c:pt>
                <c:pt idx="2326">
                  <c:v>1.48</c:v>
                </c:pt>
                <c:pt idx="2327">
                  <c:v>1.48</c:v>
                </c:pt>
                <c:pt idx="2328">
                  <c:v>1.48</c:v>
                </c:pt>
                <c:pt idx="2329">
                  <c:v>1.48</c:v>
                </c:pt>
                <c:pt idx="2330">
                  <c:v>1.48</c:v>
                </c:pt>
                <c:pt idx="2331">
                  <c:v>1.48</c:v>
                </c:pt>
                <c:pt idx="2332">
                  <c:v>1.48</c:v>
                </c:pt>
                <c:pt idx="2333">
                  <c:v>1.48</c:v>
                </c:pt>
                <c:pt idx="2334">
                  <c:v>1.48</c:v>
                </c:pt>
                <c:pt idx="2335">
                  <c:v>1.48</c:v>
                </c:pt>
                <c:pt idx="2336">
                  <c:v>1.48</c:v>
                </c:pt>
                <c:pt idx="2337">
                  <c:v>1.48</c:v>
                </c:pt>
                <c:pt idx="2338">
                  <c:v>1.48</c:v>
                </c:pt>
                <c:pt idx="2339">
                  <c:v>1.48</c:v>
                </c:pt>
                <c:pt idx="2340">
                  <c:v>1.48</c:v>
                </c:pt>
                <c:pt idx="2341">
                  <c:v>1.48</c:v>
                </c:pt>
                <c:pt idx="2342">
                  <c:v>1.48</c:v>
                </c:pt>
                <c:pt idx="2343">
                  <c:v>1.48</c:v>
                </c:pt>
                <c:pt idx="2344">
                  <c:v>1.48</c:v>
                </c:pt>
                <c:pt idx="2345">
                  <c:v>1.48</c:v>
                </c:pt>
                <c:pt idx="2346">
                  <c:v>1.48</c:v>
                </c:pt>
                <c:pt idx="2347">
                  <c:v>1.48</c:v>
                </c:pt>
                <c:pt idx="2348">
                  <c:v>1.48</c:v>
                </c:pt>
                <c:pt idx="2349">
                  <c:v>1.48</c:v>
                </c:pt>
                <c:pt idx="2350">
                  <c:v>1.48</c:v>
                </c:pt>
                <c:pt idx="2351">
                  <c:v>1.48</c:v>
                </c:pt>
                <c:pt idx="2352">
                  <c:v>1.48</c:v>
                </c:pt>
                <c:pt idx="2353">
                  <c:v>1.48</c:v>
                </c:pt>
                <c:pt idx="2354">
                  <c:v>1.48</c:v>
                </c:pt>
                <c:pt idx="2355">
                  <c:v>1.48</c:v>
                </c:pt>
                <c:pt idx="2356">
                  <c:v>1.48</c:v>
                </c:pt>
                <c:pt idx="2357">
                  <c:v>1.48</c:v>
                </c:pt>
                <c:pt idx="2358">
                  <c:v>1.48</c:v>
                </c:pt>
                <c:pt idx="2359">
                  <c:v>1.48</c:v>
                </c:pt>
                <c:pt idx="2360">
                  <c:v>1.48</c:v>
                </c:pt>
                <c:pt idx="2361">
                  <c:v>1.48</c:v>
                </c:pt>
                <c:pt idx="2362">
                  <c:v>1.48</c:v>
                </c:pt>
                <c:pt idx="2363">
                  <c:v>1.48</c:v>
                </c:pt>
                <c:pt idx="2364">
                  <c:v>1.48</c:v>
                </c:pt>
                <c:pt idx="2365">
                  <c:v>1.48</c:v>
                </c:pt>
                <c:pt idx="2366">
                  <c:v>1.48</c:v>
                </c:pt>
                <c:pt idx="2367">
                  <c:v>1.48</c:v>
                </c:pt>
                <c:pt idx="2368">
                  <c:v>1.48</c:v>
                </c:pt>
                <c:pt idx="2369">
                  <c:v>1.48</c:v>
                </c:pt>
                <c:pt idx="2370">
                  <c:v>1.48</c:v>
                </c:pt>
                <c:pt idx="2371">
                  <c:v>1.48</c:v>
                </c:pt>
                <c:pt idx="2372">
                  <c:v>1.48</c:v>
                </c:pt>
                <c:pt idx="2373">
                  <c:v>1.48</c:v>
                </c:pt>
                <c:pt idx="2374">
                  <c:v>1.48</c:v>
                </c:pt>
                <c:pt idx="2375">
                  <c:v>1.48</c:v>
                </c:pt>
                <c:pt idx="2376">
                  <c:v>1.48</c:v>
                </c:pt>
                <c:pt idx="2377">
                  <c:v>1.48</c:v>
                </c:pt>
                <c:pt idx="2378">
                  <c:v>1.48</c:v>
                </c:pt>
                <c:pt idx="2379">
                  <c:v>1.48</c:v>
                </c:pt>
                <c:pt idx="2380">
                  <c:v>1.48</c:v>
                </c:pt>
                <c:pt idx="2381">
                  <c:v>1.48</c:v>
                </c:pt>
                <c:pt idx="2382">
                  <c:v>1.48</c:v>
                </c:pt>
                <c:pt idx="2383">
                  <c:v>1.48</c:v>
                </c:pt>
                <c:pt idx="2384">
                  <c:v>1.48</c:v>
                </c:pt>
                <c:pt idx="2385">
                  <c:v>1.48</c:v>
                </c:pt>
                <c:pt idx="2386">
                  <c:v>1.48</c:v>
                </c:pt>
                <c:pt idx="2387">
                  <c:v>1.48</c:v>
                </c:pt>
                <c:pt idx="2388">
                  <c:v>1.48</c:v>
                </c:pt>
                <c:pt idx="2389">
                  <c:v>1.48</c:v>
                </c:pt>
                <c:pt idx="2390">
                  <c:v>1.48</c:v>
                </c:pt>
                <c:pt idx="2391">
                  <c:v>1.48</c:v>
                </c:pt>
                <c:pt idx="2392">
                  <c:v>1.48</c:v>
                </c:pt>
                <c:pt idx="2393">
                  <c:v>1.48</c:v>
                </c:pt>
                <c:pt idx="2394">
                  <c:v>1.48</c:v>
                </c:pt>
                <c:pt idx="2395">
                  <c:v>1.48</c:v>
                </c:pt>
                <c:pt idx="2396">
                  <c:v>1.48</c:v>
                </c:pt>
                <c:pt idx="2397">
                  <c:v>1.48</c:v>
                </c:pt>
                <c:pt idx="2398">
                  <c:v>1.48</c:v>
                </c:pt>
                <c:pt idx="2399">
                  <c:v>1.48</c:v>
                </c:pt>
                <c:pt idx="2400">
                  <c:v>1.48</c:v>
                </c:pt>
                <c:pt idx="2401">
                  <c:v>1.48</c:v>
                </c:pt>
                <c:pt idx="2402">
                  <c:v>1.48</c:v>
                </c:pt>
                <c:pt idx="2403">
                  <c:v>1.48</c:v>
                </c:pt>
                <c:pt idx="2404">
                  <c:v>1.48</c:v>
                </c:pt>
                <c:pt idx="2405">
                  <c:v>1.48</c:v>
                </c:pt>
                <c:pt idx="2406">
                  <c:v>1.48</c:v>
                </c:pt>
                <c:pt idx="2407">
                  <c:v>1.48</c:v>
                </c:pt>
                <c:pt idx="2408">
                  <c:v>1.48</c:v>
                </c:pt>
                <c:pt idx="2409">
                  <c:v>1.48</c:v>
                </c:pt>
                <c:pt idx="2410">
                  <c:v>1.48</c:v>
                </c:pt>
                <c:pt idx="2411">
                  <c:v>1.48</c:v>
                </c:pt>
                <c:pt idx="2412">
                  <c:v>1.48</c:v>
                </c:pt>
                <c:pt idx="2413">
                  <c:v>1.48</c:v>
                </c:pt>
                <c:pt idx="2414">
                  <c:v>1.48</c:v>
                </c:pt>
                <c:pt idx="2415">
                  <c:v>1.48</c:v>
                </c:pt>
                <c:pt idx="2416">
                  <c:v>1.48</c:v>
                </c:pt>
                <c:pt idx="2417">
                  <c:v>1.48</c:v>
                </c:pt>
                <c:pt idx="2418">
                  <c:v>1.48</c:v>
                </c:pt>
                <c:pt idx="2419">
                  <c:v>1.48</c:v>
                </c:pt>
                <c:pt idx="2420">
                  <c:v>1.48</c:v>
                </c:pt>
                <c:pt idx="2421">
                  <c:v>1.48</c:v>
                </c:pt>
                <c:pt idx="2422">
                  <c:v>1.48</c:v>
                </c:pt>
                <c:pt idx="2423">
                  <c:v>1.48</c:v>
                </c:pt>
                <c:pt idx="2424">
                  <c:v>1.48</c:v>
                </c:pt>
                <c:pt idx="2425">
                  <c:v>1.48</c:v>
                </c:pt>
                <c:pt idx="2426">
                  <c:v>1.48</c:v>
                </c:pt>
                <c:pt idx="2427">
                  <c:v>1.48</c:v>
                </c:pt>
                <c:pt idx="2428">
                  <c:v>1.48</c:v>
                </c:pt>
                <c:pt idx="2429">
                  <c:v>1.48</c:v>
                </c:pt>
                <c:pt idx="2430">
                  <c:v>1.48</c:v>
                </c:pt>
                <c:pt idx="2431">
                  <c:v>1.48</c:v>
                </c:pt>
                <c:pt idx="2432">
                  <c:v>1.48</c:v>
                </c:pt>
                <c:pt idx="2433">
                  <c:v>1.48</c:v>
                </c:pt>
                <c:pt idx="2434">
                  <c:v>1.48</c:v>
                </c:pt>
                <c:pt idx="2435">
                  <c:v>1.48</c:v>
                </c:pt>
                <c:pt idx="2436">
                  <c:v>1.48</c:v>
                </c:pt>
                <c:pt idx="2437">
                  <c:v>1.48</c:v>
                </c:pt>
                <c:pt idx="2438">
                  <c:v>1.48</c:v>
                </c:pt>
                <c:pt idx="2439">
                  <c:v>1.48</c:v>
                </c:pt>
                <c:pt idx="2440">
                  <c:v>1.48</c:v>
                </c:pt>
                <c:pt idx="2441">
                  <c:v>1.48</c:v>
                </c:pt>
                <c:pt idx="2442">
                  <c:v>1.48</c:v>
                </c:pt>
                <c:pt idx="2443">
                  <c:v>1.48</c:v>
                </c:pt>
                <c:pt idx="2444">
                  <c:v>1.48</c:v>
                </c:pt>
                <c:pt idx="2445">
                  <c:v>1.48</c:v>
                </c:pt>
                <c:pt idx="2446">
                  <c:v>1.48</c:v>
                </c:pt>
                <c:pt idx="2447">
                  <c:v>1.48</c:v>
                </c:pt>
                <c:pt idx="2448">
                  <c:v>1.48</c:v>
                </c:pt>
                <c:pt idx="2449">
                  <c:v>1.48</c:v>
                </c:pt>
                <c:pt idx="2450">
                  <c:v>1.48</c:v>
                </c:pt>
                <c:pt idx="2451">
                  <c:v>1.48</c:v>
                </c:pt>
                <c:pt idx="2452">
                  <c:v>1.48</c:v>
                </c:pt>
                <c:pt idx="2453">
                  <c:v>1.48</c:v>
                </c:pt>
                <c:pt idx="2454">
                  <c:v>1.48</c:v>
                </c:pt>
                <c:pt idx="2455">
                  <c:v>1.48</c:v>
                </c:pt>
                <c:pt idx="2456">
                  <c:v>1.48</c:v>
                </c:pt>
                <c:pt idx="2457">
                  <c:v>1.48</c:v>
                </c:pt>
                <c:pt idx="2458">
                  <c:v>1.48</c:v>
                </c:pt>
                <c:pt idx="2459">
                  <c:v>1.48</c:v>
                </c:pt>
                <c:pt idx="2460">
                  <c:v>1.48</c:v>
                </c:pt>
                <c:pt idx="2461">
                  <c:v>1.48</c:v>
                </c:pt>
                <c:pt idx="2462">
                  <c:v>1.48</c:v>
                </c:pt>
                <c:pt idx="2463">
                  <c:v>1.48</c:v>
                </c:pt>
                <c:pt idx="2464">
                  <c:v>1.48</c:v>
                </c:pt>
                <c:pt idx="2465">
                  <c:v>1.48</c:v>
                </c:pt>
                <c:pt idx="2466">
                  <c:v>1.48</c:v>
                </c:pt>
                <c:pt idx="2467">
                  <c:v>1.48</c:v>
                </c:pt>
                <c:pt idx="2468">
                  <c:v>1.48</c:v>
                </c:pt>
                <c:pt idx="2469">
                  <c:v>1.48</c:v>
                </c:pt>
                <c:pt idx="2470">
                  <c:v>1.48</c:v>
                </c:pt>
                <c:pt idx="2471">
                  <c:v>1.48</c:v>
                </c:pt>
                <c:pt idx="2472">
                  <c:v>1.48</c:v>
                </c:pt>
                <c:pt idx="2473">
                  <c:v>1.48</c:v>
                </c:pt>
                <c:pt idx="2474">
                  <c:v>1.48</c:v>
                </c:pt>
                <c:pt idx="2475">
                  <c:v>1.48</c:v>
                </c:pt>
                <c:pt idx="2476">
                  <c:v>1.48</c:v>
                </c:pt>
                <c:pt idx="2477">
                  <c:v>1.48</c:v>
                </c:pt>
                <c:pt idx="2478">
                  <c:v>1.48</c:v>
                </c:pt>
                <c:pt idx="2479">
                  <c:v>1.48</c:v>
                </c:pt>
                <c:pt idx="2480">
                  <c:v>1.48</c:v>
                </c:pt>
                <c:pt idx="2481">
                  <c:v>1.48</c:v>
                </c:pt>
                <c:pt idx="2482">
                  <c:v>1.48</c:v>
                </c:pt>
                <c:pt idx="2483">
                  <c:v>1.48</c:v>
                </c:pt>
                <c:pt idx="2484">
                  <c:v>1.48</c:v>
                </c:pt>
                <c:pt idx="2485">
                  <c:v>1.48</c:v>
                </c:pt>
                <c:pt idx="2486">
                  <c:v>1.48</c:v>
                </c:pt>
                <c:pt idx="2487">
                  <c:v>1.48</c:v>
                </c:pt>
                <c:pt idx="2488">
                  <c:v>1.48</c:v>
                </c:pt>
                <c:pt idx="2489">
                  <c:v>1.48</c:v>
                </c:pt>
                <c:pt idx="2490">
                  <c:v>1.48</c:v>
                </c:pt>
                <c:pt idx="2491">
                  <c:v>1.48</c:v>
                </c:pt>
                <c:pt idx="2492">
                  <c:v>1.48</c:v>
                </c:pt>
                <c:pt idx="2493">
                  <c:v>1.48</c:v>
                </c:pt>
                <c:pt idx="2494">
                  <c:v>1.48</c:v>
                </c:pt>
                <c:pt idx="2495">
                  <c:v>1.48</c:v>
                </c:pt>
                <c:pt idx="2496">
                  <c:v>1.48</c:v>
                </c:pt>
                <c:pt idx="2497">
                  <c:v>1.48</c:v>
                </c:pt>
                <c:pt idx="2498">
                  <c:v>1.48</c:v>
                </c:pt>
                <c:pt idx="2499">
                  <c:v>1.48</c:v>
                </c:pt>
                <c:pt idx="2500">
                  <c:v>1.48</c:v>
                </c:pt>
                <c:pt idx="2501">
                  <c:v>1.48</c:v>
                </c:pt>
                <c:pt idx="2502">
                  <c:v>1.48</c:v>
                </c:pt>
                <c:pt idx="2503">
                  <c:v>1.48</c:v>
                </c:pt>
                <c:pt idx="2504">
                  <c:v>1.48</c:v>
                </c:pt>
                <c:pt idx="2505">
                  <c:v>1.48</c:v>
                </c:pt>
                <c:pt idx="2506">
                  <c:v>1.48</c:v>
                </c:pt>
                <c:pt idx="2507">
                  <c:v>1.48</c:v>
                </c:pt>
                <c:pt idx="2508">
                  <c:v>1.48</c:v>
                </c:pt>
                <c:pt idx="2509">
                  <c:v>1.48</c:v>
                </c:pt>
                <c:pt idx="2510">
                  <c:v>1.48</c:v>
                </c:pt>
                <c:pt idx="2511">
                  <c:v>1.48</c:v>
                </c:pt>
                <c:pt idx="2512">
                  <c:v>1.48</c:v>
                </c:pt>
                <c:pt idx="2513">
                  <c:v>1.48</c:v>
                </c:pt>
                <c:pt idx="2514">
                  <c:v>1.48</c:v>
                </c:pt>
                <c:pt idx="2515">
                  <c:v>1.48</c:v>
                </c:pt>
                <c:pt idx="2516">
                  <c:v>1.48</c:v>
                </c:pt>
                <c:pt idx="2517">
                  <c:v>1.48</c:v>
                </c:pt>
                <c:pt idx="2518">
                  <c:v>1.48</c:v>
                </c:pt>
                <c:pt idx="2519">
                  <c:v>1.48</c:v>
                </c:pt>
                <c:pt idx="2520">
                  <c:v>1.48</c:v>
                </c:pt>
                <c:pt idx="2521">
                  <c:v>1.48</c:v>
                </c:pt>
                <c:pt idx="2522">
                  <c:v>1.48</c:v>
                </c:pt>
                <c:pt idx="2523">
                  <c:v>1.48</c:v>
                </c:pt>
                <c:pt idx="2524">
                  <c:v>1.48</c:v>
                </c:pt>
                <c:pt idx="2525">
                  <c:v>1.48</c:v>
                </c:pt>
                <c:pt idx="2526">
                  <c:v>1.48</c:v>
                </c:pt>
                <c:pt idx="2527">
                  <c:v>1.48</c:v>
                </c:pt>
                <c:pt idx="2528">
                  <c:v>1.48</c:v>
                </c:pt>
                <c:pt idx="2529">
                  <c:v>1.48</c:v>
                </c:pt>
                <c:pt idx="2530">
                  <c:v>1.48</c:v>
                </c:pt>
                <c:pt idx="2531">
                  <c:v>1.48</c:v>
                </c:pt>
                <c:pt idx="2532">
                  <c:v>1.48</c:v>
                </c:pt>
                <c:pt idx="2533">
                  <c:v>1.48</c:v>
                </c:pt>
                <c:pt idx="2534">
                  <c:v>1.48</c:v>
                </c:pt>
                <c:pt idx="2535">
                  <c:v>1.48</c:v>
                </c:pt>
                <c:pt idx="2536">
                  <c:v>1.48</c:v>
                </c:pt>
                <c:pt idx="2537">
                  <c:v>1.48</c:v>
                </c:pt>
                <c:pt idx="2538">
                  <c:v>1.48</c:v>
                </c:pt>
                <c:pt idx="2539">
                  <c:v>1.48</c:v>
                </c:pt>
                <c:pt idx="2540">
                  <c:v>1.48</c:v>
                </c:pt>
                <c:pt idx="2541">
                  <c:v>1.48</c:v>
                </c:pt>
                <c:pt idx="2542">
                  <c:v>1.48</c:v>
                </c:pt>
                <c:pt idx="2543">
                  <c:v>1.48</c:v>
                </c:pt>
                <c:pt idx="2544">
                  <c:v>1.48</c:v>
                </c:pt>
                <c:pt idx="2545">
                  <c:v>1.48</c:v>
                </c:pt>
                <c:pt idx="2546">
                  <c:v>1.48</c:v>
                </c:pt>
                <c:pt idx="2547">
                  <c:v>1.48</c:v>
                </c:pt>
                <c:pt idx="2548">
                  <c:v>1.48</c:v>
                </c:pt>
                <c:pt idx="2549">
                  <c:v>1.48</c:v>
                </c:pt>
                <c:pt idx="2550">
                  <c:v>1.48</c:v>
                </c:pt>
                <c:pt idx="2551">
                  <c:v>1.48</c:v>
                </c:pt>
                <c:pt idx="2552">
                  <c:v>1.48</c:v>
                </c:pt>
                <c:pt idx="2553">
                  <c:v>1.48</c:v>
                </c:pt>
                <c:pt idx="2554">
                  <c:v>1.48</c:v>
                </c:pt>
                <c:pt idx="2555">
                  <c:v>1.48</c:v>
                </c:pt>
                <c:pt idx="2556">
                  <c:v>1.48</c:v>
                </c:pt>
                <c:pt idx="2557">
                  <c:v>1.48</c:v>
                </c:pt>
                <c:pt idx="2558">
                  <c:v>1.48</c:v>
                </c:pt>
                <c:pt idx="2559">
                  <c:v>1.48</c:v>
                </c:pt>
                <c:pt idx="2560">
                  <c:v>1.48</c:v>
                </c:pt>
                <c:pt idx="2561">
                  <c:v>1.48</c:v>
                </c:pt>
                <c:pt idx="2562">
                  <c:v>1.48</c:v>
                </c:pt>
                <c:pt idx="2563">
                  <c:v>1.48</c:v>
                </c:pt>
                <c:pt idx="2564">
                  <c:v>1.48</c:v>
                </c:pt>
                <c:pt idx="2565">
                  <c:v>1.48</c:v>
                </c:pt>
                <c:pt idx="2566">
                  <c:v>1.48</c:v>
                </c:pt>
                <c:pt idx="2567">
                  <c:v>1.48</c:v>
                </c:pt>
                <c:pt idx="2568">
                  <c:v>1.48</c:v>
                </c:pt>
                <c:pt idx="2569">
                  <c:v>1.48</c:v>
                </c:pt>
                <c:pt idx="2570">
                  <c:v>1.48</c:v>
                </c:pt>
                <c:pt idx="2571">
                  <c:v>1.48</c:v>
                </c:pt>
                <c:pt idx="2572">
                  <c:v>1.48</c:v>
                </c:pt>
                <c:pt idx="2573">
                  <c:v>1.48</c:v>
                </c:pt>
                <c:pt idx="2574">
                  <c:v>1.48</c:v>
                </c:pt>
                <c:pt idx="2575">
                  <c:v>1.48</c:v>
                </c:pt>
                <c:pt idx="2576">
                  <c:v>1.48</c:v>
                </c:pt>
                <c:pt idx="2577">
                  <c:v>1.48</c:v>
                </c:pt>
                <c:pt idx="2578">
                  <c:v>1.48</c:v>
                </c:pt>
                <c:pt idx="2579">
                  <c:v>1.48</c:v>
                </c:pt>
                <c:pt idx="2580">
                  <c:v>1.48</c:v>
                </c:pt>
                <c:pt idx="2581">
                  <c:v>1.48</c:v>
                </c:pt>
                <c:pt idx="2582">
                  <c:v>1.48</c:v>
                </c:pt>
                <c:pt idx="2583">
                  <c:v>1.48</c:v>
                </c:pt>
                <c:pt idx="2584">
                  <c:v>1.48</c:v>
                </c:pt>
                <c:pt idx="2585">
                  <c:v>1.48</c:v>
                </c:pt>
                <c:pt idx="2586">
                  <c:v>1.48</c:v>
                </c:pt>
                <c:pt idx="2587">
                  <c:v>1.48</c:v>
                </c:pt>
                <c:pt idx="2588">
                  <c:v>1.48</c:v>
                </c:pt>
                <c:pt idx="2589">
                  <c:v>1.48</c:v>
                </c:pt>
                <c:pt idx="2590">
                  <c:v>1.48</c:v>
                </c:pt>
                <c:pt idx="2591">
                  <c:v>1.48</c:v>
                </c:pt>
                <c:pt idx="2592">
                  <c:v>1.48</c:v>
                </c:pt>
                <c:pt idx="2593">
                  <c:v>1.48</c:v>
                </c:pt>
                <c:pt idx="2594">
                  <c:v>1.48</c:v>
                </c:pt>
                <c:pt idx="2595">
                  <c:v>1.48</c:v>
                </c:pt>
                <c:pt idx="2596">
                  <c:v>1.48</c:v>
                </c:pt>
                <c:pt idx="2597">
                  <c:v>1.48</c:v>
                </c:pt>
                <c:pt idx="2598">
                  <c:v>1.48</c:v>
                </c:pt>
                <c:pt idx="2599">
                  <c:v>1.48</c:v>
                </c:pt>
                <c:pt idx="2600">
                  <c:v>1.48</c:v>
                </c:pt>
                <c:pt idx="2601">
                  <c:v>1.48</c:v>
                </c:pt>
                <c:pt idx="2602">
                  <c:v>1.48</c:v>
                </c:pt>
                <c:pt idx="2603">
                  <c:v>1.48</c:v>
                </c:pt>
                <c:pt idx="2604">
                  <c:v>1.48</c:v>
                </c:pt>
                <c:pt idx="2605">
                  <c:v>1.48</c:v>
                </c:pt>
                <c:pt idx="2606">
                  <c:v>1.48</c:v>
                </c:pt>
                <c:pt idx="2607">
                  <c:v>1.48</c:v>
                </c:pt>
                <c:pt idx="2608">
                  <c:v>1.48</c:v>
                </c:pt>
                <c:pt idx="2609">
                  <c:v>1.48</c:v>
                </c:pt>
                <c:pt idx="2610">
                  <c:v>1.48</c:v>
                </c:pt>
                <c:pt idx="2611">
                  <c:v>1.48</c:v>
                </c:pt>
                <c:pt idx="2612">
                  <c:v>1.48</c:v>
                </c:pt>
                <c:pt idx="2613">
                  <c:v>1.48</c:v>
                </c:pt>
                <c:pt idx="2614">
                  <c:v>1.48</c:v>
                </c:pt>
                <c:pt idx="2615">
                  <c:v>1.48</c:v>
                </c:pt>
                <c:pt idx="2616">
                  <c:v>1.48</c:v>
                </c:pt>
                <c:pt idx="2617">
                  <c:v>1.48</c:v>
                </c:pt>
                <c:pt idx="2618">
                  <c:v>1.48</c:v>
                </c:pt>
                <c:pt idx="2619">
                  <c:v>1.48</c:v>
                </c:pt>
                <c:pt idx="2620">
                  <c:v>1.48</c:v>
                </c:pt>
                <c:pt idx="2621">
                  <c:v>1.48</c:v>
                </c:pt>
                <c:pt idx="2622">
                  <c:v>1.48</c:v>
                </c:pt>
                <c:pt idx="2623">
                  <c:v>1.48</c:v>
                </c:pt>
                <c:pt idx="2624">
                  <c:v>1.48</c:v>
                </c:pt>
                <c:pt idx="2625">
                  <c:v>1.48</c:v>
                </c:pt>
                <c:pt idx="2626">
                  <c:v>1.48</c:v>
                </c:pt>
                <c:pt idx="2627">
                  <c:v>1.48</c:v>
                </c:pt>
                <c:pt idx="2628">
                  <c:v>1.48</c:v>
                </c:pt>
                <c:pt idx="2629">
                  <c:v>1.48</c:v>
                </c:pt>
                <c:pt idx="2630">
                  <c:v>1.48</c:v>
                </c:pt>
                <c:pt idx="2631">
                  <c:v>1.48</c:v>
                </c:pt>
                <c:pt idx="2632">
                  <c:v>1.48</c:v>
                </c:pt>
                <c:pt idx="2633">
                  <c:v>1.48</c:v>
                </c:pt>
                <c:pt idx="2634">
                  <c:v>1.48</c:v>
                </c:pt>
                <c:pt idx="2635">
                  <c:v>1.48</c:v>
                </c:pt>
                <c:pt idx="2636">
                  <c:v>1.48</c:v>
                </c:pt>
                <c:pt idx="2637">
                  <c:v>1.48</c:v>
                </c:pt>
                <c:pt idx="2638">
                  <c:v>1.48</c:v>
                </c:pt>
                <c:pt idx="2639">
                  <c:v>1.48</c:v>
                </c:pt>
                <c:pt idx="2640">
                  <c:v>1.48</c:v>
                </c:pt>
                <c:pt idx="2641">
                  <c:v>1.48</c:v>
                </c:pt>
                <c:pt idx="2642">
                  <c:v>1.48</c:v>
                </c:pt>
                <c:pt idx="2643">
                  <c:v>1.48</c:v>
                </c:pt>
                <c:pt idx="2644">
                  <c:v>1.48</c:v>
                </c:pt>
                <c:pt idx="2645">
                  <c:v>1.48</c:v>
                </c:pt>
                <c:pt idx="2646">
                  <c:v>1.48</c:v>
                </c:pt>
                <c:pt idx="2647">
                  <c:v>1.48</c:v>
                </c:pt>
                <c:pt idx="2648">
                  <c:v>1.48</c:v>
                </c:pt>
                <c:pt idx="2649">
                  <c:v>1.48</c:v>
                </c:pt>
                <c:pt idx="2650">
                  <c:v>1.48</c:v>
                </c:pt>
                <c:pt idx="2651">
                  <c:v>1.48</c:v>
                </c:pt>
                <c:pt idx="2652">
                  <c:v>1.48</c:v>
                </c:pt>
                <c:pt idx="2653">
                  <c:v>1.48</c:v>
                </c:pt>
                <c:pt idx="2654">
                  <c:v>1.48</c:v>
                </c:pt>
                <c:pt idx="2655">
                  <c:v>1.48</c:v>
                </c:pt>
                <c:pt idx="2656">
                  <c:v>1.48</c:v>
                </c:pt>
                <c:pt idx="2657">
                  <c:v>1.48</c:v>
                </c:pt>
                <c:pt idx="2658">
                  <c:v>1.48</c:v>
                </c:pt>
                <c:pt idx="2659">
                  <c:v>1.48</c:v>
                </c:pt>
                <c:pt idx="2660">
                  <c:v>1.48</c:v>
                </c:pt>
                <c:pt idx="2661">
                  <c:v>1.48</c:v>
                </c:pt>
                <c:pt idx="2662">
                  <c:v>1.48</c:v>
                </c:pt>
                <c:pt idx="2663">
                  <c:v>1.48</c:v>
                </c:pt>
                <c:pt idx="2664">
                  <c:v>1.48</c:v>
                </c:pt>
                <c:pt idx="2665">
                  <c:v>1.48</c:v>
                </c:pt>
                <c:pt idx="2666">
                  <c:v>1.48</c:v>
                </c:pt>
                <c:pt idx="2667">
                  <c:v>1.48</c:v>
                </c:pt>
                <c:pt idx="2668">
                  <c:v>1.48</c:v>
                </c:pt>
                <c:pt idx="2669">
                  <c:v>1.48</c:v>
                </c:pt>
                <c:pt idx="2670">
                  <c:v>1.48</c:v>
                </c:pt>
                <c:pt idx="2671">
                  <c:v>1.48</c:v>
                </c:pt>
                <c:pt idx="2672">
                  <c:v>1.48</c:v>
                </c:pt>
                <c:pt idx="2673">
                  <c:v>1.48</c:v>
                </c:pt>
                <c:pt idx="2674">
                  <c:v>1.48</c:v>
                </c:pt>
                <c:pt idx="2675">
                  <c:v>1.48</c:v>
                </c:pt>
                <c:pt idx="2676">
                  <c:v>1.48</c:v>
                </c:pt>
                <c:pt idx="2677">
                  <c:v>1.48</c:v>
                </c:pt>
                <c:pt idx="2678">
                  <c:v>1.48</c:v>
                </c:pt>
                <c:pt idx="2679">
                  <c:v>1.48</c:v>
                </c:pt>
                <c:pt idx="2680">
                  <c:v>1.48</c:v>
                </c:pt>
                <c:pt idx="2681">
                  <c:v>1.48</c:v>
                </c:pt>
                <c:pt idx="2682">
                  <c:v>1.48</c:v>
                </c:pt>
                <c:pt idx="2683">
                  <c:v>1.48</c:v>
                </c:pt>
                <c:pt idx="2684">
                  <c:v>1.48</c:v>
                </c:pt>
                <c:pt idx="2685">
                  <c:v>1.48</c:v>
                </c:pt>
                <c:pt idx="2686">
                  <c:v>1.48</c:v>
                </c:pt>
                <c:pt idx="2687">
                  <c:v>1.48</c:v>
                </c:pt>
                <c:pt idx="2688">
                  <c:v>1.48</c:v>
                </c:pt>
                <c:pt idx="2689">
                  <c:v>1.48</c:v>
                </c:pt>
                <c:pt idx="2690">
                  <c:v>1.48</c:v>
                </c:pt>
                <c:pt idx="2691">
                  <c:v>1.48</c:v>
                </c:pt>
                <c:pt idx="2692">
                  <c:v>1.48</c:v>
                </c:pt>
                <c:pt idx="2693">
                  <c:v>1.48</c:v>
                </c:pt>
                <c:pt idx="2694">
                  <c:v>1.48</c:v>
                </c:pt>
                <c:pt idx="2695">
                  <c:v>1.48</c:v>
                </c:pt>
                <c:pt idx="2696">
                  <c:v>1.48</c:v>
                </c:pt>
                <c:pt idx="2697">
                  <c:v>1.48</c:v>
                </c:pt>
                <c:pt idx="2698">
                  <c:v>1.48</c:v>
                </c:pt>
                <c:pt idx="2699">
                  <c:v>1.48</c:v>
                </c:pt>
                <c:pt idx="2700">
                  <c:v>1.48</c:v>
                </c:pt>
                <c:pt idx="2701">
                  <c:v>1.48</c:v>
                </c:pt>
                <c:pt idx="2702">
                  <c:v>1.48</c:v>
                </c:pt>
                <c:pt idx="2703">
                  <c:v>1.48</c:v>
                </c:pt>
                <c:pt idx="2704">
                  <c:v>1.48</c:v>
                </c:pt>
                <c:pt idx="2705">
                  <c:v>1.48</c:v>
                </c:pt>
                <c:pt idx="2706">
                  <c:v>1.48</c:v>
                </c:pt>
                <c:pt idx="2707">
                  <c:v>1.48</c:v>
                </c:pt>
                <c:pt idx="2708">
                  <c:v>1.48</c:v>
                </c:pt>
                <c:pt idx="2709">
                  <c:v>1.48</c:v>
                </c:pt>
                <c:pt idx="2710">
                  <c:v>1.48</c:v>
                </c:pt>
                <c:pt idx="2711">
                  <c:v>1.48</c:v>
                </c:pt>
                <c:pt idx="2712">
                  <c:v>1.48</c:v>
                </c:pt>
                <c:pt idx="2713">
                  <c:v>1.48</c:v>
                </c:pt>
                <c:pt idx="2714">
                  <c:v>1.48</c:v>
                </c:pt>
                <c:pt idx="2715">
                  <c:v>1.48</c:v>
                </c:pt>
                <c:pt idx="2716">
                  <c:v>1.48</c:v>
                </c:pt>
                <c:pt idx="2717">
                  <c:v>1.48</c:v>
                </c:pt>
                <c:pt idx="2718">
                  <c:v>1.48</c:v>
                </c:pt>
                <c:pt idx="2719">
                  <c:v>1.48</c:v>
                </c:pt>
                <c:pt idx="2720">
                  <c:v>1.48</c:v>
                </c:pt>
                <c:pt idx="2721">
                  <c:v>1.48</c:v>
                </c:pt>
                <c:pt idx="2722">
                  <c:v>1.48</c:v>
                </c:pt>
                <c:pt idx="2723">
                  <c:v>1.48</c:v>
                </c:pt>
                <c:pt idx="2724">
                  <c:v>1.48</c:v>
                </c:pt>
                <c:pt idx="2725">
                  <c:v>1.48</c:v>
                </c:pt>
                <c:pt idx="2726">
                  <c:v>1.48</c:v>
                </c:pt>
                <c:pt idx="2727">
                  <c:v>1.48</c:v>
                </c:pt>
                <c:pt idx="2728">
                  <c:v>1.48</c:v>
                </c:pt>
                <c:pt idx="2729">
                  <c:v>1.48</c:v>
                </c:pt>
                <c:pt idx="2730">
                  <c:v>1.48</c:v>
                </c:pt>
                <c:pt idx="2731">
                  <c:v>1.48</c:v>
                </c:pt>
                <c:pt idx="2732">
                  <c:v>1.48</c:v>
                </c:pt>
                <c:pt idx="2733">
                  <c:v>1.48</c:v>
                </c:pt>
                <c:pt idx="2734">
                  <c:v>1.48</c:v>
                </c:pt>
                <c:pt idx="2735">
                  <c:v>1.48</c:v>
                </c:pt>
                <c:pt idx="2736">
                  <c:v>1.48</c:v>
                </c:pt>
                <c:pt idx="2737">
                  <c:v>1.48</c:v>
                </c:pt>
                <c:pt idx="2738">
                  <c:v>1.48</c:v>
                </c:pt>
                <c:pt idx="2739">
                  <c:v>1.48</c:v>
                </c:pt>
                <c:pt idx="2740">
                  <c:v>1.48</c:v>
                </c:pt>
                <c:pt idx="2741">
                  <c:v>1.48</c:v>
                </c:pt>
                <c:pt idx="2742">
                  <c:v>1.48</c:v>
                </c:pt>
                <c:pt idx="2743">
                  <c:v>1.48</c:v>
                </c:pt>
                <c:pt idx="2744">
                  <c:v>1.48</c:v>
                </c:pt>
                <c:pt idx="2745">
                  <c:v>1.48</c:v>
                </c:pt>
                <c:pt idx="2746">
                  <c:v>1.48</c:v>
                </c:pt>
                <c:pt idx="2747">
                  <c:v>1.48</c:v>
                </c:pt>
                <c:pt idx="2748">
                  <c:v>1.48</c:v>
                </c:pt>
                <c:pt idx="2749">
                  <c:v>1.48</c:v>
                </c:pt>
                <c:pt idx="2750">
                  <c:v>1.48</c:v>
                </c:pt>
                <c:pt idx="2751">
                  <c:v>1.48</c:v>
                </c:pt>
                <c:pt idx="2752">
                  <c:v>1.48</c:v>
                </c:pt>
                <c:pt idx="2753">
                  <c:v>1.48</c:v>
                </c:pt>
                <c:pt idx="2754">
                  <c:v>1.48</c:v>
                </c:pt>
                <c:pt idx="2755">
                  <c:v>1.48</c:v>
                </c:pt>
                <c:pt idx="2756">
                  <c:v>1.48</c:v>
                </c:pt>
                <c:pt idx="2757">
                  <c:v>1.48</c:v>
                </c:pt>
                <c:pt idx="2758">
                  <c:v>1.48</c:v>
                </c:pt>
                <c:pt idx="2759">
                  <c:v>1.48</c:v>
                </c:pt>
                <c:pt idx="2760">
                  <c:v>1.48</c:v>
                </c:pt>
                <c:pt idx="2761">
                  <c:v>1.48</c:v>
                </c:pt>
                <c:pt idx="2762">
                  <c:v>1.48</c:v>
                </c:pt>
                <c:pt idx="2763">
                  <c:v>1.48</c:v>
                </c:pt>
                <c:pt idx="2764">
                  <c:v>1.48</c:v>
                </c:pt>
                <c:pt idx="2765">
                  <c:v>1.48</c:v>
                </c:pt>
                <c:pt idx="2766">
                  <c:v>1.48</c:v>
                </c:pt>
                <c:pt idx="2767">
                  <c:v>1.48</c:v>
                </c:pt>
                <c:pt idx="2768">
                  <c:v>1.48</c:v>
                </c:pt>
                <c:pt idx="2769">
                  <c:v>1.48</c:v>
                </c:pt>
                <c:pt idx="2770">
                  <c:v>1.48</c:v>
                </c:pt>
                <c:pt idx="2771">
                  <c:v>1.48</c:v>
                </c:pt>
                <c:pt idx="2772">
                  <c:v>1.48</c:v>
                </c:pt>
                <c:pt idx="2773">
                  <c:v>1.48</c:v>
                </c:pt>
                <c:pt idx="2774">
                  <c:v>1.48</c:v>
                </c:pt>
                <c:pt idx="2775">
                  <c:v>1.48</c:v>
                </c:pt>
                <c:pt idx="2776">
                  <c:v>1.48</c:v>
                </c:pt>
                <c:pt idx="2777">
                  <c:v>1.48</c:v>
                </c:pt>
                <c:pt idx="2778">
                  <c:v>1.48</c:v>
                </c:pt>
                <c:pt idx="2779">
                  <c:v>1.48</c:v>
                </c:pt>
                <c:pt idx="2780">
                  <c:v>1.48</c:v>
                </c:pt>
                <c:pt idx="2781">
                  <c:v>1.48</c:v>
                </c:pt>
                <c:pt idx="2782">
                  <c:v>1.48</c:v>
                </c:pt>
                <c:pt idx="2783">
                  <c:v>1.48</c:v>
                </c:pt>
                <c:pt idx="2784">
                  <c:v>1.48</c:v>
                </c:pt>
                <c:pt idx="2785">
                  <c:v>1.48</c:v>
                </c:pt>
                <c:pt idx="2786">
                  <c:v>1.48</c:v>
                </c:pt>
                <c:pt idx="2787">
                  <c:v>1.48</c:v>
                </c:pt>
                <c:pt idx="2788">
                  <c:v>1.48</c:v>
                </c:pt>
                <c:pt idx="2789">
                  <c:v>1.48</c:v>
                </c:pt>
                <c:pt idx="2790">
                  <c:v>1.48</c:v>
                </c:pt>
                <c:pt idx="2791">
                  <c:v>1.48</c:v>
                </c:pt>
                <c:pt idx="2792">
                  <c:v>1.48</c:v>
                </c:pt>
                <c:pt idx="2793">
                  <c:v>1.48</c:v>
                </c:pt>
                <c:pt idx="2794">
                  <c:v>1.48</c:v>
                </c:pt>
                <c:pt idx="2795">
                  <c:v>1.48</c:v>
                </c:pt>
                <c:pt idx="2796">
                  <c:v>1.48</c:v>
                </c:pt>
                <c:pt idx="2797">
                  <c:v>1.48</c:v>
                </c:pt>
                <c:pt idx="2798">
                  <c:v>1.48</c:v>
                </c:pt>
                <c:pt idx="2799">
                  <c:v>1.48</c:v>
                </c:pt>
                <c:pt idx="2800">
                  <c:v>1.48</c:v>
                </c:pt>
                <c:pt idx="2801">
                  <c:v>1.48</c:v>
                </c:pt>
                <c:pt idx="2802">
                  <c:v>1.48</c:v>
                </c:pt>
                <c:pt idx="2803">
                  <c:v>1.48</c:v>
                </c:pt>
                <c:pt idx="2804">
                  <c:v>1.48</c:v>
                </c:pt>
                <c:pt idx="2805">
                  <c:v>1.48</c:v>
                </c:pt>
                <c:pt idx="2806">
                  <c:v>1.48</c:v>
                </c:pt>
                <c:pt idx="2807">
                  <c:v>1.48</c:v>
                </c:pt>
                <c:pt idx="2808">
                  <c:v>1.48</c:v>
                </c:pt>
                <c:pt idx="2809">
                  <c:v>1.48</c:v>
                </c:pt>
                <c:pt idx="2810">
                  <c:v>1.48</c:v>
                </c:pt>
                <c:pt idx="2811">
                  <c:v>1.48</c:v>
                </c:pt>
                <c:pt idx="2812">
                  <c:v>1.48</c:v>
                </c:pt>
                <c:pt idx="2813">
                  <c:v>1.48</c:v>
                </c:pt>
                <c:pt idx="2814">
                  <c:v>1.48</c:v>
                </c:pt>
                <c:pt idx="2815">
                  <c:v>1.48</c:v>
                </c:pt>
                <c:pt idx="2816">
                  <c:v>1.48</c:v>
                </c:pt>
                <c:pt idx="2817">
                  <c:v>1.48</c:v>
                </c:pt>
                <c:pt idx="2818">
                  <c:v>1.48</c:v>
                </c:pt>
                <c:pt idx="2819">
                  <c:v>1.48</c:v>
                </c:pt>
                <c:pt idx="2820">
                  <c:v>1.48</c:v>
                </c:pt>
                <c:pt idx="2821">
                  <c:v>1.48</c:v>
                </c:pt>
                <c:pt idx="2822">
                  <c:v>1.48</c:v>
                </c:pt>
                <c:pt idx="2823">
                  <c:v>1.48</c:v>
                </c:pt>
                <c:pt idx="2824">
                  <c:v>1.48</c:v>
                </c:pt>
                <c:pt idx="2825">
                  <c:v>1.48</c:v>
                </c:pt>
                <c:pt idx="2826">
                  <c:v>1.48</c:v>
                </c:pt>
                <c:pt idx="2827">
                  <c:v>1.48</c:v>
                </c:pt>
                <c:pt idx="2828">
                  <c:v>1.48</c:v>
                </c:pt>
                <c:pt idx="2829">
                  <c:v>1.48</c:v>
                </c:pt>
                <c:pt idx="2830">
                  <c:v>1.48</c:v>
                </c:pt>
                <c:pt idx="2831">
                  <c:v>1.48</c:v>
                </c:pt>
                <c:pt idx="2832">
                  <c:v>1.48</c:v>
                </c:pt>
                <c:pt idx="2833">
                  <c:v>1.48</c:v>
                </c:pt>
                <c:pt idx="2834">
                  <c:v>1.48</c:v>
                </c:pt>
                <c:pt idx="2835">
                  <c:v>1.48</c:v>
                </c:pt>
                <c:pt idx="2836">
                  <c:v>1.48</c:v>
                </c:pt>
                <c:pt idx="2837">
                  <c:v>1.48</c:v>
                </c:pt>
                <c:pt idx="2838">
                  <c:v>1.48</c:v>
                </c:pt>
                <c:pt idx="2839">
                  <c:v>1.48</c:v>
                </c:pt>
                <c:pt idx="2840">
                  <c:v>1.48</c:v>
                </c:pt>
                <c:pt idx="2841">
                  <c:v>1.48</c:v>
                </c:pt>
                <c:pt idx="2842">
                  <c:v>1.48</c:v>
                </c:pt>
                <c:pt idx="2843">
                  <c:v>1.48</c:v>
                </c:pt>
                <c:pt idx="2844">
                  <c:v>1.48</c:v>
                </c:pt>
                <c:pt idx="2845">
                  <c:v>1.48</c:v>
                </c:pt>
                <c:pt idx="2846">
                  <c:v>1.48</c:v>
                </c:pt>
                <c:pt idx="2847">
                  <c:v>1.48</c:v>
                </c:pt>
                <c:pt idx="2848">
                  <c:v>1.48</c:v>
                </c:pt>
                <c:pt idx="2849">
                  <c:v>1.48</c:v>
                </c:pt>
                <c:pt idx="2850">
                  <c:v>1.48</c:v>
                </c:pt>
                <c:pt idx="2851">
                  <c:v>1.48</c:v>
                </c:pt>
                <c:pt idx="2852">
                  <c:v>1.48</c:v>
                </c:pt>
                <c:pt idx="2853">
                  <c:v>1.48</c:v>
                </c:pt>
                <c:pt idx="2854">
                  <c:v>1.48</c:v>
                </c:pt>
                <c:pt idx="2855">
                  <c:v>1.48</c:v>
                </c:pt>
                <c:pt idx="2856">
                  <c:v>1.48</c:v>
                </c:pt>
                <c:pt idx="2857">
                  <c:v>1.48</c:v>
                </c:pt>
                <c:pt idx="2858">
                  <c:v>1.48</c:v>
                </c:pt>
                <c:pt idx="2859">
                  <c:v>1.48</c:v>
                </c:pt>
                <c:pt idx="2860">
                  <c:v>1.48</c:v>
                </c:pt>
                <c:pt idx="2861">
                  <c:v>1.48</c:v>
                </c:pt>
                <c:pt idx="2862">
                  <c:v>1.48</c:v>
                </c:pt>
                <c:pt idx="2863">
                  <c:v>1.48</c:v>
                </c:pt>
                <c:pt idx="2864">
                  <c:v>1.48</c:v>
                </c:pt>
                <c:pt idx="2865">
                  <c:v>1.48</c:v>
                </c:pt>
                <c:pt idx="2866">
                  <c:v>1.48</c:v>
                </c:pt>
                <c:pt idx="2867">
                  <c:v>1.48</c:v>
                </c:pt>
                <c:pt idx="2868">
                  <c:v>1.48</c:v>
                </c:pt>
                <c:pt idx="2869">
                  <c:v>1.48</c:v>
                </c:pt>
                <c:pt idx="2870">
                  <c:v>1.48</c:v>
                </c:pt>
                <c:pt idx="2871">
                  <c:v>1.48</c:v>
                </c:pt>
                <c:pt idx="2872">
                  <c:v>1.48</c:v>
                </c:pt>
                <c:pt idx="2873">
                  <c:v>1.48</c:v>
                </c:pt>
                <c:pt idx="2874">
                  <c:v>1.48</c:v>
                </c:pt>
                <c:pt idx="2875">
                  <c:v>1.48</c:v>
                </c:pt>
                <c:pt idx="2876">
                  <c:v>1.48</c:v>
                </c:pt>
                <c:pt idx="2877">
                  <c:v>1.48</c:v>
                </c:pt>
                <c:pt idx="2878">
                  <c:v>1.48</c:v>
                </c:pt>
                <c:pt idx="2879">
                  <c:v>1.48</c:v>
                </c:pt>
                <c:pt idx="2880">
                  <c:v>1.48</c:v>
                </c:pt>
                <c:pt idx="2881">
                  <c:v>1.48</c:v>
                </c:pt>
                <c:pt idx="2882">
                  <c:v>1.48</c:v>
                </c:pt>
                <c:pt idx="2883">
                  <c:v>1.48</c:v>
                </c:pt>
                <c:pt idx="2884">
                  <c:v>1.48</c:v>
                </c:pt>
                <c:pt idx="2885">
                  <c:v>1.48</c:v>
                </c:pt>
                <c:pt idx="2886">
                  <c:v>1.48</c:v>
                </c:pt>
                <c:pt idx="2887">
                  <c:v>1.48</c:v>
                </c:pt>
                <c:pt idx="2888">
                  <c:v>1.48</c:v>
                </c:pt>
                <c:pt idx="2889">
                  <c:v>1.48</c:v>
                </c:pt>
                <c:pt idx="2890">
                  <c:v>1.48</c:v>
                </c:pt>
                <c:pt idx="2891">
                  <c:v>1.48</c:v>
                </c:pt>
                <c:pt idx="2892">
                  <c:v>1.48</c:v>
                </c:pt>
                <c:pt idx="2893">
                  <c:v>1.48</c:v>
                </c:pt>
                <c:pt idx="2894">
                  <c:v>1.48</c:v>
                </c:pt>
                <c:pt idx="2895">
                  <c:v>1.48</c:v>
                </c:pt>
                <c:pt idx="2896">
                  <c:v>1.48</c:v>
                </c:pt>
                <c:pt idx="2897">
                  <c:v>1.48</c:v>
                </c:pt>
                <c:pt idx="2898">
                  <c:v>1.48</c:v>
                </c:pt>
                <c:pt idx="2899">
                  <c:v>1.48</c:v>
                </c:pt>
                <c:pt idx="2900">
                  <c:v>1.48</c:v>
                </c:pt>
                <c:pt idx="2901">
                  <c:v>1.48</c:v>
                </c:pt>
                <c:pt idx="2902">
                  <c:v>1.48</c:v>
                </c:pt>
                <c:pt idx="2903">
                  <c:v>1.48</c:v>
                </c:pt>
                <c:pt idx="2904">
                  <c:v>1.48</c:v>
                </c:pt>
                <c:pt idx="2905">
                  <c:v>1.48</c:v>
                </c:pt>
                <c:pt idx="2906">
                  <c:v>1.48</c:v>
                </c:pt>
                <c:pt idx="2907">
                  <c:v>1.48</c:v>
                </c:pt>
                <c:pt idx="2908">
                  <c:v>1.48</c:v>
                </c:pt>
                <c:pt idx="2909">
                  <c:v>1.48</c:v>
                </c:pt>
                <c:pt idx="2910">
                  <c:v>1.48</c:v>
                </c:pt>
                <c:pt idx="2911">
                  <c:v>1.48</c:v>
                </c:pt>
                <c:pt idx="2912">
                  <c:v>1.48</c:v>
                </c:pt>
                <c:pt idx="2913">
                  <c:v>1.48</c:v>
                </c:pt>
                <c:pt idx="2914">
                  <c:v>1.48</c:v>
                </c:pt>
                <c:pt idx="2915">
                  <c:v>1.48</c:v>
                </c:pt>
                <c:pt idx="2916">
                  <c:v>1.48</c:v>
                </c:pt>
                <c:pt idx="2917">
                  <c:v>1.48</c:v>
                </c:pt>
                <c:pt idx="2918">
                  <c:v>1.48</c:v>
                </c:pt>
                <c:pt idx="2919">
                  <c:v>1.48</c:v>
                </c:pt>
                <c:pt idx="2920">
                  <c:v>1.48</c:v>
                </c:pt>
                <c:pt idx="2921">
                  <c:v>1.48</c:v>
                </c:pt>
                <c:pt idx="2922">
                  <c:v>1.48</c:v>
                </c:pt>
                <c:pt idx="2923">
                  <c:v>1.48</c:v>
                </c:pt>
                <c:pt idx="2924">
                  <c:v>1.48</c:v>
                </c:pt>
                <c:pt idx="2925">
                  <c:v>1.48</c:v>
                </c:pt>
                <c:pt idx="2926">
                  <c:v>1.48</c:v>
                </c:pt>
                <c:pt idx="2927">
                  <c:v>1.48</c:v>
                </c:pt>
                <c:pt idx="2928">
                  <c:v>1.48</c:v>
                </c:pt>
                <c:pt idx="2929">
                  <c:v>1.48</c:v>
                </c:pt>
                <c:pt idx="2930">
                  <c:v>1.48</c:v>
                </c:pt>
                <c:pt idx="2931">
                  <c:v>1.48</c:v>
                </c:pt>
                <c:pt idx="2932">
                  <c:v>1.48</c:v>
                </c:pt>
                <c:pt idx="2933">
                  <c:v>1.48</c:v>
                </c:pt>
                <c:pt idx="2934">
                  <c:v>1.48</c:v>
                </c:pt>
                <c:pt idx="2935">
                  <c:v>1.48</c:v>
                </c:pt>
                <c:pt idx="2936">
                  <c:v>1.48</c:v>
                </c:pt>
                <c:pt idx="2937">
                  <c:v>1.48</c:v>
                </c:pt>
                <c:pt idx="2938">
                  <c:v>1.48</c:v>
                </c:pt>
                <c:pt idx="2939">
                  <c:v>1.48</c:v>
                </c:pt>
                <c:pt idx="2940">
                  <c:v>1.48</c:v>
                </c:pt>
                <c:pt idx="2941">
                  <c:v>1.48</c:v>
                </c:pt>
                <c:pt idx="2942">
                  <c:v>1.48</c:v>
                </c:pt>
                <c:pt idx="2943">
                  <c:v>1.48</c:v>
                </c:pt>
                <c:pt idx="2944">
                  <c:v>1.48</c:v>
                </c:pt>
                <c:pt idx="2945">
                  <c:v>1.48</c:v>
                </c:pt>
                <c:pt idx="2946">
                  <c:v>1.48</c:v>
                </c:pt>
                <c:pt idx="2947">
                  <c:v>1.48</c:v>
                </c:pt>
                <c:pt idx="2948">
                  <c:v>1.48</c:v>
                </c:pt>
                <c:pt idx="2949">
                  <c:v>1.48</c:v>
                </c:pt>
                <c:pt idx="2950">
                  <c:v>1.48</c:v>
                </c:pt>
                <c:pt idx="2951">
                  <c:v>1.48</c:v>
                </c:pt>
                <c:pt idx="2952">
                  <c:v>1.48</c:v>
                </c:pt>
                <c:pt idx="2953">
                  <c:v>1.48</c:v>
                </c:pt>
                <c:pt idx="2954">
                  <c:v>1.48</c:v>
                </c:pt>
                <c:pt idx="2955">
                  <c:v>1.48</c:v>
                </c:pt>
                <c:pt idx="2956">
                  <c:v>1.48</c:v>
                </c:pt>
                <c:pt idx="2957">
                  <c:v>1.48</c:v>
                </c:pt>
                <c:pt idx="2958">
                  <c:v>1.48</c:v>
                </c:pt>
                <c:pt idx="2959">
                  <c:v>1.48</c:v>
                </c:pt>
                <c:pt idx="2960">
                  <c:v>1.48</c:v>
                </c:pt>
                <c:pt idx="2961">
                  <c:v>1.48</c:v>
                </c:pt>
                <c:pt idx="2962">
                  <c:v>1.48</c:v>
                </c:pt>
                <c:pt idx="2963">
                  <c:v>1.48</c:v>
                </c:pt>
                <c:pt idx="2964">
                  <c:v>1.48</c:v>
                </c:pt>
                <c:pt idx="2965">
                  <c:v>1.48</c:v>
                </c:pt>
                <c:pt idx="2966">
                  <c:v>1.48</c:v>
                </c:pt>
                <c:pt idx="2967">
                  <c:v>1.48</c:v>
                </c:pt>
                <c:pt idx="2968">
                  <c:v>1.48</c:v>
                </c:pt>
                <c:pt idx="2969">
                  <c:v>1.48</c:v>
                </c:pt>
                <c:pt idx="2970">
                  <c:v>1.48</c:v>
                </c:pt>
                <c:pt idx="2971">
                  <c:v>1.48</c:v>
                </c:pt>
                <c:pt idx="2972">
                  <c:v>1.48</c:v>
                </c:pt>
                <c:pt idx="2973">
                  <c:v>1.48</c:v>
                </c:pt>
                <c:pt idx="2974">
                  <c:v>1.48</c:v>
                </c:pt>
                <c:pt idx="2975">
                  <c:v>1.48</c:v>
                </c:pt>
                <c:pt idx="2976">
                  <c:v>1.48</c:v>
                </c:pt>
                <c:pt idx="2977">
                  <c:v>1.48</c:v>
                </c:pt>
                <c:pt idx="2978">
                  <c:v>1.48</c:v>
                </c:pt>
                <c:pt idx="2979">
                  <c:v>1.48</c:v>
                </c:pt>
                <c:pt idx="2980">
                  <c:v>1.48</c:v>
                </c:pt>
                <c:pt idx="2981">
                  <c:v>1.48</c:v>
                </c:pt>
                <c:pt idx="2982">
                  <c:v>1.48</c:v>
                </c:pt>
                <c:pt idx="2983">
                  <c:v>1.48</c:v>
                </c:pt>
                <c:pt idx="2984">
                  <c:v>1.48</c:v>
                </c:pt>
                <c:pt idx="2985">
                  <c:v>1.48</c:v>
                </c:pt>
                <c:pt idx="2986">
                  <c:v>1.48</c:v>
                </c:pt>
                <c:pt idx="2987">
                  <c:v>1.48</c:v>
                </c:pt>
                <c:pt idx="2988">
                  <c:v>1.48</c:v>
                </c:pt>
                <c:pt idx="2989">
                  <c:v>1.48</c:v>
                </c:pt>
                <c:pt idx="2990">
                  <c:v>1.48</c:v>
                </c:pt>
                <c:pt idx="2991">
                  <c:v>1.48</c:v>
                </c:pt>
                <c:pt idx="2992">
                  <c:v>1.48</c:v>
                </c:pt>
                <c:pt idx="2993">
                  <c:v>1.48</c:v>
                </c:pt>
                <c:pt idx="2994">
                  <c:v>1.48</c:v>
                </c:pt>
                <c:pt idx="2995">
                  <c:v>1.48</c:v>
                </c:pt>
                <c:pt idx="2996">
                  <c:v>1.48</c:v>
                </c:pt>
                <c:pt idx="2997">
                  <c:v>1.48</c:v>
                </c:pt>
                <c:pt idx="2998">
                  <c:v>1.48</c:v>
                </c:pt>
                <c:pt idx="2999">
                  <c:v>1.48</c:v>
                </c:pt>
                <c:pt idx="3000">
                  <c:v>1.48</c:v>
                </c:pt>
                <c:pt idx="3001">
                  <c:v>1.48</c:v>
                </c:pt>
                <c:pt idx="3002">
                  <c:v>1.48</c:v>
                </c:pt>
                <c:pt idx="3003">
                  <c:v>1.48</c:v>
                </c:pt>
                <c:pt idx="3004">
                  <c:v>1.48</c:v>
                </c:pt>
                <c:pt idx="3005">
                  <c:v>1.48</c:v>
                </c:pt>
                <c:pt idx="3006">
                  <c:v>1.48</c:v>
                </c:pt>
                <c:pt idx="3007">
                  <c:v>1.48</c:v>
                </c:pt>
                <c:pt idx="3008">
                  <c:v>1.48</c:v>
                </c:pt>
                <c:pt idx="3009">
                  <c:v>1.48</c:v>
                </c:pt>
                <c:pt idx="3010">
                  <c:v>1.48</c:v>
                </c:pt>
                <c:pt idx="3011">
                  <c:v>1.48</c:v>
                </c:pt>
                <c:pt idx="3012">
                  <c:v>1.48</c:v>
                </c:pt>
                <c:pt idx="3013">
                  <c:v>1.48</c:v>
                </c:pt>
                <c:pt idx="3014">
                  <c:v>1.48</c:v>
                </c:pt>
                <c:pt idx="3015">
                  <c:v>1.48</c:v>
                </c:pt>
                <c:pt idx="3016">
                  <c:v>1.48</c:v>
                </c:pt>
                <c:pt idx="3017">
                  <c:v>1.48</c:v>
                </c:pt>
                <c:pt idx="3018">
                  <c:v>1.48</c:v>
                </c:pt>
                <c:pt idx="3019">
                  <c:v>1.48</c:v>
                </c:pt>
                <c:pt idx="3020">
                  <c:v>1.48</c:v>
                </c:pt>
                <c:pt idx="3021">
                  <c:v>1.48</c:v>
                </c:pt>
                <c:pt idx="3022">
                  <c:v>1.48</c:v>
                </c:pt>
                <c:pt idx="3023">
                  <c:v>1.48</c:v>
                </c:pt>
                <c:pt idx="3024">
                  <c:v>1.48</c:v>
                </c:pt>
                <c:pt idx="3025">
                  <c:v>1.48</c:v>
                </c:pt>
                <c:pt idx="3026">
                  <c:v>1.48</c:v>
                </c:pt>
                <c:pt idx="3027">
                  <c:v>1.48</c:v>
                </c:pt>
                <c:pt idx="3028">
                  <c:v>1.48</c:v>
                </c:pt>
                <c:pt idx="3029">
                  <c:v>1.48</c:v>
                </c:pt>
                <c:pt idx="3030">
                  <c:v>1.48</c:v>
                </c:pt>
                <c:pt idx="3031">
                  <c:v>1.48</c:v>
                </c:pt>
                <c:pt idx="3032">
                  <c:v>1.48</c:v>
                </c:pt>
                <c:pt idx="3033">
                  <c:v>1.48</c:v>
                </c:pt>
                <c:pt idx="3034">
                  <c:v>1.48</c:v>
                </c:pt>
                <c:pt idx="3035">
                  <c:v>1.48</c:v>
                </c:pt>
                <c:pt idx="3036">
                  <c:v>1.48</c:v>
                </c:pt>
                <c:pt idx="3037">
                  <c:v>1.48</c:v>
                </c:pt>
                <c:pt idx="3038">
                  <c:v>1.48</c:v>
                </c:pt>
                <c:pt idx="3039">
                  <c:v>1.48</c:v>
                </c:pt>
                <c:pt idx="3040">
                  <c:v>1.48</c:v>
                </c:pt>
                <c:pt idx="3041">
                  <c:v>1.48</c:v>
                </c:pt>
                <c:pt idx="3042">
                  <c:v>1.48</c:v>
                </c:pt>
                <c:pt idx="3043">
                  <c:v>1.48</c:v>
                </c:pt>
                <c:pt idx="3044">
                  <c:v>1.48</c:v>
                </c:pt>
                <c:pt idx="3045">
                  <c:v>1.48</c:v>
                </c:pt>
                <c:pt idx="3046">
                  <c:v>1.48</c:v>
                </c:pt>
                <c:pt idx="3047">
                  <c:v>1.48</c:v>
                </c:pt>
                <c:pt idx="3048">
                  <c:v>1.48</c:v>
                </c:pt>
                <c:pt idx="3049">
                  <c:v>1.48</c:v>
                </c:pt>
                <c:pt idx="3050">
                  <c:v>1.48</c:v>
                </c:pt>
                <c:pt idx="3051">
                  <c:v>1.48</c:v>
                </c:pt>
                <c:pt idx="3052">
                  <c:v>1.48</c:v>
                </c:pt>
                <c:pt idx="3053">
                  <c:v>1.48</c:v>
                </c:pt>
                <c:pt idx="3054">
                  <c:v>1.48</c:v>
                </c:pt>
                <c:pt idx="3055">
                  <c:v>1.48</c:v>
                </c:pt>
                <c:pt idx="3056">
                  <c:v>1.48</c:v>
                </c:pt>
                <c:pt idx="3057">
                  <c:v>1.48</c:v>
                </c:pt>
                <c:pt idx="3058">
                  <c:v>1.48</c:v>
                </c:pt>
                <c:pt idx="3059">
                  <c:v>1.48</c:v>
                </c:pt>
                <c:pt idx="3060">
                  <c:v>1.48</c:v>
                </c:pt>
                <c:pt idx="3061">
                  <c:v>1.48</c:v>
                </c:pt>
                <c:pt idx="3062">
                  <c:v>1.48</c:v>
                </c:pt>
                <c:pt idx="3063">
                  <c:v>1.48</c:v>
                </c:pt>
                <c:pt idx="3064">
                  <c:v>1.48</c:v>
                </c:pt>
                <c:pt idx="3065">
                  <c:v>1.48</c:v>
                </c:pt>
                <c:pt idx="3066">
                  <c:v>1.48</c:v>
                </c:pt>
                <c:pt idx="3067">
                  <c:v>1.48</c:v>
                </c:pt>
                <c:pt idx="3068">
                  <c:v>1.48</c:v>
                </c:pt>
                <c:pt idx="3069">
                  <c:v>1.48</c:v>
                </c:pt>
                <c:pt idx="3070">
                  <c:v>1.48</c:v>
                </c:pt>
                <c:pt idx="3071">
                  <c:v>1.48</c:v>
                </c:pt>
                <c:pt idx="3072">
                  <c:v>1.48</c:v>
                </c:pt>
                <c:pt idx="3073">
                  <c:v>1.48</c:v>
                </c:pt>
                <c:pt idx="3074">
                  <c:v>1.48</c:v>
                </c:pt>
                <c:pt idx="3075">
                  <c:v>1.48</c:v>
                </c:pt>
                <c:pt idx="3076">
                  <c:v>1.48</c:v>
                </c:pt>
                <c:pt idx="3077">
                  <c:v>1.48</c:v>
                </c:pt>
                <c:pt idx="3078">
                  <c:v>1.48</c:v>
                </c:pt>
                <c:pt idx="3079">
                  <c:v>1.48</c:v>
                </c:pt>
                <c:pt idx="3080">
                  <c:v>1.48</c:v>
                </c:pt>
                <c:pt idx="3081">
                  <c:v>1.48</c:v>
                </c:pt>
                <c:pt idx="3082">
                  <c:v>1.48</c:v>
                </c:pt>
                <c:pt idx="3083">
                  <c:v>1.48</c:v>
                </c:pt>
                <c:pt idx="3084">
                  <c:v>1.48</c:v>
                </c:pt>
                <c:pt idx="3085">
                  <c:v>1.48</c:v>
                </c:pt>
                <c:pt idx="3086">
                  <c:v>1.48</c:v>
                </c:pt>
                <c:pt idx="3087">
                  <c:v>1.48</c:v>
                </c:pt>
                <c:pt idx="3088">
                  <c:v>1.48</c:v>
                </c:pt>
                <c:pt idx="3089">
                  <c:v>1.48</c:v>
                </c:pt>
                <c:pt idx="3090">
                  <c:v>1.48</c:v>
                </c:pt>
                <c:pt idx="3091">
                  <c:v>1.48</c:v>
                </c:pt>
                <c:pt idx="3092">
                  <c:v>1.48</c:v>
                </c:pt>
                <c:pt idx="3093">
                  <c:v>1.48</c:v>
                </c:pt>
                <c:pt idx="3094">
                  <c:v>1.48</c:v>
                </c:pt>
                <c:pt idx="3095">
                  <c:v>1.48</c:v>
                </c:pt>
                <c:pt idx="3096">
                  <c:v>1.48</c:v>
                </c:pt>
                <c:pt idx="3097">
                  <c:v>1.48</c:v>
                </c:pt>
                <c:pt idx="3098">
                  <c:v>1.48</c:v>
                </c:pt>
                <c:pt idx="3099">
                  <c:v>1.48</c:v>
                </c:pt>
                <c:pt idx="3100">
                  <c:v>1.48</c:v>
                </c:pt>
                <c:pt idx="3101">
                  <c:v>1.48</c:v>
                </c:pt>
                <c:pt idx="3102">
                  <c:v>1.48</c:v>
                </c:pt>
                <c:pt idx="3103">
                  <c:v>1.48</c:v>
                </c:pt>
                <c:pt idx="3104">
                  <c:v>1.48</c:v>
                </c:pt>
                <c:pt idx="3105">
                  <c:v>1.48</c:v>
                </c:pt>
                <c:pt idx="3106">
                  <c:v>1.48</c:v>
                </c:pt>
                <c:pt idx="3107">
                  <c:v>1.48</c:v>
                </c:pt>
                <c:pt idx="3108">
                  <c:v>1.48</c:v>
                </c:pt>
                <c:pt idx="3109">
                  <c:v>1.48</c:v>
                </c:pt>
                <c:pt idx="3110">
                  <c:v>1.48</c:v>
                </c:pt>
                <c:pt idx="3111">
                  <c:v>1.48</c:v>
                </c:pt>
                <c:pt idx="3112">
                  <c:v>1.48</c:v>
                </c:pt>
                <c:pt idx="3113">
                  <c:v>1.48</c:v>
                </c:pt>
                <c:pt idx="3114">
                  <c:v>1.48</c:v>
                </c:pt>
                <c:pt idx="3115">
                  <c:v>1.48</c:v>
                </c:pt>
                <c:pt idx="3116">
                  <c:v>1.48</c:v>
                </c:pt>
                <c:pt idx="3117">
                  <c:v>1.48</c:v>
                </c:pt>
                <c:pt idx="3118">
                  <c:v>1.48</c:v>
                </c:pt>
                <c:pt idx="3119">
                  <c:v>1.48</c:v>
                </c:pt>
                <c:pt idx="3120">
                  <c:v>1.48</c:v>
                </c:pt>
                <c:pt idx="3121">
                  <c:v>1.48</c:v>
                </c:pt>
                <c:pt idx="3122">
                  <c:v>1.48</c:v>
                </c:pt>
                <c:pt idx="3123">
                  <c:v>1.48</c:v>
                </c:pt>
                <c:pt idx="3124">
                  <c:v>1.48</c:v>
                </c:pt>
                <c:pt idx="3125">
                  <c:v>1.48</c:v>
                </c:pt>
                <c:pt idx="3126">
                  <c:v>1.48</c:v>
                </c:pt>
                <c:pt idx="3127">
                  <c:v>1.48</c:v>
                </c:pt>
                <c:pt idx="3128">
                  <c:v>1.48</c:v>
                </c:pt>
                <c:pt idx="3129">
                  <c:v>1.48</c:v>
                </c:pt>
                <c:pt idx="3130">
                  <c:v>1.48</c:v>
                </c:pt>
                <c:pt idx="3131">
                  <c:v>1.48</c:v>
                </c:pt>
                <c:pt idx="3132">
                  <c:v>1.48</c:v>
                </c:pt>
                <c:pt idx="3133">
                  <c:v>1.48</c:v>
                </c:pt>
                <c:pt idx="3134">
                  <c:v>1.48</c:v>
                </c:pt>
                <c:pt idx="3135">
                  <c:v>1.48</c:v>
                </c:pt>
                <c:pt idx="3136">
                  <c:v>1.48</c:v>
                </c:pt>
                <c:pt idx="3137">
                  <c:v>1.48</c:v>
                </c:pt>
                <c:pt idx="3138">
                  <c:v>1.48</c:v>
                </c:pt>
                <c:pt idx="3139">
                  <c:v>1.48</c:v>
                </c:pt>
                <c:pt idx="3140">
                  <c:v>1.48</c:v>
                </c:pt>
                <c:pt idx="3141">
                  <c:v>1.48</c:v>
                </c:pt>
                <c:pt idx="3142">
                  <c:v>1.48</c:v>
                </c:pt>
                <c:pt idx="3143">
                  <c:v>1.48</c:v>
                </c:pt>
                <c:pt idx="3144">
                  <c:v>1.48</c:v>
                </c:pt>
                <c:pt idx="3145">
                  <c:v>1.48</c:v>
                </c:pt>
                <c:pt idx="3146">
                  <c:v>1.48</c:v>
                </c:pt>
                <c:pt idx="3147">
                  <c:v>1.48</c:v>
                </c:pt>
                <c:pt idx="3148">
                  <c:v>1.48</c:v>
                </c:pt>
                <c:pt idx="3149">
                  <c:v>1.48</c:v>
                </c:pt>
                <c:pt idx="3150">
                  <c:v>1.48</c:v>
                </c:pt>
                <c:pt idx="3151">
                  <c:v>1.48</c:v>
                </c:pt>
                <c:pt idx="3152">
                  <c:v>1.48</c:v>
                </c:pt>
                <c:pt idx="3153">
                  <c:v>1.48</c:v>
                </c:pt>
                <c:pt idx="3154">
                  <c:v>1.48</c:v>
                </c:pt>
                <c:pt idx="3155">
                  <c:v>1.48</c:v>
                </c:pt>
                <c:pt idx="3156">
                  <c:v>1.48</c:v>
                </c:pt>
                <c:pt idx="3157">
                  <c:v>1.48</c:v>
                </c:pt>
                <c:pt idx="3158">
                  <c:v>1.48</c:v>
                </c:pt>
                <c:pt idx="3159">
                  <c:v>1.48</c:v>
                </c:pt>
                <c:pt idx="3160">
                  <c:v>1.48</c:v>
                </c:pt>
                <c:pt idx="3161">
                  <c:v>1.48</c:v>
                </c:pt>
                <c:pt idx="3162">
                  <c:v>1.48</c:v>
                </c:pt>
                <c:pt idx="3163">
                  <c:v>1.48</c:v>
                </c:pt>
                <c:pt idx="3164">
                  <c:v>1.48</c:v>
                </c:pt>
                <c:pt idx="3165">
                  <c:v>1.48</c:v>
                </c:pt>
                <c:pt idx="3166">
                  <c:v>1.48</c:v>
                </c:pt>
                <c:pt idx="3167">
                  <c:v>1.48</c:v>
                </c:pt>
                <c:pt idx="3168">
                  <c:v>1.48</c:v>
                </c:pt>
                <c:pt idx="3169">
                  <c:v>1.48</c:v>
                </c:pt>
                <c:pt idx="3170">
                  <c:v>1.48</c:v>
                </c:pt>
                <c:pt idx="3171">
                  <c:v>1.48</c:v>
                </c:pt>
                <c:pt idx="3172">
                  <c:v>1.48</c:v>
                </c:pt>
                <c:pt idx="3173">
                  <c:v>1.48</c:v>
                </c:pt>
                <c:pt idx="3174">
                  <c:v>1.48</c:v>
                </c:pt>
                <c:pt idx="3175">
                  <c:v>1.48</c:v>
                </c:pt>
                <c:pt idx="3176">
                  <c:v>1.48</c:v>
                </c:pt>
                <c:pt idx="3177">
                  <c:v>1.48</c:v>
                </c:pt>
                <c:pt idx="3178">
                  <c:v>1.48</c:v>
                </c:pt>
                <c:pt idx="3179">
                  <c:v>1.48</c:v>
                </c:pt>
                <c:pt idx="3180">
                  <c:v>1.48</c:v>
                </c:pt>
                <c:pt idx="3181">
                  <c:v>1.48</c:v>
                </c:pt>
                <c:pt idx="3182">
                  <c:v>1.48</c:v>
                </c:pt>
                <c:pt idx="3183">
                  <c:v>1.48</c:v>
                </c:pt>
                <c:pt idx="3184">
                  <c:v>1.48</c:v>
                </c:pt>
                <c:pt idx="3185">
                  <c:v>1.48</c:v>
                </c:pt>
                <c:pt idx="3186">
                  <c:v>1.48</c:v>
                </c:pt>
                <c:pt idx="3187">
                  <c:v>1.48</c:v>
                </c:pt>
                <c:pt idx="3188">
                  <c:v>1.48</c:v>
                </c:pt>
                <c:pt idx="3189">
                  <c:v>1.48</c:v>
                </c:pt>
                <c:pt idx="3190">
                  <c:v>1.48</c:v>
                </c:pt>
                <c:pt idx="3191">
                  <c:v>1.48</c:v>
                </c:pt>
                <c:pt idx="3192">
                  <c:v>1.48</c:v>
                </c:pt>
                <c:pt idx="3193">
                  <c:v>1.48</c:v>
                </c:pt>
                <c:pt idx="3194">
                  <c:v>1.48</c:v>
                </c:pt>
                <c:pt idx="3195">
                  <c:v>1.48</c:v>
                </c:pt>
                <c:pt idx="3196">
                  <c:v>1.48</c:v>
                </c:pt>
                <c:pt idx="3197">
                  <c:v>1.48</c:v>
                </c:pt>
                <c:pt idx="3198">
                  <c:v>1.48</c:v>
                </c:pt>
                <c:pt idx="3199">
                  <c:v>1.48</c:v>
                </c:pt>
                <c:pt idx="3200">
                  <c:v>1.48</c:v>
                </c:pt>
                <c:pt idx="3201">
                  <c:v>1.48</c:v>
                </c:pt>
                <c:pt idx="3202">
                  <c:v>1.48</c:v>
                </c:pt>
                <c:pt idx="3203">
                  <c:v>1.48</c:v>
                </c:pt>
                <c:pt idx="3204">
                  <c:v>1.48</c:v>
                </c:pt>
                <c:pt idx="3205">
                  <c:v>1.48</c:v>
                </c:pt>
                <c:pt idx="3206">
                  <c:v>1.48</c:v>
                </c:pt>
                <c:pt idx="3207">
                  <c:v>1.48</c:v>
                </c:pt>
                <c:pt idx="3208">
                  <c:v>1.48</c:v>
                </c:pt>
                <c:pt idx="3209">
                  <c:v>1.48</c:v>
                </c:pt>
                <c:pt idx="3210">
                  <c:v>1.48</c:v>
                </c:pt>
                <c:pt idx="3211">
                  <c:v>1.48</c:v>
                </c:pt>
                <c:pt idx="3212">
                  <c:v>1.48</c:v>
                </c:pt>
                <c:pt idx="3213">
                  <c:v>1.48</c:v>
                </c:pt>
                <c:pt idx="3214">
                  <c:v>1.48</c:v>
                </c:pt>
                <c:pt idx="3215">
                  <c:v>1.48</c:v>
                </c:pt>
                <c:pt idx="3216">
                  <c:v>1.48</c:v>
                </c:pt>
                <c:pt idx="3217">
                  <c:v>1.48</c:v>
                </c:pt>
                <c:pt idx="3218">
                  <c:v>1.48</c:v>
                </c:pt>
                <c:pt idx="3219">
                  <c:v>1.48</c:v>
                </c:pt>
                <c:pt idx="3220">
                  <c:v>1.48</c:v>
                </c:pt>
                <c:pt idx="3221">
                  <c:v>1.48</c:v>
                </c:pt>
                <c:pt idx="3222">
                  <c:v>1.48</c:v>
                </c:pt>
                <c:pt idx="3223">
                  <c:v>1.48</c:v>
                </c:pt>
                <c:pt idx="3224">
                  <c:v>1.48</c:v>
                </c:pt>
                <c:pt idx="3225">
                  <c:v>1.48</c:v>
                </c:pt>
                <c:pt idx="3226">
                  <c:v>1.48</c:v>
                </c:pt>
                <c:pt idx="3227">
                  <c:v>1.48</c:v>
                </c:pt>
                <c:pt idx="3228">
                  <c:v>1.48</c:v>
                </c:pt>
                <c:pt idx="3229">
                  <c:v>1.48</c:v>
                </c:pt>
                <c:pt idx="3230">
                  <c:v>1.48</c:v>
                </c:pt>
                <c:pt idx="3231">
                  <c:v>1.48</c:v>
                </c:pt>
                <c:pt idx="3232">
                  <c:v>1.48</c:v>
                </c:pt>
                <c:pt idx="3233">
                  <c:v>1.48</c:v>
                </c:pt>
                <c:pt idx="3234">
                  <c:v>1.48</c:v>
                </c:pt>
                <c:pt idx="3235">
                  <c:v>1.48</c:v>
                </c:pt>
                <c:pt idx="3236">
                  <c:v>1.48</c:v>
                </c:pt>
                <c:pt idx="3237">
                  <c:v>1.48</c:v>
                </c:pt>
                <c:pt idx="3238">
                  <c:v>1.48</c:v>
                </c:pt>
                <c:pt idx="3239">
                  <c:v>1.48</c:v>
                </c:pt>
                <c:pt idx="3240">
                  <c:v>1.48</c:v>
                </c:pt>
                <c:pt idx="3241">
                  <c:v>1.48</c:v>
                </c:pt>
                <c:pt idx="3242">
                  <c:v>1.48</c:v>
                </c:pt>
                <c:pt idx="3243">
                  <c:v>1.48</c:v>
                </c:pt>
                <c:pt idx="3244">
                  <c:v>1.48</c:v>
                </c:pt>
                <c:pt idx="3245">
                  <c:v>1.48</c:v>
                </c:pt>
                <c:pt idx="3246">
                  <c:v>1.48</c:v>
                </c:pt>
                <c:pt idx="3247">
                  <c:v>1.48</c:v>
                </c:pt>
                <c:pt idx="3248">
                  <c:v>1.48</c:v>
                </c:pt>
                <c:pt idx="3249">
                  <c:v>1.48</c:v>
                </c:pt>
                <c:pt idx="3250">
                  <c:v>1.48</c:v>
                </c:pt>
                <c:pt idx="3251">
                  <c:v>1.48</c:v>
                </c:pt>
                <c:pt idx="3252">
                  <c:v>1.48</c:v>
                </c:pt>
                <c:pt idx="3253">
                  <c:v>1.48</c:v>
                </c:pt>
                <c:pt idx="3254">
                  <c:v>1.48</c:v>
                </c:pt>
                <c:pt idx="3255">
                  <c:v>1.48</c:v>
                </c:pt>
                <c:pt idx="3256">
                  <c:v>1.48</c:v>
                </c:pt>
                <c:pt idx="3257">
                  <c:v>1.48</c:v>
                </c:pt>
                <c:pt idx="3258">
                  <c:v>1.48</c:v>
                </c:pt>
                <c:pt idx="3259">
                  <c:v>1.48</c:v>
                </c:pt>
                <c:pt idx="3260">
                  <c:v>1.48</c:v>
                </c:pt>
                <c:pt idx="3261">
                  <c:v>1.48</c:v>
                </c:pt>
                <c:pt idx="3262">
                  <c:v>1.48</c:v>
                </c:pt>
                <c:pt idx="3263">
                  <c:v>1.48</c:v>
                </c:pt>
                <c:pt idx="3264">
                  <c:v>1.48</c:v>
                </c:pt>
                <c:pt idx="3265">
                  <c:v>1.48</c:v>
                </c:pt>
                <c:pt idx="3266">
                  <c:v>1.48</c:v>
                </c:pt>
                <c:pt idx="3267">
                  <c:v>1.48</c:v>
                </c:pt>
                <c:pt idx="3268">
                  <c:v>1.48</c:v>
                </c:pt>
                <c:pt idx="3269">
                  <c:v>1.48</c:v>
                </c:pt>
                <c:pt idx="3270">
                  <c:v>1.48</c:v>
                </c:pt>
                <c:pt idx="3271">
                  <c:v>1.48</c:v>
                </c:pt>
                <c:pt idx="3272">
                  <c:v>1.48</c:v>
                </c:pt>
                <c:pt idx="3273">
                  <c:v>1.48</c:v>
                </c:pt>
                <c:pt idx="3274">
                  <c:v>1.48</c:v>
                </c:pt>
                <c:pt idx="3275">
                  <c:v>1.48</c:v>
                </c:pt>
                <c:pt idx="3276">
                  <c:v>1.48</c:v>
                </c:pt>
                <c:pt idx="3277">
                  <c:v>1.48</c:v>
                </c:pt>
                <c:pt idx="3278">
                  <c:v>1.48</c:v>
                </c:pt>
                <c:pt idx="3279">
                  <c:v>1.48</c:v>
                </c:pt>
                <c:pt idx="3280">
                  <c:v>1.48</c:v>
                </c:pt>
                <c:pt idx="3281">
                  <c:v>1.48</c:v>
                </c:pt>
                <c:pt idx="3282">
                  <c:v>1.48</c:v>
                </c:pt>
                <c:pt idx="3283">
                  <c:v>1.48</c:v>
                </c:pt>
                <c:pt idx="3284">
                  <c:v>1.48</c:v>
                </c:pt>
                <c:pt idx="3285">
                  <c:v>1.48</c:v>
                </c:pt>
                <c:pt idx="3286">
                  <c:v>1.48</c:v>
                </c:pt>
                <c:pt idx="3287">
                  <c:v>1.48</c:v>
                </c:pt>
                <c:pt idx="3288">
                  <c:v>1.48</c:v>
                </c:pt>
                <c:pt idx="3289">
                  <c:v>1.48</c:v>
                </c:pt>
                <c:pt idx="3290">
                  <c:v>1.48</c:v>
                </c:pt>
                <c:pt idx="3291">
                  <c:v>1.48</c:v>
                </c:pt>
                <c:pt idx="3292">
                  <c:v>1.48</c:v>
                </c:pt>
                <c:pt idx="3293">
                  <c:v>1.48</c:v>
                </c:pt>
                <c:pt idx="3294">
                  <c:v>1.48</c:v>
                </c:pt>
                <c:pt idx="3295">
                  <c:v>1.48</c:v>
                </c:pt>
                <c:pt idx="3296">
                  <c:v>1.48</c:v>
                </c:pt>
                <c:pt idx="3297">
                  <c:v>1.48</c:v>
                </c:pt>
                <c:pt idx="3298">
                  <c:v>1.48</c:v>
                </c:pt>
                <c:pt idx="3299">
                  <c:v>1.48</c:v>
                </c:pt>
                <c:pt idx="3300">
                  <c:v>1.48</c:v>
                </c:pt>
                <c:pt idx="3301">
                  <c:v>1.48</c:v>
                </c:pt>
                <c:pt idx="3302">
                  <c:v>1.48</c:v>
                </c:pt>
                <c:pt idx="3303">
                  <c:v>1.48</c:v>
                </c:pt>
                <c:pt idx="3304">
                  <c:v>1.48</c:v>
                </c:pt>
                <c:pt idx="3305">
                  <c:v>1.48</c:v>
                </c:pt>
                <c:pt idx="3306">
                  <c:v>1.48</c:v>
                </c:pt>
                <c:pt idx="3307">
                  <c:v>1.48</c:v>
                </c:pt>
                <c:pt idx="3308">
                  <c:v>1.48</c:v>
                </c:pt>
                <c:pt idx="3309">
                  <c:v>1.48</c:v>
                </c:pt>
                <c:pt idx="3310">
                  <c:v>1.48</c:v>
                </c:pt>
                <c:pt idx="3311">
                  <c:v>1.48</c:v>
                </c:pt>
                <c:pt idx="3312">
                  <c:v>1.48</c:v>
                </c:pt>
                <c:pt idx="3313">
                  <c:v>1.48</c:v>
                </c:pt>
                <c:pt idx="3314">
                  <c:v>1.48</c:v>
                </c:pt>
                <c:pt idx="3315">
                  <c:v>1.48</c:v>
                </c:pt>
                <c:pt idx="3316">
                  <c:v>1.48</c:v>
                </c:pt>
                <c:pt idx="3317">
                  <c:v>1.48</c:v>
                </c:pt>
                <c:pt idx="3318">
                  <c:v>1.48</c:v>
                </c:pt>
                <c:pt idx="3319">
                  <c:v>1.48</c:v>
                </c:pt>
                <c:pt idx="3320">
                  <c:v>1.48</c:v>
                </c:pt>
                <c:pt idx="3321">
                  <c:v>1.48</c:v>
                </c:pt>
                <c:pt idx="3322">
                  <c:v>1.48</c:v>
                </c:pt>
                <c:pt idx="3323">
                  <c:v>1.48</c:v>
                </c:pt>
                <c:pt idx="3324">
                  <c:v>1.48</c:v>
                </c:pt>
                <c:pt idx="3325">
                  <c:v>1.48</c:v>
                </c:pt>
                <c:pt idx="3326">
                  <c:v>1.48</c:v>
                </c:pt>
                <c:pt idx="3327">
                  <c:v>1.48</c:v>
                </c:pt>
                <c:pt idx="3328">
                  <c:v>1.48</c:v>
                </c:pt>
                <c:pt idx="3329">
                  <c:v>1.48</c:v>
                </c:pt>
                <c:pt idx="3330">
                  <c:v>1.48</c:v>
                </c:pt>
                <c:pt idx="3331">
                  <c:v>1.48</c:v>
                </c:pt>
                <c:pt idx="3332">
                  <c:v>1.48</c:v>
                </c:pt>
                <c:pt idx="3333">
                  <c:v>1.48</c:v>
                </c:pt>
                <c:pt idx="3334">
                  <c:v>1.48</c:v>
                </c:pt>
                <c:pt idx="3335">
                  <c:v>1.48</c:v>
                </c:pt>
                <c:pt idx="3336">
                  <c:v>1.48</c:v>
                </c:pt>
                <c:pt idx="3337">
                  <c:v>1.48</c:v>
                </c:pt>
                <c:pt idx="3338">
                  <c:v>1.48</c:v>
                </c:pt>
                <c:pt idx="3339">
                  <c:v>1.48</c:v>
                </c:pt>
                <c:pt idx="3340">
                  <c:v>1.48</c:v>
                </c:pt>
                <c:pt idx="3341">
                  <c:v>1.48</c:v>
                </c:pt>
                <c:pt idx="3342">
                  <c:v>1.48</c:v>
                </c:pt>
                <c:pt idx="3343">
                  <c:v>1.48</c:v>
                </c:pt>
                <c:pt idx="3344">
                  <c:v>1.48</c:v>
                </c:pt>
                <c:pt idx="3345">
                  <c:v>1.48</c:v>
                </c:pt>
                <c:pt idx="3346">
                  <c:v>1.48</c:v>
                </c:pt>
                <c:pt idx="3347">
                  <c:v>1.48</c:v>
                </c:pt>
                <c:pt idx="3348">
                  <c:v>1.48</c:v>
                </c:pt>
                <c:pt idx="3349">
                  <c:v>1.48</c:v>
                </c:pt>
                <c:pt idx="3350">
                  <c:v>1.48</c:v>
                </c:pt>
                <c:pt idx="3351">
                  <c:v>1.48</c:v>
                </c:pt>
                <c:pt idx="3352">
                  <c:v>1.48</c:v>
                </c:pt>
                <c:pt idx="3353">
                  <c:v>1.48</c:v>
                </c:pt>
                <c:pt idx="3354">
                  <c:v>1.48</c:v>
                </c:pt>
                <c:pt idx="3355">
                  <c:v>1.48</c:v>
                </c:pt>
                <c:pt idx="3356">
                  <c:v>1.48</c:v>
                </c:pt>
                <c:pt idx="3357">
                  <c:v>1.48</c:v>
                </c:pt>
                <c:pt idx="3358">
                  <c:v>1.48</c:v>
                </c:pt>
                <c:pt idx="3359">
                  <c:v>1.48</c:v>
                </c:pt>
                <c:pt idx="3360">
                  <c:v>1.48</c:v>
                </c:pt>
                <c:pt idx="3361">
                  <c:v>1.48</c:v>
                </c:pt>
                <c:pt idx="3362">
                  <c:v>1.48</c:v>
                </c:pt>
                <c:pt idx="3363">
                  <c:v>1.48</c:v>
                </c:pt>
                <c:pt idx="3364">
                  <c:v>1.48</c:v>
                </c:pt>
                <c:pt idx="3365">
                  <c:v>1.48</c:v>
                </c:pt>
                <c:pt idx="3366">
                  <c:v>1.48</c:v>
                </c:pt>
                <c:pt idx="3367">
                  <c:v>1.48</c:v>
                </c:pt>
                <c:pt idx="3368">
                  <c:v>1.48</c:v>
                </c:pt>
                <c:pt idx="3369">
                  <c:v>1.48</c:v>
                </c:pt>
                <c:pt idx="3370">
                  <c:v>1.48</c:v>
                </c:pt>
                <c:pt idx="3371">
                  <c:v>1.48</c:v>
                </c:pt>
                <c:pt idx="3372">
                  <c:v>1.48</c:v>
                </c:pt>
                <c:pt idx="3373">
                  <c:v>1.48</c:v>
                </c:pt>
                <c:pt idx="3374">
                  <c:v>1.48</c:v>
                </c:pt>
                <c:pt idx="3375">
                  <c:v>1.48</c:v>
                </c:pt>
                <c:pt idx="3376">
                  <c:v>1.48</c:v>
                </c:pt>
                <c:pt idx="3377">
                  <c:v>1.48</c:v>
                </c:pt>
                <c:pt idx="3378">
                  <c:v>1.48</c:v>
                </c:pt>
                <c:pt idx="3379">
                  <c:v>1.48</c:v>
                </c:pt>
                <c:pt idx="3380">
                  <c:v>1.48</c:v>
                </c:pt>
                <c:pt idx="3381">
                  <c:v>1.48</c:v>
                </c:pt>
                <c:pt idx="3382">
                  <c:v>1.48</c:v>
                </c:pt>
                <c:pt idx="3383">
                  <c:v>1.48</c:v>
                </c:pt>
                <c:pt idx="3384">
                  <c:v>1.48</c:v>
                </c:pt>
                <c:pt idx="3385">
                  <c:v>1.48</c:v>
                </c:pt>
                <c:pt idx="3386">
                  <c:v>1.48</c:v>
                </c:pt>
                <c:pt idx="3387">
                  <c:v>1.48</c:v>
                </c:pt>
                <c:pt idx="3388">
                  <c:v>1.48</c:v>
                </c:pt>
                <c:pt idx="3389">
                  <c:v>1.48</c:v>
                </c:pt>
                <c:pt idx="3390">
                  <c:v>1.48</c:v>
                </c:pt>
                <c:pt idx="3391">
                  <c:v>1.48</c:v>
                </c:pt>
                <c:pt idx="3392">
                  <c:v>1.48</c:v>
                </c:pt>
                <c:pt idx="3393">
                  <c:v>1.48</c:v>
                </c:pt>
                <c:pt idx="3394">
                  <c:v>1.48</c:v>
                </c:pt>
                <c:pt idx="3395">
                  <c:v>1.48</c:v>
                </c:pt>
                <c:pt idx="3396">
                  <c:v>1.48</c:v>
                </c:pt>
                <c:pt idx="3397">
                  <c:v>1.48</c:v>
                </c:pt>
                <c:pt idx="3398">
                  <c:v>1.48</c:v>
                </c:pt>
                <c:pt idx="3399">
                  <c:v>1.48</c:v>
                </c:pt>
                <c:pt idx="3400">
                  <c:v>1.48</c:v>
                </c:pt>
                <c:pt idx="3401">
                  <c:v>1.48</c:v>
                </c:pt>
                <c:pt idx="3402">
                  <c:v>1.48</c:v>
                </c:pt>
                <c:pt idx="3403">
                  <c:v>1.48</c:v>
                </c:pt>
                <c:pt idx="3404">
                  <c:v>1.48</c:v>
                </c:pt>
                <c:pt idx="3405">
                  <c:v>1.48</c:v>
                </c:pt>
                <c:pt idx="3406">
                  <c:v>1.48</c:v>
                </c:pt>
                <c:pt idx="3407">
                  <c:v>1.48</c:v>
                </c:pt>
                <c:pt idx="3408">
                  <c:v>1.48</c:v>
                </c:pt>
                <c:pt idx="3409">
                  <c:v>1.48</c:v>
                </c:pt>
                <c:pt idx="3410">
                  <c:v>1.48</c:v>
                </c:pt>
                <c:pt idx="3411">
                  <c:v>1.48</c:v>
                </c:pt>
                <c:pt idx="3412">
                  <c:v>1.48</c:v>
                </c:pt>
                <c:pt idx="3413">
                  <c:v>1.48</c:v>
                </c:pt>
                <c:pt idx="3414">
                  <c:v>1.48</c:v>
                </c:pt>
                <c:pt idx="3415">
                  <c:v>1.48</c:v>
                </c:pt>
                <c:pt idx="3416">
                  <c:v>1.48</c:v>
                </c:pt>
                <c:pt idx="3417">
                  <c:v>1.48</c:v>
                </c:pt>
                <c:pt idx="3418">
                  <c:v>1.48</c:v>
                </c:pt>
                <c:pt idx="3419">
                  <c:v>1.48</c:v>
                </c:pt>
                <c:pt idx="3420">
                  <c:v>1.48</c:v>
                </c:pt>
                <c:pt idx="3421">
                  <c:v>1.48</c:v>
                </c:pt>
                <c:pt idx="3422">
                  <c:v>1.48</c:v>
                </c:pt>
                <c:pt idx="3423">
                  <c:v>1.48</c:v>
                </c:pt>
                <c:pt idx="3424">
                  <c:v>1.48</c:v>
                </c:pt>
                <c:pt idx="3425">
                  <c:v>1.48</c:v>
                </c:pt>
                <c:pt idx="3426">
                  <c:v>1.48</c:v>
                </c:pt>
                <c:pt idx="3427">
                  <c:v>1.48</c:v>
                </c:pt>
                <c:pt idx="3428">
                  <c:v>1.48</c:v>
                </c:pt>
                <c:pt idx="3429">
                  <c:v>1.48</c:v>
                </c:pt>
                <c:pt idx="3430">
                  <c:v>1.48</c:v>
                </c:pt>
                <c:pt idx="3431">
                  <c:v>1.48</c:v>
                </c:pt>
                <c:pt idx="3432">
                  <c:v>1.48</c:v>
                </c:pt>
                <c:pt idx="3433">
                  <c:v>1.48</c:v>
                </c:pt>
                <c:pt idx="3434">
                  <c:v>1.48</c:v>
                </c:pt>
                <c:pt idx="3435">
                  <c:v>1.48</c:v>
                </c:pt>
                <c:pt idx="3436">
                  <c:v>1.48</c:v>
                </c:pt>
                <c:pt idx="3437">
                  <c:v>1.48</c:v>
                </c:pt>
                <c:pt idx="3438">
                  <c:v>1.48</c:v>
                </c:pt>
                <c:pt idx="3439">
                  <c:v>1.48</c:v>
                </c:pt>
                <c:pt idx="3440">
                  <c:v>1.48</c:v>
                </c:pt>
                <c:pt idx="3441">
                  <c:v>1.48</c:v>
                </c:pt>
                <c:pt idx="3442">
                  <c:v>1.48</c:v>
                </c:pt>
                <c:pt idx="3443">
                  <c:v>1.48</c:v>
                </c:pt>
                <c:pt idx="3444">
                  <c:v>1.48</c:v>
                </c:pt>
                <c:pt idx="3445">
                  <c:v>1.48</c:v>
                </c:pt>
                <c:pt idx="3446">
                  <c:v>1.48</c:v>
                </c:pt>
                <c:pt idx="3447">
                  <c:v>1.48</c:v>
                </c:pt>
                <c:pt idx="3448">
                  <c:v>1.48</c:v>
                </c:pt>
                <c:pt idx="3449">
                  <c:v>1.48</c:v>
                </c:pt>
                <c:pt idx="3450">
                  <c:v>1.48</c:v>
                </c:pt>
                <c:pt idx="3451">
                  <c:v>1.48</c:v>
                </c:pt>
                <c:pt idx="3452">
                  <c:v>1.48</c:v>
                </c:pt>
                <c:pt idx="3453">
                  <c:v>1.48</c:v>
                </c:pt>
                <c:pt idx="3454">
                  <c:v>1.48</c:v>
                </c:pt>
                <c:pt idx="3455">
                  <c:v>1.48</c:v>
                </c:pt>
                <c:pt idx="3456">
                  <c:v>1.48</c:v>
                </c:pt>
                <c:pt idx="3457">
                  <c:v>1.48</c:v>
                </c:pt>
                <c:pt idx="3458">
                  <c:v>1.48</c:v>
                </c:pt>
                <c:pt idx="3459">
                  <c:v>1.48</c:v>
                </c:pt>
                <c:pt idx="3460">
                  <c:v>1.48</c:v>
                </c:pt>
                <c:pt idx="3461">
                  <c:v>1.48</c:v>
                </c:pt>
                <c:pt idx="3462">
                  <c:v>1.48</c:v>
                </c:pt>
                <c:pt idx="3463">
                  <c:v>1.48</c:v>
                </c:pt>
                <c:pt idx="3464">
                  <c:v>1.48</c:v>
                </c:pt>
                <c:pt idx="3465">
                  <c:v>1.48</c:v>
                </c:pt>
                <c:pt idx="3466">
                  <c:v>1.48</c:v>
                </c:pt>
                <c:pt idx="3467">
                  <c:v>1.48</c:v>
                </c:pt>
                <c:pt idx="3468">
                  <c:v>1.48</c:v>
                </c:pt>
                <c:pt idx="3469">
                  <c:v>1.48</c:v>
                </c:pt>
                <c:pt idx="3470">
                  <c:v>1.48</c:v>
                </c:pt>
                <c:pt idx="3471">
                  <c:v>1.48</c:v>
                </c:pt>
                <c:pt idx="3472">
                  <c:v>1.48</c:v>
                </c:pt>
                <c:pt idx="3473">
                  <c:v>1.48</c:v>
                </c:pt>
                <c:pt idx="3474">
                  <c:v>1.48</c:v>
                </c:pt>
                <c:pt idx="3475">
                  <c:v>1.48</c:v>
                </c:pt>
                <c:pt idx="3476">
                  <c:v>1.48</c:v>
                </c:pt>
                <c:pt idx="3477">
                  <c:v>1.48</c:v>
                </c:pt>
                <c:pt idx="3478">
                  <c:v>1.48</c:v>
                </c:pt>
                <c:pt idx="3479">
                  <c:v>1.48</c:v>
                </c:pt>
                <c:pt idx="3480">
                  <c:v>1.48</c:v>
                </c:pt>
                <c:pt idx="3481">
                  <c:v>1.48</c:v>
                </c:pt>
                <c:pt idx="3482">
                  <c:v>1.48</c:v>
                </c:pt>
                <c:pt idx="3483">
                  <c:v>1.48</c:v>
                </c:pt>
                <c:pt idx="3484">
                  <c:v>1.48</c:v>
                </c:pt>
                <c:pt idx="3485">
                  <c:v>1.48</c:v>
                </c:pt>
                <c:pt idx="3486">
                  <c:v>1.48</c:v>
                </c:pt>
                <c:pt idx="3487">
                  <c:v>1.48</c:v>
                </c:pt>
                <c:pt idx="3488">
                  <c:v>1.48</c:v>
                </c:pt>
                <c:pt idx="3489">
                  <c:v>1.48</c:v>
                </c:pt>
                <c:pt idx="3490">
                  <c:v>1.48</c:v>
                </c:pt>
                <c:pt idx="3491">
                  <c:v>1.48</c:v>
                </c:pt>
                <c:pt idx="3492">
                  <c:v>1.48</c:v>
                </c:pt>
                <c:pt idx="3493">
                  <c:v>1.48</c:v>
                </c:pt>
                <c:pt idx="3494">
                  <c:v>1.48</c:v>
                </c:pt>
                <c:pt idx="3495">
                  <c:v>1.48</c:v>
                </c:pt>
                <c:pt idx="3496">
                  <c:v>1.48</c:v>
                </c:pt>
                <c:pt idx="3497">
                  <c:v>1.48</c:v>
                </c:pt>
                <c:pt idx="3498">
                  <c:v>1.48</c:v>
                </c:pt>
                <c:pt idx="3499">
                  <c:v>1.48</c:v>
                </c:pt>
                <c:pt idx="3500">
                  <c:v>1.48</c:v>
                </c:pt>
                <c:pt idx="3501">
                  <c:v>1.48</c:v>
                </c:pt>
                <c:pt idx="3502">
                  <c:v>1.48</c:v>
                </c:pt>
                <c:pt idx="3503">
                  <c:v>1.48</c:v>
                </c:pt>
                <c:pt idx="3504">
                  <c:v>1.48</c:v>
                </c:pt>
                <c:pt idx="3505">
                  <c:v>1.48</c:v>
                </c:pt>
                <c:pt idx="3506">
                  <c:v>1.48</c:v>
                </c:pt>
                <c:pt idx="3507">
                  <c:v>1.48</c:v>
                </c:pt>
                <c:pt idx="3508">
                  <c:v>1.48</c:v>
                </c:pt>
                <c:pt idx="3509">
                  <c:v>1.48</c:v>
                </c:pt>
                <c:pt idx="3510">
                  <c:v>1.48</c:v>
                </c:pt>
                <c:pt idx="3511">
                  <c:v>1.48</c:v>
                </c:pt>
                <c:pt idx="3512">
                  <c:v>1.48</c:v>
                </c:pt>
                <c:pt idx="3513">
                  <c:v>1.48</c:v>
                </c:pt>
                <c:pt idx="3514">
                  <c:v>1.48</c:v>
                </c:pt>
                <c:pt idx="3515">
                  <c:v>1.48</c:v>
                </c:pt>
                <c:pt idx="3516">
                  <c:v>1.48</c:v>
                </c:pt>
                <c:pt idx="3517">
                  <c:v>1.48</c:v>
                </c:pt>
                <c:pt idx="3518">
                  <c:v>1.48</c:v>
                </c:pt>
                <c:pt idx="3519">
                  <c:v>1.48</c:v>
                </c:pt>
                <c:pt idx="3520">
                  <c:v>1.48</c:v>
                </c:pt>
                <c:pt idx="3521">
                  <c:v>1.48</c:v>
                </c:pt>
                <c:pt idx="3522">
                  <c:v>1.48</c:v>
                </c:pt>
                <c:pt idx="3523">
                  <c:v>1.48</c:v>
                </c:pt>
                <c:pt idx="3524">
                  <c:v>1.48</c:v>
                </c:pt>
                <c:pt idx="3525">
                  <c:v>1.48</c:v>
                </c:pt>
                <c:pt idx="3526">
                  <c:v>1.48</c:v>
                </c:pt>
                <c:pt idx="3527">
                  <c:v>1.48</c:v>
                </c:pt>
                <c:pt idx="3528">
                  <c:v>1.48</c:v>
                </c:pt>
                <c:pt idx="3529">
                  <c:v>1.48</c:v>
                </c:pt>
                <c:pt idx="3530">
                  <c:v>1.48</c:v>
                </c:pt>
                <c:pt idx="3531">
                  <c:v>1.48</c:v>
                </c:pt>
                <c:pt idx="3532">
                  <c:v>1.48</c:v>
                </c:pt>
                <c:pt idx="3533">
                  <c:v>1.48</c:v>
                </c:pt>
                <c:pt idx="3534">
                  <c:v>1.48</c:v>
                </c:pt>
                <c:pt idx="3535">
                  <c:v>1.48</c:v>
                </c:pt>
                <c:pt idx="3536">
                  <c:v>1.48</c:v>
                </c:pt>
                <c:pt idx="3537">
                  <c:v>1.48</c:v>
                </c:pt>
                <c:pt idx="3538">
                  <c:v>1.48</c:v>
                </c:pt>
                <c:pt idx="3539">
                  <c:v>1.48</c:v>
                </c:pt>
                <c:pt idx="3540">
                  <c:v>1.48</c:v>
                </c:pt>
                <c:pt idx="3541">
                  <c:v>1.48</c:v>
                </c:pt>
                <c:pt idx="3542">
                  <c:v>1.48</c:v>
                </c:pt>
                <c:pt idx="3543">
                  <c:v>1.48</c:v>
                </c:pt>
                <c:pt idx="3544">
                  <c:v>1.48</c:v>
                </c:pt>
                <c:pt idx="3545">
                  <c:v>1.48</c:v>
                </c:pt>
                <c:pt idx="3546">
                  <c:v>1.48</c:v>
                </c:pt>
                <c:pt idx="3547">
                  <c:v>1.48</c:v>
                </c:pt>
                <c:pt idx="3548">
                  <c:v>1.48</c:v>
                </c:pt>
                <c:pt idx="3549">
                  <c:v>1.48</c:v>
                </c:pt>
                <c:pt idx="3550">
                  <c:v>1.48</c:v>
                </c:pt>
                <c:pt idx="3551">
                  <c:v>1.48</c:v>
                </c:pt>
                <c:pt idx="3552">
                  <c:v>1.48</c:v>
                </c:pt>
                <c:pt idx="3553">
                  <c:v>1.48</c:v>
                </c:pt>
                <c:pt idx="3554">
                  <c:v>1.48</c:v>
                </c:pt>
                <c:pt idx="3555">
                  <c:v>1.48</c:v>
                </c:pt>
                <c:pt idx="3556">
                  <c:v>1.48</c:v>
                </c:pt>
                <c:pt idx="3557">
                  <c:v>1.48</c:v>
                </c:pt>
                <c:pt idx="3558">
                  <c:v>1.48</c:v>
                </c:pt>
                <c:pt idx="3559">
                  <c:v>1.48</c:v>
                </c:pt>
                <c:pt idx="3560">
                  <c:v>1.48</c:v>
                </c:pt>
                <c:pt idx="3561">
                  <c:v>1.48</c:v>
                </c:pt>
                <c:pt idx="3562">
                  <c:v>1.48</c:v>
                </c:pt>
                <c:pt idx="3563">
                  <c:v>1.48</c:v>
                </c:pt>
                <c:pt idx="3564">
                  <c:v>1.48</c:v>
                </c:pt>
                <c:pt idx="3565">
                  <c:v>1.48</c:v>
                </c:pt>
                <c:pt idx="3566">
                  <c:v>1.48</c:v>
                </c:pt>
                <c:pt idx="3567">
                  <c:v>1.48</c:v>
                </c:pt>
                <c:pt idx="3568">
                  <c:v>1.48</c:v>
                </c:pt>
                <c:pt idx="3569">
                  <c:v>1.48</c:v>
                </c:pt>
                <c:pt idx="3570">
                  <c:v>1.48</c:v>
                </c:pt>
                <c:pt idx="3571">
                  <c:v>1.48</c:v>
                </c:pt>
                <c:pt idx="3572">
                  <c:v>1.48</c:v>
                </c:pt>
                <c:pt idx="3573">
                  <c:v>1.48</c:v>
                </c:pt>
                <c:pt idx="3574">
                  <c:v>1.48</c:v>
                </c:pt>
                <c:pt idx="3575">
                  <c:v>1.48</c:v>
                </c:pt>
                <c:pt idx="3576">
                  <c:v>1.48</c:v>
                </c:pt>
                <c:pt idx="3577">
                  <c:v>1.48</c:v>
                </c:pt>
                <c:pt idx="3578">
                  <c:v>1.48</c:v>
                </c:pt>
                <c:pt idx="3579">
                  <c:v>1.48</c:v>
                </c:pt>
                <c:pt idx="3580">
                  <c:v>1.48</c:v>
                </c:pt>
                <c:pt idx="3581">
                  <c:v>1.48</c:v>
                </c:pt>
                <c:pt idx="3582">
                  <c:v>1.48</c:v>
                </c:pt>
                <c:pt idx="3583">
                  <c:v>1.48</c:v>
                </c:pt>
                <c:pt idx="3584">
                  <c:v>1.48</c:v>
                </c:pt>
                <c:pt idx="3585">
                  <c:v>1.48</c:v>
                </c:pt>
                <c:pt idx="3586">
                  <c:v>1.48</c:v>
                </c:pt>
                <c:pt idx="3587">
                  <c:v>1.48</c:v>
                </c:pt>
                <c:pt idx="3588">
                  <c:v>1.48</c:v>
                </c:pt>
                <c:pt idx="3589">
                  <c:v>1.48</c:v>
                </c:pt>
                <c:pt idx="3590">
                  <c:v>1.48</c:v>
                </c:pt>
                <c:pt idx="3591">
                  <c:v>1.48</c:v>
                </c:pt>
                <c:pt idx="3592">
                  <c:v>1.48</c:v>
                </c:pt>
                <c:pt idx="3593">
                  <c:v>1.48</c:v>
                </c:pt>
                <c:pt idx="3594">
                  <c:v>1.48</c:v>
                </c:pt>
                <c:pt idx="3595">
                  <c:v>1.48</c:v>
                </c:pt>
                <c:pt idx="3596">
                  <c:v>1.48</c:v>
                </c:pt>
                <c:pt idx="3597">
                  <c:v>1.48</c:v>
                </c:pt>
                <c:pt idx="3598">
                  <c:v>1.48</c:v>
                </c:pt>
                <c:pt idx="3599">
                  <c:v>1.48</c:v>
                </c:pt>
                <c:pt idx="3600">
                  <c:v>1.48</c:v>
                </c:pt>
                <c:pt idx="3601">
                  <c:v>1.48</c:v>
                </c:pt>
                <c:pt idx="3602">
                  <c:v>1.48</c:v>
                </c:pt>
                <c:pt idx="3603">
                  <c:v>1.48</c:v>
                </c:pt>
                <c:pt idx="3604">
                  <c:v>1.48</c:v>
                </c:pt>
                <c:pt idx="3605">
                  <c:v>1.48</c:v>
                </c:pt>
                <c:pt idx="3606">
                  <c:v>1.48</c:v>
                </c:pt>
                <c:pt idx="3607">
                  <c:v>1.48</c:v>
                </c:pt>
                <c:pt idx="3608">
                  <c:v>1.48</c:v>
                </c:pt>
                <c:pt idx="3609">
                  <c:v>1.48</c:v>
                </c:pt>
                <c:pt idx="3610">
                  <c:v>1.48</c:v>
                </c:pt>
                <c:pt idx="3611">
                  <c:v>1.48</c:v>
                </c:pt>
                <c:pt idx="3612">
                  <c:v>1.48</c:v>
                </c:pt>
                <c:pt idx="3613">
                  <c:v>1.48</c:v>
                </c:pt>
                <c:pt idx="3614">
                  <c:v>1.48</c:v>
                </c:pt>
                <c:pt idx="3615">
                  <c:v>1.48</c:v>
                </c:pt>
                <c:pt idx="3616">
                  <c:v>1.48</c:v>
                </c:pt>
                <c:pt idx="3617">
                  <c:v>1.48</c:v>
                </c:pt>
                <c:pt idx="3618">
                  <c:v>1.48</c:v>
                </c:pt>
                <c:pt idx="3619">
                  <c:v>1.48</c:v>
                </c:pt>
                <c:pt idx="3620">
                  <c:v>1.48</c:v>
                </c:pt>
                <c:pt idx="3621">
                  <c:v>1.48</c:v>
                </c:pt>
                <c:pt idx="3622">
                  <c:v>1.48</c:v>
                </c:pt>
                <c:pt idx="3623">
                  <c:v>1.48</c:v>
                </c:pt>
                <c:pt idx="3624">
                  <c:v>1.48</c:v>
                </c:pt>
                <c:pt idx="3625">
                  <c:v>1.48</c:v>
                </c:pt>
                <c:pt idx="3626">
                  <c:v>1.48</c:v>
                </c:pt>
                <c:pt idx="3627">
                  <c:v>1.48</c:v>
                </c:pt>
                <c:pt idx="3628">
                  <c:v>1.48</c:v>
                </c:pt>
                <c:pt idx="3629">
                  <c:v>1.48</c:v>
                </c:pt>
                <c:pt idx="3630">
                  <c:v>1.48</c:v>
                </c:pt>
                <c:pt idx="3631">
                  <c:v>1.48</c:v>
                </c:pt>
                <c:pt idx="3632">
                  <c:v>1.48</c:v>
                </c:pt>
                <c:pt idx="3633">
                  <c:v>1.48</c:v>
                </c:pt>
                <c:pt idx="3634">
                  <c:v>1.48</c:v>
                </c:pt>
                <c:pt idx="3635">
                  <c:v>1.48</c:v>
                </c:pt>
                <c:pt idx="3636">
                  <c:v>1.48</c:v>
                </c:pt>
                <c:pt idx="3637">
                  <c:v>1.48</c:v>
                </c:pt>
                <c:pt idx="3638">
                  <c:v>1.48</c:v>
                </c:pt>
                <c:pt idx="3639">
                  <c:v>1.48</c:v>
                </c:pt>
                <c:pt idx="3640">
                  <c:v>1.48</c:v>
                </c:pt>
                <c:pt idx="3641">
                  <c:v>1.48</c:v>
                </c:pt>
                <c:pt idx="3642">
                  <c:v>1.48</c:v>
                </c:pt>
                <c:pt idx="3643">
                  <c:v>1.48</c:v>
                </c:pt>
                <c:pt idx="3644">
                  <c:v>1.48</c:v>
                </c:pt>
                <c:pt idx="3645">
                  <c:v>1.48</c:v>
                </c:pt>
                <c:pt idx="3646">
                  <c:v>1.48</c:v>
                </c:pt>
                <c:pt idx="3647">
                  <c:v>1.48</c:v>
                </c:pt>
                <c:pt idx="3648">
                  <c:v>1.48</c:v>
                </c:pt>
                <c:pt idx="3649">
                  <c:v>1.48</c:v>
                </c:pt>
                <c:pt idx="3650">
                  <c:v>1.48</c:v>
                </c:pt>
                <c:pt idx="3651">
                  <c:v>1.48</c:v>
                </c:pt>
                <c:pt idx="3652">
                  <c:v>1.48</c:v>
                </c:pt>
                <c:pt idx="3653">
                  <c:v>1.48</c:v>
                </c:pt>
                <c:pt idx="3654">
                  <c:v>1.48</c:v>
                </c:pt>
                <c:pt idx="3655">
                  <c:v>1.48</c:v>
                </c:pt>
                <c:pt idx="3656">
                  <c:v>1.48</c:v>
                </c:pt>
                <c:pt idx="3657">
                  <c:v>1.48</c:v>
                </c:pt>
                <c:pt idx="3658">
                  <c:v>1.48</c:v>
                </c:pt>
                <c:pt idx="3659">
                  <c:v>1.48</c:v>
                </c:pt>
                <c:pt idx="3660">
                  <c:v>1.48</c:v>
                </c:pt>
                <c:pt idx="3661">
                  <c:v>1.48</c:v>
                </c:pt>
                <c:pt idx="3662">
                  <c:v>1.48</c:v>
                </c:pt>
                <c:pt idx="3663">
                  <c:v>1.48</c:v>
                </c:pt>
                <c:pt idx="3664">
                  <c:v>1.48</c:v>
                </c:pt>
                <c:pt idx="3665">
                  <c:v>1.48</c:v>
                </c:pt>
                <c:pt idx="3666">
                  <c:v>1.48</c:v>
                </c:pt>
                <c:pt idx="3667">
                  <c:v>1.48</c:v>
                </c:pt>
                <c:pt idx="3668">
                  <c:v>1.48</c:v>
                </c:pt>
                <c:pt idx="3669">
                  <c:v>1.48</c:v>
                </c:pt>
                <c:pt idx="3670">
                  <c:v>1.48</c:v>
                </c:pt>
                <c:pt idx="3671">
                  <c:v>1.48</c:v>
                </c:pt>
                <c:pt idx="3672">
                  <c:v>1.48</c:v>
                </c:pt>
                <c:pt idx="3673">
                  <c:v>1.48</c:v>
                </c:pt>
                <c:pt idx="3674">
                  <c:v>1.48</c:v>
                </c:pt>
                <c:pt idx="3675">
                  <c:v>1.48</c:v>
                </c:pt>
                <c:pt idx="3676">
                  <c:v>1.48</c:v>
                </c:pt>
                <c:pt idx="3677">
                  <c:v>1.48</c:v>
                </c:pt>
                <c:pt idx="3678">
                  <c:v>1.48</c:v>
                </c:pt>
                <c:pt idx="3679">
                  <c:v>1.48</c:v>
                </c:pt>
                <c:pt idx="3680">
                  <c:v>1.48</c:v>
                </c:pt>
                <c:pt idx="3681">
                  <c:v>1.48</c:v>
                </c:pt>
                <c:pt idx="3682">
                  <c:v>1.48</c:v>
                </c:pt>
                <c:pt idx="3683">
                  <c:v>1.48</c:v>
                </c:pt>
                <c:pt idx="3684">
                  <c:v>1.48</c:v>
                </c:pt>
                <c:pt idx="3685">
                  <c:v>1.48</c:v>
                </c:pt>
                <c:pt idx="3686">
                  <c:v>1.48</c:v>
                </c:pt>
                <c:pt idx="3687">
                  <c:v>1.48</c:v>
                </c:pt>
                <c:pt idx="3688">
                  <c:v>1.48</c:v>
                </c:pt>
                <c:pt idx="3689">
                  <c:v>1.48</c:v>
                </c:pt>
                <c:pt idx="3690">
                  <c:v>1.48</c:v>
                </c:pt>
                <c:pt idx="3691">
                  <c:v>1.48</c:v>
                </c:pt>
                <c:pt idx="3692">
                  <c:v>1.48</c:v>
                </c:pt>
                <c:pt idx="3693">
                  <c:v>1.48</c:v>
                </c:pt>
                <c:pt idx="3694">
                  <c:v>1.48</c:v>
                </c:pt>
                <c:pt idx="3695">
                  <c:v>1.48</c:v>
                </c:pt>
                <c:pt idx="3696">
                  <c:v>1.48</c:v>
                </c:pt>
                <c:pt idx="3697">
                  <c:v>1.48</c:v>
                </c:pt>
                <c:pt idx="3698">
                  <c:v>1.48</c:v>
                </c:pt>
                <c:pt idx="3699">
                  <c:v>1.48</c:v>
                </c:pt>
                <c:pt idx="3700">
                  <c:v>1.48</c:v>
                </c:pt>
                <c:pt idx="3701">
                  <c:v>1.48</c:v>
                </c:pt>
                <c:pt idx="3702">
                  <c:v>1.48</c:v>
                </c:pt>
                <c:pt idx="3703">
                  <c:v>1.48</c:v>
                </c:pt>
                <c:pt idx="3704">
                  <c:v>1.48</c:v>
                </c:pt>
                <c:pt idx="3705">
                  <c:v>1.48</c:v>
                </c:pt>
                <c:pt idx="3706">
                  <c:v>1.48</c:v>
                </c:pt>
                <c:pt idx="3707">
                  <c:v>1.48</c:v>
                </c:pt>
                <c:pt idx="3708">
                  <c:v>1.48</c:v>
                </c:pt>
                <c:pt idx="3709">
                  <c:v>1.48</c:v>
                </c:pt>
                <c:pt idx="3710">
                  <c:v>1.48</c:v>
                </c:pt>
                <c:pt idx="3711">
                  <c:v>1.48</c:v>
                </c:pt>
                <c:pt idx="3712">
                  <c:v>1.48</c:v>
                </c:pt>
                <c:pt idx="3713">
                  <c:v>1.48</c:v>
                </c:pt>
                <c:pt idx="3714">
                  <c:v>1.48</c:v>
                </c:pt>
                <c:pt idx="3715">
                  <c:v>1.48</c:v>
                </c:pt>
                <c:pt idx="3716">
                  <c:v>1.48</c:v>
                </c:pt>
                <c:pt idx="3717">
                  <c:v>1.48</c:v>
                </c:pt>
                <c:pt idx="3718">
                  <c:v>1.48</c:v>
                </c:pt>
                <c:pt idx="3719">
                  <c:v>1.48</c:v>
                </c:pt>
                <c:pt idx="3720">
                  <c:v>1.48</c:v>
                </c:pt>
                <c:pt idx="3721">
                  <c:v>1.48</c:v>
                </c:pt>
                <c:pt idx="3722">
                  <c:v>1.48</c:v>
                </c:pt>
                <c:pt idx="3723">
                  <c:v>1.48</c:v>
                </c:pt>
                <c:pt idx="3724">
                  <c:v>1.48</c:v>
                </c:pt>
                <c:pt idx="3725">
                  <c:v>1.48</c:v>
                </c:pt>
                <c:pt idx="3726">
                  <c:v>1.48</c:v>
                </c:pt>
                <c:pt idx="3727">
                  <c:v>1.48</c:v>
                </c:pt>
                <c:pt idx="3728">
                  <c:v>1.48</c:v>
                </c:pt>
                <c:pt idx="3729">
                  <c:v>1.48</c:v>
                </c:pt>
                <c:pt idx="3730">
                  <c:v>1.48</c:v>
                </c:pt>
                <c:pt idx="3731">
                  <c:v>1.48</c:v>
                </c:pt>
                <c:pt idx="3732">
                  <c:v>1.48</c:v>
                </c:pt>
                <c:pt idx="3733">
                  <c:v>1.48</c:v>
                </c:pt>
                <c:pt idx="3734">
                  <c:v>1.48</c:v>
                </c:pt>
                <c:pt idx="3735">
                  <c:v>1.48</c:v>
                </c:pt>
                <c:pt idx="3736">
                  <c:v>1.48</c:v>
                </c:pt>
                <c:pt idx="3737">
                  <c:v>1.48</c:v>
                </c:pt>
                <c:pt idx="3738">
                  <c:v>1.48</c:v>
                </c:pt>
                <c:pt idx="3739">
                  <c:v>1.48</c:v>
                </c:pt>
                <c:pt idx="3740">
                  <c:v>1.48</c:v>
                </c:pt>
                <c:pt idx="3741">
                  <c:v>1.48</c:v>
                </c:pt>
                <c:pt idx="3742">
                  <c:v>1.48</c:v>
                </c:pt>
                <c:pt idx="3743">
                  <c:v>1.48</c:v>
                </c:pt>
                <c:pt idx="3744">
                  <c:v>1.48</c:v>
                </c:pt>
                <c:pt idx="3745">
                  <c:v>1.48</c:v>
                </c:pt>
                <c:pt idx="3746">
                  <c:v>1.48</c:v>
                </c:pt>
                <c:pt idx="3747">
                  <c:v>1.48</c:v>
                </c:pt>
                <c:pt idx="3748">
                  <c:v>1.48</c:v>
                </c:pt>
                <c:pt idx="3749">
                  <c:v>1.48</c:v>
                </c:pt>
                <c:pt idx="3750">
                  <c:v>1.48</c:v>
                </c:pt>
                <c:pt idx="3751">
                  <c:v>1.48</c:v>
                </c:pt>
                <c:pt idx="3752">
                  <c:v>1.48</c:v>
                </c:pt>
                <c:pt idx="3753">
                  <c:v>1.48</c:v>
                </c:pt>
                <c:pt idx="3754">
                  <c:v>1.48</c:v>
                </c:pt>
                <c:pt idx="3755">
                  <c:v>1.48</c:v>
                </c:pt>
                <c:pt idx="3756">
                  <c:v>1.48</c:v>
                </c:pt>
                <c:pt idx="3757">
                  <c:v>1.48</c:v>
                </c:pt>
                <c:pt idx="3758">
                  <c:v>1.48</c:v>
                </c:pt>
                <c:pt idx="3759">
                  <c:v>1.48</c:v>
                </c:pt>
                <c:pt idx="3760">
                  <c:v>1.48</c:v>
                </c:pt>
                <c:pt idx="3761">
                  <c:v>1.48</c:v>
                </c:pt>
                <c:pt idx="3762">
                  <c:v>1.48</c:v>
                </c:pt>
                <c:pt idx="3763">
                  <c:v>1.48</c:v>
                </c:pt>
                <c:pt idx="3764">
                  <c:v>1.48</c:v>
                </c:pt>
                <c:pt idx="3765">
                  <c:v>1.48</c:v>
                </c:pt>
                <c:pt idx="3766">
                  <c:v>1.48</c:v>
                </c:pt>
                <c:pt idx="3767">
                  <c:v>1.48</c:v>
                </c:pt>
                <c:pt idx="3768">
                  <c:v>1.48</c:v>
                </c:pt>
                <c:pt idx="3769">
                  <c:v>1.48</c:v>
                </c:pt>
                <c:pt idx="3770">
                  <c:v>1.48</c:v>
                </c:pt>
                <c:pt idx="3771">
                  <c:v>1.48</c:v>
                </c:pt>
                <c:pt idx="3772">
                  <c:v>1.48</c:v>
                </c:pt>
                <c:pt idx="3773">
                  <c:v>1.48</c:v>
                </c:pt>
                <c:pt idx="3774">
                  <c:v>1.48</c:v>
                </c:pt>
                <c:pt idx="3775">
                  <c:v>1.48</c:v>
                </c:pt>
                <c:pt idx="3776">
                  <c:v>1.48</c:v>
                </c:pt>
                <c:pt idx="3777">
                  <c:v>1.48</c:v>
                </c:pt>
                <c:pt idx="3778">
                  <c:v>1.48</c:v>
                </c:pt>
                <c:pt idx="3779">
                  <c:v>1.48</c:v>
                </c:pt>
                <c:pt idx="3780">
                  <c:v>1.48</c:v>
                </c:pt>
                <c:pt idx="3781">
                  <c:v>1.48</c:v>
                </c:pt>
                <c:pt idx="3782">
                  <c:v>1.48</c:v>
                </c:pt>
                <c:pt idx="3783">
                  <c:v>1.48</c:v>
                </c:pt>
                <c:pt idx="3784">
                  <c:v>1.48</c:v>
                </c:pt>
                <c:pt idx="3785">
                  <c:v>1.48</c:v>
                </c:pt>
                <c:pt idx="3786">
                  <c:v>1.48</c:v>
                </c:pt>
                <c:pt idx="3787">
                  <c:v>1.48</c:v>
                </c:pt>
                <c:pt idx="3788">
                  <c:v>1.48</c:v>
                </c:pt>
                <c:pt idx="3789">
                  <c:v>1.48</c:v>
                </c:pt>
                <c:pt idx="3790">
                  <c:v>1.48</c:v>
                </c:pt>
                <c:pt idx="3791">
                  <c:v>1.48</c:v>
                </c:pt>
                <c:pt idx="3792">
                  <c:v>1.48</c:v>
                </c:pt>
                <c:pt idx="3793">
                  <c:v>1.48</c:v>
                </c:pt>
                <c:pt idx="3794">
                  <c:v>1.48</c:v>
                </c:pt>
                <c:pt idx="3795">
                  <c:v>1.48</c:v>
                </c:pt>
                <c:pt idx="3796">
                  <c:v>1.48</c:v>
                </c:pt>
                <c:pt idx="3797">
                  <c:v>1.48</c:v>
                </c:pt>
                <c:pt idx="3798">
                  <c:v>1.48</c:v>
                </c:pt>
                <c:pt idx="3799">
                  <c:v>1.48</c:v>
                </c:pt>
                <c:pt idx="3800">
                  <c:v>1.48</c:v>
                </c:pt>
                <c:pt idx="3801">
                  <c:v>1.48</c:v>
                </c:pt>
                <c:pt idx="3802">
                  <c:v>1.48</c:v>
                </c:pt>
                <c:pt idx="3803">
                  <c:v>1.48</c:v>
                </c:pt>
                <c:pt idx="3804">
                  <c:v>1.48</c:v>
                </c:pt>
                <c:pt idx="3805">
                  <c:v>1.48</c:v>
                </c:pt>
                <c:pt idx="3806">
                  <c:v>1.48</c:v>
                </c:pt>
                <c:pt idx="3807">
                  <c:v>1.48</c:v>
                </c:pt>
                <c:pt idx="3808">
                  <c:v>1.48</c:v>
                </c:pt>
                <c:pt idx="3809">
                  <c:v>1.48</c:v>
                </c:pt>
                <c:pt idx="3810">
                  <c:v>1.48</c:v>
                </c:pt>
                <c:pt idx="3811">
                  <c:v>1.48</c:v>
                </c:pt>
                <c:pt idx="3812">
                  <c:v>1.48</c:v>
                </c:pt>
                <c:pt idx="3813">
                  <c:v>1.48</c:v>
                </c:pt>
                <c:pt idx="3814">
                  <c:v>1.48</c:v>
                </c:pt>
                <c:pt idx="3815">
                  <c:v>1.48</c:v>
                </c:pt>
                <c:pt idx="3816">
                  <c:v>1.48</c:v>
                </c:pt>
                <c:pt idx="3817">
                  <c:v>1.48</c:v>
                </c:pt>
                <c:pt idx="3818">
                  <c:v>1.48</c:v>
                </c:pt>
                <c:pt idx="3819">
                  <c:v>1.48</c:v>
                </c:pt>
                <c:pt idx="3820">
                  <c:v>1.48</c:v>
                </c:pt>
                <c:pt idx="3821">
                  <c:v>1.48</c:v>
                </c:pt>
                <c:pt idx="3822">
                  <c:v>1.48</c:v>
                </c:pt>
                <c:pt idx="3823">
                  <c:v>1.48</c:v>
                </c:pt>
                <c:pt idx="3824">
                  <c:v>1.48</c:v>
                </c:pt>
                <c:pt idx="3825">
                  <c:v>1.48</c:v>
                </c:pt>
                <c:pt idx="3826">
                  <c:v>1.48</c:v>
                </c:pt>
                <c:pt idx="3827">
                  <c:v>1.48</c:v>
                </c:pt>
                <c:pt idx="3828">
                  <c:v>1.48</c:v>
                </c:pt>
                <c:pt idx="3829">
                  <c:v>1.48</c:v>
                </c:pt>
                <c:pt idx="3830">
                  <c:v>1.48</c:v>
                </c:pt>
                <c:pt idx="3831">
                  <c:v>1.48</c:v>
                </c:pt>
                <c:pt idx="3832">
                  <c:v>1.48</c:v>
                </c:pt>
                <c:pt idx="3833">
                  <c:v>1.48</c:v>
                </c:pt>
                <c:pt idx="3834">
                  <c:v>1.48</c:v>
                </c:pt>
                <c:pt idx="3835">
                  <c:v>1.48</c:v>
                </c:pt>
                <c:pt idx="3836">
                  <c:v>1.48</c:v>
                </c:pt>
                <c:pt idx="3837">
                  <c:v>1.48</c:v>
                </c:pt>
                <c:pt idx="3838">
                  <c:v>1.48</c:v>
                </c:pt>
                <c:pt idx="3839">
                  <c:v>1.48</c:v>
                </c:pt>
                <c:pt idx="3840">
                  <c:v>1.48</c:v>
                </c:pt>
                <c:pt idx="3841">
                  <c:v>1.48</c:v>
                </c:pt>
                <c:pt idx="3842">
                  <c:v>1.48</c:v>
                </c:pt>
                <c:pt idx="3843">
                  <c:v>1.48</c:v>
                </c:pt>
                <c:pt idx="3844">
                  <c:v>1.48</c:v>
                </c:pt>
                <c:pt idx="3845">
                  <c:v>1.48</c:v>
                </c:pt>
                <c:pt idx="3846">
                  <c:v>1.48</c:v>
                </c:pt>
                <c:pt idx="3847">
                  <c:v>1.48</c:v>
                </c:pt>
                <c:pt idx="3848">
                  <c:v>1.48</c:v>
                </c:pt>
                <c:pt idx="3849">
                  <c:v>1.48</c:v>
                </c:pt>
                <c:pt idx="3850">
                  <c:v>1.48</c:v>
                </c:pt>
                <c:pt idx="3851">
                  <c:v>1.48</c:v>
                </c:pt>
                <c:pt idx="3852">
                  <c:v>1.48</c:v>
                </c:pt>
                <c:pt idx="3853">
                  <c:v>1.48</c:v>
                </c:pt>
                <c:pt idx="3854">
                  <c:v>1.48</c:v>
                </c:pt>
                <c:pt idx="3855">
                  <c:v>1.48</c:v>
                </c:pt>
                <c:pt idx="3856">
                  <c:v>1.48</c:v>
                </c:pt>
                <c:pt idx="3857">
                  <c:v>1.48</c:v>
                </c:pt>
                <c:pt idx="3858">
                  <c:v>1.48</c:v>
                </c:pt>
                <c:pt idx="3859">
                  <c:v>1.48</c:v>
                </c:pt>
                <c:pt idx="3860">
                  <c:v>1.48</c:v>
                </c:pt>
                <c:pt idx="3861">
                  <c:v>1.48</c:v>
                </c:pt>
                <c:pt idx="3862">
                  <c:v>1.48</c:v>
                </c:pt>
                <c:pt idx="3863">
                  <c:v>1.48</c:v>
                </c:pt>
                <c:pt idx="3864">
                  <c:v>1.48</c:v>
                </c:pt>
                <c:pt idx="3865">
                  <c:v>1.48</c:v>
                </c:pt>
                <c:pt idx="3866">
                  <c:v>1.48</c:v>
                </c:pt>
                <c:pt idx="3867">
                  <c:v>1.48</c:v>
                </c:pt>
                <c:pt idx="3868">
                  <c:v>1.48</c:v>
                </c:pt>
                <c:pt idx="3869">
                  <c:v>1.48</c:v>
                </c:pt>
                <c:pt idx="3870">
                  <c:v>1.48</c:v>
                </c:pt>
                <c:pt idx="3871">
                  <c:v>1.48</c:v>
                </c:pt>
                <c:pt idx="3872">
                  <c:v>1.48</c:v>
                </c:pt>
                <c:pt idx="3873">
                  <c:v>1.48</c:v>
                </c:pt>
                <c:pt idx="3874">
                  <c:v>1.48</c:v>
                </c:pt>
                <c:pt idx="3875">
                  <c:v>1.48</c:v>
                </c:pt>
                <c:pt idx="3876">
                  <c:v>1.48</c:v>
                </c:pt>
                <c:pt idx="3877">
                  <c:v>1.48</c:v>
                </c:pt>
                <c:pt idx="3878">
                  <c:v>1.48</c:v>
                </c:pt>
                <c:pt idx="3879">
                  <c:v>1.48</c:v>
                </c:pt>
                <c:pt idx="3880">
                  <c:v>1.48</c:v>
                </c:pt>
                <c:pt idx="3881">
                  <c:v>1.48</c:v>
                </c:pt>
                <c:pt idx="3882">
                  <c:v>1.48</c:v>
                </c:pt>
                <c:pt idx="3883">
                  <c:v>1.48</c:v>
                </c:pt>
                <c:pt idx="3884">
                  <c:v>1.48</c:v>
                </c:pt>
                <c:pt idx="3885">
                  <c:v>1.48</c:v>
                </c:pt>
                <c:pt idx="3886">
                  <c:v>1.48</c:v>
                </c:pt>
                <c:pt idx="3887">
                  <c:v>1.48</c:v>
                </c:pt>
                <c:pt idx="3888">
                  <c:v>1.48</c:v>
                </c:pt>
                <c:pt idx="3889">
                  <c:v>1.48</c:v>
                </c:pt>
                <c:pt idx="3890">
                  <c:v>1.48</c:v>
                </c:pt>
                <c:pt idx="3891">
                  <c:v>1.48</c:v>
                </c:pt>
                <c:pt idx="3892">
                  <c:v>1.48</c:v>
                </c:pt>
                <c:pt idx="3893">
                  <c:v>1.48</c:v>
                </c:pt>
                <c:pt idx="3894">
                  <c:v>1.48</c:v>
                </c:pt>
                <c:pt idx="3895">
                  <c:v>1.48</c:v>
                </c:pt>
                <c:pt idx="3896">
                  <c:v>1.48</c:v>
                </c:pt>
                <c:pt idx="3897">
                  <c:v>1.48</c:v>
                </c:pt>
                <c:pt idx="3898">
                  <c:v>1.48</c:v>
                </c:pt>
                <c:pt idx="3899">
                  <c:v>1.48</c:v>
                </c:pt>
                <c:pt idx="3900">
                  <c:v>1.48</c:v>
                </c:pt>
                <c:pt idx="3901">
                  <c:v>1.48</c:v>
                </c:pt>
                <c:pt idx="3902">
                  <c:v>1.48</c:v>
                </c:pt>
                <c:pt idx="3903">
                  <c:v>1.48</c:v>
                </c:pt>
                <c:pt idx="3904">
                  <c:v>1.48</c:v>
                </c:pt>
                <c:pt idx="3905">
                  <c:v>1.48</c:v>
                </c:pt>
                <c:pt idx="3906">
                  <c:v>1.48</c:v>
                </c:pt>
                <c:pt idx="3907">
                  <c:v>1.48</c:v>
                </c:pt>
                <c:pt idx="3908">
                  <c:v>1.48</c:v>
                </c:pt>
                <c:pt idx="3909">
                  <c:v>1.48</c:v>
                </c:pt>
                <c:pt idx="3910">
                  <c:v>1.48</c:v>
                </c:pt>
                <c:pt idx="3911">
                  <c:v>1.48</c:v>
                </c:pt>
                <c:pt idx="3912">
                  <c:v>1.48</c:v>
                </c:pt>
                <c:pt idx="3913">
                  <c:v>1.48</c:v>
                </c:pt>
                <c:pt idx="3914">
                  <c:v>1.48</c:v>
                </c:pt>
                <c:pt idx="3915">
                  <c:v>1.48</c:v>
                </c:pt>
                <c:pt idx="3916">
                  <c:v>1.48</c:v>
                </c:pt>
                <c:pt idx="3917">
                  <c:v>1.48</c:v>
                </c:pt>
                <c:pt idx="3918">
                  <c:v>1.48</c:v>
                </c:pt>
                <c:pt idx="3919">
                  <c:v>1.48</c:v>
                </c:pt>
                <c:pt idx="3920">
                  <c:v>1.48</c:v>
                </c:pt>
                <c:pt idx="3921">
                  <c:v>1.48</c:v>
                </c:pt>
                <c:pt idx="3922">
                  <c:v>1.48</c:v>
                </c:pt>
                <c:pt idx="3923">
                  <c:v>1.48</c:v>
                </c:pt>
                <c:pt idx="3924">
                  <c:v>1.48</c:v>
                </c:pt>
                <c:pt idx="3925">
                  <c:v>1.48</c:v>
                </c:pt>
                <c:pt idx="3926">
                  <c:v>1.48</c:v>
                </c:pt>
                <c:pt idx="3927">
                  <c:v>1.48</c:v>
                </c:pt>
                <c:pt idx="3928">
                  <c:v>1.48</c:v>
                </c:pt>
                <c:pt idx="3929">
                  <c:v>1.48</c:v>
                </c:pt>
                <c:pt idx="3930">
                  <c:v>1.48</c:v>
                </c:pt>
                <c:pt idx="3931">
                  <c:v>1.48</c:v>
                </c:pt>
                <c:pt idx="3932">
                  <c:v>1.48</c:v>
                </c:pt>
                <c:pt idx="3933">
                  <c:v>1.48</c:v>
                </c:pt>
                <c:pt idx="3934">
                  <c:v>1.48</c:v>
                </c:pt>
                <c:pt idx="3935">
                  <c:v>1.48</c:v>
                </c:pt>
                <c:pt idx="3936">
                  <c:v>1.48</c:v>
                </c:pt>
                <c:pt idx="3937">
                  <c:v>1.48</c:v>
                </c:pt>
                <c:pt idx="3938">
                  <c:v>1.48</c:v>
                </c:pt>
                <c:pt idx="3939">
                  <c:v>1.48</c:v>
                </c:pt>
                <c:pt idx="3940">
                  <c:v>1.48</c:v>
                </c:pt>
                <c:pt idx="3941">
                  <c:v>1.48</c:v>
                </c:pt>
                <c:pt idx="3942">
                  <c:v>1.48</c:v>
                </c:pt>
                <c:pt idx="3943">
                  <c:v>1.48</c:v>
                </c:pt>
                <c:pt idx="3944">
                  <c:v>1.48</c:v>
                </c:pt>
                <c:pt idx="3945">
                  <c:v>1.48</c:v>
                </c:pt>
                <c:pt idx="3946">
                  <c:v>1.48</c:v>
                </c:pt>
                <c:pt idx="3947">
                  <c:v>1.48</c:v>
                </c:pt>
                <c:pt idx="3948">
                  <c:v>1.48</c:v>
                </c:pt>
                <c:pt idx="3949">
                  <c:v>1.48</c:v>
                </c:pt>
                <c:pt idx="3950">
                  <c:v>1.48</c:v>
                </c:pt>
                <c:pt idx="3951">
                  <c:v>1.48</c:v>
                </c:pt>
                <c:pt idx="3952">
                  <c:v>1.48</c:v>
                </c:pt>
                <c:pt idx="3953">
                  <c:v>1.48</c:v>
                </c:pt>
                <c:pt idx="3954">
                  <c:v>1.48</c:v>
                </c:pt>
                <c:pt idx="3955">
                  <c:v>1.48</c:v>
                </c:pt>
                <c:pt idx="3956">
                  <c:v>1.48</c:v>
                </c:pt>
                <c:pt idx="3957">
                  <c:v>1.48</c:v>
                </c:pt>
                <c:pt idx="3958">
                  <c:v>1.48</c:v>
                </c:pt>
                <c:pt idx="3959">
                  <c:v>1.48</c:v>
                </c:pt>
                <c:pt idx="3960">
                  <c:v>1.48</c:v>
                </c:pt>
                <c:pt idx="3961">
                  <c:v>1.48</c:v>
                </c:pt>
                <c:pt idx="3962">
                  <c:v>1.48</c:v>
                </c:pt>
                <c:pt idx="3963">
                  <c:v>1.48</c:v>
                </c:pt>
                <c:pt idx="3964">
                  <c:v>1.48</c:v>
                </c:pt>
                <c:pt idx="3965">
                  <c:v>1.48</c:v>
                </c:pt>
                <c:pt idx="3966">
                  <c:v>1.48</c:v>
                </c:pt>
                <c:pt idx="3967">
                  <c:v>1.48</c:v>
                </c:pt>
                <c:pt idx="3968">
                  <c:v>1.48</c:v>
                </c:pt>
                <c:pt idx="3969">
                  <c:v>1.48</c:v>
                </c:pt>
                <c:pt idx="3970">
                  <c:v>1.48</c:v>
                </c:pt>
                <c:pt idx="3971">
                  <c:v>1.48</c:v>
                </c:pt>
                <c:pt idx="3972">
                  <c:v>1.48</c:v>
                </c:pt>
                <c:pt idx="3973">
                  <c:v>1.48</c:v>
                </c:pt>
                <c:pt idx="3974">
                  <c:v>1.48</c:v>
                </c:pt>
                <c:pt idx="3975">
                  <c:v>1.48</c:v>
                </c:pt>
                <c:pt idx="3976">
                  <c:v>1.48</c:v>
                </c:pt>
                <c:pt idx="3977">
                  <c:v>1.48</c:v>
                </c:pt>
                <c:pt idx="3978">
                  <c:v>1.48</c:v>
                </c:pt>
                <c:pt idx="3979">
                  <c:v>1.48</c:v>
                </c:pt>
                <c:pt idx="3980">
                  <c:v>1.48</c:v>
                </c:pt>
                <c:pt idx="3981">
                  <c:v>1.48</c:v>
                </c:pt>
                <c:pt idx="3982">
                  <c:v>1.48</c:v>
                </c:pt>
                <c:pt idx="3983">
                  <c:v>1.48</c:v>
                </c:pt>
                <c:pt idx="3984">
                  <c:v>1.48</c:v>
                </c:pt>
                <c:pt idx="3985">
                  <c:v>1.48</c:v>
                </c:pt>
                <c:pt idx="3986">
                  <c:v>1.48</c:v>
                </c:pt>
                <c:pt idx="3987">
                  <c:v>1.48</c:v>
                </c:pt>
                <c:pt idx="3988">
                  <c:v>1.48</c:v>
                </c:pt>
                <c:pt idx="3989">
                  <c:v>1.48</c:v>
                </c:pt>
                <c:pt idx="3990">
                  <c:v>1.48</c:v>
                </c:pt>
                <c:pt idx="3991">
                  <c:v>1.48</c:v>
                </c:pt>
                <c:pt idx="3992">
                  <c:v>1.48</c:v>
                </c:pt>
                <c:pt idx="3993">
                  <c:v>1.48</c:v>
                </c:pt>
                <c:pt idx="3994">
                  <c:v>1.48</c:v>
                </c:pt>
                <c:pt idx="3995">
                  <c:v>1.48</c:v>
                </c:pt>
                <c:pt idx="3996">
                  <c:v>1.48</c:v>
                </c:pt>
                <c:pt idx="3997">
                  <c:v>1.48</c:v>
                </c:pt>
                <c:pt idx="3998">
                  <c:v>1.48</c:v>
                </c:pt>
                <c:pt idx="3999">
                  <c:v>1.48</c:v>
                </c:pt>
                <c:pt idx="4000">
                  <c:v>1.48</c:v>
                </c:pt>
                <c:pt idx="4001">
                  <c:v>1.48</c:v>
                </c:pt>
                <c:pt idx="4002">
                  <c:v>1.48</c:v>
                </c:pt>
                <c:pt idx="4003">
                  <c:v>1.48</c:v>
                </c:pt>
                <c:pt idx="4004">
                  <c:v>1.48</c:v>
                </c:pt>
                <c:pt idx="4005">
                  <c:v>1.48</c:v>
                </c:pt>
                <c:pt idx="4006">
                  <c:v>1.48</c:v>
                </c:pt>
                <c:pt idx="4007">
                  <c:v>1.48</c:v>
                </c:pt>
                <c:pt idx="4008">
                  <c:v>1.48</c:v>
                </c:pt>
                <c:pt idx="4009">
                  <c:v>1.48</c:v>
                </c:pt>
                <c:pt idx="4010">
                  <c:v>1.48</c:v>
                </c:pt>
                <c:pt idx="4011">
                  <c:v>1.48</c:v>
                </c:pt>
                <c:pt idx="4012">
                  <c:v>1.48</c:v>
                </c:pt>
                <c:pt idx="4013">
                  <c:v>1.48</c:v>
                </c:pt>
                <c:pt idx="4014">
                  <c:v>1.48</c:v>
                </c:pt>
                <c:pt idx="4015">
                  <c:v>1.48</c:v>
                </c:pt>
                <c:pt idx="4016">
                  <c:v>1.48</c:v>
                </c:pt>
                <c:pt idx="4017">
                  <c:v>1.48</c:v>
                </c:pt>
                <c:pt idx="4018">
                  <c:v>1.48</c:v>
                </c:pt>
                <c:pt idx="4019">
                  <c:v>1.48</c:v>
                </c:pt>
                <c:pt idx="4020">
                  <c:v>1.48</c:v>
                </c:pt>
                <c:pt idx="4021">
                  <c:v>1.48</c:v>
                </c:pt>
                <c:pt idx="4022">
                  <c:v>1.48</c:v>
                </c:pt>
                <c:pt idx="4023">
                  <c:v>1.48</c:v>
                </c:pt>
                <c:pt idx="4024">
                  <c:v>1.48</c:v>
                </c:pt>
                <c:pt idx="4025">
                  <c:v>1.48</c:v>
                </c:pt>
                <c:pt idx="4026">
                  <c:v>1.48</c:v>
                </c:pt>
                <c:pt idx="4027">
                  <c:v>1.48</c:v>
                </c:pt>
                <c:pt idx="4028">
                  <c:v>1.48</c:v>
                </c:pt>
                <c:pt idx="4029">
                  <c:v>1.48</c:v>
                </c:pt>
                <c:pt idx="4030">
                  <c:v>1.48</c:v>
                </c:pt>
                <c:pt idx="4031">
                  <c:v>1.48</c:v>
                </c:pt>
                <c:pt idx="4032">
                  <c:v>1.48</c:v>
                </c:pt>
                <c:pt idx="4033">
                  <c:v>1.48</c:v>
                </c:pt>
                <c:pt idx="4034">
                  <c:v>1.48</c:v>
                </c:pt>
                <c:pt idx="4035">
                  <c:v>1.48</c:v>
                </c:pt>
                <c:pt idx="4036">
                  <c:v>1.48</c:v>
                </c:pt>
                <c:pt idx="4037">
                  <c:v>1.48</c:v>
                </c:pt>
                <c:pt idx="4038">
                  <c:v>1.48</c:v>
                </c:pt>
                <c:pt idx="4039">
                  <c:v>1.48</c:v>
                </c:pt>
                <c:pt idx="4040">
                  <c:v>1.48</c:v>
                </c:pt>
                <c:pt idx="4041">
                  <c:v>1.48</c:v>
                </c:pt>
                <c:pt idx="4042">
                  <c:v>1.48</c:v>
                </c:pt>
                <c:pt idx="4043">
                  <c:v>1.48</c:v>
                </c:pt>
                <c:pt idx="4044">
                  <c:v>1.48</c:v>
                </c:pt>
                <c:pt idx="4045">
                  <c:v>1.48</c:v>
                </c:pt>
                <c:pt idx="4046">
                  <c:v>1.48</c:v>
                </c:pt>
                <c:pt idx="4047">
                  <c:v>1.48</c:v>
                </c:pt>
                <c:pt idx="4048">
                  <c:v>1.48</c:v>
                </c:pt>
                <c:pt idx="4049">
                  <c:v>1.48</c:v>
                </c:pt>
                <c:pt idx="4050">
                  <c:v>1.48</c:v>
                </c:pt>
                <c:pt idx="4051">
                  <c:v>1.48</c:v>
                </c:pt>
                <c:pt idx="4052">
                  <c:v>1.48</c:v>
                </c:pt>
                <c:pt idx="4053">
                  <c:v>1.48</c:v>
                </c:pt>
                <c:pt idx="4054">
                  <c:v>1.48</c:v>
                </c:pt>
                <c:pt idx="4055">
                  <c:v>1.48</c:v>
                </c:pt>
                <c:pt idx="4056">
                  <c:v>1.48</c:v>
                </c:pt>
                <c:pt idx="4057">
                  <c:v>1.48</c:v>
                </c:pt>
                <c:pt idx="4058">
                  <c:v>1.48</c:v>
                </c:pt>
                <c:pt idx="4059">
                  <c:v>1.48</c:v>
                </c:pt>
                <c:pt idx="4060">
                  <c:v>1.48</c:v>
                </c:pt>
                <c:pt idx="4061">
                  <c:v>1.48</c:v>
                </c:pt>
                <c:pt idx="4062">
                  <c:v>1.48</c:v>
                </c:pt>
                <c:pt idx="4063">
                  <c:v>1.48</c:v>
                </c:pt>
                <c:pt idx="4064">
                  <c:v>1.48</c:v>
                </c:pt>
                <c:pt idx="4065">
                  <c:v>1.48</c:v>
                </c:pt>
                <c:pt idx="4066">
                  <c:v>1.48</c:v>
                </c:pt>
                <c:pt idx="4067">
                  <c:v>1.48</c:v>
                </c:pt>
                <c:pt idx="4068">
                  <c:v>1.48</c:v>
                </c:pt>
                <c:pt idx="4069">
                  <c:v>1.48</c:v>
                </c:pt>
                <c:pt idx="4070">
                  <c:v>1.48</c:v>
                </c:pt>
                <c:pt idx="4071">
                  <c:v>1.48</c:v>
                </c:pt>
                <c:pt idx="4072">
                  <c:v>1.48</c:v>
                </c:pt>
                <c:pt idx="4073">
                  <c:v>1.48</c:v>
                </c:pt>
                <c:pt idx="4074">
                  <c:v>1.48</c:v>
                </c:pt>
                <c:pt idx="4075">
                  <c:v>1.48</c:v>
                </c:pt>
                <c:pt idx="4076">
                  <c:v>1.48</c:v>
                </c:pt>
                <c:pt idx="4077">
                  <c:v>1.48</c:v>
                </c:pt>
                <c:pt idx="4078">
                  <c:v>1.48</c:v>
                </c:pt>
                <c:pt idx="4079">
                  <c:v>1.48</c:v>
                </c:pt>
                <c:pt idx="4080">
                  <c:v>1.48</c:v>
                </c:pt>
                <c:pt idx="4081">
                  <c:v>1.48</c:v>
                </c:pt>
                <c:pt idx="4082">
                  <c:v>1.48</c:v>
                </c:pt>
                <c:pt idx="4083">
                  <c:v>1.48</c:v>
                </c:pt>
                <c:pt idx="4084">
                  <c:v>1.48</c:v>
                </c:pt>
                <c:pt idx="4085">
                  <c:v>1.48</c:v>
                </c:pt>
                <c:pt idx="4086">
                  <c:v>1.48</c:v>
                </c:pt>
                <c:pt idx="4087">
                  <c:v>1.48</c:v>
                </c:pt>
                <c:pt idx="4088">
                  <c:v>1.48</c:v>
                </c:pt>
                <c:pt idx="4089">
                  <c:v>1.48</c:v>
                </c:pt>
                <c:pt idx="4090">
                  <c:v>1.48</c:v>
                </c:pt>
                <c:pt idx="4091">
                  <c:v>1.48</c:v>
                </c:pt>
                <c:pt idx="4092">
                  <c:v>1.48</c:v>
                </c:pt>
                <c:pt idx="4093">
                  <c:v>1.48</c:v>
                </c:pt>
                <c:pt idx="4094">
                  <c:v>1.48</c:v>
                </c:pt>
                <c:pt idx="4095">
                  <c:v>1.48</c:v>
                </c:pt>
                <c:pt idx="4096">
                  <c:v>1.48</c:v>
                </c:pt>
                <c:pt idx="4097">
                  <c:v>1.48</c:v>
                </c:pt>
                <c:pt idx="4098">
                  <c:v>1.48</c:v>
                </c:pt>
                <c:pt idx="4099">
                  <c:v>1.48</c:v>
                </c:pt>
                <c:pt idx="4100">
                  <c:v>1.48</c:v>
                </c:pt>
                <c:pt idx="4101">
                  <c:v>1.48</c:v>
                </c:pt>
                <c:pt idx="4102">
                  <c:v>1.48</c:v>
                </c:pt>
                <c:pt idx="4103">
                  <c:v>1.48</c:v>
                </c:pt>
                <c:pt idx="4104">
                  <c:v>1.48</c:v>
                </c:pt>
                <c:pt idx="4105">
                  <c:v>1.48</c:v>
                </c:pt>
                <c:pt idx="4106">
                  <c:v>1.48</c:v>
                </c:pt>
                <c:pt idx="4107">
                  <c:v>1.48</c:v>
                </c:pt>
                <c:pt idx="4108">
                  <c:v>1.48</c:v>
                </c:pt>
                <c:pt idx="4109">
                  <c:v>1.48</c:v>
                </c:pt>
                <c:pt idx="4110">
                  <c:v>1.48</c:v>
                </c:pt>
                <c:pt idx="4111">
                  <c:v>1.48</c:v>
                </c:pt>
                <c:pt idx="4112">
                  <c:v>1.48</c:v>
                </c:pt>
                <c:pt idx="4113">
                  <c:v>1.48</c:v>
                </c:pt>
                <c:pt idx="4114">
                  <c:v>1.48</c:v>
                </c:pt>
                <c:pt idx="4115">
                  <c:v>1.48</c:v>
                </c:pt>
                <c:pt idx="4116">
                  <c:v>1.48</c:v>
                </c:pt>
                <c:pt idx="4117">
                  <c:v>1.48</c:v>
                </c:pt>
                <c:pt idx="4118">
                  <c:v>1.48</c:v>
                </c:pt>
                <c:pt idx="4119">
                  <c:v>1.48</c:v>
                </c:pt>
                <c:pt idx="4120">
                  <c:v>1.48</c:v>
                </c:pt>
                <c:pt idx="4121">
                  <c:v>1.48</c:v>
                </c:pt>
                <c:pt idx="4122">
                  <c:v>1.48</c:v>
                </c:pt>
                <c:pt idx="4123">
                  <c:v>1.48</c:v>
                </c:pt>
                <c:pt idx="4124">
                  <c:v>1.48</c:v>
                </c:pt>
                <c:pt idx="4125">
                  <c:v>1.48</c:v>
                </c:pt>
                <c:pt idx="4126">
                  <c:v>1.48</c:v>
                </c:pt>
                <c:pt idx="4127">
                  <c:v>1.48</c:v>
                </c:pt>
                <c:pt idx="4128">
                  <c:v>1.48</c:v>
                </c:pt>
                <c:pt idx="4129">
                  <c:v>1.48</c:v>
                </c:pt>
                <c:pt idx="4130">
                  <c:v>1.48</c:v>
                </c:pt>
                <c:pt idx="4131">
                  <c:v>1.48</c:v>
                </c:pt>
                <c:pt idx="4132">
                  <c:v>1.48</c:v>
                </c:pt>
                <c:pt idx="4133">
                  <c:v>1.48</c:v>
                </c:pt>
                <c:pt idx="4134">
                  <c:v>1.48</c:v>
                </c:pt>
                <c:pt idx="4135">
                  <c:v>1.48</c:v>
                </c:pt>
                <c:pt idx="4136">
                  <c:v>1.48</c:v>
                </c:pt>
                <c:pt idx="4137">
                  <c:v>1.48</c:v>
                </c:pt>
                <c:pt idx="4138">
                  <c:v>1.48</c:v>
                </c:pt>
                <c:pt idx="4139">
                  <c:v>1.48</c:v>
                </c:pt>
                <c:pt idx="4140">
                  <c:v>1.48</c:v>
                </c:pt>
                <c:pt idx="4141">
                  <c:v>1.48</c:v>
                </c:pt>
                <c:pt idx="4142">
                  <c:v>1.48</c:v>
                </c:pt>
                <c:pt idx="4143">
                  <c:v>1.48</c:v>
                </c:pt>
                <c:pt idx="4144">
                  <c:v>1.48</c:v>
                </c:pt>
                <c:pt idx="4145">
                  <c:v>1.48</c:v>
                </c:pt>
                <c:pt idx="4146">
                  <c:v>1.48</c:v>
                </c:pt>
                <c:pt idx="4147">
                  <c:v>1.48</c:v>
                </c:pt>
                <c:pt idx="4148">
                  <c:v>1.48</c:v>
                </c:pt>
                <c:pt idx="4149">
                  <c:v>1.48</c:v>
                </c:pt>
                <c:pt idx="4150">
                  <c:v>1.48</c:v>
                </c:pt>
                <c:pt idx="4151">
                  <c:v>1.48</c:v>
                </c:pt>
                <c:pt idx="4152">
                  <c:v>1.48</c:v>
                </c:pt>
                <c:pt idx="4153">
                  <c:v>1.48</c:v>
                </c:pt>
                <c:pt idx="4154">
                  <c:v>1.48</c:v>
                </c:pt>
                <c:pt idx="4155">
                  <c:v>1.48</c:v>
                </c:pt>
                <c:pt idx="4156">
                  <c:v>1.48</c:v>
                </c:pt>
                <c:pt idx="4157">
                  <c:v>1.48</c:v>
                </c:pt>
                <c:pt idx="4158">
                  <c:v>1.48</c:v>
                </c:pt>
                <c:pt idx="4159">
                  <c:v>1.48</c:v>
                </c:pt>
                <c:pt idx="4160">
                  <c:v>1.48</c:v>
                </c:pt>
                <c:pt idx="4161">
                  <c:v>1.48</c:v>
                </c:pt>
                <c:pt idx="4162">
                  <c:v>1.48</c:v>
                </c:pt>
                <c:pt idx="4163">
                  <c:v>1.48</c:v>
                </c:pt>
                <c:pt idx="4164">
                  <c:v>1.48</c:v>
                </c:pt>
                <c:pt idx="4165">
                  <c:v>1.48</c:v>
                </c:pt>
                <c:pt idx="4166">
                  <c:v>1.48</c:v>
                </c:pt>
                <c:pt idx="4167">
                  <c:v>1.48</c:v>
                </c:pt>
                <c:pt idx="4168">
                  <c:v>1.48</c:v>
                </c:pt>
                <c:pt idx="4169">
                  <c:v>1.48</c:v>
                </c:pt>
                <c:pt idx="4170">
                  <c:v>1.48</c:v>
                </c:pt>
                <c:pt idx="4171">
                  <c:v>1.48</c:v>
                </c:pt>
                <c:pt idx="4172">
                  <c:v>1.48</c:v>
                </c:pt>
                <c:pt idx="4173">
                  <c:v>1.48</c:v>
                </c:pt>
                <c:pt idx="4174">
                  <c:v>1.48</c:v>
                </c:pt>
                <c:pt idx="4175">
                  <c:v>1.48</c:v>
                </c:pt>
                <c:pt idx="4176">
                  <c:v>1.48</c:v>
                </c:pt>
                <c:pt idx="4177">
                  <c:v>1.48</c:v>
                </c:pt>
                <c:pt idx="4178">
                  <c:v>1.48</c:v>
                </c:pt>
                <c:pt idx="4179">
                  <c:v>1.48</c:v>
                </c:pt>
                <c:pt idx="4180">
                  <c:v>1.48</c:v>
                </c:pt>
                <c:pt idx="4181">
                  <c:v>1.48</c:v>
                </c:pt>
                <c:pt idx="4182">
                  <c:v>1.48</c:v>
                </c:pt>
                <c:pt idx="4183">
                  <c:v>1.48</c:v>
                </c:pt>
                <c:pt idx="4184">
                  <c:v>1.48</c:v>
                </c:pt>
                <c:pt idx="4185">
                  <c:v>1.48</c:v>
                </c:pt>
                <c:pt idx="4186">
                  <c:v>1.48</c:v>
                </c:pt>
                <c:pt idx="4187">
                  <c:v>1.48</c:v>
                </c:pt>
                <c:pt idx="4188">
                  <c:v>1.48</c:v>
                </c:pt>
                <c:pt idx="4189">
                  <c:v>1.48</c:v>
                </c:pt>
                <c:pt idx="4190">
                  <c:v>1.48</c:v>
                </c:pt>
                <c:pt idx="4191">
                  <c:v>1.48</c:v>
                </c:pt>
                <c:pt idx="4192">
                  <c:v>1.48</c:v>
                </c:pt>
                <c:pt idx="4193">
                  <c:v>1.48</c:v>
                </c:pt>
                <c:pt idx="4194">
                  <c:v>1.48</c:v>
                </c:pt>
                <c:pt idx="4195">
                  <c:v>1.48</c:v>
                </c:pt>
                <c:pt idx="4196">
                  <c:v>1.48</c:v>
                </c:pt>
                <c:pt idx="4197">
                  <c:v>1.48</c:v>
                </c:pt>
                <c:pt idx="4198">
                  <c:v>1.48</c:v>
                </c:pt>
                <c:pt idx="4199">
                  <c:v>1.48</c:v>
                </c:pt>
                <c:pt idx="4200">
                  <c:v>1.48</c:v>
                </c:pt>
                <c:pt idx="4201">
                  <c:v>1.48</c:v>
                </c:pt>
                <c:pt idx="4202">
                  <c:v>1.48</c:v>
                </c:pt>
                <c:pt idx="4203">
                  <c:v>1.48</c:v>
                </c:pt>
                <c:pt idx="4204">
                  <c:v>1.48</c:v>
                </c:pt>
                <c:pt idx="4205">
                  <c:v>1.48</c:v>
                </c:pt>
                <c:pt idx="4206">
                  <c:v>1.48</c:v>
                </c:pt>
                <c:pt idx="4207">
                  <c:v>1.48</c:v>
                </c:pt>
                <c:pt idx="4208">
                  <c:v>1.48</c:v>
                </c:pt>
                <c:pt idx="4209">
                  <c:v>1.48</c:v>
                </c:pt>
                <c:pt idx="4210">
                  <c:v>1.48</c:v>
                </c:pt>
                <c:pt idx="4211">
                  <c:v>1.48</c:v>
                </c:pt>
                <c:pt idx="4212">
                  <c:v>1.48</c:v>
                </c:pt>
                <c:pt idx="4213">
                  <c:v>1.48</c:v>
                </c:pt>
                <c:pt idx="4214">
                  <c:v>1.48</c:v>
                </c:pt>
                <c:pt idx="4215">
                  <c:v>1.48</c:v>
                </c:pt>
                <c:pt idx="4216">
                  <c:v>1.48</c:v>
                </c:pt>
                <c:pt idx="4217">
                  <c:v>1.48</c:v>
                </c:pt>
                <c:pt idx="4218">
                  <c:v>1.48</c:v>
                </c:pt>
                <c:pt idx="4219">
                  <c:v>1.48</c:v>
                </c:pt>
                <c:pt idx="4220">
                  <c:v>1.48</c:v>
                </c:pt>
                <c:pt idx="4221">
                  <c:v>1.48</c:v>
                </c:pt>
                <c:pt idx="4222">
                  <c:v>1.48</c:v>
                </c:pt>
                <c:pt idx="4223">
                  <c:v>1.48</c:v>
                </c:pt>
                <c:pt idx="4224">
                  <c:v>1.48</c:v>
                </c:pt>
                <c:pt idx="4225">
                  <c:v>1.48</c:v>
                </c:pt>
                <c:pt idx="4226">
                  <c:v>1.48</c:v>
                </c:pt>
                <c:pt idx="4227">
                  <c:v>1.48</c:v>
                </c:pt>
                <c:pt idx="4228">
                  <c:v>1.48</c:v>
                </c:pt>
                <c:pt idx="4229">
                  <c:v>1.48</c:v>
                </c:pt>
                <c:pt idx="4230">
                  <c:v>1.48</c:v>
                </c:pt>
                <c:pt idx="4231">
                  <c:v>1.48</c:v>
                </c:pt>
                <c:pt idx="4232">
                  <c:v>1.48</c:v>
                </c:pt>
                <c:pt idx="4233">
                  <c:v>1.48</c:v>
                </c:pt>
                <c:pt idx="4234">
                  <c:v>1.48</c:v>
                </c:pt>
                <c:pt idx="4235">
                  <c:v>1.48</c:v>
                </c:pt>
                <c:pt idx="4236">
                  <c:v>1.48</c:v>
                </c:pt>
                <c:pt idx="4237">
                  <c:v>1.48</c:v>
                </c:pt>
                <c:pt idx="4238">
                  <c:v>1.48</c:v>
                </c:pt>
                <c:pt idx="4239">
                  <c:v>1.48</c:v>
                </c:pt>
                <c:pt idx="4240">
                  <c:v>1.48</c:v>
                </c:pt>
                <c:pt idx="4241">
                  <c:v>1.48</c:v>
                </c:pt>
                <c:pt idx="4242">
                  <c:v>1.48</c:v>
                </c:pt>
                <c:pt idx="4243">
                  <c:v>1.48</c:v>
                </c:pt>
                <c:pt idx="4244">
                  <c:v>1.48</c:v>
                </c:pt>
                <c:pt idx="4245">
                  <c:v>1.48</c:v>
                </c:pt>
                <c:pt idx="4246">
                  <c:v>1.48</c:v>
                </c:pt>
                <c:pt idx="4247">
                  <c:v>1.48</c:v>
                </c:pt>
                <c:pt idx="4248">
                  <c:v>1.48</c:v>
                </c:pt>
                <c:pt idx="4249">
                  <c:v>1.48</c:v>
                </c:pt>
                <c:pt idx="4250">
                  <c:v>1.48</c:v>
                </c:pt>
                <c:pt idx="4251">
                  <c:v>1.48</c:v>
                </c:pt>
                <c:pt idx="4252">
                  <c:v>1.48</c:v>
                </c:pt>
                <c:pt idx="4253">
                  <c:v>1.48</c:v>
                </c:pt>
                <c:pt idx="4254">
                  <c:v>1.48</c:v>
                </c:pt>
                <c:pt idx="4255">
                  <c:v>1.48</c:v>
                </c:pt>
                <c:pt idx="4256">
                  <c:v>1.48</c:v>
                </c:pt>
                <c:pt idx="4257">
                  <c:v>1.48</c:v>
                </c:pt>
                <c:pt idx="4258">
                  <c:v>1.48</c:v>
                </c:pt>
                <c:pt idx="4259">
                  <c:v>1.48</c:v>
                </c:pt>
                <c:pt idx="4260">
                  <c:v>1.48</c:v>
                </c:pt>
                <c:pt idx="4261">
                  <c:v>1.48</c:v>
                </c:pt>
                <c:pt idx="4262">
                  <c:v>1.48</c:v>
                </c:pt>
                <c:pt idx="4263">
                  <c:v>1.48</c:v>
                </c:pt>
                <c:pt idx="4264">
                  <c:v>1.48</c:v>
                </c:pt>
                <c:pt idx="4265">
                  <c:v>1.48</c:v>
                </c:pt>
                <c:pt idx="4266">
                  <c:v>1.48</c:v>
                </c:pt>
                <c:pt idx="4267">
                  <c:v>1.48</c:v>
                </c:pt>
                <c:pt idx="4268">
                  <c:v>1.48</c:v>
                </c:pt>
                <c:pt idx="4269">
                  <c:v>1.48</c:v>
                </c:pt>
                <c:pt idx="4270">
                  <c:v>1.48</c:v>
                </c:pt>
                <c:pt idx="4271">
                  <c:v>1.48</c:v>
                </c:pt>
                <c:pt idx="4272">
                  <c:v>1.48</c:v>
                </c:pt>
                <c:pt idx="4273">
                  <c:v>1.48</c:v>
                </c:pt>
                <c:pt idx="4274">
                  <c:v>1.48</c:v>
                </c:pt>
                <c:pt idx="4275">
                  <c:v>1.48</c:v>
                </c:pt>
                <c:pt idx="4276">
                  <c:v>1.48</c:v>
                </c:pt>
                <c:pt idx="4277">
                  <c:v>1.48</c:v>
                </c:pt>
                <c:pt idx="4278">
                  <c:v>1.48</c:v>
                </c:pt>
                <c:pt idx="4279">
                  <c:v>1.48</c:v>
                </c:pt>
                <c:pt idx="4280">
                  <c:v>1.48</c:v>
                </c:pt>
                <c:pt idx="4281">
                  <c:v>1.48</c:v>
                </c:pt>
                <c:pt idx="4282">
                  <c:v>1.48</c:v>
                </c:pt>
                <c:pt idx="4283">
                  <c:v>1.48</c:v>
                </c:pt>
                <c:pt idx="4284">
                  <c:v>1.48</c:v>
                </c:pt>
                <c:pt idx="4285">
                  <c:v>1.48</c:v>
                </c:pt>
                <c:pt idx="4286">
                  <c:v>1.48</c:v>
                </c:pt>
                <c:pt idx="4287">
                  <c:v>1.48</c:v>
                </c:pt>
                <c:pt idx="4288">
                  <c:v>1.48</c:v>
                </c:pt>
                <c:pt idx="4289">
                  <c:v>1.48</c:v>
                </c:pt>
                <c:pt idx="4290">
                  <c:v>1.48</c:v>
                </c:pt>
                <c:pt idx="4291">
                  <c:v>1.48</c:v>
                </c:pt>
                <c:pt idx="4292">
                  <c:v>1.48</c:v>
                </c:pt>
                <c:pt idx="4293">
                  <c:v>1.48</c:v>
                </c:pt>
                <c:pt idx="4294">
                  <c:v>1.48</c:v>
                </c:pt>
                <c:pt idx="4295">
                  <c:v>1.48</c:v>
                </c:pt>
                <c:pt idx="4296">
                  <c:v>1.48</c:v>
                </c:pt>
                <c:pt idx="4297">
                  <c:v>1.48</c:v>
                </c:pt>
                <c:pt idx="4298">
                  <c:v>1.48</c:v>
                </c:pt>
                <c:pt idx="4299">
                  <c:v>1.48</c:v>
                </c:pt>
                <c:pt idx="4300">
                  <c:v>1.48</c:v>
                </c:pt>
                <c:pt idx="4301">
                  <c:v>1.48</c:v>
                </c:pt>
                <c:pt idx="4302">
                  <c:v>1.48</c:v>
                </c:pt>
                <c:pt idx="4303">
                  <c:v>1.48</c:v>
                </c:pt>
                <c:pt idx="4304">
                  <c:v>1.48</c:v>
                </c:pt>
                <c:pt idx="4305">
                  <c:v>1.48</c:v>
                </c:pt>
                <c:pt idx="4306">
                  <c:v>1.48</c:v>
                </c:pt>
                <c:pt idx="4307">
                  <c:v>1.48</c:v>
                </c:pt>
                <c:pt idx="4308">
                  <c:v>1.48</c:v>
                </c:pt>
                <c:pt idx="4309">
                  <c:v>1.48</c:v>
                </c:pt>
                <c:pt idx="4310">
                  <c:v>1.48</c:v>
                </c:pt>
                <c:pt idx="4311">
                  <c:v>1.48</c:v>
                </c:pt>
                <c:pt idx="4312">
                  <c:v>1.48</c:v>
                </c:pt>
                <c:pt idx="4313">
                  <c:v>1.48</c:v>
                </c:pt>
                <c:pt idx="4314">
                  <c:v>1.48</c:v>
                </c:pt>
                <c:pt idx="4315">
                  <c:v>1.48</c:v>
                </c:pt>
                <c:pt idx="4316">
                  <c:v>1.48</c:v>
                </c:pt>
                <c:pt idx="4317">
                  <c:v>1.48</c:v>
                </c:pt>
                <c:pt idx="4318">
                  <c:v>1.48</c:v>
                </c:pt>
                <c:pt idx="4319">
                  <c:v>1.48</c:v>
                </c:pt>
                <c:pt idx="4320">
                  <c:v>1.48</c:v>
                </c:pt>
                <c:pt idx="4321">
                  <c:v>1.48</c:v>
                </c:pt>
                <c:pt idx="4322">
                  <c:v>1.48</c:v>
                </c:pt>
                <c:pt idx="4323">
                  <c:v>1.48</c:v>
                </c:pt>
                <c:pt idx="4324">
                  <c:v>1.48</c:v>
                </c:pt>
                <c:pt idx="4325">
                  <c:v>1.48</c:v>
                </c:pt>
                <c:pt idx="4326">
                  <c:v>1.48</c:v>
                </c:pt>
                <c:pt idx="4327">
                  <c:v>1.48</c:v>
                </c:pt>
                <c:pt idx="4328">
                  <c:v>1.48</c:v>
                </c:pt>
                <c:pt idx="4329">
                  <c:v>1.48</c:v>
                </c:pt>
                <c:pt idx="4330">
                  <c:v>1.48</c:v>
                </c:pt>
                <c:pt idx="4331">
                  <c:v>1.48</c:v>
                </c:pt>
                <c:pt idx="4332">
                  <c:v>1.48</c:v>
                </c:pt>
                <c:pt idx="4333">
                  <c:v>1.48</c:v>
                </c:pt>
                <c:pt idx="4334">
                  <c:v>1.48</c:v>
                </c:pt>
                <c:pt idx="4335">
                  <c:v>1.48</c:v>
                </c:pt>
                <c:pt idx="4336">
                  <c:v>1.48</c:v>
                </c:pt>
                <c:pt idx="4337">
                  <c:v>1.48</c:v>
                </c:pt>
                <c:pt idx="4338">
                  <c:v>1.48</c:v>
                </c:pt>
                <c:pt idx="4339">
                  <c:v>1.48</c:v>
                </c:pt>
                <c:pt idx="4340">
                  <c:v>1.48</c:v>
                </c:pt>
                <c:pt idx="4341">
                  <c:v>1.48</c:v>
                </c:pt>
                <c:pt idx="4342">
                  <c:v>1.48</c:v>
                </c:pt>
                <c:pt idx="4343">
                  <c:v>1.48</c:v>
                </c:pt>
                <c:pt idx="4344">
                  <c:v>1.48</c:v>
                </c:pt>
                <c:pt idx="4345">
                  <c:v>1.48</c:v>
                </c:pt>
                <c:pt idx="4346">
                  <c:v>1.48</c:v>
                </c:pt>
                <c:pt idx="4347">
                  <c:v>1.48</c:v>
                </c:pt>
                <c:pt idx="4348">
                  <c:v>1.48</c:v>
                </c:pt>
                <c:pt idx="4349">
                  <c:v>1.48</c:v>
                </c:pt>
                <c:pt idx="4350">
                  <c:v>1.48</c:v>
                </c:pt>
                <c:pt idx="4351">
                  <c:v>1.48</c:v>
                </c:pt>
                <c:pt idx="4352">
                  <c:v>1.48</c:v>
                </c:pt>
                <c:pt idx="4353">
                  <c:v>1.48</c:v>
                </c:pt>
                <c:pt idx="4354">
                  <c:v>1.48</c:v>
                </c:pt>
                <c:pt idx="4355">
                  <c:v>1.48</c:v>
                </c:pt>
                <c:pt idx="4356">
                  <c:v>1.48</c:v>
                </c:pt>
                <c:pt idx="4357">
                  <c:v>1.48</c:v>
                </c:pt>
                <c:pt idx="4358">
                  <c:v>1.48</c:v>
                </c:pt>
                <c:pt idx="4359">
                  <c:v>1.48</c:v>
                </c:pt>
                <c:pt idx="4360">
                  <c:v>1.48</c:v>
                </c:pt>
                <c:pt idx="4361">
                  <c:v>1.48</c:v>
                </c:pt>
                <c:pt idx="4362">
                  <c:v>1.48</c:v>
                </c:pt>
                <c:pt idx="4363">
                  <c:v>1.48</c:v>
                </c:pt>
                <c:pt idx="4364">
                  <c:v>1.48</c:v>
                </c:pt>
                <c:pt idx="4365">
                  <c:v>1.48</c:v>
                </c:pt>
                <c:pt idx="4366">
                  <c:v>1.48</c:v>
                </c:pt>
                <c:pt idx="4367">
                  <c:v>1.48</c:v>
                </c:pt>
                <c:pt idx="4368">
                  <c:v>1.48</c:v>
                </c:pt>
                <c:pt idx="4369">
                  <c:v>1.48</c:v>
                </c:pt>
                <c:pt idx="4370">
                  <c:v>1.48</c:v>
                </c:pt>
                <c:pt idx="4371">
                  <c:v>1.48</c:v>
                </c:pt>
                <c:pt idx="4372">
                  <c:v>1.48</c:v>
                </c:pt>
                <c:pt idx="4373">
                  <c:v>1.48</c:v>
                </c:pt>
                <c:pt idx="4374">
                  <c:v>1.48</c:v>
                </c:pt>
                <c:pt idx="4375">
                  <c:v>1.48</c:v>
                </c:pt>
                <c:pt idx="4376">
                  <c:v>1.48</c:v>
                </c:pt>
                <c:pt idx="4377">
                  <c:v>1.48</c:v>
                </c:pt>
                <c:pt idx="4378">
                  <c:v>1.48</c:v>
                </c:pt>
                <c:pt idx="4379">
                  <c:v>1.48</c:v>
                </c:pt>
                <c:pt idx="4380">
                  <c:v>1.48</c:v>
                </c:pt>
                <c:pt idx="4381">
                  <c:v>1.48</c:v>
                </c:pt>
                <c:pt idx="4382">
                  <c:v>1.48</c:v>
                </c:pt>
                <c:pt idx="4383">
                  <c:v>1.48</c:v>
                </c:pt>
                <c:pt idx="4384">
                  <c:v>1.48</c:v>
                </c:pt>
                <c:pt idx="4385">
                  <c:v>1.48</c:v>
                </c:pt>
                <c:pt idx="4386">
                  <c:v>1.48</c:v>
                </c:pt>
                <c:pt idx="4387">
                  <c:v>1.48</c:v>
                </c:pt>
                <c:pt idx="4388">
                  <c:v>1.48</c:v>
                </c:pt>
                <c:pt idx="4389">
                  <c:v>1.48</c:v>
                </c:pt>
                <c:pt idx="4390">
                  <c:v>1.48</c:v>
                </c:pt>
                <c:pt idx="4391">
                  <c:v>1.48</c:v>
                </c:pt>
                <c:pt idx="4392">
                  <c:v>1.48</c:v>
                </c:pt>
                <c:pt idx="4393">
                  <c:v>1.48</c:v>
                </c:pt>
                <c:pt idx="4394">
                  <c:v>1.48</c:v>
                </c:pt>
                <c:pt idx="4395">
                  <c:v>1.48</c:v>
                </c:pt>
                <c:pt idx="4396">
                  <c:v>1.48</c:v>
                </c:pt>
                <c:pt idx="4397">
                  <c:v>1.48</c:v>
                </c:pt>
                <c:pt idx="4398">
                  <c:v>1.48</c:v>
                </c:pt>
                <c:pt idx="4399">
                  <c:v>1.48</c:v>
                </c:pt>
                <c:pt idx="4400">
                  <c:v>1.48</c:v>
                </c:pt>
                <c:pt idx="4401">
                  <c:v>1.48</c:v>
                </c:pt>
                <c:pt idx="4402">
                  <c:v>1.48</c:v>
                </c:pt>
                <c:pt idx="4403">
                  <c:v>1.48</c:v>
                </c:pt>
                <c:pt idx="4404">
                  <c:v>1.48</c:v>
                </c:pt>
                <c:pt idx="4405">
                  <c:v>1.48</c:v>
                </c:pt>
                <c:pt idx="4406">
                  <c:v>1.48</c:v>
                </c:pt>
                <c:pt idx="4407">
                  <c:v>1.48</c:v>
                </c:pt>
                <c:pt idx="4408">
                  <c:v>1.48</c:v>
                </c:pt>
                <c:pt idx="4409">
                  <c:v>1.48</c:v>
                </c:pt>
                <c:pt idx="4410">
                  <c:v>1.48</c:v>
                </c:pt>
                <c:pt idx="4411">
                  <c:v>1.48</c:v>
                </c:pt>
                <c:pt idx="4412">
                  <c:v>1.48</c:v>
                </c:pt>
                <c:pt idx="4413">
                  <c:v>1.48</c:v>
                </c:pt>
                <c:pt idx="4414">
                  <c:v>1.48</c:v>
                </c:pt>
                <c:pt idx="4415">
                  <c:v>1.48</c:v>
                </c:pt>
                <c:pt idx="4416">
                  <c:v>1.48</c:v>
                </c:pt>
                <c:pt idx="4417">
                  <c:v>1.48</c:v>
                </c:pt>
                <c:pt idx="4418">
                  <c:v>1.48</c:v>
                </c:pt>
                <c:pt idx="4419">
                  <c:v>1.48</c:v>
                </c:pt>
                <c:pt idx="4420">
                  <c:v>1.48</c:v>
                </c:pt>
                <c:pt idx="4421">
                  <c:v>1.48</c:v>
                </c:pt>
                <c:pt idx="4422">
                  <c:v>1.48</c:v>
                </c:pt>
                <c:pt idx="4423">
                  <c:v>1.48</c:v>
                </c:pt>
                <c:pt idx="4424">
                  <c:v>1.48</c:v>
                </c:pt>
                <c:pt idx="4425">
                  <c:v>1.48</c:v>
                </c:pt>
                <c:pt idx="4426">
                  <c:v>1.48</c:v>
                </c:pt>
                <c:pt idx="4427">
                  <c:v>1.48</c:v>
                </c:pt>
                <c:pt idx="4428">
                  <c:v>1.48</c:v>
                </c:pt>
                <c:pt idx="4429">
                  <c:v>1.48</c:v>
                </c:pt>
                <c:pt idx="4430">
                  <c:v>1.48</c:v>
                </c:pt>
                <c:pt idx="4431">
                  <c:v>1.48</c:v>
                </c:pt>
                <c:pt idx="4432">
                  <c:v>1.48</c:v>
                </c:pt>
                <c:pt idx="4433">
                  <c:v>1.48</c:v>
                </c:pt>
                <c:pt idx="4434">
                  <c:v>1.48</c:v>
                </c:pt>
                <c:pt idx="4435">
                  <c:v>1.48</c:v>
                </c:pt>
                <c:pt idx="4436">
                  <c:v>1.48</c:v>
                </c:pt>
                <c:pt idx="4437">
                  <c:v>1.48</c:v>
                </c:pt>
                <c:pt idx="4438">
                  <c:v>1.48</c:v>
                </c:pt>
                <c:pt idx="4439">
                  <c:v>1.48</c:v>
                </c:pt>
                <c:pt idx="4440">
                  <c:v>1.48</c:v>
                </c:pt>
                <c:pt idx="4441">
                  <c:v>1.48</c:v>
                </c:pt>
                <c:pt idx="4442">
                  <c:v>1.48</c:v>
                </c:pt>
                <c:pt idx="4443">
                  <c:v>1.48</c:v>
                </c:pt>
                <c:pt idx="4444">
                  <c:v>1.48</c:v>
                </c:pt>
                <c:pt idx="4445">
                  <c:v>1.48</c:v>
                </c:pt>
                <c:pt idx="4446">
                  <c:v>1.48</c:v>
                </c:pt>
                <c:pt idx="4447">
                  <c:v>1.48</c:v>
                </c:pt>
                <c:pt idx="4448">
                  <c:v>1.48</c:v>
                </c:pt>
                <c:pt idx="4449">
                  <c:v>1.48</c:v>
                </c:pt>
                <c:pt idx="4450">
                  <c:v>1.48</c:v>
                </c:pt>
                <c:pt idx="4451">
                  <c:v>1.48</c:v>
                </c:pt>
                <c:pt idx="4452">
                  <c:v>1.48</c:v>
                </c:pt>
                <c:pt idx="4453">
                  <c:v>1.48</c:v>
                </c:pt>
                <c:pt idx="4454">
                  <c:v>1.48</c:v>
                </c:pt>
                <c:pt idx="4455">
                  <c:v>1.48</c:v>
                </c:pt>
                <c:pt idx="4456">
                  <c:v>1.48</c:v>
                </c:pt>
                <c:pt idx="4457">
                  <c:v>1.48</c:v>
                </c:pt>
                <c:pt idx="4458">
                  <c:v>1.48</c:v>
                </c:pt>
                <c:pt idx="4459">
                  <c:v>1.48</c:v>
                </c:pt>
                <c:pt idx="4460">
                  <c:v>1.48</c:v>
                </c:pt>
                <c:pt idx="4461">
                  <c:v>1.48</c:v>
                </c:pt>
                <c:pt idx="4462">
                  <c:v>1.48</c:v>
                </c:pt>
                <c:pt idx="4463">
                  <c:v>1.48</c:v>
                </c:pt>
                <c:pt idx="4464">
                  <c:v>1.48</c:v>
                </c:pt>
                <c:pt idx="4465">
                  <c:v>1.48</c:v>
                </c:pt>
                <c:pt idx="4466">
                  <c:v>1.48</c:v>
                </c:pt>
                <c:pt idx="4467">
                  <c:v>1.48</c:v>
                </c:pt>
                <c:pt idx="4468">
                  <c:v>1.48</c:v>
                </c:pt>
                <c:pt idx="4469">
                  <c:v>1.48</c:v>
                </c:pt>
                <c:pt idx="4470">
                  <c:v>1.48</c:v>
                </c:pt>
                <c:pt idx="4471">
                  <c:v>1.48</c:v>
                </c:pt>
                <c:pt idx="4472">
                  <c:v>1.48</c:v>
                </c:pt>
                <c:pt idx="4473">
                  <c:v>1.48</c:v>
                </c:pt>
                <c:pt idx="4474">
                  <c:v>1.48</c:v>
                </c:pt>
                <c:pt idx="4475">
                  <c:v>1.48</c:v>
                </c:pt>
                <c:pt idx="4476">
                  <c:v>1.48</c:v>
                </c:pt>
                <c:pt idx="4477">
                  <c:v>1.48</c:v>
                </c:pt>
                <c:pt idx="4478">
                  <c:v>1.48</c:v>
                </c:pt>
                <c:pt idx="4479">
                  <c:v>1.48</c:v>
                </c:pt>
                <c:pt idx="4480">
                  <c:v>1.48</c:v>
                </c:pt>
                <c:pt idx="4481">
                  <c:v>1.48</c:v>
                </c:pt>
                <c:pt idx="4482">
                  <c:v>1.48</c:v>
                </c:pt>
                <c:pt idx="4483">
                  <c:v>1.48</c:v>
                </c:pt>
                <c:pt idx="4484">
                  <c:v>1.48</c:v>
                </c:pt>
                <c:pt idx="4485">
                  <c:v>1.48</c:v>
                </c:pt>
                <c:pt idx="4486">
                  <c:v>1.48</c:v>
                </c:pt>
                <c:pt idx="4487">
                  <c:v>1.48</c:v>
                </c:pt>
                <c:pt idx="4488">
                  <c:v>1.48</c:v>
                </c:pt>
                <c:pt idx="4489">
                  <c:v>1.48</c:v>
                </c:pt>
                <c:pt idx="4490">
                  <c:v>1.48</c:v>
                </c:pt>
                <c:pt idx="4491">
                  <c:v>1.48</c:v>
                </c:pt>
                <c:pt idx="4492">
                  <c:v>1.48</c:v>
                </c:pt>
                <c:pt idx="4493">
                  <c:v>1.48</c:v>
                </c:pt>
                <c:pt idx="4494">
                  <c:v>1.48</c:v>
                </c:pt>
                <c:pt idx="4495">
                  <c:v>1.48</c:v>
                </c:pt>
                <c:pt idx="4496">
                  <c:v>1.48</c:v>
                </c:pt>
                <c:pt idx="4497">
                  <c:v>1.48</c:v>
                </c:pt>
                <c:pt idx="4498">
                  <c:v>1.48</c:v>
                </c:pt>
                <c:pt idx="4499">
                  <c:v>1.48</c:v>
                </c:pt>
                <c:pt idx="4500">
                  <c:v>1.48</c:v>
                </c:pt>
                <c:pt idx="4501">
                  <c:v>1.48</c:v>
                </c:pt>
                <c:pt idx="4502">
                  <c:v>1.48</c:v>
                </c:pt>
                <c:pt idx="4503">
                  <c:v>1.48</c:v>
                </c:pt>
                <c:pt idx="4504">
                  <c:v>1.48</c:v>
                </c:pt>
                <c:pt idx="4505">
                  <c:v>1.48</c:v>
                </c:pt>
                <c:pt idx="4506">
                  <c:v>1.48</c:v>
                </c:pt>
                <c:pt idx="4507">
                  <c:v>1.48</c:v>
                </c:pt>
                <c:pt idx="4508">
                  <c:v>1.48</c:v>
                </c:pt>
                <c:pt idx="4509">
                  <c:v>1.48</c:v>
                </c:pt>
                <c:pt idx="4510">
                  <c:v>1.48</c:v>
                </c:pt>
                <c:pt idx="4511">
                  <c:v>1.48</c:v>
                </c:pt>
                <c:pt idx="4512">
                  <c:v>1.48</c:v>
                </c:pt>
                <c:pt idx="4513">
                  <c:v>1.48</c:v>
                </c:pt>
                <c:pt idx="4514">
                  <c:v>1.48</c:v>
                </c:pt>
                <c:pt idx="4515">
                  <c:v>1.48</c:v>
                </c:pt>
                <c:pt idx="4516">
                  <c:v>1.48</c:v>
                </c:pt>
                <c:pt idx="4517">
                  <c:v>1.48</c:v>
                </c:pt>
                <c:pt idx="4518">
                  <c:v>1.48</c:v>
                </c:pt>
                <c:pt idx="4519">
                  <c:v>1.48</c:v>
                </c:pt>
                <c:pt idx="4520">
                  <c:v>1.48</c:v>
                </c:pt>
                <c:pt idx="4521">
                  <c:v>1.48</c:v>
                </c:pt>
                <c:pt idx="4522">
                  <c:v>1.48</c:v>
                </c:pt>
                <c:pt idx="4523">
                  <c:v>1.48</c:v>
                </c:pt>
                <c:pt idx="4524">
                  <c:v>1.48</c:v>
                </c:pt>
                <c:pt idx="4525">
                  <c:v>1.48</c:v>
                </c:pt>
                <c:pt idx="4526">
                  <c:v>1.48</c:v>
                </c:pt>
                <c:pt idx="4527">
                  <c:v>1.48</c:v>
                </c:pt>
                <c:pt idx="4528">
                  <c:v>1.48</c:v>
                </c:pt>
                <c:pt idx="4529">
                  <c:v>1.48</c:v>
                </c:pt>
                <c:pt idx="4530">
                  <c:v>1.48</c:v>
                </c:pt>
                <c:pt idx="4531">
                  <c:v>1.48</c:v>
                </c:pt>
                <c:pt idx="4532">
                  <c:v>1.48</c:v>
                </c:pt>
                <c:pt idx="4533">
                  <c:v>1.48</c:v>
                </c:pt>
                <c:pt idx="4534">
                  <c:v>1.48</c:v>
                </c:pt>
                <c:pt idx="4535">
                  <c:v>1.48</c:v>
                </c:pt>
                <c:pt idx="4536">
                  <c:v>1.48</c:v>
                </c:pt>
                <c:pt idx="4537">
                  <c:v>1.48</c:v>
                </c:pt>
                <c:pt idx="4538">
                  <c:v>1.48</c:v>
                </c:pt>
                <c:pt idx="4539">
                  <c:v>1.48</c:v>
                </c:pt>
                <c:pt idx="4540">
                  <c:v>1.48</c:v>
                </c:pt>
                <c:pt idx="4541">
                  <c:v>1.48</c:v>
                </c:pt>
                <c:pt idx="4542">
                  <c:v>1.48</c:v>
                </c:pt>
                <c:pt idx="4543">
                  <c:v>1.48</c:v>
                </c:pt>
                <c:pt idx="4544">
                  <c:v>1.48</c:v>
                </c:pt>
                <c:pt idx="4545">
                  <c:v>1.48</c:v>
                </c:pt>
                <c:pt idx="4546">
                  <c:v>1.48</c:v>
                </c:pt>
                <c:pt idx="4547">
                  <c:v>1.48</c:v>
                </c:pt>
                <c:pt idx="4548">
                  <c:v>1.48</c:v>
                </c:pt>
                <c:pt idx="4549">
                  <c:v>1.48</c:v>
                </c:pt>
                <c:pt idx="4550">
                  <c:v>1.48</c:v>
                </c:pt>
                <c:pt idx="4551">
                  <c:v>1.48</c:v>
                </c:pt>
                <c:pt idx="4552">
                  <c:v>1.48</c:v>
                </c:pt>
                <c:pt idx="4553">
                  <c:v>1.48</c:v>
                </c:pt>
                <c:pt idx="4554">
                  <c:v>1.48</c:v>
                </c:pt>
                <c:pt idx="4555">
                  <c:v>1.48</c:v>
                </c:pt>
                <c:pt idx="4556">
                  <c:v>1.48</c:v>
                </c:pt>
                <c:pt idx="4557">
                  <c:v>1.48</c:v>
                </c:pt>
                <c:pt idx="4558">
                  <c:v>1.48</c:v>
                </c:pt>
                <c:pt idx="4559">
                  <c:v>1.48</c:v>
                </c:pt>
                <c:pt idx="4560">
                  <c:v>1.48</c:v>
                </c:pt>
                <c:pt idx="4561">
                  <c:v>1.48</c:v>
                </c:pt>
                <c:pt idx="4562">
                  <c:v>1.48</c:v>
                </c:pt>
                <c:pt idx="4563">
                  <c:v>1.48</c:v>
                </c:pt>
                <c:pt idx="4564">
                  <c:v>1.48</c:v>
                </c:pt>
                <c:pt idx="4565">
                  <c:v>1.48</c:v>
                </c:pt>
                <c:pt idx="4566">
                  <c:v>1.48</c:v>
                </c:pt>
                <c:pt idx="4567">
                  <c:v>1.48</c:v>
                </c:pt>
                <c:pt idx="4568">
                  <c:v>1.48</c:v>
                </c:pt>
                <c:pt idx="4569">
                  <c:v>1.48</c:v>
                </c:pt>
                <c:pt idx="4570">
                  <c:v>1.48</c:v>
                </c:pt>
                <c:pt idx="4571">
                  <c:v>1.48</c:v>
                </c:pt>
                <c:pt idx="4572">
                  <c:v>1.48</c:v>
                </c:pt>
                <c:pt idx="4573">
                  <c:v>1.48</c:v>
                </c:pt>
                <c:pt idx="4574">
                  <c:v>1.48</c:v>
                </c:pt>
                <c:pt idx="4575">
                  <c:v>1.48</c:v>
                </c:pt>
                <c:pt idx="4576">
                  <c:v>1.48</c:v>
                </c:pt>
                <c:pt idx="4577">
                  <c:v>1.48</c:v>
                </c:pt>
                <c:pt idx="4578">
                  <c:v>1.48</c:v>
                </c:pt>
                <c:pt idx="4579">
                  <c:v>1.48</c:v>
                </c:pt>
                <c:pt idx="4580">
                  <c:v>1.48</c:v>
                </c:pt>
                <c:pt idx="4581">
                  <c:v>1.48</c:v>
                </c:pt>
                <c:pt idx="4582">
                  <c:v>1.48</c:v>
                </c:pt>
                <c:pt idx="4583">
                  <c:v>1.48</c:v>
                </c:pt>
                <c:pt idx="4584">
                  <c:v>1.48</c:v>
                </c:pt>
                <c:pt idx="4585">
                  <c:v>1.48</c:v>
                </c:pt>
                <c:pt idx="4586">
                  <c:v>1.48</c:v>
                </c:pt>
                <c:pt idx="4587">
                  <c:v>1.48</c:v>
                </c:pt>
                <c:pt idx="4588">
                  <c:v>1.48</c:v>
                </c:pt>
                <c:pt idx="4589">
                  <c:v>1.48</c:v>
                </c:pt>
                <c:pt idx="4590">
                  <c:v>1.48</c:v>
                </c:pt>
                <c:pt idx="4591">
                  <c:v>1.48</c:v>
                </c:pt>
                <c:pt idx="4592">
                  <c:v>1.48</c:v>
                </c:pt>
                <c:pt idx="4593">
                  <c:v>1.48</c:v>
                </c:pt>
                <c:pt idx="4594">
                  <c:v>1.48</c:v>
                </c:pt>
                <c:pt idx="4595">
                  <c:v>1.48</c:v>
                </c:pt>
                <c:pt idx="4596">
                  <c:v>1.48</c:v>
                </c:pt>
                <c:pt idx="4597">
                  <c:v>1.48</c:v>
                </c:pt>
                <c:pt idx="4598">
                  <c:v>1.48</c:v>
                </c:pt>
                <c:pt idx="4599">
                  <c:v>1.48</c:v>
                </c:pt>
                <c:pt idx="4600">
                  <c:v>1.48</c:v>
                </c:pt>
                <c:pt idx="4601">
                  <c:v>1.48</c:v>
                </c:pt>
                <c:pt idx="4602">
                  <c:v>1.48</c:v>
                </c:pt>
                <c:pt idx="4603">
                  <c:v>1.48</c:v>
                </c:pt>
                <c:pt idx="4604">
                  <c:v>1.48</c:v>
                </c:pt>
                <c:pt idx="4605">
                  <c:v>1.48</c:v>
                </c:pt>
                <c:pt idx="4606">
                  <c:v>1.48</c:v>
                </c:pt>
                <c:pt idx="4607">
                  <c:v>1.48</c:v>
                </c:pt>
                <c:pt idx="4608">
                  <c:v>1.48</c:v>
                </c:pt>
                <c:pt idx="4609">
                  <c:v>1.48</c:v>
                </c:pt>
                <c:pt idx="4610">
                  <c:v>1.48</c:v>
                </c:pt>
                <c:pt idx="4611">
                  <c:v>1.48</c:v>
                </c:pt>
                <c:pt idx="4612">
                  <c:v>1.48</c:v>
                </c:pt>
                <c:pt idx="4613">
                  <c:v>1.48</c:v>
                </c:pt>
                <c:pt idx="4614">
                  <c:v>1.48</c:v>
                </c:pt>
                <c:pt idx="4615">
                  <c:v>1.48</c:v>
                </c:pt>
                <c:pt idx="4616">
                  <c:v>1.48</c:v>
                </c:pt>
                <c:pt idx="4617">
                  <c:v>1.48</c:v>
                </c:pt>
                <c:pt idx="4618">
                  <c:v>1.48</c:v>
                </c:pt>
                <c:pt idx="4619">
                  <c:v>1.48</c:v>
                </c:pt>
                <c:pt idx="4620">
                  <c:v>1.48</c:v>
                </c:pt>
                <c:pt idx="4621">
                  <c:v>1.48</c:v>
                </c:pt>
                <c:pt idx="4622">
                  <c:v>1.48</c:v>
                </c:pt>
                <c:pt idx="4623">
                  <c:v>1.48</c:v>
                </c:pt>
                <c:pt idx="4624">
                  <c:v>1.48</c:v>
                </c:pt>
                <c:pt idx="4625">
                  <c:v>1.48</c:v>
                </c:pt>
                <c:pt idx="4626">
                  <c:v>1.48</c:v>
                </c:pt>
                <c:pt idx="4627">
                  <c:v>1.48</c:v>
                </c:pt>
                <c:pt idx="4628">
                  <c:v>1.48</c:v>
                </c:pt>
                <c:pt idx="4629">
                  <c:v>1.48</c:v>
                </c:pt>
                <c:pt idx="4630">
                  <c:v>1.48</c:v>
                </c:pt>
                <c:pt idx="4631">
                  <c:v>1.48</c:v>
                </c:pt>
                <c:pt idx="4632">
                  <c:v>1.48</c:v>
                </c:pt>
                <c:pt idx="4633">
                  <c:v>1.48</c:v>
                </c:pt>
                <c:pt idx="4634">
                  <c:v>1.48</c:v>
                </c:pt>
                <c:pt idx="4635">
                  <c:v>1.48</c:v>
                </c:pt>
                <c:pt idx="4636">
                  <c:v>1.48</c:v>
                </c:pt>
                <c:pt idx="4637">
                  <c:v>1.48</c:v>
                </c:pt>
                <c:pt idx="4638">
                  <c:v>1.48</c:v>
                </c:pt>
                <c:pt idx="4639">
                  <c:v>1.48</c:v>
                </c:pt>
                <c:pt idx="4640">
                  <c:v>1.48</c:v>
                </c:pt>
                <c:pt idx="4641">
                  <c:v>1.48</c:v>
                </c:pt>
                <c:pt idx="4642">
                  <c:v>1.48</c:v>
                </c:pt>
                <c:pt idx="4643">
                  <c:v>1.48</c:v>
                </c:pt>
                <c:pt idx="4644">
                  <c:v>1.48</c:v>
                </c:pt>
                <c:pt idx="4645">
                  <c:v>1.48</c:v>
                </c:pt>
                <c:pt idx="4646">
                  <c:v>1.48</c:v>
                </c:pt>
                <c:pt idx="4647">
                  <c:v>1.48</c:v>
                </c:pt>
                <c:pt idx="4648">
                  <c:v>1.48</c:v>
                </c:pt>
                <c:pt idx="4649">
                  <c:v>1.48</c:v>
                </c:pt>
                <c:pt idx="4650">
                  <c:v>1.48</c:v>
                </c:pt>
                <c:pt idx="4651">
                  <c:v>1.48</c:v>
                </c:pt>
                <c:pt idx="4652">
                  <c:v>1.48</c:v>
                </c:pt>
                <c:pt idx="4653">
                  <c:v>1.48</c:v>
                </c:pt>
                <c:pt idx="4654">
                  <c:v>1.48</c:v>
                </c:pt>
                <c:pt idx="4655">
                  <c:v>1.48</c:v>
                </c:pt>
                <c:pt idx="4656">
                  <c:v>1.48</c:v>
                </c:pt>
                <c:pt idx="4657">
                  <c:v>1.48</c:v>
                </c:pt>
                <c:pt idx="4658">
                  <c:v>1.48</c:v>
                </c:pt>
                <c:pt idx="4659">
                  <c:v>1.48</c:v>
                </c:pt>
                <c:pt idx="4660">
                  <c:v>1.48</c:v>
                </c:pt>
                <c:pt idx="4661">
                  <c:v>1.48</c:v>
                </c:pt>
                <c:pt idx="4662">
                  <c:v>1.48</c:v>
                </c:pt>
                <c:pt idx="4663">
                  <c:v>1.48</c:v>
                </c:pt>
                <c:pt idx="4664">
                  <c:v>1.48</c:v>
                </c:pt>
                <c:pt idx="4665">
                  <c:v>1.48</c:v>
                </c:pt>
                <c:pt idx="4666">
                  <c:v>1.48</c:v>
                </c:pt>
                <c:pt idx="4667">
                  <c:v>1.48</c:v>
                </c:pt>
                <c:pt idx="4668">
                  <c:v>1.48</c:v>
                </c:pt>
                <c:pt idx="4669">
                  <c:v>1.48</c:v>
                </c:pt>
                <c:pt idx="4670">
                  <c:v>1.48</c:v>
                </c:pt>
                <c:pt idx="4671">
                  <c:v>1.48</c:v>
                </c:pt>
                <c:pt idx="4672">
                  <c:v>1.48</c:v>
                </c:pt>
                <c:pt idx="4673">
                  <c:v>1.48</c:v>
                </c:pt>
                <c:pt idx="4674">
                  <c:v>1.48</c:v>
                </c:pt>
                <c:pt idx="4675">
                  <c:v>1.48</c:v>
                </c:pt>
                <c:pt idx="4676">
                  <c:v>1.48</c:v>
                </c:pt>
                <c:pt idx="4677">
                  <c:v>1.48</c:v>
                </c:pt>
                <c:pt idx="4678">
                  <c:v>1.48</c:v>
                </c:pt>
                <c:pt idx="4679">
                  <c:v>1.48</c:v>
                </c:pt>
                <c:pt idx="4680">
                  <c:v>1.48</c:v>
                </c:pt>
                <c:pt idx="4681">
                  <c:v>1.48</c:v>
                </c:pt>
                <c:pt idx="4682">
                  <c:v>1.48</c:v>
                </c:pt>
                <c:pt idx="4683">
                  <c:v>1.48</c:v>
                </c:pt>
                <c:pt idx="4684">
                  <c:v>1.48</c:v>
                </c:pt>
                <c:pt idx="4685">
                  <c:v>1.48</c:v>
                </c:pt>
                <c:pt idx="4686">
                  <c:v>1.48</c:v>
                </c:pt>
                <c:pt idx="4687">
                  <c:v>1.48</c:v>
                </c:pt>
                <c:pt idx="4688">
                  <c:v>1.48</c:v>
                </c:pt>
                <c:pt idx="4689">
                  <c:v>1.48</c:v>
                </c:pt>
                <c:pt idx="4690">
                  <c:v>1.48</c:v>
                </c:pt>
                <c:pt idx="4691">
                  <c:v>1.48</c:v>
                </c:pt>
                <c:pt idx="4692">
                  <c:v>1.48</c:v>
                </c:pt>
                <c:pt idx="4693">
                  <c:v>1.48</c:v>
                </c:pt>
                <c:pt idx="4694">
                  <c:v>1.48</c:v>
                </c:pt>
                <c:pt idx="4695">
                  <c:v>1.48</c:v>
                </c:pt>
                <c:pt idx="4696">
                  <c:v>1.48</c:v>
                </c:pt>
                <c:pt idx="4697">
                  <c:v>1.48</c:v>
                </c:pt>
                <c:pt idx="4698">
                  <c:v>1.48</c:v>
                </c:pt>
                <c:pt idx="4699">
                  <c:v>1.48</c:v>
                </c:pt>
                <c:pt idx="4700">
                  <c:v>1.48</c:v>
                </c:pt>
                <c:pt idx="4701">
                  <c:v>1.48</c:v>
                </c:pt>
                <c:pt idx="4702">
                  <c:v>1.48</c:v>
                </c:pt>
                <c:pt idx="4703">
                  <c:v>1.48</c:v>
                </c:pt>
                <c:pt idx="4704">
                  <c:v>1.48</c:v>
                </c:pt>
                <c:pt idx="4705">
                  <c:v>1.48</c:v>
                </c:pt>
                <c:pt idx="4706">
                  <c:v>1.48</c:v>
                </c:pt>
                <c:pt idx="4707">
                  <c:v>1.48</c:v>
                </c:pt>
                <c:pt idx="4708">
                  <c:v>1.48</c:v>
                </c:pt>
                <c:pt idx="4709">
                  <c:v>1.48</c:v>
                </c:pt>
                <c:pt idx="4710">
                  <c:v>1.48</c:v>
                </c:pt>
                <c:pt idx="4711">
                  <c:v>1.48</c:v>
                </c:pt>
                <c:pt idx="4712">
                  <c:v>1.48</c:v>
                </c:pt>
                <c:pt idx="4713">
                  <c:v>1.48</c:v>
                </c:pt>
                <c:pt idx="4714">
                  <c:v>1.48</c:v>
                </c:pt>
                <c:pt idx="4715">
                  <c:v>1.48</c:v>
                </c:pt>
                <c:pt idx="4716">
                  <c:v>1.48</c:v>
                </c:pt>
                <c:pt idx="4717">
                  <c:v>1.48</c:v>
                </c:pt>
                <c:pt idx="4718">
                  <c:v>1.48</c:v>
                </c:pt>
                <c:pt idx="4719">
                  <c:v>1.48</c:v>
                </c:pt>
                <c:pt idx="4720">
                  <c:v>1.48</c:v>
                </c:pt>
                <c:pt idx="4721">
                  <c:v>1.48</c:v>
                </c:pt>
                <c:pt idx="4722">
                  <c:v>1.48</c:v>
                </c:pt>
                <c:pt idx="4723">
                  <c:v>1.48</c:v>
                </c:pt>
                <c:pt idx="4724">
                  <c:v>1.48</c:v>
                </c:pt>
                <c:pt idx="4725">
                  <c:v>1.48</c:v>
                </c:pt>
                <c:pt idx="4726">
                  <c:v>1.48</c:v>
                </c:pt>
                <c:pt idx="4727">
                  <c:v>1.48</c:v>
                </c:pt>
                <c:pt idx="4728">
                  <c:v>1.48</c:v>
                </c:pt>
                <c:pt idx="4729">
                  <c:v>1.48</c:v>
                </c:pt>
                <c:pt idx="4730">
                  <c:v>1.48</c:v>
                </c:pt>
                <c:pt idx="4731">
                  <c:v>1.48</c:v>
                </c:pt>
                <c:pt idx="4732">
                  <c:v>1.48</c:v>
                </c:pt>
                <c:pt idx="4733">
                  <c:v>1.48</c:v>
                </c:pt>
                <c:pt idx="4734">
                  <c:v>1.48</c:v>
                </c:pt>
                <c:pt idx="4735">
                  <c:v>1.48</c:v>
                </c:pt>
                <c:pt idx="4736">
                  <c:v>1.48</c:v>
                </c:pt>
                <c:pt idx="4737">
                  <c:v>1.48</c:v>
                </c:pt>
                <c:pt idx="4738">
                  <c:v>1.48</c:v>
                </c:pt>
                <c:pt idx="4739">
                  <c:v>1.48</c:v>
                </c:pt>
                <c:pt idx="4740">
                  <c:v>1.48</c:v>
                </c:pt>
                <c:pt idx="4741">
                  <c:v>1.48</c:v>
                </c:pt>
                <c:pt idx="4742">
                  <c:v>1.48</c:v>
                </c:pt>
                <c:pt idx="4743">
                  <c:v>1.48</c:v>
                </c:pt>
                <c:pt idx="4744">
                  <c:v>1.48</c:v>
                </c:pt>
                <c:pt idx="4745">
                  <c:v>1.48</c:v>
                </c:pt>
                <c:pt idx="4746">
                  <c:v>1.48</c:v>
                </c:pt>
                <c:pt idx="4747">
                  <c:v>1.48</c:v>
                </c:pt>
                <c:pt idx="4748">
                  <c:v>1.48</c:v>
                </c:pt>
                <c:pt idx="4749">
                  <c:v>1.48</c:v>
                </c:pt>
                <c:pt idx="4750">
                  <c:v>1.48</c:v>
                </c:pt>
                <c:pt idx="4751">
                  <c:v>1.48</c:v>
                </c:pt>
                <c:pt idx="4752">
                  <c:v>1.48</c:v>
                </c:pt>
                <c:pt idx="4753">
                  <c:v>1.48</c:v>
                </c:pt>
                <c:pt idx="4754">
                  <c:v>1.48</c:v>
                </c:pt>
                <c:pt idx="4755">
                  <c:v>1.48</c:v>
                </c:pt>
                <c:pt idx="4756">
                  <c:v>1.48</c:v>
                </c:pt>
                <c:pt idx="4757">
                  <c:v>1.48</c:v>
                </c:pt>
                <c:pt idx="4758">
                  <c:v>1.48</c:v>
                </c:pt>
                <c:pt idx="4759">
                  <c:v>1.48</c:v>
                </c:pt>
                <c:pt idx="4760">
                  <c:v>1.48</c:v>
                </c:pt>
                <c:pt idx="4761">
                  <c:v>1.48</c:v>
                </c:pt>
                <c:pt idx="4762">
                  <c:v>1.48</c:v>
                </c:pt>
                <c:pt idx="4763">
                  <c:v>1.48</c:v>
                </c:pt>
                <c:pt idx="4764">
                  <c:v>1.48</c:v>
                </c:pt>
                <c:pt idx="4765">
                  <c:v>1.48</c:v>
                </c:pt>
                <c:pt idx="4766">
                  <c:v>1.48</c:v>
                </c:pt>
                <c:pt idx="4767">
                  <c:v>1.48</c:v>
                </c:pt>
                <c:pt idx="4768">
                  <c:v>1.48</c:v>
                </c:pt>
                <c:pt idx="4769">
                  <c:v>1.48</c:v>
                </c:pt>
                <c:pt idx="4770">
                  <c:v>1.48</c:v>
                </c:pt>
                <c:pt idx="4771">
                  <c:v>1.48</c:v>
                </c:pt>
                <c:pt idx="4772">
                  <c:v>1.48</c:v>
                </c:pt>
                <c:pt idx="4773">
                  <c:v>1.48</c:v>
                </c:pt>
                <c:pt idx="4774">
                  <c:v>1.48</c:v>
                </c:pt>
                <c:pt idx="4775">
                  <c:v>1.48</c:v>
                </c:pt>
                <c:pt idx="4776">
                  <c:v>1.48</c:v>
                </c:pt>
                <c:pt idx="4777">
                  <c:v>1.48</c:v>
                </c:pt>
                <c:pt idx="4778">
                  <c:v>1.48</c:v>
                </c:pt>
                <c:pt idx="4779">
                  <c:v>1.48</c:v>
                </c:pt>
                <c:pt idx="4780">
                  <c:v>1.48</c:v>
                </c:pt>
                <c:pt idx="4781">
                  <c:v>1.48</c:v>
                </c:pt>
                <c:pt idx="4782">
                  <c:v>1.48</c:v>
                </c:pt>
                <c:pt idx="4783">
                  <c:v>1.48</c:v>
                </c:pt>
                <c:pt idx="4784">
                  <c:v>1.48</c:v>
                </c:pt>
                <c:pt idx="4785">
                  <c:v>1.48</c:v>
                </c:pt>
                <c:pt idx="4786">
                  <c:v>1.48</c:v>
                </c:pt>
                <c:pt idx="4787">
                  <c:v>1.48</c:v>
                </c:pt>
                <c:pt idx="4788">
                  <c:v>1.48</c:v>
                </c:pt>
                <c:pt idx="4789">
                  <c:v>1.48</c:v>
                </c:pt>
                <c:pt idx="4790">
                  <c:v>1.48</c:v>
                </c:pt>
                <c:pt idx="4791">
                  <c:v>1.48</c:v>
                </c:pt>
                <c:pt idx="4792">
                  <c:v>1.48</c:v>
                </c:pt>
                <c:pt idx="4793">
                  <c:v>1.48</c:v>
                </c:pt>
                <c:pt idx="4794">
                  <c:v>1.48</c:v>
                </c:pt>
                <c:pt idx="4795">
                  <c:v>1.48</c:v>
                </c:pt>
                <c:pt idx="4796">
                  <c:v>1.48</c:v>
                </c:pt>
                <c:pt idx="4797">
                  <c:v>1.48</c:v>
                </c:pt>
                <c:pt idx="4798">
                  <c:v>1.48</c:v>
                </c:pt>
                <c:pt idx="4799">
                  <c:v>1.48</c:v>
                </c:pt>
                <c:pt idx="4800">
                  <c:v>1.48</c:v>
                </c:pt>
                <c:pt idx="4801">
                  <c:v>1.48</c:v>
                </c:pt>
                <c:pt idx="4802">
                  <c:v>1.48</c:v>
                </c:pt>
                <c:pt idx="4803">
                  <c:v>1.48</c:v>
                </c:pt>
                <c:pt idx="4804">
                  <c:v>1.48</c:v>
                </c:pt>
                <c:pt idx="4805">
                  <c:v>1.48</c:v>
                </c:pt>
                <c:pt idx="4806">
                  <c:v>1.48</c:v>
                </c:pt>
                <c:pt idx="4807">
                  <c:v>1.48</c:v>
                </c:pt>
                <c:pt idx="4808">
                  <c:v>1.48</c:v>
                </c:pt>
                <c:pt idx="4809">
                  <c:v>1.48</c:v>
                </c:pt>
                <c:pt idx="4810">
                  <c:v>1.48</c:v>
                </c:pt>
                <c:pt idx="4811">
                  <c:v>1.48</c:v>
                </c:pt>
                <c:pt idx="4812">
                  <c:v>1.48</c:v>
                </c:pt>
                <c:pt idx="4813">
                  <c:v>1.48</c:v>
                </c:pt>
                <c:pt idx="4814">
                  <c:v>1.48</c:v>
                </c:pt>
                <c:pt idx="4815">
                  <c:v>1.48</c:v>
                </c:pt>
                <c:pt idx="4816">
                  <c:v>1.48</c:v>
                </c:pt>
                <c:pt idx="4817">
                  <c:v>1.48</c:v>
                </c:pt>
                <c:pt idx="4818">
                  <c:v>1.48</c:v>
                </c:pt>
                <c:pt idx="4819">
                  <c:v>1.48</c:v>
                </c:pt>
                <c:pt idx="4820">
                  <c:v>1.48</c:v>
                </c:pt>
                <c:pt idx="4821">
                  <c:v>1.48</c:v>
                </c:pt>
                <c:pt idx="4822">
                  <c:v>1.48</c:v>
                </c:pt>
                <c:pt idx="4823">
                  <c:v>1.48</c:v>
                </c:pt>
                <c:pt idx="4824">
                  <c:v>1.48</c:v>
                </c:pt>
                <c:pt idx="4825">
                  <c:v>1.48</c:v>
                </c:pt>
                <c:pt idx="4826">
                  <c:v>1.48</c:v>
                </c:pt>
                <c:pt idx="4827">
                  <c:v>1.48</c:v>
                </c:pt>
                <c:pt idx="4828">
                  <c:v>1.48</c:v>
                </c:pt>
                <c:pt idx="4829">
                  <c:v>1.48</c:v>
                </c:pt>
                <c:pt idx="4830">
                  <c:v>1.48</c:v>
                </c:pt>
                <c:pt idx="4831">
                  <c:v>1.48</c:v>
                </c:pt>
                <c:pt idx="4832">
                  <c:v>1.48</c:v>
                </c:pt>
                <c:pt idx="4833">
                  <c:v>1.48</c:v>
                </c:pt>
                <c:pt idx="4834">
                  <c:v>1.48</c:v>
                </c:pt>
                <c:pt idx="4835">
                  <c:v>1.48</c:v>
                </c:pt>
                <c:pt idx="4836">
                  <c:v>1.48</c:v>
                </c:pt>
                <c:pt idx="4837">
                  <c:v>1.48</c:v>
                </c:pt>
                <c:pt idx="4838">
                  <c:v>1.48</c:v>
                </c:pt>
                <c:pt idx="4839">
                  <c:v>1.48</c:v>
                </c:pt>
                <c:pt idx="4840">
                  <c:v>1.48</c:v>
                </c:pt>
                <c:pt idx="4841">
                  <c:v>1.48</c:v>
                </c:pt>
                <c:pt idx="4842">
                  <c:v>1.48</c:v>
                </c:pt>
                <c:pt idx="4843">
                  <c:v>1.48</c:v>
                </c:pt>
                <c:pt idx="4844">
                  <c:v>1.48</c:v>
                </c:pt>
                <c:pt idx="4845">
                  <c:v>1.48</c:v>
                </c:pt>
                <c:pt idx="4846">
                  <c:v>1.48</c:v>
                </c:pt>
                <c:pt idx="4847">
                  <c:v>1.48</c:v>
                </c:pt>
                <c:pt idx="4848">
                  <c:v>1.48</c:v>
                </c:pt>
                <c:pt idx="4849">
                  <c:v>1.48</c:v>
                </c:pt>
                <c:pt idx="4850">
                  <c:v>1.48</c:v>
                </c:pt>
                <c:pt idx="4851">
                  <c:v>1.48</c:v>
                </c:pt>
                <c:pt idx="4852">
                  <c:v>1.48</c:v>
                </c:pt>
                <c:pt idx="4853">
                  <c:v>1.48</c:v>
                </c:pt>
                <c:pt idx="4854">
                  <c:v>1.48</c:v>
                </c:pt>
                <c:pt idx="4855">
                  <c:v>1.48</c:v>
                </c:pt>
                <c:pt idx="4856">
                  <c:v>1.48</c:v>
                </c:pt>
                <c:pt idx="4857">
                  <c:v>1.48</c:v>
                </c:pt>
                <c:pt idx="4858">
                  <c:v>1.48</c:v>
                </c:pt>
                <c:pt idx="4859">
                  <c:v>1.48</c:v>
                </c:pt>
                <c:pt idx="4860">
                  <c:v>1.48</c:v>
                </c:pt>
                <c:pt idx="4861">
                  <c:v>1.48</c:v>
                </c:pt>
                <c:pt idx="4862">
                  <c:v>1.48</c:v>
                </c:pt>
                <c:pt idx="4863">
                  <c:v>1.48</c:v>
                </c:pt>
                <c:pt idx="4864">
                  <c:v>1.48</c:v>
                </c:pt>
                <c:pt idx="4865">
                  <c:v>1.48</c:v>
                </c:pt>
                <c:pt idx="4866">
                  <c:v>1.48</c:v>
                </c:pt>
                <c:pt idx="4867">
                  <c:v>1.48</c:v>
                </c:pt>
                <c:pt idx="4868">
                  <c:v>1.48</c:v>
                </c:pt>
                <c:pt idx="4869">
                  <c:v>1.48</c:v>
                </c:pt>
                <c:pt idx="4870">
                  <c:v>1.48</c:v>
                </c:pt>
                <c:pt idx="4871">
                  <c:v>1.48</c:v>
                </c:pt>
                <c:pt idx="4872">
                  <c:v>1.48</c:v>
                </c:pt>
                <c:pt idx="4873">
                  <c:v>1.48</c:v>
                </c:pt>
                <c:pt idx="4874">
                  <c:v>1.48</c:v>
                </c:pt>
                <c:pt idx="4875">
                  <c:v>1.48</c:v>
                </c:pt>
                <c:pt idx="4876">
                  <c:v>1.48</c:v>
                </c:pt>
                <c:pt idx="4877">
                  <c:v>1.48</c:v>
                </c:pt>
                <c:pt idx="4878">
                  <c:v>1.48</c:v>
                </c:pt>
                <c:pt idx="4879">
                  <c:v>1.48</c:v>
                </c:pt>
                <c:pt idx="4880">
                  <c:v>1.48</c:v>
                </c:pt>
                <c:pt idx="4881">
                  <c:v>1.48</c:v>
                </c:pt>
                <c:pt idx="4882">
                  <c:v>1.48</c:v>
                </c:pt>
                <c:pt idx="4883">
                  <c:v>1.48</c:v>
                </c:pt>
                <c:pt idx="4884">
                  <c:v>1.48</c:v>
                </c:pt>
                <c:pt idx="4885">
                  <c:v>1.48</c:v>
                </c:pt>
                <c:pt idx="4886">
                  <c:v>1.48</c:v>
                </c:pt>
                <c:pt idx="4887">
                  <c:v>1.48</c:v>
                </c:pt>
                <c:pt idx="4888">
                  <c:v>1.48</c:v>
                </c:pt>
                <c:pt idx="4889">
                  <c:v>1.48</c:v>
                </c:pt>
                <c:pt idx="4890">
                  <c:v>1.48</c:v>
                </c:pt>
                <c:pt idx="4891">
                  <c:v>1.48</c:v>
                </c:pt>
                <c:pt idx="4892">
                  <c:v>1.48</c:v>
                </c:pt>
                <c:pt idx="4893">
                  <c:v>1.48</c:v>
                </c:pt>
                <c:pt idx="4894">
                  <c:v>1.48</c:v>
                </c:pt>
                <c:pt idx="4895">
                  <c:v>1.48</c:v>
                </c:pt>
                <c:pt idx="4896">
                  <c:v>1.48</c:v>
                </c:pt>
                <c:pt idx="4897">
                  <c:v>1.48</c:v>
                </c:pt>
                <c:pt idx="4898">
                  <c:v>1.48</c:v>
                </c:pt>
                <c:pt idx="4899">
                  <c:v>1.48</c:v>
                </c:pt>
                <c:pt idx="4900">
                  <c:v>1.48</c:v>
                </c:pt>
                <c:pt idx="4901">
                  <c:v>1.48</c:v>
                </c:pt>
                <c:pt idx="4902">
                  <c:v>1.48</c:v>
                </c:pt>
                <c:pt idx="4903">
                  <c:v>1.48</c:v>
                </c:pt>
                <c:pt idx="4904">
                  <c:v>1.48</c:v>
                </c:pt>
                <c:pt idx="4905">
                  <c:v>1.48</c:v>
                </c:pt>
                <c:pt idx="4906">
                  <c:v>1.48</c:v>
                </c:pt>
                <c:pt idx="4907">
                  <c:v>1.48</c:v>
                </c:pt>
                <c:pt idx="4908">
                  <c:v>1.48</c:v>
                </c:pt>
                <c:pt idx="4909">
                  <c:v>1.48</c:v>
                </c:pt>
                <c:pt idx="4910">
                  <c:v>1.48</c:v>
                </c:pt>
                <c:pt idx="4911">
                  <c:v>1.48</c:v>
                </c:pt>
                <c:pt idx="4912">
                  <c:v>1.48</c:v>
                </c:pt>
                <c:pt idx="4913">
                  <c:v>1.48</c:v>
                </c:pt>
                <c:pt idx="4914">
                  <c:v>1.48</c:v>
                </c:pt>
                <c:pt idx="4915">
                  <c:v>1.48</c:v>
                </c:pt>
                <c:pt idx="4916">
                  <c:v>1.48</c:v>
                </c:pt>
                <c:pt idx="4917">
                  <c:v>1.48</c:v>
                </c:pt>
                <c:pt idx="4918">
                  <c:v>1.48</c:v>
                </c:pt>
                <c:pt idx="4919">
                  <c:v>1.48</c:v>
                </c:pt>
                <c:pt idx="4920">
                  <c:v>1.48</c:v>
                </c:pt>
                <c:pt idx="4921">
                  <c:v>1.48</c:v>
                </c:pt>
                <c:pt idx="4922">
                  <c:v>1.48</c:v>
                </c:pt>
                <c:pt idx="4923">
                  <c:v>1.48</c:v>
                </c:pt>
                <c:pt idx="4924">
                  <c:v>1.48</c:v>
                </c:pt>
                <c:pt idx="4925">
                  <c:v>1.48</c:v>
                </c:pt>
                <c:pt idx="4926">
                  <c:v>1.48</c:v>
                </c:pt>
                <c:pt idx="4927">
                  <c:v>1.48</c:v>
                </c:pt>
                <c:pt idx="4928">
                  <c:v>1.48</c:v>
                </c:pt>
                <c:pt idx="4929">
                  <c:v>1.48</c:v>
                </c:pt>
                <c:pt idx="4930">
                  <c:v>1.48</c:v>
                </c:pt>
                <c:pt idx="4931">
                  <c:v>1.48</c:v>
                </c:pt>
                <c:pt idx="4932">
                  <c:v>1.48</c:v>
                </c:pt>
                <c:pt idx="4933">
                  <c:v>1.48</c:v>
                </c:pt>
                <c:pt idx="4934">
                  <c:v>1.48</c:v>
                </c:pt>
                <c:pt idx="4935">
                  <c:v>1.48</c:v>
                </c:pt>
                <c:pt idx="4936">
                  <c:v>1.48</c:v>
                </c:pt>
                <c:pt idx="4937">
                  <c:v>1.48</c:v>
                </c:pt>
                <c:pt idx="4938">
                  <c:v>1.48</c:v>
                </c:pt>
                <c:pt idx="4939">
                  <c:v>1.48</c:v>
                </c:pt>
                <c:pt idx="4940">
                  <c:v>1.48</c:v>
                </c:pt>
                <c:pt idx="4941">
                  <c:v>1.48</c:v>
                </c:pt>
                <c:pt idx="4942">
                  <c:v>1.48</c:v>
                </c:pt>
                <c:pt idx="4943">
                  <c:v>1.48</c:v>
                </c:pt>
                <c:pt idx="4944">
                  <c:v>1.48</c:v>
                </c:pt>
                <c:pt idx="4945">
                  <c:v>1.48</c:v>
                </c:pt>
                <c:pt idx="4946">
                  <c:v>1.48</c:v>
                </c:pt>
                <c:pt idx="4947">
                  <c:v>1.48</c:v>
                </c:pt>
                <c:pt idx="4948">
                  <c:v>1.48</c:v>
                </c:pt>
                <c:pt idx="4949">
                  <c:v>1.48</c:v>
                </c:pt>
                <c:pt idx="4950">
                  <c:v>1.48</c:v>
                </c:pt>
                <c:pt idx="4951">
                  <c:v>1.48</c:v>
                </c:pt>
                <c:pt idx="4952">
                  <c:v>1.48</c:v>
                </c:pt>
                <c:pt idx="4953">
                  <c:v>1.48</c:v>
                </c:pt>
                <c:pt idx="4954">
                  <c:v>1.48</c:v>
                </c:pt>
                <c:pt idx="4955">
                  <c:v>1.48</c:v>
                </c:pt>
                <c:pt idx="4956">
                  <c:v>1.48</c:v>
                </c:pt>
                <c:pt idx="4957">
                  <c:v>1.48</c:v>
                </c:pt>
                <c:pt idx="4958">
                  <c:v>1.48</c:v>
                </c:pt>
                <c:pt idx="4959">
                  <c:v>1.48</c:v>
                </c:pt>
                <c:pt idx="4960">
                  <c:v>1.48</c:v>
                </c:pt>
                <c:pt idx="4961">
                  <c:v>1.48</c:v>
                </c:pt>
                <c:pt idx="4962">
                  <c:v>1.48</c:v>
                </c:pt>
                <c:pt idx="4963">
                  <c:v>1.48</c:v>
                </c:pt>
                <c:pt idx="4964">
                  <c:v>1.48</c:v>
                </c:pt>
                <c:pt idx="4965">
                  <c:v>1.48</c:v>
                </c:pt>
                <c:pt idx="4966">
                  <c:v>1.48</c:v>
                </c:pt>
                <c:pt idx="4967">
                  <c:v>1.48</c:v>
                </c:pt>
                <c:pt idx="4968">
                  <c:v>1.48</c:v>
                </c:pt>
                <c:pt idx="4969">
                  <c:v>1.48</c:v>
                </c:pt>
                <c:pt idx="4970">
                  <c:v>1.48</c:v>
                </c:pt>
                <c:pt idx="4971">
                  <c:v>1.48</c:v>
                </c:pt>
                <c:pt idx="4972">
                  <c:v>1.48</c:v>
                </c:pt>
                <c:pt idx="4973">
                  <c:v>1.48</c:v>
                </c:pt>
                <c:pt idx="4974">
                  <c:v>1.48</c:v>
                </c:pt>
                <c:pt idx="4975">
                  <c:v>1.48</c:v>
                </c:pt>
                <c:pt idx="4976">
                  <c:v>1.48</c:v>
                </c:pt>
                <c:pt idx="4977">
                  <c:v>1.48</c:v>
                </c:pt>
                <c:pt idx="4978">
                  <c:v>1.48</c:v>
                </c:pt>
                <c:pt idx="4979">
                  <c:v>1.48</c:v>
                </c:pt>
                <c:pt idx="4980">
                  <c:v>1.48</c:v>
                </c:pt>
                <c:pt idx="4981">
                  <c:v>1.48</c:v>
                </c:pt>
                <c:pt idx="4982">
                  <c:v>1.48</c:v>
                </c:pt>
                <c:pt idx="4983">
                  <c:v>1.48</c:v>
                </c:pt>
                <c:pt idx="4984">
                  <c:v>1.48</c:v>
                </c:pt>
                <c:pt idx="4985">
                  <c:v>1.48</c:v>
                </c:pt>
                <c:pt idx="4986">
                  <c:v>1.48</c:v>
                </c:pt>
                <c:pt idx="4987">
                  <c:v>1.48</c:v>
                </c:pt>
                <c:pt idx="4988">
                  <c:v>1.48</c:v>
                </c:pt>
                <c:pt idx="4989">
                  <c:v>1.48</c:v>
                </c:pt>
                <c:pt idx="4990">
                  <c:v>1.48</c:v>
                </c:pt>
                <c:pt idx="4991">
                  <c:v>1.48</c:v>
                </c:pt>
                <c:pt idx="4992">
                  <c:v>1.48</c:v>
                </c:pt>
                <c:pt idx="4993">
                  <c:v>1.48</c:v>
                </c:pt>
                <c:pt idx="4994">
                  <c:v>1.48</c:v>
                </c:pt>
                <c:pt idx="4995">
                  <c:v>1.48</c:v>
                </c:pt>
                <c:pt idx="4996">
                  <c:v>1.48</c:v>
                </c:pt>
                <c:pt idx="4997">
                  <c:v>1.48</c:v>
                </c:pt>
                <c:pt idx="4998">
                  <c:v>1.48</c:v>
                </c:pt>
                <c:pt idx="4999">
                  <c:v>1.48</c:v>
                </c:pt>
                <c:pt idx="5000">
                  <c:v>1.48</c:v>
                </c:pt>
                <c:pt idx="5001">
                  <c:v>1.48</c:v>
                </c:pt>
                <c:pt idx="5002">
                  <c:v>1.48</c:v>
                </c:pt>
                <c:pt idx="5003">
                  <c:v>1.48</c:v>
                </c:pt>
                <c:pt idx="5004">
                  <c:v>1.48</c:v>
                </c:pt>
                <c:pt idx="5005">
                  <c:v>1.48</c:v>
                </c:pt>
                <c:pt idx="5006">
                  <c:v>1.48</c:v>
                </c:pt>
                <c:pt idx="5007">
                  <c:v>1.48</c:v>
                </c:pt>
                <c:pt idx="5008">
                  <c:v>1.48</c:v>
                </c:pt>
                <c:pt idx="5009">
                  <c:v>1.48</c:v>
                </c:pt>
                <c:pt idx="5010">
                  <c:v>1.48</c:v>
                </c:pt>
                <c:pt idx="5011">
                  <c:v>1.48</c:v>
                </c:pt>
                <c:pt idx="5012">
                  <c:v>1.48</c:v>
                </c:pt>
                <c:pt idx="5013">
                  <c:v>1.48</c:v>
                </c:pt>
                <c:pt idx="5014">
                  <c:v>1.48</c:v>
                </c:pt>
                <c:pt idx="5015">
                  <c:v>1.48</c:v>
                </c:pt>
                <c:pt idx="5016">
                  <c:v>1.48</c:v>
                </c:pt>
                <c:pt idx="5017">
                  <c:v>1.48</c:v>
                </c:pt>
                <c:pt idx="5018">
                  <c:v>1.48</c:v>
                </c:pt>
                <c:pt idx="5019">
                  <c:v>1.48</c:v>
                </c:pt>
                <c:pt idx="5020">
                  <c:v>1.48</c:v>
                </c:pt>
                <c:pt idx="5021">
                  <c:v>1.48</c:v>
                </c:pt>
                <c:pt idx="5022">
                  <c:v>1.48</c:v>
                </c:pt>
                <c:pt idx="5023">
                  <c:v>1.48</c:v>
                </c:pt>
                <c:pt idx="5024">
                  <c:v>1.48</c:v>
                </c:pt>
                <c:pt idx="5025">
                  <c:v>1.48</c:v>
                </c:pt>
                <c:pt idx="5026">
                  <c:v>1.48</c:v>
                </c:pt>
                <c:pt idx="5027">
                  <c:v>1.48</c:v>
                </c:pt>
                <c:pt idx="5028">
                  <c:v>1.48</c:v>
                </c:pt>
                <c:pt idx="5029">
                  <c:v>1.48</c:v>
                </c:pt>
                <c:pt idx="5030">
                  <c:v>1.48</c:v>
                </c:pt>
                <c:pt idx="5031">
                  <c:v>1.48</c:v>
                </c:pt>
                <c:pt idx="5032">
                  <c:v>1.48</c:v>
                </c:pt>
                <c:pt idx="5033">
                  <c:v>1.48</c:v>
                </c:pt>
                <c:pt idx="5034">
                  <c:v>1.48</c:v>
                </c:pt>
                <c:pt idx="5035">
                  <c:v>1.48</c:v>
                </c:pt>
                <c:pt idx="5036">
                  <c:v>1.48</c:v>
                </c:pt>
                <c:pt idx="5037">
                  <c:v>1.48</c:v>
                </c:pt>
                <c:pt idx="5038">
                  <c:v>1.48</c:v>
                </c:pt>
                <c:pt idx="5039">
                  <c:v>1.48</c:v>
                </c:pt>
                <c:pt idx="5040">
                  <c:v>1.48</c:v>
                </c:pt>
                <c:pt idx="5041">
                  <c:v>1.48</c:v>
                </c:pt>
                <c:pt idx="5042">
                  <c:v>1.48</c:v>
                </c:pt>
                <c:pt idx="5043">
                  <c:v>1.48</c:v>
                </c:pt>
                <c:pt idx="5044">
                  <c:v>1.48</c:v>
                </c:pt>
                <c:pt idx="5045">
                  <c:v>1.48</c:v>
                </c:pt>
                <c:pt idx="5046">
                  <c:v>1.48</c:v>
                </c:pt>
                <c:pt idx="5047">
                  <c:v>1.48</c:v>
                </c:pt>
                <c:pt idx="5048">
                  <c:v>1.48</c:v>
                </c:pt>
                <c:pt idx="5049">
                  <c:v>1.48</c:v>
                </c:pt>
                <c:pt idx="5050">
                  <c:v>1.48</c:v>
                </c:pt>
                <c:pt idx="5051">
                  <c:v>1.48</c:v>
                </c:pt>
                <c:pt idx="5052">
                  <c:v>1.48</c:v>
                </c:pt>
                <c:pt idx="5053">
                  <c:v>1.48</c:v>
                </c:pt>
                <c:pt idx="5054">
                  <c:v>1.48</c:v>
                </c:pt>
                <c:pt idx="5055">
                  <c:v>1.48</c:v>
                </c:pt>
                <c:pt idx="5056">
                  <c:v>1.48</c:v>
                </c:pt>
                <c:pt idx="5057">
                  <c:v>1.48</c:v>
                </c:pt>
                <c:pt idx="5058">
                  <c:v>1.48</c:v>
                </c:pt>
                <c:pt idx="5059">
                  <c:v>1.48</c:v>
                </c:pt>
                <c:pt idx="5060">
                  <c:v>1.48</c:v>
                </c:pt>
                <c:pt idx="5061">
                  <c:v>1.48</c:v>
                </c:pt>
                <c:pt idx="5062">
                  <c:v>1.48</c:v>
                </c:pt>
                <c:pt idx="5063">
                  <c:v>1.48</c:v>
                </c:pt>
                <c:pt idx="5064">
                  <c:v>1.48</c:v>
                </c:pt>
                <c:pt idx="5065">
                  <c:v>1.48</c:v>
                </c:pt>
                <c:pt idx="5066">
                  <c:v>1.48</c:v>
                </c:pt>
                <c:pt idx="5067">
                  <c:v>1.48</c:v>
                </c:pt>
                <c:pt idx="5068">
                  <c:v>1.48</c:v>
                </c:pt>
                <c:pt idx="5069">
                  <c:v>1.48</c:v>
                </c:pt>
                <c:pt idx="5070">
                  <c:v>1.48</c:v>
                </c:pt>
                <c:pt idx="5071">
                  <c:v>1.48</c:v>
                </c:pt>
                <c:pt idx="5072">
                  <c:v>1.48</c:v>
                </c:pt>
                <c:pt idx="5073">
                  <c:v>1.48</c:v>
                </c:pt>
                <c:pt idx="5074">
                  <c:v>1.48</c:v>
                </c:pt>
                <c:pt idx="5075">
                  <c:v>1.48</c:v>
                </c:pt>
                <c:pt idx="5076">
                  <c:v>1.48</c:v>
                </c:pt>
                <c:pt idx="5077">
                  <c:v>1.48</c:v>
                </c:pt>
                <c:pt idx="5078">
                  <c:v>1.48</c:v>
                </c:pt>
                <c:pt idx="5079">
                  <c:v>1.48</c:v>
                </c:pt>
                <c:pt idx="5080">
                  <c:v>1.48</c:v>
                </c:pt>
                <c:pt idx="5081">
                  <c:v>1.48</c:v>
                </c:pt>
                <c:pt idx="5082">
                  <c:v>1.48</c:v>
                </c:pt>
                <c:pt idx="5083">
                  <c:v>1.48</c:v>
                </c:pt>
                <c:pt idx="5084">
                  <c:v>1.48</c:v>
                </c:pt>
                <c:pt idx="5085">
                  <c:v>1.48</c:v>
                </c:pt>
                <c:pt idx="5086">
                  <c:v>1.48</c:v>
                </c:pt>
                <c:pt idx="5087">
                  <c:v>1.48</c:v>
                </c:pt>
                <c:pt idx="5088">
                  <c:v>1.48</c:v>
                </c:pt>
                <c:pt idx="5089">
                  <c:v>1.48</c:v>
                </c:pt>
                <c:pt idx="5090">
                  <c:v>1.48</c:v>
                </c:pt>
                <c:pt idx="5091">
                  <c:v>1.48</c:v>
                </c:pt>
                <c:pt idx="5092">
                  <c:v>1.48</c:v>
                </c:pt>
                <c:pt idx="5093">
                  <c:v>1.48</c:v>
                </c:pt>
                <c:pt idx="5094">
                  <c:v>1.48</c:v>
                </c:pt>
                <c:pt idx="5095">
                  <c:v>1.48</c:v>
                </c:pt>
                <c:pt idx="5096">
                  <c:v>1.48</c:v>
                </c:pt>
                <c:pt idx="5097">
                  <c:v>1.48</c:v>
                </c:pt>
                <c:pt idx="5098">
                  <c:v>1.48</c:v>
                </c:pt>
                <c:pt idx="5099">
                  <c:v>1.48</c:v>
                </c:pt>
                <c:pt idx="5100">
                  <c:v>1.48</c:v>
                </c:pt>
                <c:pt idx="5101">
                  <c:v>1.48</c:v>
                </c:pt>
                <c:pt idx="5102">
                  <c:v>1.48</c:v>
                </c:pt>
                <c:pt idx="5103">
                  <c:v>1.48</c:v>
                </c:pt>
                <c:pt idx="5104">
                  <c:v>1.48</c:v>
                </c:pt>
                <c:pt idx="5105">
                  <c:v>1.48</c:v>
                </c:pt>
                <c:pt idx="5106">
                  <c:v>1.48</c:v>
                </c:pt>
                <c:pt idx="5107">
                  <c:v>1.48</c:v>
                </c:pt>
                <c:pt idx="5108">
                  <c:v>1.48</c:v>
                </c:pt>
                <c:pt idx="5109">
                  <c:v>1.48</c:v>
                </c:pt>
                <c:pt idx="5110">
                  <c:v>1.48</c:v>
                </c:pt>
                <c:pt idx="5111">
                  <c:v>1.48</c:v>
                </c:pt>
                <c:pt idx="5112">
                  <c:v>1.48</c:v>
                </c:pt>
                <c:pt idx="5113">
                  <c:v>1.48</c:v>
                </c:pt>
                <c:pt idx="5114">
                  <c:v>1.48</c:v>
                </c:pt>
                <c:pt idx="5115">
                  <c:v>1.48</c:v>
                </c:pt>
                <c:pt idx="5116">
                  <c:v>1.48</c:v>
                </c:pt>
                <c:pt idx="5117">
                  <c:v>1.48</c:v>
                </c:pt>
                <c:pt idx="5118">
                  <c:v>1.48</c:v>
                </c:pt>
                <c:pt idx="5119">
                  <c:v>1.48</c:v>
                </c:pt>
                <c:pt idx="5120">
                  <c:v>1.48</c:v>
                </c:pt>
                <c:pt idx="5121">
                  <c:v>1.48</c:v>
                </c:pt>
                <c:pt idx="5122">
                  <c:v>1.48</c:v>
                </c:pt>
                <c:pt idx="5123">
                  <c:v>1.48</c:v>
                </c:pt>
                <c:pt idx="5124">
                  <c:v>1.48</c:v>
                </c:pt>
                <c:pt idx="5125">
                  <c:v>1.48</c:v>
                </c:pt>
                <c:pt idx="5126">
                  <c:v>1.48</c:v>
                </c:pt>
                <c:pt idx="5127">
                  <c:v>1.48</c:v>
                </c:pt>
                <c:pt idx="5128">
                  <c:v>1.48</c:v>
                </c:pt>
                <c:pt idx="5129">
                  <c:v>1.48</c:v>
                </c:pt>
                <c:pt idx="5130">
                  <c:v>1.48</c:v>
                </c:pt>
                <c:pt idx="5131">
                  <c:v>1.48</c:v>
                </c:pt>
                <c:pt idx="5132">
                  <c:v>1.48</c:v>
                </c:pt>
                <c:pt idx="5133">
                  <c:v>1.48</c:v>
                </c:pt>
                <c:pt idx="5134">
                  <c:v>1.48</c:v>
                </c:pt>
                <c:pt idx="5135">
                  <c:v>1.48</c:v>
                </c:pt>
                <c:pt idx="5136">
                  <c:v>1.48</c:v>
                </c:pt>
                <c:pt idx="5137">
                  <c:v>1.48</c:v>
                </c:pt>
                <c:pt idx="5138">
                  <c:v>1.48</c:v>
                </c:pt>
                <c:pt idx="5139">
                  <c:v>1.48</c:v>
                </c:pt>
                <c:pt idx="5140">
                  <c:v>1.48</c:v>
                </c:pt>
                <c:pt idx="5141">
                  <c:v>1.48</c:v>
                </c:pt>
                <c:pt idx="5142">
                  <c:v>1.48</c:v>
                </c:pt>
                <c:pt idx="5143">
                  <c:v>1.48</c:v>
                </c:pt>
                <c:pt idx="5144">
                  <c:v>1.48</c:v>
                </c:pt>
                <c:pt idx="5145">
                  <c:v>1.48</c:v>
                </c:pt>
                <c:pt idx="5146">
                  <c:v>1.48</c:v>
                </c:pt>
                <c:pt idx="5147">
                  <c:v>1.48</c:v>
                </c:pt>
                <c:pt idx="5148">
                  <c:v>1.48</c:v>
                </c:pt>
                <c:pt idx="5149">
                  <c:v>1.48</c:v>
                </c:pt>
                <c:pt idx="5150">
                  <c:v>1.48</c:v>
                </c:pt>
                <c:pt idx="5151">
                  <c:v>1.48</c:v>
                </c:pt>
                <c:pt idx="5152">
                  <c:v>1.48</c:v>
                </c:pt>
                <c:pt idx="5153">
                  <c:v>1.48</c:v>
                </c:pt>
                <c:pt idx="5154">
                  <c:v>1.48</c:v>
                </c:pt>
                <c:pt idx="5155">
                  <c:v>1.48</c:v>
                </c:pt>
                <c:pt idx="5156">
                  <c:v>1.48</c:v>
                </c:pt>
                <c:pt idx="5157">
                  <c:v>1.48</c:v>
                </c:pt>
                <c:pt idx="5158">
                  <c:v>1.48</c:v>
                </c:pt>
                <c:pt idx="5159">
                  <c:v>1.48</c:v>
                </c:pt>
                <c:pt idx="5160">
                  <c:v>1.48</c:v>
                </c:pt>
                <c:pt idx="5161">
                  <c:v>1.48</c:v>
                </c:pt>
                <c:pt idx="5162">
                  <c:v>1.48</c:v>
                </c:pt>
                <c:pt idx="5163">
                  <c:v>1.48</c:v>
                </c:pt>
                <c:pt idx="5164">
                  <c:v>1.48</c:v>
                </c:pt>
                <c:pt idx="5165">
                  <c:v>1.48</c:v>
                </c:pt>
                <c:pt idx="5166">
                  <c:v>1.48</c:v>
                </c:pt>
                <c:pt idx="5167">
                  <c:v>1.48</c:v>
                </c:pt>
                <c:pt idx="5168">
                  <c:v>1.48</c:v>
                </c:pt>
                <c:pt idx="5169">
                  <c:v>1.48</c:v>
                </c:pt>
                <c:pt idx="5170">
                  <c:v>1.48</c:v>
                </c:pt>
                <c:pt idx="5171">
                  <c:v>1.48</c:v>
                </c:pt>
                <c:pt idx="5172">
                  <c:v>1.48</c:v>
                </c:pt>
                <c:pt idx="5173">
                  <c:v>1.48</c:v>
                </c:pt>
                <c:pt idx="5174">
                  <c:v>1.48</c:v>
                </c:pt>
                <c:pt idx="5175">
                  <c:v>1.48</c:v>
                </c:pt>
                <c:pt idx="5176">
                  <c:v>1.48</c:v>
                </c:pt>
                <c:pt idx="5177">
                  <c:v>1.48</c:v>
                </c:pt>
                <c:pt idx="5178">
                  <c:v>1.48</c:v>
                </c:pt>
                <c:pt idx="5179">
                  <c:v>1.48</c:v>
                </c:pt>
                <c:pt idx="5180">
                  <c:v>1.48</c:v>
                </c:pt>
                <c:pt idx="5181">
                  <c:v>1.48</c:v>
                </c:pt>
                <c:pt idx="5182">
                  <c:v>1.48</c:v>
                </c:pt>
                <c:pt idx="5183">
                  <c:v>1.48</c:v>
                </c:pt>
                <c:pt idx="5184">
                  <c:v>1.48</c:v>
                </c:pt>
                <c:pt idx="5185">
                  <c:v>1.48</c:v>
                </c:pt>
                <c:pt idx="5186">
                  <c:v>1.48</c:v>
                </c:pt>
                <c:pt idx="5187">
                  <c:v>1.48</c:v>
                </c:pt>
                <c:pt idx="5188">
                  <c:v>1.48</c:v>
                </c:pt>
                <c:pt idx="5189">
                  <c:v>1.48</c:v>
                </c:pt>
                <c:pt idx="5190">
                  <c:v>1.48</c:v>
                </c:pt>
                <c:pt idx="5191">
                  <c:v>1.48</c:v>
                </c:pt>
                <c:pt idx="5192">
                  <c:v>1.48</c:v>
                </c:pt>
                <c:pt idx="5193">
                  <c:v>1.48</c:v>
                </c:pt>
                <c:pt idx="5194">
                  <c:v>1.48</c:v>
                </c:pt>
                <c:pt idx="5195">
                  <c:v>1.48</c:v>
                </c:pt>
                <c:pt idx="5196">
                  <c:v>1.48</c:v>
                </c:pt>
                <c:pt idx="5197">
                  <c:v>1.48</c:v>
                </c:pt>
                <c:pt idx="5198">
                  <c:v>1.48</c:v>
                </c:pt>
                <c:pt idx="5199">
                  <c:v>1.48</c:v>
                </c:pt>
                <c:pt idx="5200">
                  <c:v>1.48</c:v>
                </c:pt>
                <c:pt idx="5201">
                  <c:v>1.48</c:v>
                </c:pt>
                <c:pt idx="5202">
                  <c:v>1.48</c:v>
                </c:pt>
                <c:pt idx="5203">
                  <c:v>1.48</c:v>
                </c:pt>
                <c:pt idx="5204">
                  <c:v>1.48</c:v>
                </c:pt>
                <c:pt idx="5205">
                  <c:v>1.48</c:v>
                </c:pt>
                <c:pt idx="5206">
                  <c:v>1.48</c:v>
                </c:pt>
                <c:pt idx="5207">
                  <c:v>1.48</c:v>
                </c:pt>
                <c:pt idx="5208">
                  <c:v>1.48</c:v>
                </c:pt>
                <c:pt idx="5209">
                  <c:v>1.48</c:v>
                </c:pt>
                <c:pt idx="5210">
                  <c:v>1.48</c:v>
                </c:pt>
                <c:pt idx="5211">
                  <c:v>1.48</c:v>
                </c:pt>
                <c:pt idx="5212">
                  <c:v>1.48</c:v>
                </c:pt>
                <c:pt idx="5213">
                  <c:v>1.48</c:v>
                </c:pt>
                <c:pt idx="5214">
                  <c:v>1.48</c:v>
                </c:pt>
                <c:pt idx="5215">
                  <c:v>1.48</c:v>
                </c:pt>
                <c:pt idx="5216">
                  <c:v>1.48</c:v>
                </c:pt>
                <c:pt idx="5217">
                  <c:v>1.48</c:v>
                </c:pt>
                <c:pt idx="5218">
                  <c:v>1.48</c:v>
                </c:pt>
                <c:pt idx="5219">
                  <c:v>1.48</c:v>
                </c:pt>
                <c:pt idx="5220">
                  <c:v>1.48</c:v>
                </c:pt>
                <c:pt idx="5221">
                  <c:v>1.48</c:v>
                </c:pt>
                <c:pt idx="5222">
                  <c:v>1.48</c:v>
                </c:pt>
                <c:pt idx="5223">
                  <c:v>1.48</c:v>
                </c:pt>
                <c:pt idx="5224">
                  <c:v>1.48</c:v>
                </c:pt>
                <c:pt idx="5225">
                  <c:v>1.48</c:v>
                </c:pt>
                <c:pt idx="5226">
                  <c:v>1.48</c:v>
                </c:pt>
                <c:pt idx="5227">
                  <c:v>1.48</c:v>
                </c:pt>
                <c:pt idx="5228">
                  <c:v>1.48</c:v>
                </c:pt>
                <c:pt idx="5229">
                  <c:v>1.48</c:v>
                </c:pt>
                <c:pt idx="5230">
                  <c:v>1.48</c:v>
                </c:pt>
                <c:pt idx="5231">
                  <c:v>1.48</c:v>
                </c:pt>
                <c:pt idx="5232">
                  <c:v>1.48</c:v>
                </c:pt>
                <c:pt idx="5233">
                  <c:v>1.48</c:v>
                </c:pt>
                <c:pt idx="5234">
                  <c:v>1.48</c:v>
                </c:pt>
                <c:pt idx="5235">
                  <c:v>1.48</c:v>
                </c:pt>
                <c:pt idx="5236">
                  <c:v>1.48</c:v>
                </c:pt>
                <c:pt idx="5237">
                  <c:v>1.48</c:v>
                </c:pt>
                <c:pt idx="5238">
                  <c:v>1.48</c:v>
                </c:pt>
                <c:pt idx="5239">
                  <c:v>1.48</c:v>
                </c:pt>
                <c:pt idx="5240">
                  <c:v>1.48</c:v>
                </c:pt>
                <c:pt idx="5241">
                  <c:v>1.48</c:v>
                </c:pt>
                <c:pt idx="5242">
                  <c:v>1.48</c:v>
                </c:pt>
                <c:pt idx="5243">
                  <c:v>1.48</c:v>
                </c:pt>
                <c:pt idx="5244">
                  <c:v>1.48</c:v>
                </c:pt>
                <c:pt idx="5245">
                  <c:v>1.48</c:v>
                </c:pt>
                <c:pt idx="5246">
                  <c:v>1.48</c:v>
                </c:pt>
                <c:pt idx="5247">
                  <c:v>1.48</c:v>
                </c:pt>
                <c:pt idx="5248">
                  <c:v>1.48</c:v>
                </c:pt>
                <c:pt idx="5249">
                  <c:v>1.48</c:v>
                </c:pt>
                <c:pt idx="5250">
                  <c:v>1.48</c:v>
                </c:pt>
                <c:pt idx="5251">
                  <c:v>1.48</c:v>
                </c:pt>
                <c:pt idx="5252">
                  <c:v>1.48</c:v>
                </c:pt>
                <c:pt idx="5253">
                  <c:v>1.48</c:v>
                </c:pt>
                <c:pt idx="5254">
                  <c:v>1.48</c:v>
                </c:pt>
                <c:pt idx="5255">
                  <c:v>1.48</c:v>
                </c:pt>
                <c:pt idx="5256">
                  <c:v>1.48</c:v>
                </c:pt>
                <c:pt idx="5257">
                  <c:v>1.48</c:v>
                </c:pt>
                <c:pt idx="5258">
                  <c:v>1.48</c:v>
                </c:pt>
                <c:pt idx="5259">
                  <c:v>1.48</c:v>
                </c:pt>
                <c:pt idx="5260">
                  <c:v>1.48</c:v>
                </c:pt>
                <c:pt idx="5261">
                  <c:v>1.48</c:v>
                </c:pt>
                <c:pt idx="5262">
                  <c:v>1.48</c:v>
                </c:pt>
                <c:pt idx="5263">
                  <c:v>1.48</c:v>
                </c:pt>
                <c:pt idx="5264">
                  <c:v>1.48</c:v>
                </c:pt>
                <c:pt idx="5265">
                  <c:v>1.48</c:v>
                </c:pt>
                <c:pt idx="5266">
                  <c:v>1.48</c:v>
                </c:pt>
                <c:pt idx="5267">
                  <c:v>1.48</c:v>
                </c:pt>
                <c:pt idx="5268">
                  <c:v>1.48</c:v>
                </c:pt>
                <c:pt idx="5269">
                  <c:v>1.48</c:v>
                </c:pt>
                <c:pt idx="5270">
                  <c:v>1.48</c:v>
                </c:pt>
                <c:pt idx="5271">
                  <c:v>1.48</c:v>
                </c:pt>
                <c:pt idx="5272">
                  <c:v>1.48</c:v>
                </c:pt>
                <c:pt idx="5273">
                  <c:v>1.48</c:v>
                </c:pt>
                <c:pt idx="5274">
                  <c:v>1.48</c:v>
                </c:pt>
                <c:pt idx="5275">
                  <c:v>1.48</c:v>
                </c:pt>
                <c:pt idx="5276">
                  <c:v>1.48</c:v>
                </c:pt>
                <c:pt idx="5277">
                  <c:v>1.48</c:v>
                </c:pt>
                <c:pt idx="5278">
                  <c:v>1.48</c:v>
                </c:pt>
                <c:pt idx="5279">
                  <c:v>1.48</c:v>
                </c:pt>
                <c:pt idx="5280">
                  <c:v>1.48</c:v>
                </c:pt>
                <c:pt idx="5281">
                  <c:v>1.48</c:v>
                </c:pt>
                <c:pt idx="5282">
                  <c:v>1.48</c:v>
                </c:pt>
                <c:pt idx="5283">
                  <c:v>1.48</c:v>
                </c:pt>
                <c:pt idx="5284">
                  <c:v>1.48</c:v>
                </c:pt>
                <c:pt idx="5285">
                  <c:v>1.48</c:v>
                </c:pt>
                <c:pt idx="5286">
                  <c:v>1.48</c:v>
                </c:pt>
                <c:pt idx="5287">
                  <c:v>1.48</c:v>
                </c:pt>
                <c:pt idx="5288">
                  <c:v>1.48</c:v>
                </c:pt>
                <c:pt idx="5289">
                  <c:v>1.48</c:v>
                </c:pt>
                <c:pt idx="5290">
                  <c:v>1.48</c:v>
                </c:pt>
                <c:pt idx="5291">
                  <c:v>1.48</c:v>
                </c:pt>
                <c:pt idx="5292">
                  <c:v>1.48</c:v>
                </c:pt>
                <c:pt idx="5293">
                  <c:v>1.48</c:v>
                </c:pt>
                <c:pt idx="5294">
                  <c:v>1.48</c:v>
                </c:pt>
                <c:pt idx="5295">
                  <c:v>1.48</c:v>
                </c:pt>
                <c:pt idx="5296">
                  <c:v>1.48</c:v>
                </c:pt>
                <c:pt idx="5297">
                  <c:v>1.48</c:v>
                </c:pt>
                <c:pt idx="5298">
                  <c:v>1.48</c:v>
                </c:pt>
                <c:pt idx="5299">
                  <c:v>1.48</c:v>
                </c:pt>
                <c:pt idx="5300">
                  <c:v>1.48</c:v>
                </c:pt>
                <c:pt idx="5301">
                  <c:v>1.48</c:v>
                </c:pt>
                <c:pt idx="5302">
                  <c:v>1.48</c:v>
                </c:pt>
                <c:pt idx="5303">
                  <c:v>1.48</c:v>
                </c:pt>
                <c:pt idx="5304">
                  <c:v>1.48</c:v>
                </c:pt>
                <c:pt idx="5305">
                  <c:v>1.48</c:v>
                </c:pt>
                <c:pt idx="5306">
                  <c:v>1.48</c:v>
                </c:pt>
                <c:pt idx="5307">
                  <c:v>1.48</c:v>
                </c:pt>
                <c:pt idx="5308">
                  <c:v>1.48</c:v>
                </c:pt>
                <c:pt idx="5309">
                  <c:v>1.48</c:v>
                </c:pt>
                <c:pt idx="5310">
                  <c:v>1.48</c:v>
                </c:pt>
                <c:pt idx="5311">
                  <c:v>1.48</c:v>
                </c:pt>
                <c:pt idx="5312">
                  <c:v>1.48</c:v>
                </c:pt>
                <c:pt idx="5313">
                  <c:v>1.48</c:v>
                </c:pt>
                <c:pt idx="5314">
                  <c:v>1.48</c:v>
                </c:pt>
                <c:pt idx="5315">
                  <c:v>1.48</c:v>
                </c:pt>
                <c:pt idx="5316">
                  <c:v>1.48</c:v>
                </c:pt>
                <c:pt idx="5317">
                  <c:v>1.48</c:v>
                </c:pt>
                <c:pt idx="5318">
                  <c:v>1.48</c:v>
                </c:pt>
                <c:pt idx="5319">
                  <c:v>1.48</c:v>
                </c:pt>
                <c:pt idx="5320">
                  <c:v>1.48</c:v>
                </c:pt>
                <c:pt idx="5321">
                  <c:v>1.48</c:v>
                </c:pt>
                <c:pt idx="5322">
                  <c:v>1.48</c:v>
                </c:pt>
                <c:pt idx="5323">
                  <c:v>1.48</c:v>
                </c:pt>
                <c:pt idx="5324">
                  <c:v>1.48</c:v>
                </c:pt>
                <c:pt idx="5325">
                  <c:v>1.48</c:v>
                </c:pt>
                <c:pt idx="5326">
                  <c:v>1.48</c:v>
                </c:pt>
                <c:pt idx="5327">
                  <c:v>1.48</c:v>
                </c:pt>
                <c:pt idx="5328">
                  <c:v>1.48</c:v>
                </c:pt>
                <c:pt idx="5329">
                  <c:v>1.48</c:v>
                </c:pt>
                <c:pt idx="5330">
                  <c:v>1.48</c:v>
                </c:pt>
                <c:pt idx="5331">
                  <c:v>1.48</c:v>
                </c:pt>
                <c:pt idx="5332">
                  <c:v>1.48</c:v>
                </c:pt>
                <c:pt idx="5333">
                  <c:v>1.48</c:v>
                </c:pt>
                <c:pt idx="5334">
                  <c:v>1.48</c:v>
                </c:pt>
                <c:pt idx="5335">
                  <c:v>1.48</c:v>
                </c:pt>
                <c:pt idx="5336">
                  <c:v>1.48</c:v>
                </c:pt>
                <c:pt idx="5337">
                  <c:v>1.48</c:v>
                </c:pt>
                <c:pt idx="5338">
                  <c:v>1.48</c:v>
                </c:pt>
                <c:pt idx="5339">
                  <c:v>1.48</c:v>
                </c:pt>
                <c:pt idx="5340">
                  <c:v>1.48</c:v>
                </c:pt>
                <c:pt idx="5341">
                  <c:v>1.48</c:v>
                </c:pt>
                <c:pt idx="5342">
                  <c:v>1.48</c:v>
                </c:pt>
                <c:pt idx="5343">
                  <c:v>1.48</c:v>
                </c:pt>
                <c:pt idx="5344">
                  <c:v>1.48</c:v>
                </c:pt>
                <c:pt idx="5345">
                  <c:v>1.48</c:v>
                </c:pt>
                <c:pt idx="5346">
                  <c:v>1.48</c:v>
                </c:pt>
                <c:pt idx="5347">
                  <c:v>1.48</c:v>
                </c:pt>
                <c:pt idx="5348">
                  <c:v>1.48</c:v>
                </c:pt>
                <c:pt idx="5349">
                  <c:v>1.48</c:v>
                </c:pt>
                <c:pt idx="5350">
                  <c:v>1.48</c:v>
                </c:pt>
                <c:pt idx="5351">
                  <c:v>1.48</c:v>
                </c:pt>
                <c:pt idx="5352">
                  <c:v>1.48</c:v>
                </c:pt>
                <c:pt idx="5353">
                  <c:v>1.48</c:v>
                </c:pt>
                <c:pt idx="5354">
                  <c:v>1.48</c:v>
                </c:pt>
                <c:pt idx="5355">
                  <c:v>1.48</c:v>
                </c:pt>
                <c:pt idx="5356">
                  <c:v>1.48</c:v>
                </c:pt>
                <c:pt idx="5357">
                  <c:v>1.48</c:v>
                </c:pt>
                <c:pt idx="5358">
                  <c:v>1.48</c:v>
                </c:pt>
                <c:pt idx="5359">
                  <c:v>1.48</c:v>
                </c:pt>
                <c:pt idx="5360">
                  <c:v>1.48</c:v>
                </c:pt>
                <c:pt idx="5361">
                  <c:v>1.48</c:v>
                </c:pt>
                <c:pt idx="5362">
                  <c:v>1.48</c:v>
                </c:pt>
                <c:pt idx="5363">
                  <c:v>1.48</c:v>
                </c:pt>
                <c:pt idx="5364">
                  <c:v>1.48</c:v>
                </c:pt>
                <c:pt idx="5365">
                  <c:v>1.48</c:v>
                </c:pt>
                <c:pt idx="5366">
                  <c:v>1.48</c:v>
                </c:pt>
                <c:pt idx="5367">
                  <c:v>1.48</c:v>
                </c:pt>
                <c:pt idx="5368">
                  <c:v>1.48</c:v>
                </c:pt>
                <c:pt idx="5369">
                  <c:v>1.48</c:v>
                </c:pt>
                <c:pt idx="5370">
                  <c:v>1.48</c:v>
                </c:pt>
                <c:pt idx="5371">
                  <c:v>1.48</c:v>
                </c:pt>
                <c:pt idx="5372">
                  <c:v>1.48</c:v>
                </c:pt>
                <c:pt idx="5373">
                  <c:v>1.48</c:v>
                </c:pt>
                <c:pt idx="5374">
                  <c:v>1.48</c:v>
                </c:pt>
                <c:pt idx="5375">
                  <c:v>1.48</c:v>
                </c:pt>
                <c:pt idx="5376">
                  <c:v>1.48</c:v>
                </c:pt>
                <c:pt idx="5377">
                  <c:v>1.48</c:v>
                </c:pt>
                <c:pt idx="5378">
                  <c:v>1.48</c:v>
                </c:pt>
                <c:pt idx="5379">
                  <c:v>1.48</c:v>
                </c:pt>
                <c:pt idx="5380">
                  <c:v>1.48</c:v>
                </c:pt>
                <c:pt idx="5381">
                  <c:v>1.48</c:v>
                </c:pt>
                <c:pt idx="5382">
                  <c:v>1.48</c:v>
                </c:pt>
                <c:pt idx="5383">
                  <c:v>1.48</c:v>
                </c:pt>
                <c:pt idx="5384">
                  <c:v>1.48</c:v>
                </c:pt>
                <c:pt idx="5385">
                  <c:v>1.48</c:v>
                </c:pt>
                <c:pt idx="5386">
                  <c:v>1.48</c:v>
                </c:pt>
                <c:pt idx="5387">
                  <c:v>1.48</c:v>
                </c:pt>
                <c:pt idx="5388">
                  <c:v>1.48</c:v>
                </c:pt>
                <c:pt idx="5389">
                  <c:v>1.48</c:v>
                </c:pt>
                <c:pt idx="5390">
                  <c:v>1.48</c:v>
                </c:pt>
                <c:pt idx="5391">
                  <c:v>1.48</c:v>
                </c:pt>
                <c:pt idx="5392">
                  <c:v>1.48</c:v>
                </c:pt>
                <c:pt idx="5393">
                  <c:v>1.48</c:v>
                </c:pt>
                <c:pt idx="5394">
                  <c:v>1.48</c:v>
                </c:pt>
                <c:pt idx="5395">
                  <c:v>1.48</c:v>
                </c:pt>
                <c:pt idx="5396">
                  <c:v>1.48</c:v>
                </c:pt>
                <c:pt idx="5397">
                  <c:v>1.48</c:v>
                </c:pt>
                <c:pt idx="5398">
                  <c:v>1.48</c:v>
                </c:pt>
                <c:pt idx="5399">
                  <c:v>1.48</c:v>
                </c:pt>
                <c:pt idx="5400">
                  <c:v>1.48</c:v>
                </c:pt>
                <c:pt idx="5401">
                  <c:v>1.48</c:v>
                </c:pt>
                <c:pt idx="5402">
                  <c:v>1.48</c:v>
                </c:pt>
                <c:pt idx="5403">
                  <c:v>1.48</c:v>
                </c:pt>
                <c:pt idx="5404">
                  <c:v>1.48</c:v>
                </c:pt>
                <c:pt idx="5405">
                  <c:v>1.48</c:v>
                </c:pt>
                <c:pt idx="5406">
                  <c:v>1.48</c:v>
                </c:pt>
                <c:pt idx="5407">
                  <c:v>1.48</c:v>
                </c:pt>
                <c:pt idx="5408">
                  <c:v>1.48</c:v>
                </c:pt>
                <c:pt idx="5409">
                  <c:v>1.48</c:v>
                </c:pt>
                <c:pt idx="5410">
                  <c:v>1.48</c:v>
                </c:pt>
                <c:pt idx="5411">
                  <c:v>1.48</c:v>
                </c:pt>
                <c:pt idx="5412">
                  <c:v>1.48</c:v>
                </c:pt>
                <c:pt idx="5413">
                  <c:v>1.48</c:v>
                </c:pt>
                <c:pt idx="5414">
                  <c:v>1.48</c:v>
                </c:pt>
                <c:pt idx="5415">
                  <c:v>1.48</c:v>
                </c:pt>
                <c:pt idx="5416">
                  <c:v>1.48</c:v>
                </c:pt>
                <c:pt idx="5417">
                  <c:v>1.48</c:v>
                </c:pt>
                <c:pt idx="5418">
                  <c:v>1.48</c:v>
                </c:pt>
                <c:pt idx="5419">
                  <c:v>1.48</c:v>
                </c:pt>
                <c:pt idx="5420">
                  <c:v>1.48</c:v>
                </c:pt>
                <c:pt idx="5421">
                  <c:v>1.48</c:v>
                </c:pt>
                <c:pt idx="5422">
                  <c:v>1.48</c:v>
                </c:pt>
                <c:pt idx="5423">
                  <c:v>1.48</c:v>
                </c:pt>
                <c:pt idx="5424">
                  <c:v>1.48</c:v>
                </c:pt>
                <c:pt idx="5425">
                  <c:v>1.48</c:v>
                </c:pt>
                <c:pt idx="5426">
                  <c:v>1.48</c:v>
                </c:pt>
                <c:pt idx="5427">
                  <c:v>1.48</c:v>
                </c:pt>
                <c:pt idx="5428">
                  <c:v>1.48</c:v>
                </c:pt>
                <c:pt idx="5429">
                  <c:v>1.48</c:v>
                </c:pt>
                <c:pt idx="5430">
                  <c:v>1.48</c:v>
                </c:pt>
                <c:pt idx="5431">
                  <c:v>1.48</c:v>
                </c:pt>
                <c:pt idx="5432">
                  <c:v>1.48</c:v>
                </c:pt>
                <c:pt idx="5433">
                  <c:v>1.48</c:v>
                </c:pt>
                <c:pt idx="5434">
                  <c:v>1.48</c:v>
                </c:pt>
                <c:pt idx="5435">
                  <c:v>1.48</c:v>
                </c:pt>
                <c:pt idx="5436">
                  <c:v>1.48</c:v>
                </c:pt>
                <c:pt idx="5437">
                  <c:v>1.48</c:v>
                </c:pt>
                <c:pt idx="5438">
                  <c:v>1.48</c:v>
                </c:pt>
                <c:pt idx="5439">
                  <c:v>1.48</c:v>
                </c:pt>
                <c:pt idx="5440">
                  <c:v>1.48</c:v>
                </c:pt>
                <c:pt idx="5441">
                  <c:v>1.48</c:v>
                </c:pt>
                <c:pt idx="5442">
                  <c:v>1.48</c:v>
                </c:pt>
                <c:pt idx="5443">
                  <c:v>1.48</c:v>
                </c:pt>
                <c:pt idx="5444">
                  <c:v>1.48</c:v>
                </c:pt>
                <c:pt idx="5445">
                  <c:v>1.48</c:v>
                </c:pt>
                <c:pt idx="5446">
                  <c:v>1.48</c:v>
                </c:pt>
                <c:pt idx="5447">
                  <c:v>1.48</c:v>
                </c:pt>
                <c:pt idx="5448">
                  <c:v>1.48</c:v>
                </c:pt>
                <c:pt idx="5449">
                  <c:v>1.48</c:v>
                </c:pt>
                <c:pt idx="5450">
                  <c:v>1.48</c:v>
                </c:pt>
                <c:pt idx="5451">
                  <c:v>1.48</c:v>
                </c:pt>
                <c:pt idx="5452">
                  <c:v>1.48</c:v>
                </c:pt>
                <c:pt idx="5453">
                  <c:v>1.48</c:v>
                </c:pt>
                <c:pt idx="5454">
                  <c:v>1.48</c:v>
                </c:pt>
                <c:pt idx="5455">
                  <c:v>1.48</c:v>
                </c:pt>
                <c:pt idx="5456">
                  <c:v>1.48</c:v>
                </c:pt>
                <c:pt idx="5457">
                  <c:v>1.48</c:v>
                </c:pt>
                <c:pt idx="5458">
                  <c:v>1.48</c:v>
                </c:pt>
                <c:pt idx="5459">
                  <c:v>1.48</c:v>
                </c:pt>
                <c:pt idx="5460">
                  <c:v>1.48</c:v>
                </c:pt>
                <c:pt idx="5461">
                  <c:v>1.48</c:v>
                </c:pt>
                <c:pt idx="5462">
                  <c:v>1.48</c:v>
                </c:pt>
                <c:pt idx="5463">
                  <c:v>1.48</c:v>
                </c:pt>
                <c:pt idx="5464">
                  <c:v>1.48</c:v>
                </c:pt>
                <c:pt idx="5465">
                  <c:v>1.48</c:v>
                </c:pt>
                <c:pt idx="5466">
                  <c:v>1.48</c:v>
                </c:pt>
                <c:pt idx="5467">
                  <c:v>1.48</c:v>
                </c:pt>
                <c:pt idx="5468">
                  <c:v>1.48</c:v>
                </c:pt>
                <c:pt idx="5469">
                  <c:v>1.48</c:v>
                </c:pt>
                <c:pt idx="5470">
                  <c:v>1.48</c:v>
                </c:pt>
                <c:pt idx="5471">
                  <c:v>1.48</c:v>
                </c:pt>
                <c:pt idx="5472">
                  <c:v>1.48</c:v>
                </c:pt>
                <c:pt idx="5473">
                  <c:v>1.48</c:v>
                </c:pt>
                <c:pt idx="5474">
                  <c:v>1.48</c:v>
                </c:pt>
                <c:pt idx="5475">
                  <c:v>1.48</c:v>
                </c:pt>
                <c:pt idx="5476">
                  <c:v>1.48</c:v>
                </c:pt>
                <c:pt idx="5477">
                  <c:v>1.48</c:v>
                </c:pt>
                <c:pt idx="5478">
                  <c:v>1.48</c:v>
                </c:pt>
                <c:pt idx="5479">
                  <c:v>1.48</c:v>
                </c:pt>
                <c:pt idx="5480">
                  <c:v>1.48</c:v>
                </c:pt>
                <c:pt idx="5481">
                  <c:v>1.48</c:v>
                </c:pt>
                <c:pt idx="5482">
                  <c:v>1.48</c:v>
                </c:pt>
                <c:pt idx="5483">
                  <c:v>1.48</c:v>
                </c:pt>
                <c:pt idx="5484">
                  <c:v>1.48</c:v>
                </c:pt>
                <c:pt idx="5485">
                  <c:v>1.48</c:v>
                </c:pt>
                <c:pt idx="5486">
                  <c:v>1.48</c:v>
                </c:pt>
                <c:pt idx="5487">
                  <c:v>1.48</c:v>
                </c:pt>
                <c:pt idx="5488">
                  <c:v>1.48</c:v>
                </c:pt>
                <c:pt idx="5489">
                  <c:v>1.48</c:v>
                </c:pt>
                <c:pt idx="5490">
                  <c:v>1.48</c:v>
                </c:pt>
                <c:pt idx="5491">
                  <c:v>1.48</c:v>
                </c:pt>
                <c:pt idx="5492">
                  <c:v>1.48</c:v>
                </c:pt>
                <c:pt idx="5493">
                  <c:v>1.48</c:v>
                </c:pt>
                <c:pt idx="5494">
                  <c:v>1.48</c:v>
                </c:pt>
                <c:pt idx="5495">
                  <c:v>1.48</c:v>
                </c:pt>
                <c:pt idx="5496">
                  <c:v>1.48</c:v>
                </c:pt>
                <c:pt idx="5497">
                  <c:v>1.48</c:v>
                </c:pt>
                <c:pt idx="5498">
                  <c:v>1.48</c:v>
                </c:pt>
                <c:pt idx="5499">
                  <c:v>1.48</c:v>
                </c:pt>
                <c:pt idx="5500">
                  <c:v>1.48</c:v>
                </c:pt>
                <c:pt idx="5501">
                  <c:v>1.48</c:v>
                </c:pt>
                <c:pt idx="5502">
                  <c:v>1.48</c:v>
                </c:pt>
                <c:pt idx="5503">
                  <c:v>1.48</c:v>
                </c:pt>
                <c:pt idx="5504">
                  <c:v>1.48</c:v>
                </c:pt>
                <c:pt idx="5505">
                  <c:v>1.48</c:v>
                </c:pt>
                <c:pt idx="5506">
                  <c:v>1.48</c:v>
                </c:pt>
                <c:pt idx="5507">
                  <c:v>1.48</c:v>
                </c:pt>
                <c:pt idx="5508">
                  <c:v>1.48</c:v>
                </c:pt>
                <c:pt idx="5509">
                  <c:v>1.48</c:v>
                </c:pt>
                <c:pt idx="5510">
                  <c:v>1.48</c:v>
                </c:pt>
                <c:pt idx="5511">
                  <c:v>1.48</c:v>
                </c:pt>
                <c:pt idx="5512">
                  <c:v>1.48</c:v>
                </c:pt>
                <c:pt idx="5513">
                  <c:v>1.48</c:v>
                </c:pt>
                <c:pt idx="5514">
                  <c:v>1.48</c:v>
                </c:pt>
                <c:pt idx="5515">
                  <c:v>1.48</c:v>
                </c:pt>
                <c:pt idx="5516">
                  <c:v>1.48</c:v>
                </c:pt>
                <c:pt idx="5517">
                  <c:v>1.48</c:v>
                </c:pt>
                <c:pt idx="5518">
                  <c:v>1.48</c:v>
                </c:pt>
                <c:pt idx="5519">
                  <c:v>1.48</c:v>
                </c:pt>
                <c:pt idx="5520">
                  <c:v>1.48</c:v>
                </c:pt>
                <c:pt idx="5521">
                  <c:v>1.48</c:v>
                </c:pt>
                <c:pt idx="5522">
                  <c:v>1.48</c:v>
                </c:pt>
                <c:pt idx="5523">
                  <c:v>1.48</c:v>
                </c:pt>
                <c:pt idx="5524">
                  <c:v>1.48</c:v>
                </c:pt>
                <c:pt idx="5525">
                  <c:v>1.48</c:v>
                </c:pt>
                <c:pt idx="5526">
                  <c:v>1.48</c:v>
                </c:pt>
                <c:pt idx="5527">
                  <c:v>1.48</c:v>
                </c:pt>
                <c:pt idx="5528">
                  <c:v>1.48</c:v>
                </c:pt>
                <c:pt idx="5529">
                  <c:v>1.48</c:v>
                </c:pt>
                <c:pt idx="5530">
                  <c:v>1.48</c:v>
                </c:pt>
                <c:pt idx="5531">
                  <c:v>1.48</c:v>
                </c:pt>
                <c:pt idx="5532">
                  <c:v>1.48</c:v>
                </c:pt>
                <c:pt idx="5533">
                  <c:v>1.48</c:v>
                </c:pt>
                <c:pt idx="5534">
                  <c:v>1.48</c:v>
                </c:pt>
                <c:pt idx="5535">
                  <c:v>1.48</c:v>
                </c:pt>
                <c:pt idx="5536">
                  <c:v>1.48</c:v>
                </c:pt>
                <c:pt idx="5537">
                  <c:v>1.48</c:v>
                </c:pt>
                <c:pt idx="5538">
                  <c:v>1.48</c:v>
                </c:pt>
                <c:pt idx="5539">
                  <c:v>1.48</c:v>
                </c:pt>
                <c:pt idx="5540">
                  <c:v>1.48</c:v>
                </c:pt>
                <c:pt idx="5541">
                  <c:v>1.48</c:v>
                </c:pt>
                <c:pt idx="5542">
                  <c:v>1.48</c:v>
                </c:pt>
                <c:pt idx="5543">
                  <c:v>1.48</c:v>
                </c:pt>
                <c:pt idx="5544">
                  <c:v>1.48</c:v>
                </c:pt>
                <c:pt idx="5545">
                  <c:v>1.48</c:v>
                </c:pt>
                <c:pt idx="5546">
                  <c:v>1.48</c:v>
                </c:pt>
                <c:pt idx="5547">
                  <c:v>1.48</c:v>
                </c:pt>
                <c:pt idx="5548">
                  <c:v>1.48</c:v>
                </c:pt>
                <c:pt idx="5549">
                  <c:v>1.48</c:v>
                </c:pt>
                <c:pt idx="5550">
                  <c:v>1.48</c:v>
                </c:pt>
                <c:pt idx="5551">
                  <c:v>1.48</c:v>
                </c:pt>
                <c:pt idx="5552">
                  <c:v>1.48</c:v>
                </c:pt>
                <c:pt idx="5553">
                  <c:v>1.48</c:v>
                </c:pt>
                <c:pt idx="5554">
                  <c:v>1.48</c:v>
                </c:pt>
                <c:pt idx="5555">
                  <c:v>1.48</c:v>
                </c:pt>
                <c:pt idx="5556">
                  <c:v>1.48</c:v>
                </c:pt>
                <c:pt idx="5557">
                  <c:v>1.48</c:v>
                </c:pt>
                <c:pt idx="5558">
                  <c:v>1.48</c:v>
                </c:pt>
                <c:pt idx="5559">
                  <c:v>1.48</c:v>
                </c:pt>
                <c:pt idx="5560">
                  <c:v>1.48</c:v>
                </c:pt>
                <c:pt idx="5561">
                  <c:v>1.48</c:v>
                </c:pt>
                <c:pt idx="5562">
                  <c:v>1.48</c:v>
                </c:pt>
                <c:pt idx="5563">
                  <c:v>1.48</c:v>
                </c:pt>
                <c:pt idx="5564">
                  <c:v>1.48</c:v>
                </c:pt>
                <c:pt idx="5565">
                  <c:v>1.48</c:v>
                </c:pt>
                <c:pt idx="5566">
                  <c:v>1.48</c:v>
                </c:pt>
                <c:pt idx="5567">
                  <c:v>1.48</c:v>
                </c:pt>
                <c:pt idx="5568">
                  <c:v>1.48</c:v>
                </c:pt>
                <c:pt idx="5569">
                  <c:v>1.48</c:v>
                </c:pt>
                <c:pt idx="5570">
                  <c:v>1.48</c:v>
                </c:pt>
                <c:pt idx="5571">
                  <c:v>1.48</c:v>
                </c:pt>
                <c:pt idx="5572">
                  <c:v>1.48</c:v>
                </c:pt>
                <c:pt idx="5573">
                  <c:v>1.48</c:v>
                </c:pt>
                <c:pt idx="5574">
                  <c:v>1.48</c:v>
                </c:pt>
                <c:pt idx="5575">
                  <c:v>1.48</c:v>
                </c:pt>
                <c:pt idx="5576">
                  <c:v>1.48</c:v>
                </c:pt>
                <c:pt idx="5577">
                  <c:v>1.48</c:v>
                </c:pt>
                <c:pt idx="5578">
                  <c:v>1.48</c:v>
                </c:pt>
                <c:pt idx="5579">
                  <c:v>1.48</c:v>
                </c:pt>
                <c:pt idx="5580">
                  <c:v>1.48</c:v>
                </c:pt>
                <c:pt idx="5581">
                  <c:v>1.48</c:v>
                </c:pt>
                <c:pt idx="5582">
                  <c:v>1.48</c:v>
                </c:pt>
                <c:pt idx="5583">
                  <c:v>1.48</c:v>
                </c:pt>
                <c:pt idx="5584">
                  <c:v>1.48</c:v>
                </c:pt>
                <c:pt idx="5585">
                  <c:v>1.48</c:v>
                </c:pt>
                <c:pt idx="5586">
                  <c:v>1.48</c:v>
                </c:pt>
                <c:pt idx="5587">
                  <c:v>1.48</c:v>
                </c:pt>
                <c:pt idx="5588">
                  <c:v>1.48</c:v>
                </c:pt>
                <c:pt idx="5589">
                  <c:v>1.48</c:v>
                </c:pt>
                <c:pt idx="5590">
                  <c:v>1.48</c:v>
                </c:pt>
                <c:pt idx="5591">
                  <c:v>1.48</c:v>
                </c:pt>
                <c:pt idx="5592">
                  <c:v>1.48</c:v>
                </c:pt>
                <c:pt idx="5593">
                  <c:v>1.48</c:v>
                </c:pt>
                <c:pt idx="5594">
                  <c:v>1.48</c:v>
                </c:pt>
                <c:pt idx="5595">
                  <c:v>1.48</c:v>
                </c:pt>
                <c:pt idx="5596">
                  <c:v>1.48</c:v>
                </c:pt>
                <c:pt idx="5597">
                  <c:v>1.48</c:v>
                </c:pt>
                <c:pt idx="5598">
                  <c:v>1.48</c:v>
                </c:pt>
                <c:pt idx="5599">
                  <c:v>1.48</c:v>
                </c:pt>
                <c:pt idx="5600">
                  <c:v>1.48</c:v>
                </c:pt>
                <c:pt idx="5601">
                  <c:v>1.48</c:v>
                </c:pt>
                <c:pt idx="5602">
                  <c:v>1.48</c:v>
                </c:pt>
                <c:pt idx="5603">
                  <c:v>1.48</c:v>
                </c:pt>
                <c:pt idx="5604">
                  <c:v>1.48</c:v>
                </c:pt>
                <c:pt idx="5605">
                  <c:v>1.48</c:v>
                </c:pt>
                <c:pt idx="5606">
                  <c:v>1.48</c:v>
                </c:pt>
                <c:pt idx="5607">
                  <c:v>1.48</c:v>
                </c:pt>
                <c:pt idx="5608">
                  <c:v>1.48</c:v>
                </c:pt>
                <c:pt idx="5609">
                  <c:v>1.48</c:v>
                </c:pt>
                <c:pt idx="5610">
                  <c:v>1.48</c:v>
                </c:pt>
                <c:pt idx="5611">
                  <c:v>1.48</c:v>
                </c:pt>
                <c:pt idx="5612">
                  <c:v>1.48</c:v>
                </c:pt>
                <c:pt idx="5613">
                  <c:v>1.48</c:v>
                </c:pt>
                <c:pt idx="5614">
                  <c:v>1.48</c:v>
                </c:pt>
                <c:pt idx="5615">
                  <c:v>1.48</c:v>
                </c:pt>
                <c:pt idx="5616">
                  <c:v>1.48</c:v>
                </c:pt>
                <c:pt idx="5617">
                  <c:v>1.48</c:v>
                </c:pt>
                <c:pt idx="5618">
                  <c:v>1.48</c:v>
                </c:pt>
                <c:pt idx="5619">
                  <c:v>1.48</c:v>
                </c:pt>
                <c:pt idx="5620">
                  <c:v>1.48</c:v>
                </c:pt>
                <c:pt idx="5621">
                  <c:v>1.48</c:v>
                </c:pt>
                <c:pt idx="5622">
                  <c:v>1.48</c:v>
                </c:pt>
                <c:pt idx="5623">
                  <c:v>1.48</c:v>
                </c:pt>
                <c:pt idx="5624">
                  <c:v>1.48</c:v>
                </c:pt>
                <c:pt idx="5625">
                  <c:v>1.48</c:v>
                </c:pt>
                <c:pt idx="5626">
                  <c:v>1.48</c:v>
                </c:pt>
                <c:pt idx="5627">
                  <c:v>1.48</c:v>
                </c:pt>
                <c:pt idx="5628">
                  <c:v>1.48</c:v>
                </c:pt>
                <c:pt idx="5629">
                  <c:v>1.48</c:v>
                </c:pt>
                <c:pt idx="5630">
                  <c:v>1.48</c:v>
                </c:pt>
                <c:pt idx="5631">
                  <c:v>1.48</c:v>
                </c:pt>
                <c:pt idx="5632">
                  <c:v>1.48</c:v>
                </c:pt>
                <c:pt idx="5633">
                  <c:v>1.48</c:v>
                </c:pt>
                <c:pt idx="5634">
                  <c:v>1.48</c:v>
                </c:pt>
                <c:pt idx="5635">
                  <c:v>1.48</c:v>
                </c:pt>
                <c:pt idx="5636">
                  <c:v>1.48</c:v>
                </c:pt>
                <c:pt idx="5637">
                  <c:v>1.48</c:v>
                </c:pt>
                <c:pt idx="5638">
                  <c:v>1.48</c:v>
                </c:pt>
                <c:pt idx="5639">
                  <c:v>1.48</c:v>
                </c:pt>
                <c:pt idx="5640">
                  <c:v>1.48</c:v>
                </c:pt>
                <c:pt idx="5641">
                  <c:v>1.48</c:v>
                </c:pt>
                <c:pt idx="5642">
                  <c:v>1.48</c:v>
                </c:pt>
                <c:pt idx="5643">
                  <c:v>1.48</c:v>
                </c:pt>
                <c:pt idx="5644">
                  <c:v>1.48</c:v>
                </c:pt>
                <c:pt idx="5645">
                  <c:v>1.48</c:v>
                </c:pt>
                <c:pt idx="5646">
                  <c:v>1.48</c:v>
                </c:pt>
                <c:pt idx="5647">
                  <c:v>1.48</c:v>
                </c:pt>
                <c:pt idx="5648">
                  <c:v>1.48</c:v>
                </c:pt>
                <c:pt idx="5649">
                  <c:v>1.48</c:v>
                </c:pt>
                <c:pt idx="5650">
                  <c:v>1.48</c:v>
                </c:pt>
                <c:pt idx="5651">
                  <c:v>1.48</c:v>
                </c:pt>
                <c:pt idx="5652">
                  <c:v>1.48</c:v>
                </c:pt>
                <c:pt idx="5653">
                  <c:v>1.48</c:v>
                </c:pt>
                <c:pt idx="5654">
                  <c:v>1.48</c:v>
                </c:pt>
                <c:pt idx="5655">
                  <c:v>1.48</c:v>
                </c:pt>
                <c:pt idx="5656">
                  <c:v>1.48</c:v>
                </c:pt>
                <c:pt idx="5657">
                  <c:v>1.48</c:v>
                </c:pt>
                <c:pt idx="5658">
                  <c:v>1.48</c:v>
                </c:pt>
                <c:pt idx="5659">
                  <c:v>1.48</c:v>
                </c:pt>
                <c:pt idx="5660">
                  <c:v>1.48</c:v>
                </c:pt>
                <c:pt idx="5661">
                  <c:v>1.48</c:v>
                </c:pt>
                <c:pt idx="5662">
                  <c:v>1.48</c:v>
                </c:pt>
                <c:pt idx="5663">
                  <c:v>1.48</c:v>
                </c:pt>
                <c:pt idx="5664">
                  <c:v>1.48</c:v>
                </c:pt>
                <c:pt idx="5665">
                  <c:v>1.48</c:v>
                </c:pt>
                <c:pt idx="5666">
                  <c:v>1.48</c:v>
                </c:pt>
                <c:pt idx="5667">
                  <c:v>1.48</c:v>
                </c:pt>
                <c:pt idx="5668">
                  <c:v>1.48</c:v>
                </c:pt>
                <c:pt idx="5669">
                  <c:v>1.48</c:v>
                </c:pt>
                <c:pt idx="5670">
                  <c:v>1.48</c:v>
                </c:pt>
                <c:pt idx="5671">
                  <c:v>1.48</c:v>
                </c:pt>
                <c:pt idx="5672">
                  <c:v>1.48</c:v>
                </c:pt>
                <c:pt idx="5673">
                  <c:v>1.48</c:v>
                </c:pt>
                <c:pt idx="5674">
                  <c:v>1.48</c:v>
                </c:pt>
                <c:pt idx="5675">
                  <c:v>1.48</c:v>
                </c:pt>
                <c:pt idx="5676">
                  <c:v>1.48</c:v>
                </c:pt>
                <c:pt idx="5677">
                  <c:v>1.48</c:v>
                </c:pt>
                <c:pt idx="5678">
                  <c:v>1.48</c:v>
                </c:pt>
                <c:pt idx="5679">
                  <c:v>1.48</c:v>
                </c:pt>
                <c:pt idx="5680">
                  <c:v>1.48</c:v>
                </c:pt>
                <c:pt idx="5681">
                  <c:v>1.48</c:v>
                </c:pt>
                <c:pt idx="5682">
                  <c:v>1.48</c:v>
                </c:pt>
                <c:pt idx="5683">
                  <c:v>1.48</c:v>
                </c:pt>
                <c:pt idx="5684">
                  <c:v>1.48</c:v>
                </c:pt>
                <c:pt idx="5685">
                  <c:v>1.48</c:v>
                </c:pt>
                <c:pt idx="5686">
                  <c:v>1.48</c:v>
                </c:pt>
                <c:pt idx="5687">
                  <c:v>1.48</c:v>
                </c:pt>
                <c:pt idx="5688">
                  <c:v>1.48</c:v>
                </c:pt>
                <c:pt idx="5689">
                  <c:v>1.48</c:v>
                </c:pt>
                <c:pt idx="5690">
                  <c:v>1.48</c:v>
                </c:pt>
                <c:pt idx="5691">
                  <c:v>1.48</c:v>
                </c:pt>
                <c:pt idx="5692">
                  <c:v>1.48</c:v>
                </c:pt>
                <c:pt idx="5693">
                  <c:v>1.48</c:v>
                </c:pt>
                <c:pt idx="5694">
                  <c:v>1.48</c:v>
                </c:pt>
                <c:pt idx="5695">
                  <c:v>1.48</c:v>
                </c:pt>
                <c:pt idx="5696">
                  <c:v>1.48</c:v>
                </c:pt>
                <c:pt idx="5697">
                  <c:v>1.48</c:v>
                </c:pt>
                <c:pt idx="5698">
                  <c:v>1.48</c:v>
                </c:pt>
                <c:pt idx="5699">
                  <c:v>1.48</c:v>
                </c:pt>
                <c:pt idx="5700">
                  <c:v>1.48</c:v>
                </c:pt>
                <c:pt idx="5701">
                  <c:v>1.48</c:v>
                </c:pt>
                <c:pt idx="5702">
                  <c:v>1.48</c:v>
                </c:pt>
                <c:pt idx="5703">
                  <c:v>1.48</c:v>
                </c:pt>
                <c:pt idx="5704">
                  <c:v>1.48</c:v>
                </c:pt>
                <c:pt idx="5705">
                  <c:v>1.48</c:v>
                </c:pt>
                <c:pt idx="5706">
                  <c:v>1.48</c:v>
                </c:pt>
                <c:pt idx="5707">
                  <c:v>1.48</c:v>
                </c:pt>
                <c:pt idx="5708">
                  <c:v>1.48</c:v>
                </c:pt>
                <c:pt idx="5709">
                  <c:v>1.48</c:v>
                </c:pt>
                <c:pt idx="5710">
                  <c:v>1.48</c:v>
                </c:pt>
                <c:pt idx="5711">
                  <c:v>1.48</c:v>
                </c:pt>
                <c:pt idx="5712">
                  <c:v>1.48</c:v>
                </c:pt>
                <c:pt idx="5713">
                  <c:v>1.48</c:v>
                </c:pt>
                <c:pt idx="5714">
                  <c:v>1.48</c:v>
                </c:pt>
                <c:pt idx="5715">
                  <c:v>1.48</c:v>
                </c:pt>
                <c:pt idx="5716">
                  <c:v>1.48</c:v>
                </c:pt>
                <c:pt idx="5717">
                  <c:v>1.48</c:v>
                </c:pt>
                <c:pt idx="5718">
                  <c:v>1.48</c:v>
                </c:pt>
                <c:pt idx="5719">
                  <c:v>1.48</c:v>
                </c:pt>
                <c:pt idx="5720">
                  <c:v>1.48</c:v>
                </c:pt>
                <c:pt idx="5721">
                  <c:v>1.48</c:v>
                </c:pt>
                <c:pt idx="5722">
                  <c:v>1.48</c:v>
                </c:pt>
                <c:pt idx="5723">
                  <c:v>1.48</c:v>
                </c:pt>
                <c:pt idx="5724">
                  <c:v>1.48</c:v>
                </c:pt>
                <c:pt idx="5725">
                  <c:v>1.48</c:v>
                </c:pt>
                <c:pt idx="5726">
                  <c:v>1.48</c:v>
                </c:pt>
                <c:pt idx="5727">
                  <c:v>1.48</c:v>
                </c:pt>
                <c:pt idx="5728">
                  <c:v>1.48</c:v>
                </c:pt>
                <c:pt idx="5729">
                  <c:v>1.48</c:v>
                </c:pt>
                <c:pt idx="5730">
                  <c:v>1.48</c:v>
                </c:pt>
                <c:pt idx="5731">
                  <c:v>1.48</c:v>
                </c:pt>
                <c:pt idx="5732">
                  <c:v>1.48</c:v>
                </c:pt>
                <c:pt idx="5733">
                  <c:v>1.48</c:v>
                </c:pt>
                <c:pt idx="5734">
                  <c:v>1.48</c:v>
                </c:pt>
                <c:pt idx="5735">
                  <c:v>1.48</c:v>
                </c:pt>
                <c:pt idx="5736">
                  <c:v>1.48</c:v>
                </c:pt>
                <c:pt idx="5737">
                  <c:v>1.48</c:v>
                </c:pt>
                <c:pt idx="5738">
                  <c:v>1.48</c:v>
                </c:pt>
                <c:pt idx="5739">
                  <c:v>1.48</c:v>
                </c:pt>
                <c:pt idx="5740">
                  <c:v>1.48</c:v>
                </c:pt>
                <c:pt idx="5741">
                  <c:v>1.48</c:v>
                </c:pt>
                <c:pt idx="5742">
                  <c:v>1.48</c:v>
                </c:pt>
                <c:pt idx="5743">
                  <c:v>1.48</c:v>
                </c:pt>
                <c:pt idx="5744">
                  <c:v>1.48</c:v>
                </c:pt>
                <c:pt idx="5745">
                  <c:v>1.48</c:v>
                </c:pt>
                <c:pt idx="5746">
                  <c:v>1.48</c:v>
                </c:pt>
                <c:pt idx="5747">
                  <c:v>1.48</c:v>
                </c:pt>
                <c:pt idx="5748">
                  <c:v>1.48</c:v>
                </c:pt>
                <c:pt idx="5749">
                  <c:v>1.48</c:v>
                </c:pt>
                <c:pt idx="5750">
                  <c:v>1.48</c:v>
                </c:pt>
                <c:pt idx="5751">
                  <c:v>1.48</c:v>
                </c:pt>
                <c:pt idx="5752">
                  <c:v>1.48</c:v>
                </c:pt>
                <c:pt idx="5753">
                  <c:v>1.48</c:v>
                </c:pt>
                <c:pt idx="5754">
                  <c:v>1.48</c:v>
                </c:pt>
                <c:pt idx="5755">
                  <c:v>1.48</c:v>
                </c:pt>
                <c:pt idx="5756">
                  <c:v>1.48</c:v>
                </c:pt>
                <c:pt idx="5757">
                  <c:v>1.48</c:v>
                </c:pt>
                <c:pt idx="5758">
                  <c:v>1.48</c:v>
                </c:pt>
                <c:pt idx="5759">
                  <c:v>1.48</c:v>
                </c:pt>
                <c:pt idx="5760">
                  <c:v>1.48</c:v>
                </c:pt>
                <c:pt idx="5761">
                  <c:v>1.48</c:v>
                </c:pt>
                <c:pt idx="5762">
                  <c:v>1.48</c:v>
                </c:pt>
                <c:pt idx="5763">
                  <c:v>1.48</c:v>
                </c:pt>
                <c:pt idx="5764">
                  <c:v>1.48</c:v>
                </c:pt>
                <c:pt idx="5765">
                  <c:v>1.48</c:v>
                </c:pt>
                <c:pt idx="5766">
                  <c:v>1.48</c:v>
                </c:pt>
                <c:pt idx="5767">
                  <c:v>1.48</c:v>
                </c:pt>
                <c:pt idx="5768">
                  <c:v>1.48</c:v>
                </c:pt>
                <c:pt idx="5769">
                  <c:v>1.48</c:v>
                </c:pt>
                <c:pt idx="5770">
                  <c:v>1.48</c:v>
                </c:pt>
                <c:pt idx="5771">
                  <c:v>1.48</c:v>
                </c:pt>
                <c:pt idx="5772">
                  <c:v>1.48</c:v>
                </c:pt>
                <c:pt idx="5773">
                  <c:v>1.48</c:v>
                </c:pt>
                <c:pt idx="5774">
                  <c:v>1.48</c:v>
                </c:pt>
                <c:pt idx="5775">
                  <c:v>1.48</c:v>
                </c:pt>
                <c:pt idx="5776">
                  <c:v>1.48</c:v>
                </c:pt>
                <c:pt idx="5777">
                  <c:v>1.48</c:v>
                </c:pt>
                <c:pt idx="5778">
                  <c:v>1.48</c:v>
                </c:pt>
                <c:pt idx="5779">
                  <c:v>1.48</c:v>
                </c:pt>
                <c:pt idx="5780">
                  <c:v>1.48</c:v>
                </c:pt>
                <c:pt idx="5781">
                  <c:v>1.48</c:v>
                </c:pt>
                <c:pt idx="5782">
                  <c:v>1.48</c:v>
                </c:pt>
                <c:pt idx="5783">
                  <c:v>1.48</c:v>
                </c:pt>
                <c:pt idx="5784">
                  <c:v>1.48</c:v>
                </c:pt>
                <c:pt idx="5785">
                  <c:v>1.48</c:v>
                </c:pt>
                <c:pt idx="5786">
                  <c:v>1.48</c:v>
                </c:pt>
                <c:pt idx="5787">
                  <c:v>1.48</c:v>
                </c:pt>
                <c:pt idx="5788">
                  <c:v>1.48</c:v>
                </c:pt>
                <c:pt idx="5789">
                  <c:v>1.48</c:v>
                </c:pt>
                <c:pt idx="5790">
                  <c:v>1.48</c:v>
                </c:pt>
                <c:pt idx="5791">
                  <c:v>1.48</c:v>
                </c:pt>
                <c:pt idx="5792">
                  <c:v>1.48</c:v>
                </c:pt>
                <c:pt idx="5793">
                  <c:v>1.48</c:v>
                </c:pt>
                <c:pt idx="5794">
                  <c:v>1.48</c:v>
                </c:pt>
                <c:pt idx="5795">
                  <c:v>1.48</c:v>
                </c:pt>
                <c:pt idx="5796">
                  <c:v>1.48</c:v>
                </c:pt>
                <c:pt idx="5797">
                  <c:v>1.48</c:v>
                </c:pt>
                <c:pt idx="5798">
                  <c:v>1.48</c:v>
                </c:pt>
                <c:pt idx="5799">
                  <c:v>1.48</c:v>
                </c:pt>
                <c:pt idx="5800">
                  <c:v>1.48</c:v>
                </c:pt>
                <c:pt idx="5801">
                  <c:v>1.48</c:v>
                </c:pt>
                <c:pt idx="5802">
                  <c:v>1.48</c:v>
                </c:pt>
                <c:pt idx="5803">
                  <c:v>1.48</c:v>
                </c:pt>
                <c:pt idx="5804">
                  <c:v>1.48</c:v>
                </c:pt>
                <c:pt idx="5805">
                  <c:v>1.48</c:v>
                </c:pt>
                <c:pt idx="5806">
                  <c:v>1.48</c:v>
                </c:pt>
                <c:pt idx="5807">
                  <c:v>1.48</c:v>
                </c:pt>
                <c:pt idx="5808">
                  <c:v>1.48</c:v>
                </c:pt>
                <c:pt idx="5809">
                  <c:v>1.48</c:v>
                </c:pt>
                <c:pt idx="5810">
                  <c:v>1.48</c:v>
                </c:pt>
                <c:pt idx="5811">
                  <c:v>1.48</c:v>
                </c:pt>
                <c:pt idx="5812">
                  <c:v>1.48</c:v>
                </c:pt>
                <c:pt idx="5813">
                  <c:v>1.48</c:v>
                </c:pt>
                <c:pt idx="5814">
                  <c:v>1.48</c:v>
                </c:pt>
                <c:pt idx="5815">
                  <c:v>1.48</c:v>
                </c:pt>
                <c:pt idx="5816">
                  <c:v>1.48</c:v>
                </c:pt>
                <c:pt idx="5817">
                  <c:v>1.48</c:v>
                </c:pt>
                <c:pt idx="5818">
                  <c:v>1.48</c:v>
                </c:pt>
                <c:pt idx="5819">
                  <c:v>1.48</c:v>
                </c:pt>
                <c:pt idx="5820">
                  <c:v>1.48</c:v>
                </c:pt>
                <c:pt idx="5821">
                  <c:v>1.48</c:v>
                </c:pt>
                <c:pt idx="5822">
                  <c:v>1.48</c:v>
                </c:pt>
                <c:pt idx="5823">
                  <c:v>1.48</c:v>
                </c:pt>
                <c:pt idx="5824">
                  <c:v>1.48</c:v>
                </c:pt>
                <c:pt idx="5825">
                  <c:v>1.48</c:v>
                </c:pt>
                <c:pt idx="5826">
                  <c:v>1.48</c:v>
                </c:pt>
                <c:pt idx="5827">
                  <c:v>1.48</c:v>
                </c:pt>
                <c:pt idx="5828">
                  <c:v>1.48</c:v>
                </c:pt>
                <c:pt idx="5829">
                  <c:v>1.48</c:v>
                </c:pt>
                <c:pt idx="5830">
                  <c:v>1.48</c:v>
                </c:pt>
                <c:pt idx="5831">
                  <c:v>1.48</c:v>
                </c:pt>
                <c:pt idx="5832">
                  <c:v>1.48</c:v>
                </c:pt>
                <c:pt idx="5833">
                  <c:v>1.48</c:v>
                </c:pt>
                <c:pt idx="5834">
                  <c:v>1.48</c:v>
                </c:pt>
                <c:pt idx="5835">
                  <c:v>1.48</c:v>
                </c:pt>
                <c:pt idx="5836">
                  <c:v>1.48</c:v>
                </c:pt>
                <c:pt idx="5837">
                  <c:v>1.48</c:v>
                </c:pt>
                <c:pt idx="5838">
                  <c:v>1.48</c:v>
                </c:pt>
                <c:pt idx="5839">
                  <c:v>1.48</c:v>
                </c:pt>
                <c:pt idx="5840">
                  <c:v>1.48</c:v>
                </c:pt>
                <c:pt idx="5841">
                  <c:v>1.48</c:v>
                </c:pt>
                <c:pt idx="5842">
                  <c:v>1.48</c:v>
                </c:pt>
                <c:pt idx="5843">
                  <c:v>1.48</c:v>
                </c:pt>
                <c:pt idx="5844">
                  <c:v>1.48</c:v>
                </c:pt>
                <c:pt idx="5845">
                  <c:v>1.48</c:v>
                </c:pt>
                <c:pt idx="5846">
                  <c:v>1.48</c:v>
                </c:pt>
                <c:pt idx="5847">
                  <c:v>1.48</c:v>
                </c:pt>
                <c:pt idx="5848">
                  <c:v>1.48</c:v>
                </c:pt>
                <c:pt idx="5849">
                  <c:v>1.48</c:v>
                </c:pt>
                <c:pt idx="5850">
                  <c:v>1.48</c:v>
                </c:pt>
                <c:pt idx="5851">
                  <c:v>1.48</c:v>
                </c:pt>
                <c:pt idx="5852">
                  <c:v>1.48</c:v>
                </c:pt>
                <c:pt idx="5853">
                  <c:v>1.48</c:v>
                </c:pt>
                <c:pt idx="5854">
                  <c:v>1.48</c:v>
                </c:pt>
                <c:pt idx="5855">
                  <c:v>1.48</c:v>
                </c:pt>
                <c:pt idx="5856">
                  <c:v>1.48</c:v>
                </c:pt>
                <c:pt idx="5857">
                  <c:v>1.48</c:v>
                </c:pt>
                <c:pt idx="5858">
                  <c:v>1.48</c:v>
                </c:pt>
                <c:pt idx="5859">
                  <c:v>1.48</c:v>
                </c:pt>
                <c:pt idx="5860">
                  <c:v>1.48</c:v>
                </c:pt>
                <c:pt idx="5861">
                  <c:v>1.48</c:v>
                </c:pt>
                <c:pt idx="5862">
                  <c:v>1.48</c:v>
                </c:pt>
                <c:pt idx="5863">
                  <c:v>1.48</c:v>
                </c:pt>
                <c:pt idx="5864">
                  <c:v>1.48</c:v>
                </c:pt>
                <c:pt idx="5865">
                  <c:v>1.48</c:v>
                </c:pt>
                <c:pt idx="5866">
                  <c:v>1.48</c:v>
                </c:pt>
                <c:pt idx="5867">
                  <c:v>1.48</c:v>
                </c:pt>
                <c:pt idx="5868">
                  <c:v>1.48</c:v>
                </c:pt>
                <c:pt idx="5869">
                  <c:v>1.48</c:v>
                </c:pt>
                <c:pt idx="5870">
                  <c:v>1.48</c:v>
                </c:pt>
                <c:pt idx="5871">
                  <c:v>1.48</c:v>
                </c:pt>
                <c:pt idx="5872">
                  <c:v>1.48</c:v>
                </c:pt>
                <c:pt idx="5873">
                  <c:v>1.48</c:v>
                </c:pt>
                <c:pt idx="5874">
                  <c:v>1.48</c:v>
                </c:pt>
                <c:pt idx="5875">
                  <c:v>1.48</c:v>
                </c:pt>
                <c:pt idx="5876">
                  <c:v>1.48</c:v>
                </c:pt>
                <c:pt idx="5877">
                  <c:v>1.48</c:v>
                </c:pt>
                <c:pt idx="5878">
                  <c:v>1.48</c:v>
                </c:pt>
                <c:pt idx="5879">
                  <c:v>1.48</c:v>
                </c:pt>
                <c:pt idx="5880">
                  <c:v>1.48</c:v>
                </c:pt>
                <c:pt idx="5881">
                  <c:v>1.48</c:v>
                </c:pt>
                <c:pt idx="5882">
                  <c:v>1.48</c:v>
                </c:pt>
                <c:pt idx="5883">
                  <c:v>1.48</c:v>
                </c:pt>
                <c:pt idx="5884">
                  <c:v>1.48</c:v>
                </c:pt>
                <c:pt idx="5885">
                  <c:v>1.48</c:v>
                </c:pt>
                <c:pt idx="5886">
                  <c:v>1.48</c:v>
                </c:pt>
                <c:pt idx="5887">
                  <c:v>1.48</c:v>
                </c:pt>
                <c:pt idx="5888">
                  <c:v>1.48</c:v>
                </c:pt>
                <c:pt idx="5889">
                  <c:v>1.48</c:v>
                </c:pt>
                <c:pt idx="5890">
                  <c:v>1.48</c:v>
                </c:pt>
                <c:pt idx="5891">
                  <c:v>1.48</c:v>
                </c:pt>
                <c:pt idx="5892">
                  <c:v>1.48</c:v>
                </c:pt>
                <c:pt idx="5893">
                  <c:v>1.48</c:v>
                </c:pt>
                <c:pt idx="5894">
                  <c:v>1.48</c:v>
                </c:pt>
                <c:pt idx="5895">
                  <c:v>1.48</c:v>
                </c:pt>
                <c:pt idx="5896">
                  <c:v>1.48</c:v>
                </c:pt>
                <c:pt idx="5897">
                  <c:v>1.48</c:v>
                </c:pt>
                <c:pt idx="5898">
                  <c:v>1.48</c:v>
                </c:pt>
                <c:pt idx="5899">
                  <c:v>1.48</c:v>
                </c:pt>
                <c:pt idx="5900">
                  <c:v>1.48</c:v>
                </c:pt>
                <c:pt idx="5901">
                  <c:v>1.48</c:v>
                </c:pt>
                <c:pt idx="5902">
                  <c:v>1.48</c:v>
                </c:pt>
                <c:pt idx="5903">
                  <c:v>1.48</c:v>
                </c:pt>
                <c:pt idx="5904">
                  <c:v>1.48</c:v>
                </c:pt>
                <c:pt idx="5905">
                  <c:v>1.48</c:v>
                </c:pt>
                <c:pt idx="5906">
                  <c:v>1.48</c:v>
                </c:pt>
                <c:pt idx="5907">
                  <c:v>1.48</c:v>
                </c:pt>
                <c:pt idx="5908">
                  <c:v>1.48</c:v>
                </c:pt>
                <c:pt idx="5909">
                  <c:v>1.48</c:v>
                </c:pt>
                <c:pt idx="5910">
                  <c:v>1.48</c:v>
                </c:pt>
                <c:pt idx="5911">
                  <c:v>1.48</c:v>
                </c:pt>
                <c:pt idx="5912">
                  <c:v>1.48</c:v>
                </c:pt>
                <c:pt idx="5913">
                  <c:v>1.48</c:v>
                </c:pt>
                <c:pt idx="5914">
                  <c:v>1.48</c:v>
                </c:pt>
                <c:pt idx="5915">
                  <c:v>1.48</c:v>
                </c:pt>
                <c:pt idx="5916">
                  <c:v>1.48</c:v>
                </c:pt>
                <c:pt idx="5917">
                  <c:v>1.48</c:v>
                </c:pt>
                <c:pt idx="5918">
                  <c:v>1.48</c:v>
                </c:pt>
                <c:pt idx="5919">
                  <c:v>1.48</c:v>
                </c:pt>
                <c:pt idx="5920">
                  <c:v>1.48</c:v>
                </c:pt>
                <c:pt idx="5921">
                  <c:v>1.48</c:v>
                </c:pt>
                <c:pt idx="5922">
                  <c:v>1.48</c:v>
                </c:pt>
                <c:pt idx="5923">
                  <c:v>1.48</c:v>
                </c:pt>
                <c:pt idx="5924">
                  <c:v>1.48</c:v>
                </c:pt>
                <c:pt idx="5925">
                  <c:v>1.48</c:v>
                </c:pt>
                <c:pt idx="5926">
                  <c:v>1.48</c:v>
                </c:pt>
                <c:pt idx="5927">
                  <c:v>1.48</c:v>
                </c:pt>
                <c:pt idx="5928">
                  <c:v>1.48</c:v>
                </c:pt>
                <c:pt idx="5929">
                  <c:v>1.48</c:v>
                </c:pt>
                <c:pt idx="5930">
                  <c:v>1.48</c:v>
                </c:pt>
                <c:pt idx="5931">
                  <c:v>1.48</c:v>
                </c:pt>
                <c:pt idx="5932">
                  <c:v>1.48</c:v>
                </c:pt>
                <c:pt idx="5933">
                  <c:v>1.48</c:v>
                </c:pt>
                <c:pt idx="5934">
                  <c:v>1.48</c:v>
                </c:pt>
                <c:pt idx="5935">
                  <c:v>1.48</c:v>
                </c:pt>
                <c:pt idx="5936">
                  <c:v>1.48</c:v>
                </c:pt>
                <c:pt idx="5937">
                  <c:v>1.48</c:v>
                </c:pt>
                <c:pt idx="5938">
                  <c:v>1.48</c:v>
                </c:pt>
                <c:pt idx="5939">
                  <c:v>1.48</c:v>
                </c:pt>
                <c:pt idx="5940">
                  <c:v>1.48</c:v>
                </c:pt>
                <c:pt idx="5941">
                  <c:v>1.48</c:v>
                </c:pt>
                <c:pt idx="5942">
                  <c:v>1.48</c:v>
                </c:pt>
                <c:pt idx="5943">
                  <c:v>1.48</c:v>
                </c:pt>
                <c:pt idx="5944">
                  <c:v>1.48</c:v>
                </c:pt>
                <c:pt idx="5945">
                  <c:v>1.48</c:v>
                </c:pt>
                <c:pt idx="5946">
                  <c:v>1.48</c:v>
                </c:pt>
                <c:pt idx="5947">
                  <c:v>1.48</c:v>
                </c:pt>
                <c:pt idx="5948">
                  <c:v>1.48</c:v>
                </c:pt>
                <c:pt idx="5949">
                  <c:v>1.48</c:v>
                </c:pt>
                <c:pt idx="5950">
                  <c:v>1.48</c:v>
                </c:pt>
                <c:pt idx="5951">
                  <c:v>1.48</c:v>
                </c:pt>
                <c:pt idx="5952">
                  <c:v>1.48</c:v>
                </c:pt>
                <c:pt idx="5953">
                  <c:v>1.48</c:v>
                </c:pt>
                <c:pt idx="5954">
                  <c:v>1.48</c:v>
                </c:pt>
                <c:pt idx="5955">
                  <c:v>1.48</c:v>
                </c:pt>
                <c:pt idx="5956">
                  <c:v>1.48</c:v>
                </c:pt>
                <c:pt idx="5957">
                  <c:v>1.48</c:v>
                </c:pt>
                <c:pt idx="5958">
                  <c:v>1.48</c:v>
                </c:pt>
                <c:pt idx="5959">
                  <c:v>1.48</c:v>
                </c:pt>
                <c:pt idx="5960">
                  <c:v>1.48</c:v>
                </c:pt>
                <c:pt idx="5961">
                  <c:v>1.48</c:v>
                </c:pt>
                <c:pt idx="5962">
                  <c:v>1.48</c:v>
                </c:pt>
                <c:pt idx="5963">
                  <c:v>1.48</c:v>
                </c:pt>
                <c:pt idx="5964">
                  <c:v>1.48</c:v>
                </c:pt>
                <c:pt idx="5965">
                  <c:v>1.48</c:v>
                </c:pt>
                <c:pt idx="5966">
                  <c:v>1.48</c:v>
                </c:pt>
                <c:pt idx="5967">
                  <c:v>1.48</c:v>
                </c:pt>
                <c:pt idx="5968">
                  <c:v>1.48</c:v>
                </c:pt>
                <c:pt idx="5969">
                  <c:v>1.48</c:v>
                </c:pt>
                <c:pt idx="5970">
                  <c:v>1.48</c:v>
                </c:pt>
                <c:pt idx="5971">
                  <c:v>1.48</c:v>
                </c:pt>
                <c:pt idx="5972">
                  <c:v>1.48</c:v>
                </c:pt>
                <c:pt idx="5973">
                  <c:v>1.48</c:v>
                </c:pt>
                <c:pt idx="5974">
                  <c:v>1.48</c:v>
                </c:pt>
                <c:pt idx="5975">
                  <c:v>1.48</c:v>
                </c:pt>
                <c:pt idx="5976">
                  <c:v>1.48</c:v>
                </c:pt>
                <c:pt idx="5977">
                  <c:v>1.48</c:v>
                </c:pt>
                <c:pt idx="5978">
                  <c:v>1.48</c:v>
                </c:pt>
                <c:pt idx="5979">
                  <c:v>1.48</c:v>
                </c:pt>
                <c:pt idx="5980">
                  <c:v>1.48</c:v>
                </c:pt>
                <c:pt idx="5981">
                  <c:v>1.48</c:v>
                </c:pt>
                <c:pt idx="5982">
                  <c:v>1.48</c:v>
                </c:pt>
                <c:pt idx="5983">
                  <c:v>1.48</c:v>
                </c:pt>
                <c:pt idx="5984">
                  <c:v>1.48</c:v>
                </c:pt>
                <c:pt idx="5985">
                  <c:v>1.48</c:v>
                </c:pt>
                <c:pt idx="5986">
                  <c:v>1.48</c:v>
                </c:pt>
                <c:pt idx="5987">
                  <c:v>1.48</c:v>
                </c:pt>
                <c:pt idx="5988">
                  <c:v>1.48</c:v>
                </c:pt>
                <c:pt idx="5989">
                  <c:v>1.48</c:v>
                </c:pt>
                <c:pt idx="5990">
                  <c:v>1.48</c:v>
                </c:pt>
                <c:pt idx="5991">
                  <c:v>1.48</c:v>
                </c:pt>
                <c:pt idx="5992">
                  <c:v>1.48</c:v>
                </c:pt>
                <c:pt idx="5993">
                  <c:v>1.48</c:v>
                </c:pt>
                <c:pt idx="5994">
                  <c:v>1.48</c:v>
                </c:pt>
                <c:pt idx="5995">
                  <c:v>1.48</c:v>
                </c:pt>
                <c:pt idx="5996">
                  <c:v>1.48</c:v>
                </c:pt>
                <c:pt idx="5997">
                  <c:v>1.48</c:v>
                </c:pt>
                <c:pt idx="5998">
                  <c:v>1.48</c:v>
                </c:pt>
                <c:pt idx="5999">
                  <c:v>1.48</c:v>
                </c:pt>
                <c:pt idx="6000">
                  <c:v>1.48</c:v>
                </c:pt>
                <c:pt idx="6001">
                  <c:v>1.48</c:v>
                </c:pt>
                <c:pt idx="6002">
                  <c:v>1.48</c:v>
                </c:pt>
                <c:pt idx="6003">
                  <c:v>1.48</c:v>
                </c:pt>
                <c:pt idx="6004">
                  <c:v>1.48</c:v>
                </c:pt>
                <c:pt idx="6005">
                  <c:v>1.48</c:v>
                </c:pt>
                <c:pt idx="6006">
                  <c:v>1.48</c:v>
                </c:pt>
                <c:pt idx="6007">
                  <c:v>1.48</c:v>
                </c:pt>
                <c:pt idx="6008">
                  <c:v>1.48</c:v>
                </c:pt>
                <c:pt idx="6009">
                  <c:v>1.48</c:v>
                </c:pt>
                <c:pt idx="6010">
                  <c:v>1.48</c:v>
                </c:pt>
                <c:pt idx="6011">
                  <c:v>1.48</c:v>
                </c:pt>
                <c:pt idx="6012">
                  <c:v>1.48</c:v>
                </c:pt>
                <c:pt idx="6013">
                  <c:v>1.48</c:v>
                </c:pt>
                <c:pt idx="6014">
                  <c:v>1.48</c:v>
                </c:pt>
                <c:pt idx="6015">
                  <c:v>1.48</c:v>
                </c:pt>
                <c:pt idx="6016">
                  <c:v>1.48</c:v>
                </c:pt>
                <c:pt idx="6017">
                  <c:v>1.48</c:v>
                </c:pt>
                <c:pt idx="6018">
                  <c:v>1.48</c:v>
                </c:pt>
                <c:pt idx="6019">
                  <c:v>1.48</c:v>
                </c:pt>
                <c:pt idx="6020">
                  <c:v>1.48</c:v>
                </c:pt>
                <c:pt idx="6021">
                  <c:v>1.48</c:v>
                </c:pt>
                <c:pt idx="6022">
                  <c:v>1.48</c:v>
                </c:pt>
                <c:pt idx="6023">
                  <c:v>1.48</c:v>
                </c:pt>
                <c:pt idx="6024">
                  <c:v>1.48</c:v>
                </c:pt>
                <c:pt idx="6025">
                  <c:v>1.48</c:v>
                </c:pt>
                <c:pt idx="6026">
                  <c:v>1.48</c:v>
                </c:pt>
                <c:pt idx="6027">
                  <c:v>1.48</c:v>
                </c:pt>
                <c:pt idx="6028">
                  <c:v>1.48</c:v>
                </c:pt>
                <c:pt idx="6029">
                  <c:v>1.48</c:v>
                </c:pt>
                <c:pt idx="6030">
                  <c:v>1.48</c:v>
                </c:pt>
                <c:pt idx="6031">
                  <c:v>1.48</c:v>
                </c:pt>
                <c:pt idx="6032">
                  <c:v>1.48</c:v>
                </c:pt>
                <c:pt idx="6033">
                  <c:v>1.48</c:v>
                </c:pt>
                <c:pt idx="6034">
                  <c:v>1.48</c:v>
                </c:pt>
                <c:pt idx="6035">
                  <c:v>1.48</c:v>
                </c:pt>
                <c:pt idx="6036">
                  <c:v>1.48</c:v>
                </c:pt>
                <c:pt idx="6037">
                  <c:v>1.48</c:v>
                </c:pt>
                <c:pt idx="6038">
                  <c:v>1.48</c:v>
                </c:pt>
                <c:pt idx="6039">
                  <c:v>1.48</c:v>
                </c:pt>
                <c:pt idx="6040">
                  <c:v>1.48</c:v>
                </c:pt>
                <c:pt idx="6041">
                  <c:v>1.48</c:v>
                </c:pt>
                <c:pt idx="6042">
                  <c:v>1.48</c:v>
                </c:pt>
                <c:pt idx="6043">
                  <c:v>1.48</c:v>
                </c:pt>
                <c:pt idx="6044">
                  <c:v>1.48</c:v>
                </c:pt>
                <c:pt idx="6045">
                  <c:v>1.48</c:v>
                </c:pt>
                <c:pt idx="6046">
                  <c:v>1.48</c:v>
                </c:pt>
                <c:pt idx="6047">
                  <c:v>1.48</c:v>
                </c:pt>
                <c:pt idx="6048">
                  <c:v>1.48</c:v>
                </c:pt>
                <c:pt idx="6049">
                  <c:v>1.48</c:v>
                </c:pt>
                <c:pt idx="6050">
                  <c:v>1.48</c:v>
                </c:pt>
                <c:pt idx="6051">
                  <c:v>1.48</c:v>
                </c:pt>
                <c:pt idx="6052">
                  <c:v>1.48</c:v>
                </c:pt>
                <c:pt idx="6053">
                  <c:v>1.48</c:v>
                </c:pt>
                <c:pt idx="6054">
                  <c:v>1.48</c:v>
                </c:pt>
                <c:pt idx="6055">
                  <c:v>1.48</c:v>
                </c:pt>
                <c:pt idx="6056">
                  <c:v>1.48</c:v>
                </c:pt>
                <c:pt idx="6057">
                  <c:v>1.48</c:v>
                </c:pt>
                <c:pt idx="6058">
                  <c:v>1.48</c:v>
                </c:pt>
                <c:pt idx="6059">
                  <c:v>1.48</c:v>
                </c:pt>
                <c:pt idx="6060">
                  <c:v>1.48</c:v>
                </c:pt>
                <c:pt idx="6061">
                  <c:v>1.48</c:v>
                </c:pt>
                <c:pt idx="6062">
                  <c:v>1.48</c:v>
                </c:pt>
                <c:pt idx="6063">
                  <c:v>1.48</c:v>
                </c:pt>
                <c:pt idx="6064">
                  <c:v>1.48</c:v>
                </c:pt>
                <c:pt idx="6065">
                  <c:v>1.48</c:v>
                </c:pt>
                <c:pt idx="6066">
                  <c:v>1.48</c:v>
                </c:pt>
                <c:pt idx="6067">
                  <c:v>1.48</c:v>
                </c:pt>
                <c:pt idx="6068">
                  <c:v>1.48</c:v>
                </c:pt>
                <c:pt idx="6069">
                  <c:v>1.48</c:v>
                </c:pt>
                <c:pt idx="6070">
                  <c:v>1.48</c:v>
                </c:pt>
                <c:pt idx="6071">
                  <c:v>1.48</c:v>
                </c:pt>
                <c:pt idx="6072">
                  <c:v>1.48</c:v>
                </c:pt>
                <c:pt idx="6073">
                  <c:v>1.48</c:v>
                </c:pt>
                <c:pt idx="6074">
                  <c:v>1.48</c:v>
                </c:pt>
                <c:pt idx="6075">
                  <c:v>1.48</c:v>
                </c:pt>
                <c:pt idx="6076">
                  <c:v>1.48</c:v>
                </c:pt>
                <c:pt idx="6077">
                  <c:v>1.48</c:v>
                </c:pt>
                <c:pt idx="6078">
                  <c:v>1.48</c:v>
                </c:pt>
                <c:pt idx="6079">
                  <c:v>1.48</c:v>
                </c:pt>
                <c:pt idx="6080">
                  <c:v>1.48</c:v>
                </c:pt>
                <c:pt idx="6081">
                  <c:v>1.48</c:v>
                </c:pt>
                <c:pt idx="6082">
                  <c:v>1.48</c:v>
                </c:pt>
                <c:pt idx="6083">
                  <c:v>1.48</c:v>
                </c:pt>
                <c:pt idx="6084">
                  <c:v>1.48</c:v>
                </c:pt>
                <c:pt idx="6085">
                  <c:v>1.48</c:v>
                </c:pt>
                <c:pt idx="6086">
                  <c:v>1.48</c:v>
                </c:pt>
                <c:pt idx="6087">
                  <c:v>1.48</c:v>
                </c:pt>
                <c:pt idx="6088">
                  <c:v>1.48</c:v>
                </c:pt>
                <c:pt idx="6089">
                  <c:v>1.48</c:v>
                </c:pt>
                <c:pt idx="6090">
                  <c:v>1.48</c:v>
                </c:pt>
                <c:pt idx="6091">
                  <c:v>1.48</c:v>
                </c:pt>
                <c:pt idx="6092">
                  <c:v>1.48</c:v>
                </c:pt>
                <c:pt idx="6093">
                  <c:v>1.48</c:v>
                </c:pt>
                <c:pt idx="6094">
                  <c:v>1.48</c:v>
                </c:pt>
                <c:pt idx="6095">
                  <c:v>1.48</c:v>
                </c:pt>
                <c:pt idx="6096">
                  <c:v>1.48</c:v>
                </c:pt>
                <c:pt idx="6097">
                  <c:v>1.48</c:v>
                </c:pt>
                <c:pt idx="6098">
                  <c:v>1.48</c:v>
                </c:pt>
                <c:pt idx="6099">
                  <c:v>1.48</c:v>
                </c:pt>
                <c:pt idx="6100">
                  <c:v>1.48</c:v>
                </c:pt>
                <c:pt idx="6101">
                  <c:v>1.48</c:v>
                </c:pt>
                <c:pt idx="6102">
                  <c:v>1.48</c:v>
                </c:pt>
                <c:pt idx="6103">
                  <c:v>1.48</c:v>
                </c:pt>
                <c:pt idx="6104">
                  <c:v>1.48</c:v>
                </c:pt>
                <c:pt idx="6105">
                  <c:v>1.48</c:v>
                </c:pt>
                <c:pt idx="6106">
                  <c:v>1.48</c:v>
                </c:pt>
                <c:pt idx="6107">
                  <c:v>1.48</c:v>
                </c:pt>
                <c:pt idx="6108">
                  <c:v>1.48</c:v>
                </c:pt>
                <c:pt idx="6109">
                  <c:v>1.48</c:v>
                </c:pt>
                <c:pt idx="6110">
                  <c:v>1.48</c:v>
                </c:pt>
                <c:pt idx="6111">
                  <c:v>1.48</c:v>
                </c:pt>
                <c:pt idx="6112">
                  <c:v>1.48</c:v>
                </c:pt>
                <c:pt idx="6113">
                  <c:v>1.48</c:v>
                </c:pt>
                <c:pt idx="6114">
                  <c:v>1.48</c:v>
                </c:pt>
                <c:pt idx="6115">
                  <c:v>1.48</c:v>
                </c:pt>
                <c:pt idx="6116">
                  <c:v>1.48</c:v>
                </c:pt>
                <c:pt idx="6117">
                  <c:v>1.48</c:v>
                </c:pt>
                <c:pt idx="6118">
                  <c:v>1.48</c:v>
                </c:pt>
                <c:pt idx="6119">
                  <c:v>1.48</c:v>
                </c:pt>
                <c:pt idx="6120">
                  <c:v>1.48</c:v>
                </c:pt>
                <c:pt idx="6121">
                  <c:v>1.48</c:v>
                </c:pt>
                <c:pt idx="6122">
                  <c:v>1.48</c:v>
                </c:pt>
                <c:pt idx="6123">
                  <c:v>1.48</c:v>
                </c:pt>
                <c:pt idx="6124">
                  <c:v>1.48</c:v>
                </c:pt>
                <c:pt idx="6125">
                  <c:v>1.48</c:v>
                </c:pt>
                <c:pt idx="6126">
                  <c:v>1.48</c:v>
                </c:pt>
                <c:pt idx="6127">
                  <c:v>1.48</c:v>
                </c:pt>
                <c:pt idx="6128">
                  <c:v>1.48</c:v>
                </c:pt>
                <c:pt idx="6129">
                  <c:v>1.48</c:v>
                </c:pt>
                <c:pt idx="6130">
                  <c:v>1.48</c:v>
                </c:pt>
              </c:numCache>
            </c:numRef>
          </c:val>
          <c:smooth val="0"/>
          <c:extLst>
            <c:ext xmlns:c16="http://schemas.microsoft.com/office/drawing/2014/chart" uri="{C3380CC4-5D6E-409C-BE32-E72D297353CC}">
              <c16:uniqueId val="{00000004-FE79-4F56-8C61-D5CCC4ABBB15}"/>
            </c:ext>
          </c:extLst>
        </c:ser>
        <c:ser>
          <c:idx val="5"/>
          <c:order val="5"/>
          <c:tx>
            <c:v>Last</c:v>
          </c:tx>
          <c:spPr>
            <a:ln>
              <a:noFill/>
            </a:ln>
          </c:spPr>
          <c:marker>
            <c:symbol val="circle"/>
            <c:size val="7"/>
            <c:spPr>
              <a:solidFill>
                <a:srgbClr val="F9C113"/>
              </a:solidFill>
              <a:ln>
                <a:solidFill>
                  <a:srgbClr val="1F2F44"/>
                </a:solidFill>
              </a:ln>
            </c:spPr>
          </c:marker>
          <c:dLbls>
            <c:dLbl>
              <c:idx val="6130"/>
              <c:tx>
                <c:rich>
                  <a:bodyPr/>
                  <a:lstStyle/>
                  <a:p>
                    <a:r>
                      <a:rPr lang="en-US" sz="900" b="1" baseline="0">
                        <a:solidFill>
                          <a:srgbClr val="000000"/>
                        </a:solidFill>
                        <a:latin typeface="Roboto Light"/>
                      </a:rPr>
                      <a:t>Oct 26: 2.1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FE79-4F56-8C61-D5CCC4ABBB15}"/>
                </c:ext>
              </c:extLst>
            </c:dLbl>
            <c:spPr>
              <a:noFill/>
              <a:ln>
                <a:noFill/>
              </a:ln>
              <a:effectLst/>
            </c:spPr>
            <c:txPr>
              <a:bodyPr/>
              <a:lstStyle/>
              <a:p>
                <a:pPr>
                  <a:defRPr sz="900" b="1" baseline="0">
                    <a:solidFill>
                      <a:srgbClr val="000000"/>
                    </a:solidFill>
                    <a:latin typeface="Roboto Light"/>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'L1'!$A$2:$A$6132</c:f>
              <c:numCache>
                <c:formatCode>yyyy\-mm\-dd</c:formatCode>
                <c:ptCount val="6131"/>
                <c:pt idx="0">
                  <c:v>37292</c:v>
                </c:pt>
                <c:pt idx="1">
                  <c:v>37293</c:v>
                </c:pt>
                <c:pt idx="2">
                  <c:v>37294</c:v>
                </c:pt>
                <c:pt idx="3">
                  <c:v>37295</c:v>
                </c:pt>
                <c:pt idx="4">
                  <c:v>37300</c:v>
                </c:pt>
                <c:pt idx="5">
                  <c:v>37301</c:v>
                </c:pt>
                <c:pt idx="6">
                  <c:v>37302</c:v>
                </c:pt>
                <c:pt idx="7">
                  <c:v>37305</c:v>
                </c:pt>
                <c:pt idx="8">
                  <c:v>37306</c:v>
                </c:pt>
                <c:pt idx="9">
                  <c:v>37307</c:v>
                </c:pt>
                <c:pt idx="10">
                  <c:v>37308</c:v>
                </c:pt>
                <c:pt idx="11">
                  <c:v>37309</c:v>
                </c:pt>
                <c:pt idx="12">
                  <c:v>37312</c:v>
                </c:pt>
                <c:pt idx="13">
                  <c:v>37313</c:v>
                </c:pt>
                <c:pt idx="14">
                  <c:v>37314</c:v>
                </c:pt>
                <c:pt idx="15">
                  <c:v>37315</c:v>
                </c:pt>
                <c:pt idx="16">
                  <c:v>37316</c:v>
                </c:pt>
                <c:pt idx="17">
                  <c:v>37319</c:v>
                </c:pt>
                <c:pt idx="18">
                  <c:v>37320</c:v>
                </c:pt>
                <c:pt idx="19">
                  <c:v>37321</c:v>
                </c:pt>
                <c:pt idx="20">
                  <c:v>37322</c:v>
                </c:pt>
                <c:pt idx="21">
                  <c:v>37323</c:v>
                </c:pt>
                <c:pt idx="22">
                  <c:v>37326</c:v>
                </c:pt>
                <c:pt idx="23">
                  <c:v>37327</c:v>
                </c:pt>
                <c:pt idx="24">
                  <c:v>37328</c:v>
                </c:pt>
                <c:pt idx="25">
                  <c:v>37329</c:v>
                </c:pt>
                <c:pt idx="26">
                  <c:v>37330</c:v>
                </c:pt>
                <c:pt idx="27">
                  <c:v>37333</c:v>
                </c:pt>
                <c:pt idx="28">
                  <c:v>37334</c:v>
                </c:pt>
                <c:pt idx="29">
                  <c:v>37335</c:v>
                </c:pt>
                <c:pt idx="30">
                  <c:v>37336</c:v>
                </c:pt>
                <c:pt idx="31">
                  <c:v>37337</c:v>
                </c:pt>
                <c:pt idx="32">
                  <c:v>37340</c:v>
                </c:pt>
                <c:pt idx="33">
                  <c:v>37341</c:v>
                </c:pt>
                <c:pt idx="34">
                  <c:v>37342</c:v>
                </c:pt>
                <c:pt idx="35">
                  <c:v>37343</c:v>
                </c:pt>
                <c:pt idx="36">
                  <c:v>37347</c:v>
                </c:pt>
                <c:pt idx="37">
                  <c:v>37348</c:v>
                </c:pt>
                <c:pt idx="38">
                  <c:v>37349</c:v>
                </c:pt>
                <c:pt idx="39">
                  <c:v>37350</c:v>
                </c:pt>
                <c:pt idx="40">
                  <c:v>37351</c:v>
                </c:pt>
                <c:pt idx="41">
                  <c:v>37354</c:v>
                </c:pt>
                <c:pt idx="42">
                  <c:v>37355</c:v>
                </c:pt>
                <c:pt idx="43">
                  <c:v>37356</c:v>
                </c:pt>
                <c:pt idx="44">
                  <c:v>37357</c:v>
                </c:pt>
                <c:pt idx="45">
                  <c:v>37358</c:v>
                </c:pt>
                <c:pt idx="46">
                  <c:v>37361</c:v>
                </c:pt>
                <c:pt idx="47">
                  <c:v>37362</c:v>
                </c:pt>
                <c:pt idx="48">
                  <c:v>37363</c:v>
                </c:pt>
                <c:pt idx="49">
                  <c:v>37364</c:v>
                </c:pt>
                <c:pt idx="50">
                  <c:v>37365</c:v>
                </c:pt>
                <c:pt idx="51">
                  <c:v>37368</c:v>
                </c:pt>
                <c:pt idx="52">
                  <c:v>37369</c:v>
                </c:pt>
                <c:pt idx="53">
                  <c:v>37370</c:v>
                </c:pt>
                <c:pt idx="54">
                  <c:v>37371</c:v>
                </c:pt>
                <c:pt idx="55">
                  <c:v>37372</c:v>
                </c:pt>
                <c:pt idx="56">
                  <c:v>37375</c:v>
                </c:pt>
                <c:pt idx="57">
                  <c:v>37376</c:v>
                </c:pt>
                <c:pt idx="58">
                  <c:v>37378</c:v>
                </c:pt>
                <c:pt idx="59">
                  <c:v>37379</c:v>
                </c:pt>
                <c:pt idx="60">
                  <c:v>37382</c:v>
                </c:pt>
                <c:pt idx="61">
                  <c:v>37383</c:v>
                </c:pt>
                <c:pt idx="62">
                  <c:v>37384</c:v>
                </c:pt>
                <c:pt idx="63">
                  <c:v>37385</c:v>
                </c:pt>
                <c:pt idx="64">
                  <c:v>37386</c:v>
                </c:pt>
                <c:pt idx="65">
                  <c:v>37389</c:v>
                </c:pt>
                <c:pt idx="66">
                  <c:v>37390</c:v>
                </c:pt>
                <c:pt idx="67">
                  <c:v>37391</c:v>
                </c:pt>
                <c:pt idx="68">
                  <c:v>37392</c:v>
                </c:pt>
                <c:pt idx="69">
                  <c:v>37393</c:v>
                </c:pt>
                <c:pt idx="70">
                  <c:v>37396</c:v>
                </c:pt>
                <c:pt idx="71">
                  <c:v>37397</c:v>
                </c:pt>
                <c:pt idx="72">
                  <c:v>37398</c:v>
                </c:pt>
                <c:pt idx="73">
                  <c:v>37399</c:v>
                </c:pt>
                <c:pt idx="74">
                  <c:v>37400</c:v>
                </c:pt>
                <c:pt idx="75">
                  <c:v>37403</c:v>
                </c:pt>
                <c:pt idx="76">
                  <c:v>37404</c:v>
                </c:pt>
                <c:pt idx="77">
                  <c:v>37405</c:v>
                </c:pt>
                <c:pt idx="78">
                  <c:v>37407</c:v>
                </c:pt>
                <c:pt idx="79">
                  <c:v>37410</c:v>
                </c:pt>
                <c:pt idx="80">
                  <c:v>37411</c:v>
                </c:pt>
                <c:pt idx="81">
                  <c:v>37412</c:v>
                </c:pt>
                <c:pt idx="82">
                  <c:v>37413</c:v>
                </c:pt>
                <c:pt idx="83">
                  <c:v>37414</c:v>
                </c:pt>
                <c:pt idx="84">
                  <c:v>37417</c:v>
                </c:pt>
                <c:pt idx="85">
                  <c:v>37418</c:v>
                </c:pt>
                <c:pt idx="86">
                  <c:v>37419</c:v>
                </c:pt>
                <c:pt idx="87">
                  <c:v>37420</c:v>
                </c:pt>
                <c:pt idx="88">
                  <c:v>37421</c:v>
                </c:pt>
                <c:pt idx="89">
                  <c:v>37424</c:v>
                </c:pt>
                <c:pt idx="90">
                  <c:v>37425</c:v>
                </c:pt>
                <c:pt idx="91">
                  <c:v>37426</c:v>
                </c:pt>
                <c:pt idx="92">
                  <c:v>37427</c:v>
                </c:pt>
                <c:pt idx="93">
                  <c:v>37428</c:v>
                </c:pt>
                <c:pt idx="94">
                  <c:v>37431</c:v>
                </c:pt>
                <c:pt idx="95">
                  <c:v>37432</c:v>
                </c:pt>
                <c:pt idx="96">
                  <c:v>37433</c:v>
                </c:pt>
                <c:pt idx="97">
                  <c:v>37434</c:v>
                </c:pt>
                <c:pt idx="98">
                  <c:v>37435</c:v>
                </c:pt>
                <c:pt idx="99">
                  <c:v>37438</c:v>
                </c:pt>
                <c:pt idx="100">
                  <c:v>37439</c:v>
                </c:pt>
                <c:pt idx="101">
                  <c:v>37440</c:v>
                </c:pt>
                <c:pt idx="102">
                  <c:v>37441</c:v>
                </c:pt>
                <c:pt idx="103">
                  <c:v>37442</c:v>
                </c:pt>
                <c:pt idx="104">
                  <c:v>37445</c:v>
                </c:pt>
                <c:pt idx="105">
                  <c:v>37447</c:v>
                </c:pt>
                <c:pt idx="106">
                  <c:v>37448</c:v>
                </c:pt>
                <c:pt idx="107">
                  <c:v>37449</c:v>
                </c:pt>
                <c:pt idx="108">
                  <c:v>37452</c:v>
                </c:pt>
                <c:pt idx="109">
                  <c:v>37453</c:v>
                </c:pt>
                <c:pt idx="110">
                  <c:v>37454</c:v>
                </c:pt>
                <c:pt idx="111">
                  <c:v>37455</c:v>
                </c:pt>
                <c:pt idx="112">
                  <c:v>37456</c:v>
                </c:pt>
                <c:pt idx="113">
                  <c:v>37459</c:v>
                </c:pt>
                <c:pt idx="114">
                  <c:v>37460</c:v>
                </c:pt>
                <c:pt idx="115">
                  <c:v>37461</c:v>
                </c:pt>
                <c:pt idx="116">
                  <c:v>37462</c:v>
                </c:pt>
                <c:pt idx="117">
                  <c:v>37463</c:v>
                </c:pt>
                <c:pt idx="118">
                  <c:v>37466</c:v>
                </c:pt>
                <c:pt idx="119">
                  <c:v>37467</c:v>
                </c:pt>
                <c:pt idx="120">
                  <c:v>37468</c:v>
                </c:pt>
                <c:pt idx="121">
                  <c:v>37469</c:v>
                </c:pt>
                <c:pt idx="122">
                  <c:v>37470</c:v>
                </c:pt>
                <c:pt idx="123">
                  <c:v>37473</c:v>
                </c:pt>
                <c:pt idx="124">
                  <c:v>37474</c:v>
                </c:pt>
                <c:pt idx="125">
                  <c:v>37475</c:v>
                </c:pt>
                <c:pt idx="126">
                  <c:v>37476</c:v>
                </c:pt>
                <c:pt idx="127">
                  <c:v>37477</c:v>
                </c:pt>
                <c:pt idx="128">
                  <c:v>37480</c:v>
                </c:pt>
                <c:pt idx="129">
                  <c:v>37481</c:v>
                </c:pt>
                <c:pt idx="130">
                  <c:v>37482</c:v>
                </c:pt>
                <c:pt idx="131">
                  <c:v>37483</c:v>
                </c:pt>
                <c:pt idx="132">
                  <c:v>37484</c:v>
                </c:pt>
                <c:pt idx="133">
                  <c:v>37487</c:v>
                </c:pt>
                <c:pt idx="134">
                  <c:v>37488</c:v>
                </c:pt>
                <c:pt idx="135">
                  <c:v>37489</c:v>
                </c:pt>
                <c:pt idx="136">
                  <c:v>37490</c:v>
                </c:pt>
                <c:pt idx="137">
                  <c:v>37491</c:v>
                </c:pt>
                <c:pt idx="138">
                  <c:v>37494</c:v>
                </c:pt>
                <c:pt idx="139">
                  <c:v>37495</c:v>
                </c:pt>
                <c:pt idx="140">
                  <c:v>37496</c:v>
                </c:pt>
                <c:pt idx="141">
                  <c:v>37497</c:v>
                </c:pt>
                <c:pt idx="142">
                  <c:v>37498</c:v>
                </c:pt>
                <c:pt idx="143">
                  <c:v>37501</c:v>
                </c:pt>
                <c:pt idx="144">
                  <c:v>37502</c:v>
                </c:pt>
                <c:pt idx="145">
                  <c:v>37503</c:v>
                </c:pt>
                <c:pt idx="146">
                  <c:v>37504</c:v>
                </c:pt>
                <c:pt idx="147">
                  <c:v>37505</c:v>
                </c:pt>
                <c:pt idx="148">
                  <c:v>37508</c:v>
                </c:pt>
                <c:pt idx="149">
                  <c:v>37509</c:v>
                </c:pt>
                <c:pt idx="150">
                  <c:v>37510</c:v>
                </c:pt>
                <c:pt idx="151">
                  <c:v>37511</c:v>
                </c:pt>
                <c:pt idx="152">
                  <c:v>37512</c:v>
                </c:pt>
                <c:pt idx="153">
                  <c:v>37515</c:v>
                </c:pt>
                <c:pt idx="154">
                  <c:v>37516</c:v>
                </c:pt>
                <c:pt idx="155">
                  <c:v>37517</c:v>
                </c:pt>
                <c:pt idx="156">
                  <c:v>37518</c:v>
                </c:pt>
                <c:pt idx="157">
                  <c:v>37519</c:v>
                </c:pt>
                <c:pt idx="158">
                  <c:v>37522</c:v>
                </c:pt>
                <c:pt idx="159">
                  <c:v>37523</c:v>
                </c:pt>
                <c:pt idx="160">
                  <c:v>37524</c:v>
                </c:pt>
                <c:pt idx="161">
                  <c:v>37525</c:v>
                </c:pt>
                <c:pt idx="162">
                  <c:v>37526</c:v>
                </c:pt>
                <c:pt idx="163">
                  <c:v>37529</c:v>
                </c:pt>
                <c:pt idx="164">
                  <c:v>37530</c:v>
                </c:pt>
                <c:pt idx="165">
                  <c:v>37531</c:v>
                </c:pt>
                <c:pt idx="166">
                  <c:v>37532</c:v>
                </c:pt>
                <c:pt idx="167">
                  <c:v>37533</c:v>
                </c:pt>
                <c:pt idx="168">
                  <c:v>37536</c:v>
                </c:pt>
                <c:pt idx="169">
                  <c:v>37537</c:v>
                </c:pt>
                <c:pt idx="170">
                  <c:v>37538</c:v>
                </c:pt>
                <c:pt idx="171">
                  <c:v>37539</c:v>
                </c:pt>
                <c:pt idx="172">
                  <c:v>37540</c:v>
                </c:pt>
                <c:pt idx="173">
                  <c:v>37543</c:v>
                </c:pt>
                <c:pt idx="174">
                  <c:v>37544</c:v>
                </c:pt>
                <c:pt idx="175">
                  <c:v>37545</c:v>
                </c:pt>
                <c:pt idx="176">
                  <c:v>37546</c:v>
                </c:pt>
                <c:pt idx="177">
                  <c:v>37547</c:v>
                </c:pt>
                <c:pt idx="178">
                  <c:v>37550</c:v>
                </c:pt>
                <c:pt idx="179">
                  <c:v>37551</c:v>
                </c:pt>
                <c:pt idx="180">
                  <c:v>37552</c:v>
                </c:pt>
                <c:pt idx="181">
                  <c:v>37553</c:v>
                </c:pt>
                <c:pt idx="182">
                  <c:v>37554</c:v>
                </c:pt>
                <c:pt idx="183">
                  <c:v>37557</c:v>
                </c:pt>
                <c:pt idx="184">
                  <c:v>37558</c:v>
                </c:pt>
                <c:pt idx="185">
                  <c:v>37559</c:v>
                </c:pt>
                <c:pt idx="186">
                  <c:v>37560</c:v>
                </c:pt>
                <c:pt idx="187">
                  <c:v>37561</c:v>
                </c:pt>
                <c:pt idx="188">
                  <c:v>37564</c:v>
                </c:pt>
                <c:pt idx="189">
                  <c:v>37565</c:v>
                </c:pt>
                <c:pt idx="190">
                  <c:v>37566</c:v>
                </c:pt>
                <c:pt idx="191">
                  <c:v>37567</c:v>
                </c:pt>
                <c:pt idx="192">
                  <c:v>37568</c:v>
                </c:pt>
                <c:pt idx="193">
                  <c:v>37571</c:v>
                </c:pt>
                <c:pt idx="194">
                  <c:v>37572</c:v>
                </c:pt>
                <c:pt idx="195">
                  <c:v>37573</c:v>
                </c:pt>
                <c:pt idx="196">
                  <c:v>37574</c:v>
                </c:pt>
                <c:pt idx="197">
                  <c:v>37578</c:v>
                </c:pt>
                <c:pt idx="198">
                  <c:v>37579</c:v>
                </c:pt>
                <c:pt idx="199">
                  <c:v>37580</c:v>
                </c:pt>
                <c:pt idx="200">
                  <c:v>37581</c:v>
                </c:pt>
                <c:pt idx="201">
                  <c:v>37582</c:v>
                </c:pt>
                <c:pt idx="202">
                  <c:v>37585</c:v>
                </c:pt>
                <c:pt idx="203">
                  <c:v>37586</c:v>
                </c:pt>
                <c:pt idx="204">
                  <c:v>37587</c:v>
                </c:pt>
                <c:pt idx="205">
                  <c:v>37588</c:v>
                </c:pt>
                <c:pt idx="206">
                  <c:v>37589</c:v>
                </c:pt>
                <c:pt idx="207">
                  <c:v>37592</c:v>
                </c:pt>
                <c:pt idx="208">
                  <c:v>37593</c:v>
                </c:pt>
                <c:pt idx="209">
                  <c:v>37594</c:v>
                </c:pt>
                <c:pt idx="210">
                  <c:v>37595</c:v>
                </c:pt>
                <c:pt idx="211">
                  <c:v>37596</c:v>
                </c:pt>
                <c:pt idx="212">
                  <c:v>37599</c:v>
                </c:pt>
                <c:pt idx="213">
                  <c:v>37600</c:v>
                </c:pt>
                <c:pt idx="214">
                  <c:v>37601</c:v>
                </c:pt>
                <c:pt idx="215">
                  <c:v>37602</c:v>
                </c:pt>
                <c:pt idx="216">
                  <c:v>37603</c:v>
                </c:pt>
                <c:pt idx="217">
                  <c:v>37606</c:v>
                </c:pt>
                <c:pt idx="218">
                  <c:v>37607</c:v>
                </c:pt>
                <c:pt idx="219">
                  <c:v>37608</c:v>
                </c:pt>
                <c:pt idx="220">
                  <c:v>37609</c:v>
                </c:pt>
                <c:pt idx="221">
                  <c:v>37610</c:v>
                </c:pt>
                <c:pt idx="222">
                  <c:v>37613</c:v>
                </c:pt>
                <c:pt idx="223">
                  <c:v>37616</c:v>
                </c:pt>
                <c:pt idx="224">
                  <c:v>37617</c:v>
                </c:pt>
                <c:pt idx="225">
                  <c:v>37620</c:v>
                </c:pt>
                <c:pt idx="226">
                  <c:v>37623</c:v>
                </c:pt>
                <c:pt idx="227">
                  <c:v>37624</c:v>
                </c:pt>
                <c:pt idx="228">
                  <c:v>37627</c:v>
                </c:pt>
                <c:pt idx="229">
                  <c:v>37628</c:v>
                </c:pt>
                <c:pt idx="230">
                  <c:v>37629</c:v>
                </c:pt>
                <c:pt idx="231">
                  <c:v>37630</c:v>
                </c:pt>
                <c:pt idx="232">
                  <c:v>37631</c:v>
                </c:pt>
                <c:pt idx="233">
                  <c:v>37634</c:v>
                </c:pt>
                <c:pt idx="234">
                  <c:v>37635</c:v>
                </c:pt>
                <c:pt idx="235">
                  <c:v>37636</c:v>
                </c:pt>
                <c:pt idx="236">
                  <c:v>37637</c:v>
                </c:pt>
                <c:pt idx="237">
                  <c:v>37638</c:v>
                </c:pt>
                <c:pt idx="238">
                  <c:v>37641</c:v>
                </c:pt>
                <c:pt idx="239">
                  <c:v>37642</c:v>
                </c:pt>
                <c:pt idx="240">
                  <c:v>37643</c:v>
                </c:pt>
                <c:pt idx="241">
                  <c:v>37644</c:v>
                </c:pt>
                <c:pt idx="242">
                  <c:v>37645</c:v>
                </c:pt>
                <c:pt idx="243">
                  <c:v>37648</c:v>
                </c:pt>
                <c:pt idx="244">
                  <c:v>37649</c:v>
                </c:pt>
                <c:pt idx="245">
                  <c:v>37650</c:v>
                </c:pt>
                <c:pt idx="246">
                  <c:v>37651</c:v>
                </c:pt>
                <c:pt idx="247">
                  <c:v>37652</c:v>
                </c:pt>
                <c:pt idx="248">
                  <c:v>37655</c:v>
                </c:pt>
                <c:pt idx="249">
                  <c:v>37656</c:v>
                </c:pt>
                <c:pt idx="250">
                  <c:v>37657</c:v>
                </c:pt>
                <c:pt idx="251">
                  <c:v>37658</c:v>
                </c:pt>
                <c:pt idx="252">
                  <c:v>37659</c:v>
                </c:pt>
                <c:pt idx="253">
                  <c:v>37662</c:v>
                </c:pt>
                <c:pt idx="254">
                  <c:v>37663</c:v>
                </c:pt>
                <c:pt idx="255">
                  <c:v>37664</c:v>
                </c:pt>
                <c:pt idx="256">
                  <c:v>37665</c:v>
                </c:pt>
                <c:pt idx="257">
                  <c:v>37666</c:v>
                </c:pt>
                <c:pt idx="258">
                  <c:v>37669</c:v>
                </c:pt>
                <c:pt idx="259">
                  <c:v>37670</c:v>
                </c:pt>
                <c:pt idx="260">
                  <c:v>37671</c:v>
                </c:pt>
                <c:pt idx="261">
                  <c:v>37672</c:v>
                </c:pt>
                <c:pt idx="262">
                  <c:v>37673</c:v>
                </c:pt>
                <c:pt idx="263">
                  <c:v>37676</c:v>
                </c:pt>
                <c:pt idx="264">
                  <c:v>37677</c:v>
                </c:pt>
                <c:pt idx="265">
                  <c:v>37678</c:v>
                </c:pt>
                <c:pt idx="266">
                  <c:v>37679</c:v>
                </c:pt>
                <c:pt idx="267">
                  <c:v>37680</c:v>
                </c:pt>
                <c:pt idx="268">
                  <c:v>37685</c:v>
                </c:pt>
                <c:pt idx="269">
                  <c:v>37686</c:v>
                </c:pt>
                <c:pt idx="270">
                  <c:v>37687</c:v>
                </c:pt>
                <c:pt idx="271">
                  <c:v>37690</c:v>
                </c:pt>
                <c:pt idx="272">
                  <c:v>37691</c:v>
                </c:pt>
                <c:pt idx="273">
                  <c:v>37692</c:v>
                </c:pt>
                <c:pt idx="274">
                  <c:v>37693</c:v>
                </c:pt>
                <c:pt idx="275">
                  <c:v>37694</c:v>
                </c:pt>
                <c:pt idx="276">
                  <c:v>37697</c:v>
                </c:pt>
                <c:pt idx="277">
                  <c:v>37698</c:v>
                </c:pt>
                <c:pt idx="278">
                  <c:v>37699</c:v>
                </c:pt>
                <c:pt idx="279">
                  <c:v>37700</c:v>
                </c:pt>
                <c:pt idx="280">
                  <c:v>37701</c:v>
                </c:pt>
                <c:pt idx="281">
                  <c:v>37704</c:v>
                </c:pt>
                <c:pt idx="282">
                  <c:v>37705</c:v>
                </c:pt>
                <c:pt idx="283">
                  <c:v>37706</c:v>
                </c:pt>
                <c:pt idx="284">
                  <c:v>37707</c:v>
                </c:pt>
                <c:pt idx="285">
                  <c:v>37708</c:v>
                </c:pt>
                <c:pt idx="286">
                  <c:v>37711</c:v>
                </c:pt>
                <c:pt idx="287">
                  <c:v>37712</c:v>
                </c:pt>
                <c:pt idx="288">
                  <c:v>37713</c:v>
                </c:pt>
                <c:pt idx="289">
                  <c:v>37714</c:v>
                </c:pt>
                <c:pt idx="290">
                  <c:v>37715</c:v>
                </c:pt>
                <c:pt idx="291">
                  <c:v>37718</c:v>
                </c:pt>
                <c:pt idx="292">
                  <c:v>37719</c:v>
                </c:pt>
                <c:pt idx="293">
                  <c:v>37720</c:v>
                </c:pt>
                <c:pt idx="294">
                  <c:v>37721</c:v>
                </c:pt>
                <c:pt idx="295">
                  <c:v>37722</c:v>
                </c:pt>
                <c:pt idx="296">
                  <c:v>37725</c:v>
                </c:pt>
                <c:pt idx="297">
                  <c:v>37726</c:v>
                </c:pt>
                <c:pt idx="298">
                  <c:v>37727</c:v>
                </c:pt>
                <c:pt idx="299">
                  <c:v>37728</c:v>
                </c:pt>
                <c:pt idx="300">
                  <c:v>37733</c:v>
                </c:pt>
                <c:pt idx="301">
                  <c:v>37734</c:v>
                </c:pt>
                <c:pt idx="302">
                  <c:v>37735</c:v>
                </c:pt>
                <c:pt idx="303">
                  <c:v>37736</c:v>
                </c:pt>
                <c:pt idx="304">
                  <c:v>37739</c:v>
                </c:pt>
                <c:pt idx="305">
                  <c:v>37740</c:v>
                </c:pt>
                <c:pt idx="306">
                  <c:v>37741</c:v>
                </c:pt>
                <c:pt idx="307">
                  <c:v>37743</c:v>
                </c:pt>
                <c:pt idx="308">
                  <c:v>37746</c:v>
                </c:pt>
                <c:pt idx="309">
                  <c:v>37747</c:v>
                </c:pt>
                <c:pt idx="310">
                  <c:v>37748</c:v>
                </c:pt>
                <c:pt idx="311">
                  <c:v>37749</c:v>
                </c:pt>
                <c:pt idx="312">
                  <c:v>37750</c:v>
                </c:pt>
                <c:pt idx="313">
                  <c:v>37753</c:v>
                </c:pt>
                <c:pt idx="314">
                  <c:v>37754</c:v>
                </c:pt>
                <c:pt idx="315">
                  <c:v>37755</c:v>
                </c:pt>
                <c:pt idx="316">
                  <c:v>37756</c:v>
                </c:pt>
                <c:pt idx="317">
                  <c:v>37757</c:v>
                </c:pt>
                <c:pt idx="318">
                  <c:v>37760</c:v>
                </c:pt>
                <c:pt idx="319">
                  <c:v>37761</c:v>
                </c:pt>
                <c:pt idx="320">
                  <c:v>37762</c:v>
                </c:pt>
                <c:pt idx="321">
                  <c:v>37763</c:v>
                </c:pt>
                <c:pt idx="322">
                  <c:v>37764</c:v>
                </c:pt>
                <c:pt idx="323">
                  <c:v>37767</c:v>
                </c:pt>
                <c:pt idx="324">
                  <c:v>37768</c:v>
                </c:pt>
                <c:pt idx="325">
                  <c:v>37769</c:v>
                </c:pt>
                <c:pt idx="326">
                  <c:v>37770</c:v>
                </c:pt>
                <c:pt idx="327">
                  <c:v>37771</c:v>
                </c:pt>
                <c:pt idx="328">
                  <c:v>37774</c:v>
                </c:pt>
                <c:pt idx="329">
                  <c:v>37775</c:v>
                </c:pt>
                <c:pt idx="330">
                  <c:v>37776</c:v>
                </c:pt>
                <c:pt idx="331">
                  <c:v>37777</c:v>
                </c:pt>
                <c:pt idx="332">
                  <c:v>37778</c:v>
                </c:pt>
                <c:pt idx="333">
                  <c:v>37781</c:v>
                </c:pt>
                <c:pt idx="334">
                  <c:v>37782</c:v>
                </c:pt>
                <c:pt idx="335">
                  <c:v>37783</c:v>
                </c:pt>
                <c:pt idx="336">
                  <c:v>37784</c:v>
                </c:pt>
                <c:pt idx="337">
                  <c:v>37785</c:v>
                </c:pt>
                <c:pt idx="338">
                  <c:v>37788</c:v>
                </c:pt>
                <c:pt idx="339">
                  <c:v>37789</c:v>
                </c:pt>
                <c:pt idx="340">
                  <c:v>37790</c:v>
                </c:pt>
                <c:pt idx="341">
                  <c:v>37792</c:v>
                </c:pt>
                <c:pt idx="342">
                  <c:v>37795</c:v>
                </c:pt>
                <c:pt idx="343">
                  <c:v>37796</c:v>
                </c:pt>
                <c:pt idx="344">
                  <c:v>37797</c:v>
                </c:pt>
                <c:pt idx="345">
                  <c:v>37798</c:v>
                </c:pt>
                <c:pt idx="346">
                  <c:v>37799</c:v>
                </c:pt>
                <c:pt idx="347">
                  <c:v>37802</c:v>
                </c:pt>
                <c:pt idx="348">
                  <c:v>37803</c:v>
                </c:pt>
                <c:pt idx="349">
                  <c:v>37804</c:v>
                </c:pt>
                <c:pt idx="350">
                  <c:v>37805</c:v>
                </c:pt>
                <c:pt idx="351">
                  <c:v>37806</c:v>
                </c:pt>
                <c:pt idx="352">
                  <c:v>37809</c:v>
                </c:pt>
                <c:pt idx="353">
                  <c:v>37810</c:v>
                </c:pt>
                <c:pt idx="354">
                  <c:v>37812</c:v>
                </c:pt>
                <c:pt idx="355">
                  <c:v>37813</c:v>
                </c:pt>
                <c:pt idx="356">
                  <c:v>37816</c:v>
                </c:pt>
                <c:pt idx="357">
                  <c:v>37817</c:v>
                </c:pt>
                <c:pt idx="358">
                  <c:v>37818</c:v>
                </c:pt>
                <c:pt idx="359">
                  <c:v>37819</c:v>
                </c:pt>
                <c:pt idx="360">
                  <c:v>37820</c:v>
                </c:pt>
                <c:pt idx="361">
                  <c:v>37823</c:v>
                </c:pt>
                <c:pt idx="362">
                  <c:v>37824</c:v>
                </c:pt>
                <c:pt idx="363">
                  <c:v>37825</c:v>
                </c:pt>
                <c:pt idx="364">
                  <c:v>37826</c:v>
                </c:pt>
                <c:pt idx="365">
                  <c:v>37827</c:v>
                </c:pt>
                <c:pt idx="366">
                  <c:v>37830</c:v>
                </c:pt>
                <c:pt idx="367">
                  <c:v>37831</c:v>
                </c:pt>
                <c:pt idx="368">
                  <c:v>37832</c:v>
                </c:pt>
                <c:pt idx="369">
                  <c:v>37833</c:v>
                </c:pt>
                <c:pt idx="370">
                  <c:v>37834</c:v>
                </c:pt>
                <c:pt idx="371">
                  <c:v>37837</c:v>
                </c:pt>
                <c:pt idx="372">
                  <c:v>37838</c:v>
                </c:pt>
                <c:pt idx="373">
                  <c:v>37839</c:v>
                </c:pt>
                <c:pt idx="374">
                  <c:v>37840</c:v>
                </c:pt>
                <c:pt idx="375">
                  <c:v>37841</c:v>
                </c:pt>
                <c:pt idx="376">
                  <c:v>37844</c:v>
                </c:pt>
                <c:pt idx="377">
                  <c:v>37845</c:v>
                </c:pt>
                <c:pt idx="378">
                  <c:v>37846</c:v>
                </c:pt>
                <c:pt idx="379">
                  <c:v>37847</c:v>
                </c:pt>
                <c:pt idx="380">
                  <c:v>37848</c:v>
                </c:pt>
                <c:pt idx="381">
                  <c:v>37851</c:v>
                </c:pt>
                <c:pt idx="382">
                  <c:v>37852</c:v>
                </c:pt>
                <c:pt idx="383">
                  <c:v>37853</c:v>
                </c:pt>
                <c:pt idx="384">
                  <c:v>37854</c:v>
                </c:pt>
                <c:pt idx="385">
                  <c:v>37855</c:v>
                </c:pt>
                <c:pt idx="386">
                  <c:v>37858</c:v>
                </c:pt>
                <c:pt idx="387">
                  <c:v>37859</c:v>
                </c:pt>
                <c:pt idx="388">
                  <c:v>37860</c:v>
                </c:pt>
                <c:pt idx="389">
                  <c:v>37861</c:v>
                </c:pt>
                <c:pt idx="390">
                  <c:v>37862</c:v>
                </c:pt>
                <c:pt idx="391">
                  <c:v>37865</c:v>
                </c:pt>
                <c:pt idx="392">
                  <c:v>37866</c:v>
                </c:pt>
                <c:pt idx="393">
                  <c:v>37867</c:v>
                </c:pt>
                <c:pt idx="394">
                  <c:v>37868</c:v>
                </c:pt>
                <c:pt idx="395">
                  <c:v>37869</c:v>
                </c:pt>
                <c:pt idx="396">
                  <c:v>37872</c:v>
                </c:pt>
                <c:pt idx="397">
                  <c:v>37873</c:v>
                </c:pt>
                <c:pt idx="398">
                  <c:v>37874</c:v>
                </c:pt>
                <c:pt idx="399">
                  <c:v>37875</c:v>
                </c:pt>
                <c:pt idx="400">
                  <c:v>37876</c:v>
                </c:pt>
                <c:pt idx="401">
                  <c:v>37879</c:v>
                </c:pt>
                <c:pt idx="402">
                  <c:v>37880</c:v>
                </c:pt>
                <c:pt idx="403">
                  <c:v>37881</c:v>
                </c:pt>
                <c:pt idx="404">
                  <c:v>37882</c:v>
                </c:pt>
                <c:pt idx="405">
                  <c:v>37883</c:v>
                </c:pt>
                <c:pt idx="406">
                  <c:v>37886</c:v>
                </c:pt>
                <c:pt idx="407">
                  <c:v>37887</c:v>
                </c:pt>
                <c:pt idx="408">
                  <c:v>37888</c:v>
                </c:pt>
                <c:pt idx="409">
                  <c:v>37889</c:v>
                </c:pt>
                <c:pt idx="410">
                  <c:v>37890</c:v>
                </c:pt>
                <c:pt idx="411">
                  <c:v>37893</c:v>
                </c:pt>
                <c:pt idx="412">
                  <c:v>37894</c:v>
                </c:pt>
                <c:pt idx="413">
                  <c:v>37895</c:v>
                </c:pt>
                <c:pt idx="414">
                  <c:v>37896</c:v>
                </c:pt>
                <c:pt idx="415">
                  <c:v>37897</c:v>
                </c:pt>
                <c:pt idx="416">
                  <c:v>37900</c:v>
                </c:pt>
                <c:pt idx="417">
                  <c:v>37901</c:v>
                </c:pt>
                <c:pt idx="418">
                  <c:v>37902</c:v>
                </c:pt>
                <c:pt idx="419">
                  <c:v>37903</c:v>
                </c:pt>
                <c:pt idx="420">
                  <c:v>37904</c:v>
                </c:pt>
                <c:pt idx="421">
                  <c:v>37907</c:v>
                </c:pt>
                <c:pt idx="422">
                  <c:v>37908</c:v>
                </c:pt>
                <c:pt idx="423">
                  <c:v>37909</c:v>
                </c:pt>
                <c:pt idx="424">
                  <c:v>37910</c:v>
                </c:pt>
                <c:pt idx="425">
                  <c:v>37911</c:v>
                </c:pt>
                <c:pt idx="426">
                  <c:v>37914</c:v>
                </c:pt>
                <c:pt idx="427">
                  <c:v>37915</c:v>
                </c:pt>
                <c:pt idx="428">
                  <c:v>37916</c:v>
                </c:pt>
                <c:pt idx="429">
                  <c:v>37917</c:v>
                </c:pt>
                <c:pt idx="430">
                  <c:v>37918</c:v>
                </c:pt>
                <c:pt idx="431">
                  <c:v>37921</c:v>
                </c:pt>
                <c:pt idx="432">
                  <c:v>37922</c:v>
                </c:pt>
                <c:pt idx="433">
                  <c:v>37923</c:v>
                </c:pt>
                <c:pt idx="434">
                  <c:v>37924</c:v>
                </c:pt>
                <c:pt idx="435">
                  <c:v>37925</c:v>
                </c:pt>
                <c:pt idx="436">
                  <c:v>37928</c:v>
                </c:pt>
                <c:pt idx="437">
                  <c:v>37929</c:v>
                </c:pt>
                <c:pt idx="438">
                  <c:v>37930</c:v>
                </c:pt>
                <c:pt idx="439">
                  <c:v>37931</c:v>
                </c:pt>
                <c:pt idx="440">
                  <c:v>37932</c:v>
                </c:pt>
                <c:pt idx="441">
                  <c:v>37935</c:v>
                </c:pt>
                <c:pt idx="442">
                  <c:v>37936</c:v>
                </c:pt>
                <c:pt idx="443">
                  <c:v>37937</c:v>
                </c:pt>
                <c:pt idx="444">
                  <c:v>37938</c:v>
                </c:pt>
                <c:pt idx="445">
                  <c:v>37939</c:v>
                </c:pt>
                <c:pt idx="446">
                  <c:v>37942</c:v>
                </c:pt>
                <c:pt idx="447">
                  <c:v>37943</c:v>
                </c:pt>
                <c:pt idx="448">
                  <c:v>37944</c:v>
                </c:pt>
                <c:pt idx="449">
                  <c:v>37945</c:v>
                </c:pt>
                <c:pt idx="450">
                  <c:v>37946</c:v>
                </c:pt>
                <c:pt idx="451">
                  <c:v>37949</c:v>
                </c:pt>
                <c:pt idx="452">
                  <c:v>37950</c:v>
                </c:pt>
                <c:pt idx="453">
                  <c:v>37951</c:v>
                </c:pt>
                <c:pt idx="454">
                  <c:v>37952</c:v>
                </c:pt>
                <c:pt idx="455">
                  <c:v>37953</c:v>
                </c:pt>
                <c:pt idx="456">
                  <c:v>37956</c:v>
                </c:pt>
                <c:pt idx="457">
                  <c:v>37957</c:v>
                </c:pt>
                <c:pt idx="458">
                  <c:v>37958</c:v>
                </c:pt>
                <c:pt idx="459">
                  <c:v>37959</c:v>
                </c:pt>
                <c:pt idx="460">
                  <c:v>37960</c:v>
                </c:pt>
                <c:pt idx="461">
                  <c:v>37963</c:v>
                </c:pt>
                <c:pt idx="462">
                  <c:v>37964</c:v>
                </c:pt>
                <c:pt idx="463">
                  <c:v>37965</c:v>
                </c:pt>
                <c:pt idx="464">
                  <c:v>37966</c:v>
                </c:pt>
                <c:pt idx="465">
                  <c:v>37967</c:v>
                </c:pt>
                <c:pt idx="466">
                  <c:v>37970</c:v>
                </c:pt>
                <c:pt idx="467">
                  <c:v>37971</c:v>
                </c:pt>
                <c:pt idx="468">
                  <c:v>37972</c:v>
                </c:pt>
                <c:pt idx="469">
                  <c:v>37973</c:v>
                </c:pt>
                <c:pt idx="470">
                  <c:v>37974</c:v>
                </c:pt>
                <c:pt idx="471">
                  <c:v>37977</c:v>
                </c:pt>
                <c:pt idx="472">
                  <c:v>37978</c:v>
                </c:pt>
                <c:pt idx="473">
                  <c:v>37981</c:v>
                </c:pt>
                <c:pt idx="474">
                  <c:v>37984</c:v>
                </c:pt>
                <c:pt idx="475">
                  <c:v>37985</c:v>
                </c:pt>
                <c:pt idx="476">
                  <c:v>37988</c:v>
                </c:pt>
                <c:pt idx="477">
                  <c:v>37991</c:v>
                </c:pt>
                <c:pt idx="478">
                  <c:v>37992</c:v>
                </c:pt>
                <c:pt idx="479">
                  <c:v>37993</c:v>
                </c:pt>
                <c:pt idx="480">
                  <c:v>37994</c:v>
                </c:pt>
                <c:pt idx="481">
                  <c:v>37995</c:v>
                </c:pt>
                <c:pt idx="482">
                  <c:v>37998</c:v>
                </c:pt>
                <c:pt idx="483">
                  <c:v>37999</c:v>
                </c:pt>
                <c:pt idx="484">
                  <c:v>38000</c:v>
                </c:pt>
                <c:pt idx="485">
                  <c:v>38001</c:v>
                </c:pt>
                <c:pt idx="486">
                  <c:v>38002</c:v>
                </c:pt>
                <c:pt idx="487">
                  <c:v>38005</c:v>
                </c:pt>
                <c:pt idx="488">
                  <c:v>38006</c:v>
                </c:pt>
                <c:pt idx="489">
                  <c:v>38007</c:v>
                </c:pt>
                <c:pt idx="490">
                  <c:v>38008</c:v>
                </c:pt>
                <c:pt idx="491">
                  <c:v>38009</c:v>
                </c:pt>
                <c:pt idx="492">
                  <c:v>38012</c:v>
                </c:pt>
                <c:pt idx="493">
                  <c:v>38013</c:v>
                </c:pt>
                <c:pt idx="494">
                  <c:v>38014</c:v>
                </c:pt>
                <c:pt idx="495">
                  <c:v>38015</c:v>
                </c:pt>
                <c:pt idx="496">
                  <c:v>38016</c:v>
                </c:pt>
                <c:pt idx="497">
                  <c:v>38019</c:v>
                </c:pt>
                <c:pt idx="498">
                  <c:v>38020</c:v>
                </c:pt>
                <c:pt idx="499">
                  <c:v>38021</c:v>
                </c:pt>
                <c:pt idx="500">
                  <c:v>38022</c:v>
                </c:pt>
                <c:pt idx="501">
                  <c:v>38023</c:v>
                </c:pt>
                <c:pt idx="502">
                  <c:v>38026</c:v>
                </c:pt>
                <c:pt idx="503">
                  <c:v>38027</c:v>
                </c:pt>
                <c:pt idx="504">
                  <c:v>38028</c:v>
                </c:pt>
                <c:pt idx="505">
                  <c:v>38029</c:v>
                </c:pt>
                <c:pt idx="506">
                  <c:v>38030</c:v>
                </c:pt>
                <c:pt idx="507">
                  <c:v>38033</c:v>
                </c:pt>
                <c:pt idx="508">
                  <c:v>38034</c:v>
                </c:pt>
                <c:pt idx="509">
                  <c:v>38035</c:v>
                </c:pt>
                <c:pt idx="510">
                  <c:v>38036</c:v>
                </c:pt>
                <c:pt idx="511">
                  <c:v>38037</c:v>
                </c:pt>
                <c:pt idx="512">
                  <c:v>38042</c:v>
                </c:pt>
                <c:pt idx="513">
                  <c:v>38043</c:v>
                </c:pt>
                <c:pt idx="514">
                  <c:v>38044</c:v>
                </c:pt>
                <c:pt idx="515">
                  <c:v>38047</c:v>
                </c:pt>
                <c:pt idx="516">
                  <c:v>38048</c:v>
                </c:pt>
                <c:pt idx="517">
                  <c:v>38049</c:v>
                </c:pt>
                <c:pt idx="518">
                  <c:v>38050</c:v>
                </c:pt>
                <c:pt idx="519">
                  <c:v>38051</c:v>
                </c:pt>
                <c:pt idx="520">
                  <c:v>38054</c:v>
                </c:pt>
                <c:pt idx="521">
                  <c:v>38055</c:v>
                </c:pt>
                <c:pt idx="522">
                  <c:v>38056</c:v>
                </c:pt>
                <c:pt idx="523">
                  <c:v>38057</c:v>
                </c:pt>
                <c:pt idx="524">
                  <c:v>38058</c:v>
                </c:pt>
                <c:pt idx="525">
                  <c:v>38061</c:v>
                </c:pt>
                <c:pt idx="526">
                  <c:v>38062</c:v>
                </c:pt>
                <c:pt idx="527">
                  <c:v>38063</c:v>
                </c:pt>
                <c:pt idx="528">
                  <c:v>38064</c:v>
                </c:pt>
                <c:pt idx="529">
                  <c:v>38065</c:v>
                </c:pt>
                <c:pt idx="530">
                  <c:v>38068</c:v>
                </c:pt>
                <c:pt idx="531">
                  <c:v>38069</c:v>
                </c:pt>
                <c:pt idx="532">
                  <c:v>38070</c:v>
                </c:pt>
                <c:pt idx="533">
                  <c:v>38071</c:v>
                </c:pt>
                <c:pt idx="534">
                  <c:v>38072</c:v>
                </c:pt>
                <c:pt idx="535">
                  <c:v>38075</c:v>
                </c:pt>
                <c:pt idx="536">
                  <c:v>38076</c:v>
                </c:pt>
                <c:pt idx="537">
                  <c:v>38077</c:v>
                </c:pt>
                <c:pt idx="538">
                  <c:v>38078</c:v>
                </c:pt>
                <c:pt idx="539">
                  <c:v>38079</c:v>
                </c:pt>
                <c:pt idx="540">
                  <c:v>38082</c:v>
                </c:pt>
                <c:pt idx="541">
                  <c:v>38083</c:v>
                </c:pt>
                <c:pt idx="542">
                  <c:v>38084</c:v>
                </c:pt>
                <c:pt idx="543">
                  <c:v>38085</c:v>
                </c:pt>
                <c:pt idx="544">
                  <c:v>38089</c:v>
                </c:pt>
                <c:pt idx="545">
                  <c:v>38090</c:v>
                </c:pt>
                <c:pt idx="546">
                  <c:v>38091</c:v>
                </c:pt>
                <c:pt idx="547">
                  <c:v>38092</c:v>
                </c:pt>
                <c:pt idx="548">
                  <c:v>38093</c:v>
                </c:pt>
                <c:pt idx="549">
                  <c:v>38096</c:v>
                </c:pt>
                <c:pt idx="550">
                  <c:v>38097</c:v>
                </c:pt>
                <c:pt idx="551">
                  <c:v>38099</c:v>
                </c:pt>
                <c:pt idx="552">
                  <c:v>38100</c:v>
                </c:pt>
                <c:pt idx="553">
                  <c:v>38103</c:v>
                </c:pt>
                <c:pt idx="554">
                  <c:v>38104</c:v>
                </c:pt>
                <c:pt idx="555">
                  <c:v>38105</c:v>
                </c:pt>
                <c:pt idx="556">
                  <c:v>38106</c:v>
                </c:pt>
                <c:pt idx="557">
                  <c:v>38107</c:v>
                </c:pt>
                <c:pt idx="558">
                  <c:v>38110</c:v>
                </c:pt>
                <c:pt idx="559">
                  <c:v>38111</c:v>
                </c:pt>
                <c:pt idx="560">
                  <c:v>38112</c:v>
                </c:pt>
                <c:pt idx="561">
                  <c:v>38113</c:v>
                </c:pt>
                <c:pt idx="562">
                  <c:v>38114</c:v>
                </c:pt>
                <c:pt idx="563">
                  <c:v>38117</c:v>
                </c:pt>
                <c:pt idx="564">
                  <c:v>38118</c:v>
                </c:pt>
                <c:pt idx="565">
                  <c:v>38119</c:v>
                </c:pt>
                <c:pt idx="566">
                  <c:v>38120</c:v>
                </c:pt>
                <c:pt idx="567">
                  <c:v>38121</c:v>
                </c:pt>
                <c:pt idx="568">
                  <c:v>38124</c:v>
                </c:pt>
                <c:pt idx="569">
                  <c:v>38125</c:v>
                </c:pt>
                <c:pt idx="570">
                  <c:v>38126</c:v>
                </c:pt>
                <c:pt idx="571">
                  <c:v>38127</c:v>
                </c:pt>
                <c:pt idx="572">
                  <c:v>38128</c:v>
                </c:pt>
                <c:pt idx="573">
                  <c:v>38131</c:v>
                </c:pt>
                <c:pt idx="574">
                  <c:v>38132</c:v>
                </c:pt>
                <c:pt idx="575">
                  <c:v>38133</c:v>
                </c:pt>
                <c:pt idx="576">
                  <c:v>38134</c:v>
                </c:pt>
                <c:pt idx="577">
                  <c:v>38135</c:v>
                </c:pt>
                <c:pt idx="578">
                  <c:v>38138</c:v>
                </c:pt>
                <c:pt idx="579">
                  <c:v>38139</c:v>
                </c:pt>
                <c:pt idx="580">
                  <c:v>38140</c:v>
                </c:pt>
                <c:pt idx="581">
                  <c:v>38141</c:v>
                </c:pt>
                <c:pt idx="582">
                  <c:v>38142</c:v>
                </c:pt>
                <c:pt idx="583">
                  <c:v>38145</c:v>
                </c:pt>
                <c:pt idx="584">
                  <c:v>38146</c:v>
                </c:pt>
                <c:pt idx="585">
                  <c:v>38147</c:v>
                </c:pt>
                <c:pt idx="586">
                  <c:v>38149</c:v>
                </c:pt>
                <c:pt idx="587">
                  <c:v>38152</c:v>
                </c:pt>
                <c:pt idx="588">
                  <c:v>38153</c:v>
                </c:pt>
                <c:pt idx="589">
                  <c:v>38154</c:v>
                </c:pt>
                <c:pt idx="590">
                  <c:v>38155</c:v>
                </c:pt>
                <c:pt idx="591">
                  <c:v>38156</c:v>
                </c:pt>
                <c:pt idx="592">
                  <c:v>38159</c:v>
                </c:pt>
                <c:pt idx="593">
                  <c:v>38160</c:v>
                </c:pt>
                <c:pt idx="594">
                  <c:v>38161</c:v>
                </c:pt>
                <c:pt idx="595">
                  <c:v>38162</c:v>
                </c:pt>
                <c:pt idx="596">
                  <c:v>38163</c:v>
                </c:pt>
                <c:pt idx="597">
                  <c:v>38166</c:v>
                </c:pt>
                <c:pt idx="598">
                  <c:v>38167</c:v>
                </c:pt>
                <c:pt idx="599">
                  <c:v>38168</c:v>
                </c:pt>
                <c:pt idx="600">
                  <c:v>38169</c:v>
                </c:pt>
                <c:pt idx="601">
                  <c:v>38170</c:v>
                </c:pt>
                <c:pt idx="602">
                  <c:v>38173</c:v>
                </c:pt>
                <c:pt idx="603">
                  <c:v>38174</c:v>
                </c:pt>
                <c:pt idx="604">
                  <c:v>38175</c:v>
                </c:pt>
                <c:pt idx="605">
                  <c:v>38176</c:v>
                </c:pt>
                <c:pt idx="606">
                  <c:v>38180</c:v>
                </c:pt>
                <c:pt idx="607">
                  <c:v>38181</c:v>
                </c:pt>
                <c:pt idx="608">
                  <c:v>38182</c:v>
                </c:pt>
                <c:pt idx="609">
                  <c:v>38183</c:v>
                </c:pt>
                <c:pt idx="610">
                  <c:v>38184</c:v>
                </c:pt>
                <c:pt idx="611">
                  <c:v>38187</c:v>
                </c:pt>
                <c:pt idx="612">
                  <c:v>38188</c:v>
                </c:pt>
                <c:pt idx="613">
                  <c:v>38189</c:v>
                </c:pt>
                <c:pt idx="614">
                  <c:v>38190</c:v>
                </c:pt>
                <c:pt idx="615">
                  <c:v>38191</c:v>
                </c:pt>
                <c:pt idx="616">
                  <c:v>38194</c:v>
                </c:pt>
                <c:pt idx="617">
                  <c:v>38195</c:v>
                </c:pt>
                <c:pt idx="618">
                  <c:v>38196</c:v>
                </c:pt>
                <c:pt idx="619">
                  <c:v>38197</c:v>
                </c:pt>
                <c:pt idx="620">
                  <c:v>38198</c:v>
                </c:pt>
                <c:pt idx="621">
                  <c:v>38201</c:v>
                </c:pt>
                <c:pt idx="622">
                  <c:v>38202</c:v>
                </c:pt>
                <c:pt idx="623">
                  <c:v>38203</c:v>
                </c:pt>
                <c:pt idx="624">
                  <c:v>38204</c:v>
                </c:pt>
                <c:pt idx="625">
                  <c:v>38205</c:v>
                </c:pt>
                <c:pt idx="626">
                  <c:v>38208</c:v>
                </c:pt>
                <c:pt idx="627">
                  <c:v>38209</c:v>
                </c:pt>
                <c:pt idx="628">
                  <c:v>38210</c:v>
                </c:pt>
                <c:pt idx="629">
                  <c:v>38211</c:v>
                </c:pt>
                <c:pt idx="630">
                  <c:v>38212</c:v>
                </c:pt>
                <c:pt idx="631">
                  <c:v>38215</c:v>
                </c:pt>
                <c:pt idx="632">
                  <c:v>38216</c:v>
                </c:pt>
                <c:pt idx="633">
                  <c:v>38217</c:v>
                </c:pt>
                <c:pt idx="634">
                  <c:v>38218</c:v>
                </c:pt>
                <c:pt idx="635">
                  <c:v>38219</c:v>
                </c:pt>
                <c:pt idx="636">
                  <c:v>38222</c:v>
                </c:pt>
                <c:pt idx="637">
                  <c:v>38223</c:v>
                </c:pt>
                <c:pt idx="638">
                  <c:v>38224</c:v>
                </c:pt>
                <c:pt idx="639">
                  <c:v>38225</c:v>
                </c:pt>
                <c:pt idx="640">
                  <c:v>38226</c:v>
                </c:pt>
                <c:pt idx="641">
                  <c:v>38229</c:v>
                </c:pt>
                <c:pt idx="642">
                  <c:v>38230</c:v>
                </c:pt>
                <c:pt idx="643">
                  <c:v>38231</c:v>
                </c:pt>
                <c:pt idx="644">
                  <c:v>38232</c:v>
                </c:pt>
                <c:pt idx="645">
                  <c:v>38233</c:v>
                </c:pt>
                <c:pt idx="646">
                  <c:v>38236</c:v>
                </c:pt>
                <c:pt idx="647">
                  <c:v>38238</c:v>
                </c:pt>
                <c:pt idx="648">
                  <c:v>38239</c:v>
                </c:pt>
                <c:pt idx="649">
                  <c:v>38240</c:v>
                </c:pt>
                <c:pt idx="650">
                  <c:v>38243</c:v>
                </c:pt>
                <c:pt idx="651">
                  <c:v>38244</c:v>
                </c:pt>
                <c:pt idx="652">
                  <c:v>38245</c:v>
                </c:pt>
                <c:pt idx="653">
                  <c:v>38246</c:v>
                </c:pt>
                <c:pt idx="654">
                  <c:v>38247</c:v>
                </c:pt>
                <c:pt idx="655">
                  <c:v>38250</c:v>
                </c:pt>
                <c:pt idx="656">
                  <c:v>38251</c:v>
                </c:pt>
                <c:pt idx="657">
                  <c:v>38252</c:v>
                </c:pt>
                <c:pt idx="658">
                  <c:v>38253</c:v>
                </c:pt>
                <c:pt idx="659">
                  <c:v>38254</c:v>
                </c:pt>
                <c:pt idx="660">
                  <c:v>38257</c:v>
                </c:pt>
                <c:pt idx="661">
                  <c:v>38258</c:v>
                </c:pt>
                <c:pt idx="662">
                  <c:v>38259</c:v>
                </c:pt>
                <c:pt idx="663">
                  <c:v>38260</c:v>
                </c:pt>
                <c:pt idx="664">
                  <c:v>38261</c:v>
                </c:pt>
                <c:pt idx="665">
                  <c:v>38264</c:v>
                </c:pt>
                <c:pt idx="666">
                  <c:v>38265</c:v>
                </c:pt>
                <c:pt idx="667">
                  <c:v>38266</c:v>
                </c:pt>
                <c:pt idx="668">
                  <c:v>38267</c:v>
                </c:pt>
                <c:pt idx="669">
                  <c:v>38268</c:v>
                </c:pt>
                <c:pt idx="670">
                  <c:v>38271</c:v>
                </c:pt>
                <c:pt idx="671">
                  <c:v>38273</c:v>
                </c:pt>
                <c:pt idx="672">
                  <c:v>38274</c:v>
                </c:pt>
                <c:pt idx="673">
                  <c:v>38275</c:v>
                </c:pt>
                <c:pt idx="674">
                  <c:v>38278</c:v>
                </c:pt>
                <c:pt idx="675">
                  <c:v>38279</c:v>
                </c:pt>
                <c:pt idx="676">
                  <c:v>38280</c:v>
                </c:pt>
                <c:pt idx="677">
                  <c:v>38281</c:v>
                </c:pt>
                <c:pt idx="678">
                  <c:v>38282</c:v>
                </c:pt>
                <c:pt idx="679">
                  <c:v>38285</c:v>
                </c:pt>
                <c:pt idx="680">
                  <c:v>38286</c:v>
                </c:pt>
                <c:pt idx="681">
                  <c:v>38287</c:v>
                </c:pt>
                <c:pt idx="682">
                  <c:v>38288</c:v>
                </c:pt>
                <c:pt idx="683">
                  <c:v>38289</c:v>
                </c:pt>
                <c:pt idx="684">
                  <c:v>38292</c:v>
                </c:pt>
                <c:pt idx="685">
                  <c:v>38294</c:v>
                </c:pt>
                <c:pt idx="686">
                  <c:v>38295</c:v>
                </c:pt>
                <c:pt idx="687">
                  <c:v>38296</c:v>
                </c:pt>
                <c:pt idx="688">
                  <c:v>38299</c:v>
                </c:pt>
                <c:pt idx="689">
                  <c:v>38300</c:v>
                </c:pt>
                <c:pt idx="690">
                  <c:v>38301</c:v>
                </c:pt>
                <c:pt idx="691">
                  <c:v>38302</c:v>
                </c:pt>
                <c:pt idx="692">
                  <c:v>38303</c:v>
                </c:pt>
                <c:pt idx="693">
                  <c:v>38307</c:v>
                </c:pt>
                <c:pt idx="694">
                  <c:v>38308</c:v>
                </c:pt>
                <c:pt idx="695">
                  <c:v>38309</c:v>
                </c:pt>
                <c:pt idx="696">
                  <c:v>38310</c:v>
                </c:pt>
                <c:pt idx="697">
                  <c:v>38313</c:v>
                </c:pt>
                <c:pt idx="698">
                  <c:v>38314</c:v>
                </c:pt>
                <c:pt idx="699">
                  <c:v>38315</c:v>
                </c:pt>
                <c:pt idx="700">
                  <c:v>38316</c:v>
                </c:pt>
                <c:pt idx="701">
                  <c:v>38317</c:v>
                </c:pt>
                <c:pt idx="702">
                  <c:v>38320</c:v>
                </c:pt>
                <c:pt idx="703">
                  <c:v>38321</c:v>
                </c:pt>
                <c:pt idx="704">
                  <c:v>38322</c:v>
                </c:pt>
                <c:pt idx="705">
                  <c:v>38323</c:v>
                </c:pt>
                <c:pt idx="706">
                  <c:v>38324</c:v>
                </c:pt>
                <c:pt idx="707">
                  <c:v>38327</c:v>
                </c:pt>
                <c:pt idx="708">
                  <c:v>38328</c:v>
                </c:pt>
                <c:pt idx="709">
                  <c:v>38329</c:v>
                </c:pt>
                <c:pt idx="710">
                  <c:v>38330</c:v>
                </c:pt>
                <c:pt idx="711">
                  <c:v>38331</c:v>
                </c:pt>
                <c:pt idx="712">
                  <c:v>38334</c:v>
                </c:pt>
                <c:pt idx="713">
                  <c:v>38335</c:v>
                </c:pt>
                <c:pt idx="714">
                  <c:v>38336</c:v>
                </c:pt>
                <c:pt idx="715">
                  <c:v>38337</c:v>
                </c:pt>
                <c:pt idx="716">
                  <c:v>38338</c:v>
                </c:pt>
                <c:pt idx="717">
                  <c:v>38341</c:v>
                </c:pt>
                <c:pt idx="718">
                  <c:v>38342</c:v>
                </c:pt>
                <c:pt idx="719">
                  <c:v>38343</c:v>
                </c:pt>
                <c:pt idx="720">
                  <c:v>38344</c:v>
                </c:pt>
                <c:pt idx="721">
                  <c:v>38348</c:v>
                </c:pt>
                <c:pt idx="722">
                  <c:v>38349</c:v>
                </c:pt>
                <c:pt idx="723">
                  <c:v>38350</c:v>
                </c:pt>
                <c:pt idx="724">
                  <c:v>38351</c:v>
                </c:pt>
                <c:pt idx="725">
                  <c:v>38355</c:v>
                </c:pt>
                <c:pt idx="726">
                  <c:v>38356</c:v>
                </c:pt>
                <c:pt idx="727">
                  <c:v>38357</c:v>
                </c:pt>
                <c:pt idx="728">
                  <c:v>38358</c:v>
                </c:pt>
                <c:pt idx="729">
                  <c:v>38359</c:v>
                </c:pt>
                <c:pt idx="730">
                  <c:v>38362</c:v>
                </c:pt>
                <c:pt idx="731">
                  <c:v>38363</c:v>
                </c:pt>
                <c:pt idx="732">
                  <c:v>38364</c:v>
                </c:pt>
                <c:pt idx="733">
                  <c:v>38365</c:v>
                </c:pt>
                <c:pt idx="734">
                  <c:v>38366</c:v>
                </c:pt>
                <c:pt idx="735">
                  <c:v>38369</c:v>
                </c:pt>
                <c:pt idx="736">
                  <c:v>38370</c:v>
                </c:pt>
                <c:pt idx="737">
                  <c:v>38371</c:v>
                </c:pt>
                <c:pt idx="738">
                  <c:v>38372</c:v>
                </c:pt>
                <c:pt idx="739">
                  <c:v>38373</c:v>
                </c:pt>
                <c:pt idx="740">
                  <c:v>38376</c:v>
                </c:pt>
                <c:pt idx="741">
                  <c:v>38378</c:v>
                </c:pt>
                <c:pt idx="742">
                  <c:v>38379</c:v>
                </c:pt>
                <c:pt idx="743">
                  <c:v>38380</c:v>
                </c:pt>
                <c:pt idx="744">
                  <c:v>38383</c:v>
                </c:pt>
                <c:pt idx="745">
                  <c:v>38384</c:v>
                </c:pt>
                <c:pt idx="746">
                  <c:v>38385</c:v>
                </c:pt>
                <c:pt idx="747">
                  <c:v>38386</c:v>
                </c:pt>
                <c:pt idx="748">
                  <c:v>38387</c:v>
                </c:pt>
                <c:pt idx="749">
                  <c:v>38392</c:v>
                </c:pt>
                <c:pt idx="750">
                  <c:v>38393</c:v>
                </c:pt>
                <c:pt idx="751">
                  <c:v>38394</c:v>
                </c:pt>
                <c:pt idx="752">
                  <c:v>38397</c:v>
                </c:pt>
                <c:pt idx="753">
                  <c:v>38398</c:v>
                </c:pt>
                <c:pt idx="754">
                  <c:v>38399</c:v>
                </c:pt>
                <c:pt idx="755">
                  <c:v>38400</c:v>
                </c:pt>
                <c:pt idx="756">
                  <c:v>38401</c:v>
                </c:pt>
                <c:pt idx="757">
                  <c:v>38404</c:v>
                </c:pt>
                <c:pt idx="758">
                  <c:v>38405</c:v>
                </c:pt>
                <c:pt idx="759">
                  <c:v>38406</c:v>
                </c:pt>
                <c:pt idx="760">
                  <c:v>38407</c:v>
                </c:pt>
                <c:pt idx="761">
                  <c:v>38408</c:v>
                </c:pt>
                <c:pt idx="762">
                  <c:v>38411</c:v>
                </c:pt>
                <c:pt idx="763">
                  <c:v>38412</c:v>
                </c:pt>
                <c:pt idx="764">
                  <c:v>38413</c:v>
                </c:pt>
                <c:pt idx="765">
                  <c:v>38414</c:v>
                </c:pt>
                <c:pt idx="766">
                  <c:v>38415</c:v>
                </c:pt>
                <c:pt idx="767">
                  <c:v>38418</c:v>
                </c:pt>
                <c:pt idx="768">
                  <c:v>38419</c:v>
                </c:pt>
                <c:pt idx="769">
                  <c:v>38420</c:v>
                </c:pt>
                <c:pt idx="770">
                  <c:v>38421</c:v>
                </c:pt>
                <c:pt idx="771">
                  <c:v>38422</c:v>
                </c:pt>
                <c:pt idx="772">
                  <c:v>38425</c:v>
                </c:pt>
                <c:pt idx="773">
                  <c:v>38426</c:v>
                </c:pt>
                <c:pt idx="774">
                  <c:v>38427</c:v>
                </c:pt>
                <c:pt idx="775">
                  <c:v>38428</c:v>
                </c:pt>
                <c:pt idx="776">
                  <c:v>38429</c:v>
                </c:pt>
                <c:pt idx="777">
                  <c:v>38432</c:v>
                </c:pt>
                <c:pt idx="778">
                  <c:v>38433</c:v>
                </c:pt>
                <c:pt idx="779">
                  <c:v>38434</c:v>
                </c:pt>
                <c:pt idx="780">
                  <c:v>38435</c:v>
                </c:pt>
                <c:pt idx="781">
                  <c:v>38439</c:v>
                </c:pt>
                <c:pt idx="782">
                  <c:v>38440</c:v>
                </c:pt>
                <c:pt idx="783">
                  <c:v>38441</c:v>
                </c:pt>
                <c:pt idx="784">
                  <c:v>38442</c:v>
                </c:pt>
                <c:pt idx="785">
                  <c:v>38443</c:v>
                </c:pt>
                <c:pt idx="786">
                  <c:v>38446</c:v>
                </c:pt>
                <c:pt idx="787">
                  <c:v>38447</c:v>
                </c:pt>
                <c:pt idx="788">
                  <c:v>38448</c:v>
                </c:pt>
                <c:pt idx="789">
                  <c:v>38449</c:v>
                </c:pt>
                <c:pt idx="790">
                  <c:v>38450</c:v>
                </c:pt>
                <c:pt idx="791">
                  <c:v>38453</c:v>
                </c:pt>
                <c:pt idx="792">
                  <c:v>38454</c:v>
                </c:pt>
                <c:pt idx="793">
                  <c:v>38455</c:v>
                </c:pt>
                <c:pt idx="794">
                  <c:v>38456</c:v>
                </c:pt>
                <c:pt idx="795">
                  <c:v>38457</c:v>
                </c:pt>
                <c:pt idx="796">
                  <c:v>38460</c:v>
                </c:pt>
                <c:pt idx="797">
                  <c:v>38461</c:v>
                </c:pt>
                <c:pt idx="798">
                  <c:v>38462</c:v>
                </c:pt>
                <c:pt idx="799">
                  <c:v>38464</c:v>
                </c:pt>
                <c:pt idx="800">
                  <c:v>38467</c:v>
                </c:pt>
                <c:pt idx="801">
                  <c:v>38468</c:v>
                </c:pt>
                <c:pt idx="802">
                  <c:v>38469</c:v>
                </c:pt>
                <c:pt idx="803">
                  <c:v>38470</c:v>
                </c:pt>
                <c:pt idx="804">
                  <c:v>38471</c:v>
                </c:pt>
                <c:pt idx="805">
                  <c:v>38474</c:v>
                </c:pt>
                <c:pt idx="806">
                  <c:v>38475</c:v>
                </c:pt>
                <c:pt idx="807">
                  <c:v>38476</c:v>
                </c:pt>
                <c:pt idx="808">
                  <c:v>38477</c:v>
                </c:pt>
                <c:pt idx="809">
                  <c:v>38478</c:v>
                </c:pt>
                <c:pt idx="810">
                  <c:v>38481</c:v>
                </c:pt>
                <c:pt idx="811">
                  <c:v>38482</c:v>
                </c:pt>
                <c:pt idx="812">
                  <c:v>38483</c:v>
                </c:pt>
                <c:pt idx="813">
                  <c:v>38484</c:v>
                </c:pt>
                <c:pt idx="814">
                  <c:v>38485</c:v>
                </c:pt>
                <c:pt idx="815">
                  <c:v>38488</c:v>
                </c:pt>
                <c:pt idx="816">
                  <c:v>38489</c:v>
                </c:pt>
                <c:pt idx="817">
                  <c:v>38490</c:v>
                </c:pt>
                <c:pt idx="818">
                  <c:v>38491</c:v>
                </c:pt>
                <c:pt idx="819">
                  <c:v>38492</c:v>
                </c:pt>
                <c:pt idx="820">
                  <c:v>38495</c:v>
                </c:pt>
                <c:pt idx="821">
                  <c:v>38496</c:v>
                </c:pt>
                <c:pt idx="822">
                  <c:v>38497</c:v>
                </c:pt>
                <c:pt idx="823">
                  <c:v>38499</c:v>
                </c:pt>
                <c:pt idx="824">
                  <c:v>38502</c:v>
                </c:pt>
                <c:pt idx="825">
                  <c:v>38503</c:v>
                </c:pt>
                <c:pt idx="826">
                  <c:v>38504</c:v>
                </c:pt>
                <c:pt idx="827">
                  <c:v>38505</c:v>
                </c:pt>
                <c:pt idx="828">
                  <c:v>38506</c:v>
                </c:pt>
                <c:pt idx="829">
                  <c:v>38509</c:v>
                </c:pt>
                <c:pt idx="830">
                  <c:v>38510</c:v>
                </c:pt>
                <c:pt idx="831">
                  <c:v>38511</c:v>
                </c:pt>
                <c:pt idx="832">
                  <c:v>38512</c:v>
                </c:pt>
                <c:pt idx="833">
                  <c:v>38513</c:v>
                </c:pt>
                <c:pt idx="834">
                  <c:v>38516</c:v>
                </c:pt>
                <c:pt idx="835">
                  <c:v>38517</c:v>
                </c:pt>
                <c:pt idx="836">
                  <c:v>38518</c:v>
                </c:pt>
                <c:pt idx="837">
                  <c:v>38519</c:v>
                </c:pt>
                <c:pt idx="838">
                  <c:v>38520</c:v>
                </c:pt>
                <c:pt idx="839">
                  <c:v>38523</c:v>
                </c:pt>
                <c:pt idx="840">
                  <c:v>38524</c:v>
                </c:pt>
                <c:pt idx="841">
                  <c:v>38525</c:v>
                </c:pt>
                <c:pt idx="842">
                  <c:v>38526</c:v>
                </c:pt>
                <c:pt idx="843">
                  <c:v>38527</c:v>
                </c:pt>
                <c:pt idx="844">
                  <c:v>38530</c:v>
                </c:pt>
                <c:pt idx="845">
                  <c:v>38531</c:v>
                </c:pt>
                <c:pt idx="846">
                  <c:v>38532</c:v>
                </c:pt>
                <c:pt idx="847">
                  <c:v>38533</c:v>
                </c:pt>
                <c:pt idx="848">
                  <c:v>38534</c:v>
                </c:pt>
                <c:pt idx="849">
                  <c:v>38537</c:v>
                </c:pt>
                <c:pt idx="850">
                  <c:v>38538</c:v>
                </c:pt>
                <c:pt idx="851">
                  <c:v>38539</c:v>
                </c:pt>
                <c:pt idx="852">
                  <c:v>38540</c:v>
                </c:pt>
                <c:pt idx="853">
                  <c:v>38541</c:v>
                </c:pt>
                <c:pt idx="854">
                  <c:v>38544</c:v>
                </c:pt>
                <c:pt idx="855">
                  <c:v>38545</c:v>
                </c:pt>
                <c:pt idx="856">
                  <c:v>38546</c:v>
                </c:pt>
                <c:pt idx="857">
                  <c:v>38547</c:v>
                </c:pt>
                <c:pt idx="858">
                  <c:v>38548</c:v>
                </c:pt>
                <c:pt idx="859">
                  <c:v>38551</c:v>
                </c:pt>
                <c:pt idx="860">
                  <c:v>38552</c:v>
                </c:pt>
                <c:pt idx="861">
                  <c:v>38553</c:v>
                </c:pt>
                <c:pt idx="862">
                  <c:v>38554</c:v>
                </c:pt>
                <c:pt idx="863">
                  <c:v>38555</c:v>
                </c:pt>
                <c:pt idx="864">
                  <c:v>38558</c:v>
                </c:pt>
                <c:pt idx="865">
                  <c:v>38559</c:v>
                </c:pt>
                <c:pt idx="866">
                  <c:v>38560</c:v>
                </c:pt>
                <c:pt idx="867">
                  <c:v>38561</c:v>
                </c:pt>
                <c:pt idx="868">
                  <c:v>38562</c:v>
                </c:pt>
                <c:pt idx="869">
                  <c:v>38565</c:v>
                </c:pt>
                <c:pt idx="870">
                  <c:v>38566</c:v>
                </c:pt>
                <c:pt idx="871">
                  <c:v>38567</c:v>
                </c:pt>
                <c:pt idx="872">
                  <c:v>38568</c:v>
                </c:pt>
                <c:pt idx="873">
                  <c:v>38569</c:v>
                </c:pt>
                <c:pt idx="874">
                  <c:v>38572</c:v>
                </c:pt>
                <c:pt idx="875">
                  <c:v>38573</c:v>
                </c:pt>
                <c:pt idx="876">
                  <c:v>38574</c:v>
                </c:pt>
                <c:pt idx="877">
                  <c:v>38575</c:v>
                </c:pt>
                <c:pt idx="878">
                  <c:v>38576</c:v>
                </c:pt>
                <c:pt idx="879">
                  <c:v>38579</c:v>
                </c:pt>
                <c:pt idx="880">
                  <c:v>38580</c:v>
                </c:pt>
                <c:pt idx="881">
                  <c:v>38581</c:v>
                </c:pt>
                <c:pt idx="882">
                  <c:v>38582</c:v>
                </c:pt>
                <c:pt idx="883">
                  <c:v>38583</c:v>
                </c:pt>
                <c:pt idx="884">
                  <c:v>38586</c:v>
                </c:pt>
                <c:pt idx="885">
                  <c:v>38587</c:v>
                </c:pt>
                <c:pt idx="886">
                  <c:v>38588</c:v>
                </c:pt>
                <c:pt idx="887">
                  <c:v>38589</c:v>
                </c:pt>
                <c:pt idx="888">
                  <c:v>38590</c:v>
                </c:pt>
                <c:pt idx="889">
                  <c:v>38593</c:v>
                </c:pt>
                <c:pt idx="890">
                  <c:v>38594</c:v>
                </c:pt>
                <c:pt idx="891">
                  <c:v>38595</c:v>
                </c:pt>
                <c:pt idx="892">
                  <c:v>38596</c:v>
                </c:pt>
                <c:pt idx="893">
                  <c:v>38597</c:v>
                </c:pt>
                <c:pt idx="894">
                  <c:v>38600</c:v>
                </c:pt>
                <c:pt idx="895">
                  <c:v>38601</c:v>
                </c:pt>
                <c:pt idx="896">
                  <c:v>38603</c:v>
                </c:pt>
                <c:pt idx="897">
                  <c:v>38604</c:v>
                </c:pt>
                <c:pt idx="898">
                  <c:v>38607</c:v>
                </c:pt>
                <c:pt idx="899">
                  <c:v>38608</c:v>
                </c:pt>
                <c:pt idx="900">
                  <c:v>38609</c:v>
                </c:pt>
                <c:pt idx="901">
                  <c:v>38610</c:v>
                </c:pt>
                <c:pt idx="902">
                  <c:v>38611</c:v>
                </c:pt>
                <c:pt idx="903">
                  <c:v>38614</c:v>
                </c:pt>
                <c:pt idx="904">
                  <c:v>38615</c:v>
                </c:pt>
                <c:pt idx="905">
                  <c:v>38616</c:v>
                </c:pt>
                <c:pt idx="906">
                  <c:v>38617</c:v>
                </c:pt>
                <c:pt idx="907">
                  <c:v>38618</c:v>
                </c:pt>
                <c:pt idx="908">
                  <c:v>38621</c:v>
                </c:pt>
                <c:pt idx="909">
                  <c:v>38622</c:v>
                </c:pt>
                <c:pt idx="910">
                  <c:v>38623</c:v>
                </c:pt>
                <c:pt idx="911">
                  <c:v>38624</c:v>
                </c:pt>
                <c:pt idx="912">
                  <c:v>38625</c:v>
                </c:pt>
                <c:pt idx="913">
                  <c:v>38628</c:v>
                </c:pt>
                <c:pt idx="914">
                  <c:v>38629</c:v>
                </c:pt>
                <c:pt idx="915">
                  <c:v>38630</c:v>
                </c:pt>
                <c:pt idx="916">
                  <c:v>38631</c:v>
                </c:pt>
                <c:pt idx="917">
                  <c:v>38632</c:v>
                </c:pt>
                <c:pt idx="918">
                  <c:v>38635</c:v>
                </c:pt>
                <c:pt idx="919">
                  <c:v>38636</c:v>
                </c:pt>
                <c:pt idx="920">
                  <c:v>38638</c:v>
                </c:pt>
                <c:pt idx="921">
                  <c:v>38639</c:v>
                </c:pt>
                <c:pt idx="922">
                  <c:v>38642</c:v>
                </c:pt>
                <c:pt idx="923">
                  <c:v>38643</c:v>
                </c:pt>
                <c:pt idx="924">
                  <c:v>38644</c:v>
                </c:pt>
                <c:pt idx="925">
                  <c:v>38645</c:v>
                </c:pt>
                <c:pt idx="926">
                  <c:v>38646</c:v>
                </c:pt>
                <c:pt idx="927">
                  <c:v>38649</c:v>
                </c:pt>
                <c:pt idx="928">
                  <c:v>38650</c:v>
                </c:pt>
                <c:pt idx="929">
                  <c:v>38651</c:v>
                </c:pt>
                <c:pt idx="930">
                  <c:v>38652</c:v>
                </c:pt>
                <c:pt idx="931">
                  <c:v>38653</c:v>
                </c:pt>
                <c:pt idx="932">
                  <c:v>38656</c:v>
                </c:pt>
                <c:pt idx="933">
                  <c:v>38657</c:v>
                </c:pt>
                <c:pt idx="934">
                  <c:v>38659</c:v>
                </c:pt>
                <c:pt idx="935">
                  <c:v>38660</c:v>
                </c:pt>
                <c:pt idx="936">
                  <c:v>38663</c:v>
                </c:pt>
                <c:pt idx="937">
                  <c:v>38664</c:v>
                </c:pt>
                <c:pt idx="938">
                  <c:v>38665</c:v>
                </c:pt>
                <c:pt idx="939">
                  <c:v>38666</c:v>
                </c:pt>
                <c:pt idx="940">
                  <c:v>38667</c:v>
                </c:pt>
                <c:pt idx="941">
                  <c:v>38670</c:v>
                </c:pt>
                <c:pt idx="942">
                  <c:v>38672</c:v>
                </c:pt>
                <c:pt idx="943">
                  <c:v>38673</c:v>
                </c:pt>
                <c:pt idx="944">
                  <c:v>38674</c:v>
                </c:pt>
                <c:pt idx="945">
                  <c:v>38677</c:v>
                </c:pt>
                <c:pt idx="946">
                  <c:v>38678</c:v>
                </c:pt>
                <c:pt idx="947">
                  <c:v>38679</c:v>
                </c:pt>
                <c:pt idx="948">
                  <c:v>38680</c:v>
                </c:pt>
                <c:pt idx="949">
                  <c:v>38681</c:v>
                </c:pt>
                <c:pt idx="950">
                  <c:v>38684</c:v>
                </c:pt>
                <c:pt idx="951">
                  <c:v>38685</c:v>
                </c:pt>
                <c:pt idx="952">
                  <c:v>38686</c:v>
                </c:pt>
                <c:pt idx="953">
                  <c:v>38687</c:v>
                </c:pt>
                <c:pt idx="954">
                  <c:v>38688</c:v>
                </c:pt>
                <c:pt idx="955">
                  <c:v>38691</c:v>
                </c:pt>
                <c:pt idx="956">
                  <c:v>38692</c:v>
                </c:pt>
                <c:pt idx="957">
                  <c:v>38693</c:v>
                </c:pt>
                <c:pt idx="958">
                  <c:v>38694</c:v>
                </c:pt>
                <c:pt idx="959">
                  <c:v>38695</c:v>
                </c:pt>
                <c:pt idx="960">
                  <c:v>38698</c:v>
                </c:pt>
                <c:pt idx="961">
                  <c:v>38699</c:v>
                </c:pt>
                <c:pt idx="962">
                  <c:v>38700</c:v>
                </c:pt>
                <c:pt idx="963">
                  <c:v>38701</c:v>
                </c:pt>
                <c:pt idx="964">
                  <c:v>38702</c:v>
                </c:pt>
                <c:pt idx="965">
                  <c:v>38705</c:v>
                </c:pt>
                <c:pt idx="966">
                  <c:v>38706</c:v>
                </c:pt>
                <c:pt idx="967">
                  <c:v>38707</c:v>
                </c:pt>
                <c:pt idx="968">
                  <c:v>38708</c:v>
                </c:pt>
                <c:pt idx="969">
                  <c:v>38709</c:v>
                </c:pt>
                <c:pt idx="970">
                  <c:v>38712</c:v>
                </c:pt>
                <c:pt idx="971">
                  <c:v>38713</c:v>
                </c:pt>
                <c:pt idx="972">
                  <c:v>38714</c:v>
                </c:pt>
                <c:pt idx="973">
                  <c:v>38715</c:v>
                </c:pt>
                <c:pt idx="974">
                  <c:v>38719</c:v>
                </c:pt>
                <c:pt idx="975">
                  <c:v>38720</c:v>
                </c:pt>
                <c:pt idx="976">
                  <c:v>38721</c:v>
                </c:pt>
                <c:pt idx="977">
                  <c:v>38722</c:v>
                </c:pt>
                <c:pt idx="978">
                  <c:v>38723</c:v>
                </c:pt>
                <c:pt idx="979">
                  <c:v>38726</c:v>
                </c:pt>
                <c:pt idx="980">
                  <c:v>38727</c:v>
                </c:pt>
                <c:pt idx="981">
                  <c:v>38728</c:v>
                </c:pt>
                <c:pt idx="982">
                  <c:v>38729</c:v>
                </c:pt>
                <c:pt idx="983">
                  <c:v>38730</c:v>
                </c:pt>
                <c:pt idx="984">
                  <c:v>38733</c:v>
                </c:pt>
                <c:pt idx="985">
                  <c:v>38734</c:v>
                </c:pt>
                <c:pt idx="986">
                  <c:v>38735</c:v>
                </c:pt>
                <c:pt idx="987">
                  <c:v>38736</c:v>
                </c:pt>
                <c:pt idx="988">
                  <c:v>38737</c:v>
                </c:pt>
                <c:pt idx="989">
                  <c:v>38740</c:v>
                </c:pt>
                <c:pt idx="990">
                  <c:v>38741</c:v>
                </c:pt>
                <c:pt idx="991">
                  <c:v>38743</c:v>
                </c:pt>
                <c:pt idx="992">
                  <c:v>38744</c:v>
                </c:pt>
                <c:pt idx="993">
                  <c:v>38747</c:v>
                </c:pt>
                <c:pt idx="994">
                  <c:v>38748</c:v>
                </c:pt>
                <c:pt idx="995">
                  <c:v>38749</c:v>
                </c:pt>
                <c:pt idx="996">
                  <c:v>38750</c:v>
                </c:pt>
                <c:pt idx="997">
                  <c:v>38751</c:v>
                </c:pt>
                <c:pt idx="998">
                  <c:v>38754</c:v>
                </c:pt>
                <c:pt idx="999">
                  <c:v>38755</c:v>
                </c:pt>
                <c:pt idx="1000">
                  <c:v>38756</c:v>
                </c:pt>
                <c:pt idx="1001">
                  <c:v>38757</c:v>
                </c:pt>
                <c:pt idx="1002">
                  <c:v>38758</c:v>
                </c:pt>
                <c:pt idx="1003">
                  <c:v>38761</c:v>
                </c:pt>
                <c:pt idx="1004">
                  <c:v>38762</c:v>
                </c:pt>
                <c:pt idx="1005">
                  <c:v>38763</c:v>
                </c:pt>
                <c:pt idx="1006">
                  <c:v>38764</c:v>
                </c:pt>
                <c:pt idx="1007">
                  <c:v>38765</c:v>
                </c:pt>
                <c:pt idx="1008">
                  <c:v>38768</c:v>
                </c:pt>
                <c:pt idx="1009">
                  <c:v>38769</c:v>
                </c:pt>
                <c:pt idx="1010">
                  <c:v>38770</c:v>
                </c:pt>
                <c:pt idx="1011">
                  <c:v>38771</c:v>
                </c:pt>
                <c:pt idx="1012">
                  <c:v>38772</c:v>
                </c:pt>
                <c:pt idx="1013">
                  <c:v>38777</c:v>
                </c:pt>
                <c:pt idx="1014">
                  <c:v>38778</c:v>
                </c:pt>
                <c:pt idx="1015">
                  <c:v>38779</c:v>
                </c:pt>
                <c:pt idx="1016">
                  <c:v>38782</c:v>
                </c:pt>
                <c:pt idx="1017">
                  <c:v>38783</c:v>
                </c:pt>
                <c:pt idx="1018">
                  <c:v>38784</c:v>
                </c:pt>
                <c:pt idx="1019">
                  <c:v>38785</c:v>
                </c:pt>
                <c:pt idx="1020">
                  <c:v>38786</c:v>
                </c:pt>
                <c:pt idx="1021">
                  <c:v>38789</c:v>
                </c:pt>
                <c:pt idx="1022">
                  <c:v>38790</c:v>
                </c:pt>
                <c:pt idx="1023">
                  <c:v>38791</c:v>
                </c:pt>
                <c:pt idx="1024">
                  <c:v>38792</c:v>
                </c:pt>
                <c:pt idx="1025">
                  <c:v>38793</c:v>
                </c:pt>
                <c:pt idx="1026">
                  <c:v>38796</c:v>
                </c:pt>
                <c:pt idx="1027">
                  <c:v>38797</c:v>
                </c:pt>
                <c:pt idx="1028">
                  <c:v>38798</c:v>
                </c:pt>
                <c:pt idx="1029">
                  <c:v>38799</c:v>
                </c:pt>
                <c:pt idx="1030">
                  <c:v>38800</c:v>
                </c:pt>
                <c:pt idx="1031">
                  <c:v>38803</c:v>
                </c:pt>
                <c:pt idx="1032">
                  <c:v>38804</c:v>
                </c:pt>
                <c:pt idx="1033">
                  <c:v>38805</c:v>
                </c:pt>
                <c:pt idx="1034">
                  <c:v>38806</c:v>
                </c:pt>
                <c:pt idx="1035">
                  <c:v>38807</c:v>
                </c:pt>
                <c:pt idx="1036">
                  <c:v>38810</c:v>
                </c:pt>
                <c:pt idx="1037">
                  <c:v>38811</c:v>
                </c:pt>
                <c:pt idx="1038">
                  <c:v>38812</c:v>
                </c:pt>
                <c:pt idx="1039">
                  <c:v>38813</c:v>
                </c:pt>
                <c:pt idx="1040">
                  <c:v>38814</c:v>
                </c:pt>
                <c:pt idx="1041">
                  <c:v>38817</c:v>
                </c:pt>
                <c:pt idx="1042">
                  <c:v>38818</c:v>
                </c:pt>
                <c:pt idx="1043">
                  <c:v>38819</c:v>
                </c:pt>
                <c:pt idx="1044">
                  <c:v>38820</c:v>
                </c:pt>
                <c:pt idx="1045">
                  <c:v>38824</c:v>
                </c:pt>
                <c:pt idx="1046">
                  <c:v>38825</c:v>
                </c:pt>
                <c:pt idx="1047">
                  <c:v>38826</c:v>
                </c:pt>
                <c:pt idx="1048">
                  <c:v>38827</c:v>
                </c:pt>
                <c:pt idx="1049">
                  <c:v>38831</c:v>
                </c:pt>
                <c:pt idx="1050">
                  <c:v>38832</c:v>
                </c:pt>
                <c:pt idx="1051">
                  <c:v>38833</c:v>
                </c:pt>
                <c:pt idx="1052">
                  <c:v>38834</c:v>
                </c:pt>
                <c:pt idx="1053">
                  <c:v>38835</c:v>
                </c:pt>
                <c:pt idx="1054">
                  <c:v>38839</c:v>
                </c:pt>
                <c:pt idx="1055">
                  <c:v>38840</c:v>
                </c:pt>
                <c:pt idx="1056">
                  <c:v>38841</c:v>
                </c:pt>
                <c:pt idx="1057">
                  <c:v>38842</c:v>
                </c:pt>
                <c:pt idx="1058">
                  <c:v>38845</c:v>
                </c:pt>
                <c:pt idx="1059">
                  <c:v>38846</c:v>
                </c:pt>
                <c:pt idx="1060">
                  <c:v>38847</c:v>
                </c:pt>
                <c:pt idx="1061">
                  <c:v>38848</c:v>
                </c:pt>
                <c:pt idx="1062">
                  <c:v>38849</c:v>
                </c:pt>
                <c:pt idx="1063">
                  <c:v>38852</c:v>
                </c:pt>
                <c:pt idx="1064">
                  <c:v>38853</c:v>
                </c:pt>
                <c:pt idx="1065">
                  <c:v>38854</c:v>
                </c:pt>
                <c:pt idx="1066">
                  <c:v>38855</c:v>
                </c:pt>
                <c:pt idx="1067">
                  <c:v>38856</c:v>
                </c:pt>
                <c:pt idx="1068">
                  <c:v>38859</c:v>
                </c:pt>
                <c:pt idx="1069">
                  <c:v>38860</c:v>
                </c:pt>
                <c:pt idx="1070">
                  <c:v>38861</c:v>
                </c:pt>
                <c:pt idx="1071">
                  <c:v>38862</c:v>
                </c:pt>
                <c:pt idx="1072">
                  <c:v>38863</c:v>
                </c:pt>
                <c:pt idx="1073">
                  <c:v>38866</c:v>
                </c:pt>
                <c:pt idx="1074">
                  <c:v>38867</c:v>
                </c:pt>
                <c:pt idx="1075">
                  <c:v>38868</c:v>
                </c:pt>
                <c:pt idx="1076">
                  <c:v>38869</c:v>
                </c:pt>
                <c:pt idx="1077">
                  <c:v>38870</c:v>
                </c:pt>
                <c:pt idx="1078">
                  <c:v>38873</c:v>
                </c:pt>
                <c:pt idx="1079">
                  <c:v>38874</c:v>
                </c:pt>
                <c:pt idx="1080">
                  <c:v>38875</c:v>
                </c:pt>
                <c:pt idx="1081">
                  <c:v>38876</c:v>
                </c:pt>
                <c:pt idx="1082">
                  <c:v>38877</c:v>
                </c:pt>
                <c:pt idx="1083">
                  <c:v>38880</c:v>
                </c:pt>
                <c:pt idx="1084">
                  <c:v>38881</c:v>
                </c:pt>
                <c:pt idx="1085">
                  <c:v>38882</c:v>
                </c:pt>
                <c:pt idx="1086">
                  <c:v>38884</c:v>
                </c:pt>
                <c:pt idx="1087">
                  <c:v>38887</c:v>
                </c:pt>
                <c:pt idx="1088">
                  <c:v>38888</c:v>
                </c:pt>
                <c:pt idx="1089">
                  <c:v>38889</c:v>
                </c:pt>
                <c:pt idx="1090">
                  <c:v>38890</c:v>
                </c:pt>
                <c:pt idx="1091">
                  <c:v>38891</c:v>
                </c:pt>
                <c:pt idx="1092">
                  <c:v>38894</c:v>
                </c:pt>
                <c:pt idx="1093">
                  <c:v>38895</c:v>
                </c:pt>
                <c:pt idx="1094">
                  <c:v>38896</c:v>
                </c:pt>
                <c:pt idx="1095">
                  <c:v>38897</c:v>
                </c:pt>
                <c:pt idx="1096">
                  <c:v>38898</c:v>
                </c:pt>
                <c:pt idx="1097">
                  <c:v>38901</c:v>
                </c:pt>
                <c:pt idx="1098">
                  <c:v>38902</c:v>
                </c:pt>
                <c:pt idx="1099">
                  <c:v>38903</c:v>
                </c:pt>
                <c:pt idx="1100">
                  <c:v>38904</c:v>
                </c:pt>
                <c:pt idx="1101">
                  <c:v>38905</c:v>
                </c:pt>
                <c:pt idx="1102">
                  <c:v>38908</c:v>
                </c:pt>
                <c:pt idx="1103">
                  <c:v>38909</c:v>
                </c:pt>
                <c:pt idx="1104">
                  <c:v>38910</c:v>
                </c:pt>
                <c:pt idx="1105">
                  <c:v>38911</c:v>
                </c:pt>
                <c:pt idx="1106">
                  <c:v>38912</c:v>
                </c:pt>
                <c:pt idx="1107">
                  <c:v>38915</c:v>
                </c:pt>
                <c:pt idx="1108">
                  <c:v>38916</c:v>
                </c:pt>
                <c:pt idx="1109">
                  <c:v>38917</c:v>
                </c:pt>
                <c:pt idx="1110">
                  <c:v>38918</c:v>
                </c:pt>
                <c:pt idx="1111">
                  <c:v>38919</c:v>
                </c:pt>
                <c:pt idx="1112">
                  <c:v>38922</c:v>
                </c:pt>
                <c:pt idx="1113">
                  <c:v>38923</c:v>
                </c:pt>
                <c:pt idx="1114">
                  <c:v>38924</c:v>
                </c:pt>
                <c:pt idx="1115">
                  <c:v>38925</c:v>
                </c:pt>
                <c:pt idx="1116">
                  <c:v>38926</c:v>
                </c:pt>
                <c:pt idx="1117">
                  <c:v>38929</c:v>
                </c:pt>
                <c:pt idx="1118">
                  <c:v>38930</c:v>
                </c:pt>
                <c:pt idx="1119">
                  <c:v>38931</c:v>
                </c:pt>
                <c:pt idx="1120">
                  <c:v>38932</c:v>
                </c:pt>
                <c:pt idx="1121">
                  <c:v>38933</c:v>
                </c:pt>
                <c:pt idx="1122">
                  <c:v>38936</c:v>
                </c:pt>
                <c:pt idx="1123">
                  <c:v>38937</c:v>
                </c:pt>
                <c:pt idx="1124">
                  <c:v>38938</c:v>
                </c:pt>
                <c:pt idx="1125">
                  <c:v>38939</c:v>
                </c:pt>
                <c:pt idx="1126">
                  <c:v>38940</c:v>
                </c:pt>
                <c:pt idx="1127">
                  <c:v>38943</c:v>
                </c:pt>
                <c:pt idx="1128">
                  <c:v>38944</c:v>
                </c:pt>
                <c:pt idx="1129">
                  <c:v>38945</c:v>
                </c:pt>
                <c:pt idx="1130">
                  <c:v>38946</c:v>
                </c:pt>
                <c:pt idx="1131">
                  <c:v>38947</c:v>
                </c:pt>
                <c:pt idx="1132">
                  <c:v>38950</c:v>
                </c:pt>
                <c:pt idx="1133">
                  <c:v>38951</c:v>
                </c:pt>
                <c:pt idx="1134">
                  <c:v>38952</c:v>
                </c:pt>
                <c:pt idx="1135">
                  <c:v>38953</c:v>
                </c:pt>
                <c:pt idx="1136">
                  <c:v>38954</c:v>
                </c:pt>
                <c:pt idx="1137">
                  <c:v>38957</c:v>
                </c:pt>
                <c:pt idx="1138">
                  <c:v>38958</c:v>
                </c:pt>
                <c:pt idx="1139">
                  <c:v>38959</c:v>
                </c:pt>
                <c:pt idx="1140">
                  <c:v>38960</c:v>
                </c:pt>
                <c:pt idx="1141">
                  <c:v>38961</c:v>
                </c:pt>
                <c:pt idx="1142">
                  <c:v>38964</c:v>
                </c:pt>
                <c:pt idx="1143">
                  <c:v>38965</c:v>
                </c:pt>
                <c:pt idx="1144">
                  <c:v>38966</c:v>
                </c:pt>
                <c:pt idx="1145">
                  <c:v>38968</c:v>
                </c:pt>
                <c:pt idx="1146">
                  <c:v>38971</c:v>
                </c:pt>
                <c:pt idx="1147">
                  <c:v>38972</c:v>
                </c:pt>
                <c:pt idx="1148">
                  <c:v>38973</c:v>
                </c:pt>
                <c:pt idx="1149">
                  <c:v>38974</c:v>
                </c:pt>
                <c:pt idx="1150">
                  <c:v>38975</c:v>
                </c:pt>
                <c:pt idx="1151">
                  <c:v>38978</c:v>
                </c:pt>
                <c:pt idx="1152">
                  <c:v>38979</c:v>
                </c:pt>
                <c:pt idx="1153">
                  <c:v>38980</c:v>
                </c:pt>
                <c:pt idx="1154">
                  <c:v>38981</c:v>
                </c:pt>
                <c:pt idx="1155">
                  <c:v>38982</c:v>
                </c:pt>
                <c:pt idx="1156">
                  <c:v>38985</c:v>
                </c:pt>
                <c:pt idx="1157">
                  <c:v>38986</c:v>
                </c:pt>
                <c:pt idx="1158">
                  <c:v>38987</c:v>
                </c:pt>
                <c:pt idx="1159">
                  <c:v>38988</c:v>
                </c:pt>
                <c:pt idx="1160">
                  <c:v>38989</c:v>
                </c:pt>
                <c:pt idx="1161">
                  <c:v>38992</c:v>
                </c:pt>
                <c:pt idx="1162">
                  <c:v>38993</c:v>
                </c:pt>
                <c:pt idx="1163">
                  <c:v>38994</c:v>
                </c:pt>
                <c:pt idx="1164">
                  <c:v>38995</c:v>
                </c:pt>
                <c:pt idx="1165">
                  <c:v>38996</c:v>
                </c:pt>
                <c:pt idx="1166">
                  <c:v>38999</c:v>
                </c:pt>
                <c:pt idx="1167">
                  <c:v>39000</c:v>
                </c:pt>
                <c:pt idx="1168">
                  <c:v>39001</c:v>
                </c:pt>
                <c:pt idx="1169">
                  <c:v>39003</c:v>
                </c:pt>
                <c:pt idx="1170">
                  <c:v>39006</c:v>
                </c:pt>
                <c:pt idx="1171">
                  <c:v>39007</c:v>
                </c:pt>
                <c:pt idx="1172">
                  <c:v>39008</c:v>
                </c:pt>
                <c:pt idx="1173">
                  <c:v>39009</c:v>
                </c:pt>
                <c:pt idx="1174">
                  <c:v>39010</c:v>
                </c:pt>
                <c:pt idx="1175">
                  <c:v>39013</c:v>
                </c:pt>
                <c:pt idx="1176">
                  <c:v>39014</c:v>
                </c:pt>
                <c:pt idx="1177">
                  <c:v>39015</c:v>
                </c:pt>
                <c:pt idx="1178">
                  <c:v>39016</c:v>
                </c:pt>
                <c:pt idx="1179">
                  <c:v>39017</c:v>
                </c:pt>
                <c:pt idx="1180">
                  <c:v>39020</c:v>
                </c:pt>
                <c:pt idx="1181">
                  <c:v>39021</c:v>
                </c:pt>
                <c:pt idx="1182">
                  <c:v>39022</c:v>
                </c:pt>
                <c:pt idx="1183">
                  <c:v>39024</c:v>
                </c:pt>
                <c:pt idx="1184">
                  <c:v>39027</c:v>
                </c:pt>
                <c:pt idx="1185">
                  <c:v>39028</c:v>
                </c:pt>
                <c:pt idx="1186">
                  <c:v>39029</c:v>
                </c:pt>
                <c:pt idx="1187">
                  <c:v>39030</c:v>
                </c:pt>
                <c:pt idx="1188">
                  <c:v>39031</c:v>
                </c:pt>
                <c:pt idx="1189">
                  <c:v>39034</c:v>
                </c:pt>
                <c:pt idx="1190">
                  <c:v>39035</c:v>
                </c:pt>
                <c:pt idx="1191">
                  <c:v>39037</c:v>
                </c:pt>
                <c:pt idx="1192">
                  <c:v>39038</c:v>
                </c:pt>
                <c:pt idx="1193">
                  <c:v>39042</c:v>
                </c:pt>
                <c:pt idx="1194">
                  <c:v>39043</c:v>
                </c:pt>
                <c:pt idx="1195">
                  <c:v>39044</c:v>
                </c:pt>
                <c:pt idx="1196">
                  <c:v>39045</c:v>
                </c:pt>
                <c:pt idx="1197">
                  <c:v>39048</c:v>
                </c:pt>
                <c:pt idx="1198">
                  <c:v>39049</c:v>
                </c:pt>
                <c:pt idx="1199">
                  <c:v>39050</c:v>
                </c:pt>
                <c:pt idx="1200">
                  <c:v>39051</c:v>
                </c:pt>
                <c:pt idx="1201">
                  <c:v>39052</c:v>
                </c:pt>
                <c:pt idx="1202">
                  <c:v>39055</c:v>
                </c:pt>
                <c:pt idx="1203">
                  <c:v>39056</c:v>
                </c:pt>
                <c:pt idx="1204">
                  <c:v>39057</c:v>
                </c:pt>
                <c:pt idx="1205">
                  <c:v>39058</c:v>
                </c:pt>
                <c:pt idx="1206">
                  <c:v>39059</c:v>
                </c:pt>
                <c:pt idx="1207">
                  <c:v>39062</c:v>
                </c:pt>
                <c:pt idx="1208">
                  <c:v>39063</c:v>
                </c:pt>
                <c:pt idx="1209">
                  <c:v>39064</c:v>
                </c:pt>
                <c:pt idx="1210">
                  <c:v>39065</c:v>
                </c:pt>
                <c:pt idx="1211">
                  <c:v>39066</c:v>
                </c:pt>
                <c:pt idx="1212">
                  <c:v>39069</c:v>
                </c:pt>
                <c:pt idx="1213">
                  <c:v>39070</c:v>
                </c:pt>
                <c:pt idx="1214">
                  <c:v>39071</c:v>
                </c:pt>
                <c:pt idx="1215">
                  <c:v>39072</c:v>
                </c:pt>
                <c:pt idx="1216">
                  <c:v>39073</c:v>
                </c:pt>
                <c:pt idx="1217">
                  <c:v>39077</c:v>
                </c:pt>
                <c:pt idx="1218">
                  <c:v>39078</c:v>
                </c:pt>
                <c:pt idx="1219">
                  <c:v>39079</c:v>
                </c:pt>
                <c:pt idx="1220">
                  <c:v>39084</c:v>
                </c:pt>
                <c:pt idx="1221">
                  <c:v>39085</c:v>
                </c:pt>
                <c:pt idx="1222">
                  <c:v>39086</c:v>
                </c:pt>
                <c:pt idx="1223">
                  <c:v>39087</c:v>
                </c:pt>
                <c:pt idx="1224">
                  <c:v>39090</c:v>
                </c:pt>
                <c:pt idx="1225">
                  <c:v>39091</c:v>
                </c:pt>
                <c:pt idx="1226">
                  <c:v>39092</c:v>
                </c:pt>
                <c:pt idx="1227">
                  <c:v>39093</c:v>
                </c:pt>
                <c:pt idx="1228">
                  <c:v>39094</c:v>
                </c:pt>
                <c:pt idx="1229">
                  <c:v>39097</c:v>
                </c:pt>
                <c:pt idx="1230">
                  <c:v>39098</c:v>
                </c:pt>
                <c:pt idx="1231">
                  <c:v>39099</c:v>
                </c:pt>
                <c:pt idx="1232">
                  <c:v>39100</c:v>
                </c:pt>
                <c:pt idx="1233">
                  <c:v>39101</c:v>
                </c:pt>
                <c:pt idx="1234">
                  <c:v>39104</c:v>
                </c:pt>
                <c:pt idx="1235">
                  <c:v>39105</c:v>
                </c:pt>
                <c:pt idx="1236">
                  <c:v>39106</c:v>
                </c:pt>
                <c:pt idx="1237">
                  <c:v>39108</c:v>
                </c:pt>
                <c:pt idx="1238">
                  <c:v>39111</c:v>
                </c:pt>
                <c:pt idx="1239">
                  <c:v>39112</c:v>
                </c:pt>
                <c:pt idx="1240">
                  <c:v>39113</c:v>
                </c:pt>
                <c:pt idx="1241">
                  <c:v>39114</c:v>
                </c:pt>
                <c:pt idx="1242">
                  <c:v>39115</c:v>
                </c:pt>
                <c:pt idx="1243">
                  <c:v>39118</c:v>
                </c:pt>
                <c:pt idx="1244">
                  <c:v>39119</c:v>
                </c:pt>
                <c:pt idx="1245">
                  <c:v>39120</c:v>
                </c:pt>
                <c:pt idx="1246">
                  <c:v>39121</c:v>
                </c:pt>
                <c:pt idx="1247">
                  <c:v>39122</c:v>
                </c:pt>
                <c:pt idx="1248">
                  <c:v>39125</c:v>
                </c:pt>
                <c:pt idx="1249">
                  <c:v>39126</c:v>
                </c:pt>
                <c:pt idx="1250">
                  <c:v>39127</c:v>
                </c:pt>
                <c:pt idx="1251">
                  <c:v>39128</c:v>
                </c:pt>
                <c:pt idx="1252">
                  <c:v>39129</c:v>
                </c:pt>
                <c:pt idx="1253">
                  <c:v>39134</c:v>
                </c:pt>
                <c:pt idx="1254">
                  <c:v>39135</c:v>
                </c:pt>
                <c:pt idx="1255">
                  <c:v>39136</c:v>
                </c:pt>
                <c:pt idx="1256">
                  <c:v>39139</c:v>
                </c:pt>
                <c:pt idx="1257">
                  <c:v>39140</c:v>
                </c:pt>
                <c:pt idx="1258">
                  <c:v>39141</c:v>
                </c:pt>
                <c:pt idx="1259">
                  <c:v>39142</c:v>
                </c:pt>
                <c:pt idx="1260">
                  <c:v>39143</c:v>
                </c:pt>
                <c:pt idx="1261">
                  <c:v>39146</c:v>
                </c:pt>
                <c:pt idx="1262">
                  <c:v>39147</c:v>
                </c:pt>
                <c:pt idx="1263">
                  <c:v>39148</c:v>
                </c:pt>
                <c:pt idx="1264">
                  <c:v>39149</c:v>
                </c:pt>
                <c:pt idx="1265">
                  <c:v>39150</c:v>
                </c:pt>
                <c:pt idx="1266">
                  <c:v>39153</c:v>
                </c:pt>
                <c:pt idx="1267">
                  <c:v>39154</c:v>
                </c:pt>
                <c:pt idx="1268">
                  <c:v>39155</c:v>
                </c:pt>
                <c:pt idx="1269">
                  <c:v>39156</c:v>
                </c:pt>
                <c:pt idx="1270">
                  <c:v>39157</c:v>
                </c:pt>
                <c:pt idx="1271">
                  <c:v>39160</c:v>
                </c:pt>
                <c:pt idx="1272">
                  <c:v>39161</c:v>
                </c:pt>
                <c:pt idx="1273">
                  <c:v>39162</c:v>
                </c:pt>
                <c:pt idx="1274">
                  <c:v>39163</c:v>
                </c:pt>
                <c:pt idx="1275">
                  <c:v>39164</c:v>
                </c:pt>
                <c:pt idx="1276">
                  <c:v>39167</c:v>
                </c:pt>
                <c:pt idx="1277">
                  <c:v>39168</c:v>
                </c:pt>
                <c:pt idx="1278">
                  <c:v>39169</c:v>
                </c:pt>
                <c:pt idx="1279">
                  <c:v>39170</c:v>
                </c:pt>
                <c:pt idx="1280">
                  <c:v>39171</c:v>
                </c:pt>
                <c:pt idx="1281">
                  <c:v>39174</c:v>
                </c:pt>
                <c:pt idx="1282">
                  <c:v>39175</c:v>
                </c:pt>
                <c:pt idx="1283">
                  <c:v>39176</c:v>
                </c:pt>
                <c:pt idx="1284">
                  <c:v>39177</c:v>
                </c:pt>
                <c:pt idx="1285">
                  <c:v>39181</c:v>
                </c:pt>
                <c:pt idx="1286">
                  <c:v>39182</c:v>
                </c:pt>
                <c:pt idx="1287">
                  <c:v>39183</c:v>
                </c:pt>
                <c:pt idx="1288">
                  <c:v>39184</c:v>
                </c:pt>
                <c:pt idx="1289">
                  <c:v>39185</c:v>
                </c:pt>
                <c:pt idx="1290">
                  <c:v>39188</c:v>
                </c:pt>
                <c:pt idx="1291">
                  <c:v>39189</c:v>
                </c:pt>
                <c:pt idx="1292">
                  <c:v>39190</c:v>
                </c:pt>
                <c:pt idx="1293">
                  <c:v>39191</c:v>
                </c:pt>
                <c:pt idx="1294">
                  <c:v>39192</c:v>
                </c:pt>
                <c:pt idx="1295">
                  <c:v>39195</c:v>
                </c:pt>
                <c:pt idx="1296">
                  <c:v>39196</c:v>
                </c:pt>
                <c:pt idx="1297">
                  <c:v>39197</c:v>
                </c:pt>
                <c:pt idx="1298">
                  <c:v>39198</c:v>
                </c:pt>
                <c:pt idx="1299">
                  <c:v>39199</c:v>
                </c:pt>
                <c:pt idx="1300">
                  <c:v>39202</c:v>
                </c:pt>
                <c:pt idx="1301">
                  <c:v>39204</c:v>
                </c:pt>
                <c:pt idx="1302">
                  <c:v>39205</c:v>
                </c:pt>
                <c:pt idx="1303">
                  <c:v>39206</c:v>
                </c:pt>
                <c:pt idx="1304">
                  <c:v>39209</c:v>
                </c:pt>
                <c:pt idx="1305">
                  <c:v>39210</c:v>
                </c:pt>
                <c:pt idx="1306">
                  <c:v>39211</c:v>
                </c:pt>
                <c:pt idx="1307">
                  <c:v>39212</c:v>
                </c:pt>
                <c:pt idx="1308">
                  <c:v>39213</c:v>
                </c:pt>
                <c:pt idx="1309">
                  <c:v>39216</c:v>
                </c:pt>
                <c:pt idx="1310">
                  <c:v>39217</c:v>
                </c:pt>
                <c:pt idx="1311">
                  <c:v>39218</c:v>
                </c:pt>
                <c:pt idx="1312">
                  <c:v>39219</c:v>
                </c:pt>
                <c:pt idx="1313">
                  <c:v>39220</c:v>
                </c:pt>
                <c:pt idx="1314">
                  <c:v>39223</c:v>
                </c:pt>
                <c:pt idx="1315">
                  <c:v>39224</c:v>
                </c:pt>
                <c:pt idx="1316">
                  <c:v>39225</c:v>
                </c:pt>
                <c:pt idx="1317">
                  <c:v>39226</c:v>
                </c:pt>
                <c:pt idx="1318">
                  <c:v>39227</c:v>
                </c:pt>
                <c:pt idx="1319">
                  <c:v>39230</c:v>
                </c:pt>
                <c:pt idx="1320">
                  <c:v>39231</c:v>
                </c:pt>
                <c:pt idx="1321">
                  <c:v>39232</c:v>
                </c:pt>
                <c:pt idx="1322">
                  <c:v>39233</c:v>
                </c:pt>
                <c:pt idx="1323">
                  <c:v>39234</c:v>
                </c:pt>
                <c:pt idx="1324">
                  <c:v>39237</c:v>
                </c:pt>
                <c:pt idx="1325">
                  <c:v>39238</c:v>
                </c:pt>
                <c:pt idx="1326">
                  <c:v>39239</c:v>
                </c:pt>
                <c:pt idx="1327">
                  <c:v>39241</c:v>
                </c:pt>
                <c:pt idx="1328">
                  <c:v>39244</c:v>
                </c:pt>
                <c:pt idx="1329">
                  <c:v>39245</c:v>
                </c:pt>
                <c:pt idx="1330">
                  <c:v>39246</c:v>
                </c:pt>
                <c:pt idx="1331">
                  <c:v>39247</c:v>
                </c:pt>
                <c:pt idx="1332">
                  <c:v>39248</c:v>
                </c:pt>
                <c:pt idx="1333">
                  <c:v>39251</c:v>
                </c:pt>
                <c:pt idx="1334">
                  <c:v>39252</c:v>
                </c:pt>
                <c:pt idx="1335">
                  <c:v>39253</c:v>
                </c:pt>
                <c:pt idx="1336">
                  <c:v>39254</c:v>
                </c:pt>
                <c:pt idx="1337">
                  <c:v>39255</c:v>
                </c:pt>
                <c:pt idx="1338">
                  <c:v>39258</c:v>
                </c:pt>
                <c:pt idx="1339">
                  <c:v>39259</c:v>
                </c:pt>
                <c:pt idx="1340">
                  <c:v>39260</c:v>
                </c:pt>
                <c:pt idx="1341">
                  <c:v>39261</c:v>
                </c:pt>
                <c:pt idx="1342">
                  <c:v>39262</c:v>
                </c:pt>
                <c:pt idx="1343">
                  <c:v>39265</c:v>
                </c:pt>
                <c:pt idx="1344">
                  <c:v>39266</c:v>
                </c:pt>
                <c:pt idx="1345">
                  <c:v>39267</c:v>
                </c:pt>
                <c:pt idx="1346">
                  <c:v>39268</c:v>
                </c:pt>
                <c:pt idx="1347">
                  <c:v>39269</c:v>
                </c:pt>
                <c:pt idx="1348">
                  <c:v>39273</c:v>
                </c:pt>
                <c:pt idx="1349">
                  <c:v>39274</c:v>
                </c:pt>
                <c:pt idx="1350">
                  <c:v>39275</c:v>
                </c:pt>
                <c:pt idx="1351">
                  <c:v>39276</c:v>
                </c:pt>
                <c:pt idx="1352">
                  <c:v>39279</c:v>
                </c:pt>
                <c:pt idx="1353">
                  <c:v>39280</c:v>
                </c:pt>
                <c:pt idx="1354">
                  <c:v>39281</c:v>
                </c:pt>
                <c:pt idx="1355">
                  <c:v>39282</c:v>
                </c:pt>
                <c:pt idx="1356">
                  <c:v>39283</c:v>
                </c:pt>
                <c:pt idx="1357">
                  <c:v>39286</c:v>
                </c:pt>
                <c:pt idx="1358">
                  <c:v>39287</c:v>
                </c:pt>
                <c:pt idx="1359">
                  <c:v>39288</c:v>
                </c:pt>
                <c:pt idx="1360">
                  <c:v>39289</c:v>
                </c:pt>
                <c:pt idx="1361">
                  <c:v>39290</c:v>
                </c:pt>
                <c:pt idx="1362">
                  <c:v>39293</c:v>
                </c:pt>
                <c:pt idx="1363">
                  <c:v>39294</c:v>
                </c:pt>
                <c:pt idx="1364">
                  <c:v>39295</c:v>
                </c:pt>
                <c:pt idx="1365">
                  <c:v>39296</c:v>
                </c:pt>
                <c:pt idx="1366">
                  <c:v>39297</c:v>
                </c:pt>
                <c:pt idx="1367">
                  <c:v>39300</c:v>
                </c:pt>
                <c:pt idx="1368">
                  <c:v>39301</c:v>
                </c:pt>
                <c:pt idx="1369">
                  <c:v>39302</c:v>
                </c:pt>
                <c:pt idx="1370">
                  <c:v>39303</c:v>
                </c:pt>
                <c:pt idx="1371">
                  <c:v>39304</c:v>
                </c:pt>
                <c:pt idx="1372">
                  <c:v>39307</c:v>
                </c:pt>
                <c:pt idx="1373">
                  <c:v>39308</c:v>
                </c:pt>
                <c:pt idx="1374">
                  <c:v>39309</c:v>
                </c:pt>
                <c:pt idx="1375">
                  <c:v>39310</c:v>
                </c:pt>
                <c:pt idx="1376">
                  <c:v>39311</c:v>
                </c:pt>
                <c:pt idx="1377">
                  <c:v>39314</c:v>
                </c:pt>
                <c:pt idx="1378">
                  <c:v>39315</c:v>
                </c:pt>
                <c:pt idx="1379">
                  <c:v>39316</c:v>
                </c:pt>
                <c:pt idx="1380">
                  <c:v>39317</c:v>
                </c:pt>
                <c:pt idx="1381">
                  <c:v>39318</c:v>
                </c:pt>
                <c:pt idx="1382">
                  <c:v>39321</c:v>
                </c:pt>
                <c:pt idx="1383">
                  <c:v>39322</c:v>
                </c:pt>
                <c:pt idx="1384">
                  <c:v>39323</c:v>
                </c:pt>
                <c:pt idx="1385">
                  <c:v>39324</c:v>
                </c:pt>
                <c:pt idx="1386">
                  <c:v>39325</c:v>
                </c:pt>
                <c:pt idx="1387">
                  <c:v>39328</c:v>
                </c:pt>
                <c:pt idx="1388">
                  <c:v>39329</c:v>
                </c:pt>
                <c:pt idx="1389">
                  <c:v>39330</c:v>
                </c:pt>
                <c:pt idx="1390">
                  <c:v>39331</c:v>
                </c:pt>
                <c:pt idx="1391">
                  <c:v>39335</c:v>
                </c:pt>
                <c:pt idx="1392">
                  <c:v>39336</c:v>
                </c:pt>
                <c:pt idx="1393">
                  <c:v>39337</c:v>
                </c:pt>
                <c:pt idx="1394">
                  <c:v>39338</c:v>
                </c:pt>
                <c:pt idx="1395">
                  <c:v>39339</c:v>
                </c:pt>
                <c:pt idx="1396">
                  <c:v>39342</c:v>
                </c:pt>
                <c:pt idx="1397">
                  <c:v>39343</c:v>
                </c:pt>
                <c:pt idx="1398">
                  <c:v>39344</c:v>
                </c:pt>
                <c:pt idx="1399">
                  <c:v>39345</c:v>
                </c:pt>
                <c:pt idx="1400">
                  <c:v>39346</c:v>
                </c:pt>
                <c:pt idx="1401">
                  <c:v>39349</c:v>
                </c:pt>
                <c:pt idx="1402">
                  <c:v>39350</c:v>
                </c:pt>
                <c:pt idx="1403">
                  <c:v>39351</c:v>
                </c:pt>
                <c:pt idx="1404">
                  <c:v>39352</c:v>
                </c:pt>
                <c:pt idx="1405">
                  <c:v>39353</c:v>
                </c:pt>
                <c:pt idx="1406">
                  <c:v>39356</c:v>
                </c:pt>
                <c:pt idx="1407">
                  <c:v>39357</c:v>
                </c:pt>
                <c:pt idx="1408">
                  <c:v>39358</c:v>
                </c:pt>
                <c:pt idx="1409">
                  <c:v>39359</c:v>
                </c:pt>
                <c:pt idx="1410">
                  <c:v>39360</c:v>
                </c:pt>
                <c:pt idx="1411">
                  <c:v>39363</c:v>
                </c:pt>
                <c:pt idx="1412">
                  <c:v>39364</c:v>
                </c:pt>
                <c:pt idx="1413">
                  <c:v>39365</c:v>
                </c:pt>
                <c:pt idx="1414">
                  <c:v>39366</c:v>
                </c:pt>
                <c:pt idx="1415">
                  <c:v>39370</c:v>
                </c:pt>
                <c:pt idx="1416">
                  <c:v>39371</c:v>
                </c:pt>
                <c:pt idx="1417">
                  <c:v>39372</c:v>
                </c:pt>
                <c:pt idx="1418">
                  <c:v>39373</c:v>
                </c:pt>
                <c:pt idx="1419">
                  <c:v>39374</c:v>
                </c:pt>
                <c:pt idx="1420">
                  <c:v>39377</c:v>
                </c:pt>
                <c:pt idx="1421">
                  <c:v>39378</c:v>
                </c:pt>
                <c:pt idx="1422">
                  <c:v>39379</c:v>
                </c:pt>
                <c:pt idx="1423">
                  <c:v>39380</c:v>
                </c:pt>
                <c:pt idx="1424">
                  <c:v>39381</c:v>
                </c:pt>
                <c:pt idx="1425">
                  <c:v>39384</c:v>
                </c:pt>
                <c:pt idx="1426">
                  <c:v>39385</c:v>
                </c:pt>
                <c:pt idx="1427">
                  <c:v>39386</c:v>
                </c:pt>
                <c:pt idx="1428">
                  <c:v>39387</c:v>
                </c:pt>
                <c:pt idx="1429">
                  <c:v>39391</c:v>
                </c:pt>
                <c:pt idx="1430">
                  <c:v>39392</c:v>
                </c:pt>
                <c:pt idx="1431">
                  <c:v>39393</c:v>
                </c:pt>
                <c:pt idx="1432">
                  <c:v>39394</c:v>
                </c:pt>
                <c:pt idx="1433">
                  <c:v>39395</c:v>
                </c:pt>
                <c:pt idx="1434">
                  <c:v>39398</c:v>
                </c:pt>
                <c:pt idx="1435">
                  <c:v>39399</c:v>
                </c:pt>
                <c:pt idx="1436">
                  <c:v>39400</c:v>
                </c:pt>
                <c:pt idx="1437">
                  <c:v>39402</c:v>
                </c:pt>
                <c:pt idx="1438">
                  <c:v>39405</c:v>
                </c:pt>
                <c:pt idx="1439">
                  <c:v>39407</c:v>
                </c:pt>
                <c:pt idx="1440">
                  <c:v>39408</c:v>
                </c:pt>
                <c:pt idx="1441">
                  <c:v>39409</c:v>
                </c:pt>
                <c:pt idx="1442">
                  <c:v>39412</c:v>
                </c:pt>
                <c:pt idx="1443">
                  <c:v>39413</c:v>
                </c:pt>
                <c:pt idx="1444">
                  <c:v>39414</c:v>
                </c:pt>
                <c:pt idx="1445">
                  <c:v>39415</c:v>
                </c:pt>
                <c:pt idx="1446">
                  <c:v>39416</c:v>
                </c:pt>
                <c:pt idx="1447">
                  <c:v>39419</c:v>
                </c:pt>
                <c:pt idx="1448">
                  <c:v>39420</c:v>
                </c:pt>
                <c:pt idx="1449">
                  <c:v>39421</c:v>
                </c:pt>
                <c:pt idx="1450">
                  <c:v>39422</c:v>
                </c:pt>
                <c:pt idx="1451">
                  <c:v>39423</c:v>
                </c:pt>
                <c:pt idx="1452">
                  <c:v>39426</c:v>
                </c:pt>
                <c:pt idx="1453">
                  <c:v>39427</c:v>
                </c:pt>
                <c:pt idx="1454">
                  <c:v>39428</c:v>
                </c:pt>
                <c:pt idx="1455">
                  <c:v>39429</c:v>
                </c:pt>
                <c:pt idx="1456">
                  <c:v>39430</c:v>
                </c:pt>
                <c:pt idx="1457">
                  <c:v>39433</c:v>
                </c:pt>
                <c:pt idx="1458">
                  <c:v>39434</c:v>
                </c:pt>
                <c:pt idx="1459">
                  <c:v>39435</c:v>
                </c:pt>
                <c:pt idx="1460">
                  <c:v>39436</c:v>
                </c:pt>
                <c:pt idx="1461">
                  <c:v>39437</c:v>
                </c:pt>
                <c:pt idx="1462">
                  <c:v>39442</c:v>
                </c:pt>
                <c:pt idx="1463">
                  <c:v>39443</c:v>
                </c:pt>
                <c:pt idx="1464">
                  <c:v>39444</c:v>
                </c:pt>
                <c:pt idx="1465">
                  <c:v>39449</c:v>
                </c:pt>
                <c:pt idx="1466">
                  <c:v>39450</c:v>
                </c:pt>
                <c:pt idx="1467">
                  <c:v>39451</c:v>
                </c:pt>
                <c:pt idx="1468">
                  <c:v>39454</c:v>
                </c:pt>
                <c:pt idx="1469">
                  <c:v>39455</c:v>
                </c:pt>
                <c:pt idx="1470">
                  <c:v>39456</c:v>
                </c:pt>
                <c:pt idx="1471">
                  <c:v>39457</c:v>
                </c:pt>
                <c:pt idx="1472">
                  <c:v>39458</c:v>
                </c:pt>
                <c:pt idx="1473">
                  <c:v>39461</c:v>
                </c:pt>
                <c:pt idx="1474">
                  <c:v>39462</c:v>
                </c:pt>
                <c:pt idx="1475">
                  <c:v>39463</c:v>
                </c:pt>
                <c:pt idx="1476">
                  <c:v>39464</c:v>
                </c:pt>
                <c:pt idx="1477">
                  <c:v>39465</c:v>
                </c:pt>
                <c:pt idx="1478">
                  <c:v>39468</c:v>
                </c:pt>
                <c:pt idx="1479">
                  <c:v>39469</c:v>
                </c:pt>
                <c:pt idx="1480">
                  <c:v>39470</c:v>
                </c:pt>
                <c:pt idx="1481">
                  <c:v>39471</c:v>
                </c:pt>
                <c:pt idx="1482">
                  <c:v>39475</c:v>
                </c:pt>
                <c:pt idx="1483">
                  <c:v>39476</c:v>
                </c:pt>
                <c:pt idx="1484">
                  <c:v>39477</c:v>
                </c:pt>
                <c:pt idx="1485">
                  <c:v>39478</c:v>
                </c:pt>
                <c:pt idx="1486">
                  <c:v>39479</c:v>
                </c:pt>
                <c:pt idx="1487">
                  <c:v>39484</c:v>
                </c:pt>
                <c:pt idx="1488">
                  <c:v>39485</c:v>
                </c:pt>
                <c:pt idx="1489">
                  <c:v>39486</c:v>
                </c:pt>
                <c:pt idx="1490">
                  <c:v>39489</c:v>
                </c:pt>
                <c:pt idx="1491">
                  <c:v>39490</c:v>
                </c:pt>
                <c:pt idx="1492">
                  <c:v>39491</c:v>
                </c:pt>
                <c:pt idx="1493">
                  <c:v>39492</c:v>
                </c:pt>
                <c:pt idx="1494">
                  <c:v>39493</c:v>
                </c:pt>
                <c:pt idx="1495">
                  <c:v>39496</c:v>
                </c:pt>
                <c:pt idx="1496">
                  <c:v>39497</c:v>
                </c:pt>
                <c:pt idx="1497">
                  <c:v>39498</c:v>
                </c:pt>
                <c:pt idx="1498">
                  <c:v>39499</c:v>
                </c:pt>
                <c:pt idx="1499">
                  <c:v>39500</c:v>
                </c:pt>
                <c:pt idx="1500">
                  <c:v>39503</c:v>
                </c:pt>
                <c:pt idx="1501">
                  <c:v>39504</c:v>
                </c:pt>
                <c:pt idx="1502">
                  <c:v>39505</c:v>
                </c:pt>
                <c:pt idx="1503">
                  <c:v>39506</c:v>
                </c:pt>
                <c:pt idx="1504">
                  <c:v>39507</c:v>
                </c:pt>
                <c:pt idx="1505">
                  <c:v>39510</c:v>
                </c:pt>
                <c:pt idx="1506">
                  <c:v>39511</c:v>
                </c:pt>
                <c:pt idx="1507">
                  <c:v>39512</c:v>
                </c:pt>
                <c:pt idx="1508">
                  <c:v>39513</c:v>
                </c:pt>
                <c:pt idx="1509">
                  <c:v>39514</c:v>
                </c:pt>
                <c:pt idx="1510">
                  <c:v>39517</c:v>
                </c:pt>
                <c:pt idx="1511">
                  <c:v>39518</c:v>
                </c:pt>
                <c:pt idx="1512">
                  <c:v>39519</c:v>
                </c:pt>
                <c:pt idx="1513">
                  <c:v>39520</c:v>
                </c:pt>
                <c:pt idx="1514">
                  <c:v>39521</c:v>
                </c:pt>
                <c:pt idx="1515">
                  <c:v>39524</c:v>
                </c:pt>
                <c:pt idx="1516">
                  <c:v>39525</c:v>
                </c:pt>
                <c:pt idx="1517">
                  <c:v>39526</c:v>
                </c:pt>
                <c:pt idx="1518">
                  <c:v>39527</c:v>
                </c:pt>
                <c:pt idx="1519">
                  <c:v>39531</c:v>
                </c:pt>
                <c:pt idx="1520">
                  <c:v>39532</c:v>
                </c:pt>
                <c:pt idx="1521">
                  <c:v>39533</c:v>
                </c:pt>
                <c:pt idx="1522">
                  <c:v>39534</c:v>
                </c:pt>
                <c:pt idx="1523">
                  <c:v>39535</c:v>
                </c:pt>
                <c:pt idx="1524">
                  <c:v>39538</c:v>
                </c:pt>
                <c:pt idx="1525">
                  <c:v>39539</c:v>
                </c:pt>
                <c:pt idx="1526">
                  <c:v>39540</c:v>
                </c:pt>
                <c:pt idx="1527">
                  <c:v>39541</c:v>
                </c:pt>
                <c:pt idx="1528">
                  <c:v>39542</c:v>
                </c:pt>
                <c:pt idx="1529">
                  <c:v>39545</c:v>
                </c:pt>
                <c:pt idx="1530">
                  <c:v>39546</c:v>
                </c:pt>
                <c:pt idx="1531">
                  <c:v>39547</c:v>
                </c:pt>
                <c:pt idx="1532">
                  <c:v>39548</c:v>
                </c:pt>
                <c:pt idx="1533">
                  <c:v>39549</c:v>
                </c:pt>
                <c:pt idx="1534">
                  <c:v>39552</c:v>
                </c:pt>
                <c:pt idx="1535">
                  <c:v>39553</c:v>
                </c:pt>
                <c:pt idx="1536">
                  <c:v>39554</c:v>
                </c:pt>
                <c:pt idx="1537">
                  <c:v>39555</c:v>
                </c:pt>
                <c:pt idx="1538">
                  <c:v>39556</c:v>
                </c:pt>
                <c:pt idx="1539">
                  <c:v>39560</c:v>
                </c:pt>
                <c:pt idx="1540">
                  <c:v>39561</c:v>
                </c:pt>
                <c:pt idx="1541">
                  <c:v>39562</c:v>
                </c:pt>
                <c:pt idx="1542">
                  <c:v>39563</c:v>
                </c:pt>
                <c:pt idx="1543">
                  <c:v>39566</c:v>
                </c:pt>
                <c:pt idx="1544">
                  <c:v>39567</c:v>
                </c:pt>
                <c:pt idx="1545">
                  <c:v>39568</c:v>
                </c:pt>
                <c:pt idx="1546">
                  <c:v>39570</c:v>
                </c:pt>
                <c:pt idx="1547">
                  <c:v>39573</c:v>
                </c:pt>
                <c:pt idx="1548">
                  <c:v>39574</c:v>
                </c:pt>
                <c:pt idx="1549">
                  <c:v>39575</c:v>
                </c:pt>
                <c:pt idx="1550">
                  <c:v>39576</c:v>
                </c:pt>
                <c:pt idx="1551">
                  <c:v>39577</c:v>
                </c:pt>
                <c:pt idx="1552">
                  <c:v>39580</c:v>
                </c:pt>
                <c:pt idx="1553">
                  <c:v>39581</c:v>
                </c:pt>
                <c:pt idx="1554">
                  <c:v>39582</c:v>
                </c:pt>
                <c:pt idx="1555">
                  <c:v>39583</c:v>
                </c:pt>
                <c:pt idx="1556">
                  <c:v>39584</c:v>
                </c:pt>
                <c:pt idx="1557">
                  <c:v>39587</c:v>
                </c:pt>
                <c:pt idx="1558">
                  <c:v>39588</c:v>
                </c:pt>
                <c:pt idx="1559">
                  <c:v>39589</c:v>
                </c:pt>
                <c:pt idx="1560">
                  <c:v>39591</c:v>
                </c:pt>
                <c:pt idx="1561">
                  <c:v>39594</c:v>
                </c:pt>
                <c:pt idx="1562">
                  <c:v>39595</c:v>
                </c:pt>
                <c:pt idx="1563">
                  <c:v>39596</c:v>
                </c:pt>
                <c:pt idx="1564">
                  <c:v>39597</c:v>
                </c:pt>
                <c:pt idx="1565">
                  <c:v>39598</c:v>
                </c:pt>
                <c:pt idx="1566">
                  <c:v>39601</c:v>
                </c:pt>
                <c:pt idx="1567">
                  <c:v>39602</c:v>
                </c:pt>
                <c:pt idx="1568">
                  <c:v>39603</c:v>
                </c:pt>
                <c:pt idx="1569">
                  <c:v>39604</c:v>
                </c:pt>
                <c:pt idx="1570">
                  <c:v>39605</c:v>
                </c:pt>
                <c:pt idx="1571">
                  <c:v>39608</c:v>
                </c:pt>
                <c:pt idx="1572">
                  <c:v>39609</c:v>
                </c:pt>
                <c:pt idx="1573">
                  <c:v>39610</c:v>
                </c:pt>
                <c:pt idx="1574">
                  <c:v>39611</c:v>
                </c:pt>
                <c:pt idx="1575">
                  <c:v>39612</c:v>
                </c:pt>
                <c:pt idx="1576">
                  <c:v>39615</c:v>
                </c:pt>
                <c:pt idx="1577">
                  <c:v>39616</c:v>
                </c:pt>
                <c:pt idx="1578">
                  <c:v>39617</c:v>
                </c:pt>
                <c:pt idx="1579">
                  <c:v>39618</c:v>
                </c:pt>
                <c:pt idx="1580">
                  <c:v>39619</c:v>
                </c:pt>
                <c:pt idx="1581">
                  <c:v>39622</c:v>
                </c:pt>
                <c:pt idx="1582">
                  <c:v>39623</c:v>
                </c:pt>
                <c:pt idx="1583">
                  <c:v>39624</c:v>
                </c:pt>
                <c:pt idx="1584">
                  <c:v>39625</c:v>
                </c:pt>
                <c:pt idx="1585">
                  <c:v>39626</c:v>
                </c:pt>
                <c:pt idx="1586">
                  <c:v>39629</c:v>
                </c:pt>
                <c:pt idx="1587">
                  <c:v>39630</c:v>
                </c:pt>
                <c:pt idx="1588">
                  <c:v>39631</c:v>
                </c:pt>
                <c:pt idx="1589">
                  <c:v>39632</c:v>
                </c:pt>
                <c:pt idx="1590">
                  <c:v>39633</c:v>
                </c:pt>
                <c:pt idx="1591">
                  <c:v>39636</c:v>
                </c:pt>
                <c:pt idx="1592">
                  <c:v>39637</c:v>
                </c:pt>
                <c:pt idx="1593">
                  <c:v>39639</c:v>
                </c:pt>
                <c:pt idx="1594">
                  <c:v>39640</c:v>
                </c:pt>
                <c:pt idx="1595">
                  <c:v>39643</c:v>
                </c:pt>
                <c:pt idx="1596">
                  <c:v>39644</c:v>
                </c:pt>
                <c:pt idx="1597">
                  <c:v>39645</c:v>
                </c:pt>
                <c:pt idx="1598">
                  <c:v>39646</c:v>
                </c:pt>
                <c:pt idx="1599">
                  <c:v>39647</c:v>
                </c:pt>
                <c:pt idx="1600">
                  <c:v>39650</c:v>
                </c:pt>
                <c:pt idx="1601">
                  <c:v>39651</c:v>
                </c:pt>
                <c:pt idx="1602">
                  <c:v>39652</c:v>
                </c:pt>
                <c:pt idx="1603">
                  <c:v>39653</c:v>
                </c:pt>
                <c:pt idx="1604">
                  <c:v>39654</c:v>
                </c:pt>
                <c:pt idx="1605">
                  <c:v>39657</c:v>
                </c:pt>
                <c:pt idx="1606">
                  <c:v>39658</c:v>
                </c:pt>
                <c:pt idx="1607">
                  <c:v>39659</c:v>
                </c:pt>
                <c:pt idx="1608">
                  <c:v>39660</c:v>
                </c:pt>
                <c:pt idx="1609">
                  <c:v>39661</c:v>
                </c:pt>
                <c:pt idx="1610">
                  <c:v>39664</c:v>
                </c:pt>
                <c:pt idx="1611">
                  <c:v>39665</c:v>
                </c:pt>
                <c:pt idx="1612">
                  <c:v>39666</c:v>
                </c:pt>
                <c:pt idx="1613">
                  <c:v>39667</c:v>
                </c:pt>
                <c:pt idx="1614">
                  <c:v>39668</c:v>
                </c:pt>
                <c:pt idx="1615">
                  <c:v>39671</c:v>
                </c:pt>
                <c:pt idx="1616">
                  <c:v>39672</c:v>
                </c:pt>
                <c:pt idx="1617">
                  <c:v>39673</c:v>
                </c:pt>
                <c:pt idx="1618">
                  <c:v>39674</c:v>
                </c:pt>
                <c:pt idx="1619">
                  <c:v>39675</c:v>
                </c:pt>
                <c:pt idx="1620">
                  <c:v>39678</c:v>
                </c:pt>
                <c:pt idx="1621">
                  <c:v>39679</c:v>
                </c:pt>
                <c:pt idx="1622">
                  <c:v>39680</c:v>
                </c:pt>
                <c:pt idx="1623">
                  <c:v>39681</c:v>
                </c:pt>
                <c:pt idx="1624">
                  <c:v>39682</c:v>
                </c:pt>
                <c:pt idx="1625">
                  <c:v>39685</c:v>
                </c:pt>
                <c:pt idx="1626">
                  <c:v>39686</c:v>
                </c:pt>
                <c:pt idx="1627">
                  <c:v>39687</c:v>
                </c:pt>
                <c:pt idx="1628">
                  <c:v>39688</c:v>
                </c:pt>
                <c:pt idx="1629">
                  <c:v>39689</c:v>
                </c:pt>
                <c:pt idx="1630">
                  <c:v>39692</c:v>
                </c:pt>
                <c:pt idx="1631">
                  <c:v>39693</c:v>
                </c:pt>
                <c:pt idx="1632">
                  <c:v>39694</c:v>
                </c:pt>
                <c:pt idx="1633">
                  <c:v>39695</c:v>
                </c:pt>
                <c:pt idx="1634">
                  <c:v>39696</c:v>
                </c:pt>
                <c:pt idx="1635">
                  <c:v>39699</c:v>
                </c:pt>
                <c:pt idx="1636">
                  <c:v>39700</c:v>
                </c:pt>
                <c:pt idx="1637">
                  <c:v>39701</c:v>
                </c:pt>
                <c:pt idx="1638">
                  <c:v>39702</c:v>
                </c:pt>
                <c:pt idx="1639">
                  <c:v>39703</c:v>
                </c:pt>
                <c:pt idx="1640">
                  <c:v>39706</c:v>
                </c:pt>
                <c:pt idx="1641">
                  <c:v>39707</c:v>
                </c:pt>
                <c:pt idx="1642">
                  <c:v>39708</c:v>
                </c:pt>
                <c:pt idx="1643">
                  <c:v>39709</c:v>
                </c:pt>
                <c:pt idx="1644">
                  <c:v>39710</c:v>
                </c:pt>
                <c:pt idx="1645">
                  <c:v>39713</c:v>
                </c:pt>
                <c:pt idx="1646">
                  <c:v>39714</c:v>
                </c:pt>
                <c:pt idx="1647">
                  <c:v>39715</c:v>
                </c:pt>
                <c:pt idx="1648">
                  <c:v>39716</c:v>
                </c:pt>
                <c:pt idx="1649">
                  <c:v>39717</c:v>
                </c:pt>
                <c:pt idx="1650">
                  <c:v>39720</c:v>
                </c:pt>
                <c:pt idx="1651">
                  <c:v>39721</c:v>
                </c:pt>
                <c:pt idx="1652">
                  <c:v>39722</c:v>
                </c:pt>
                <c:pt idx="1653">
                  <c:v>39723</c:v>
                </c:pt>
                <c:pt idx="1654">
                  <c:v>39724</c:v>
                </c:pt>
                <c:pt idx="1655">
                  <c:v>39727</c:v>
                </c:pt>
                <c:pt idx="1656">
                  <c:v>39728</c:v>
                </c:pt>
                <c:pt idx="1657">
                  <c:v>39729</c:v>
                </c:pt>
                <c:pt idx="1658">
                  <c:v>39730</c:v>
                </c:pt>
                <c:pt idx="1659">
                  <c:v>39731</c:v>
                </c:pt>
                <c:pt idx="1660">
                  <c:v>39734</c:v>
                </c:pt>
                <c:pt idx="1661">
                  <c:v>39735</c:v>
                </c:pt>
                <c:pt idx="1662">
                  <c:v>39736</c:v>
                </c:pt>
                <c:pt idx="1663">
                  <c:v>39737</c:v>
                </c:pt>
                <c:pt idx="1664">
                  <c:v>39738</c:v>
                </c:pt>
                <c:pt idx="1665">
                  <c:v>39741</c:v>
                </c:pt>
                <c:pt idx="1666">
                  <c:v>39742</c:v>
                </c:pt>
                <c:pt idx="1667">
                  <c:v>39743</c:v>
                </c:pt>
                <c:pt idx="1668">
                  <c:v>39744</c:v>
                </c:pt>
                <c:pt idx="1669">
                  <c:v>39745</c:v>
                </c:pt>
                <c:pt idx="1670">
                  <c:v>39748</c:v>
                </c:pt>
                <c:pt idx="1671">
                  <c:v>39749</c:v>
                </c:pt>
                <c:pt idx="1672">
                  <c:v>39750</c:v>
                </c:pt>
                <c:pt idx="1673">
                  <c:v>39751</c:v>
                </c:pt>
                <c:pt idx="1674">
                  <c:v>39752</c:v>
                </c:pt>
                <c:pt idx="1675">
                  <c:v>39755</c:v>
                </c:pt>
                <c:pt idx="1676">
                  <c:v>39756</c:v>
                </c:pt>
                <c:pt idx="1677">
                  <c:v>39757</c:v>
                </c:pt>
                <c:pt idx="1678">
                  <c:v>39758</c:v>
                </c:pt>
                <c:pt idx="1679">
                  <c:v>39759</c:v>
                </c:pt>
                <c:pt idx="1680">
                  <c:v>39762</c:v>
                </c:pt>
                <c:pt idx="1681">
                  <c:v>39763</c:v>
                </c:pt>
                <c:pt idx="1682">
                  <c:v>39764</c:v>
                </c:pt>
                <c:pt idx="1683">
                  <c:v>39765</c:v>
                </c:pt>
                <c:pt idx="1684">
                  <c:v>39766</c:v>
                </c:pt>
                <c:pt idx="1685">
                  <c:v>39769</c:v>
                </c:pt>
                <c:pt idx="1686">
                  <c:v>39770</c:v>
                </c:pt>
                <c:pt idx="1687">
                  <c:v>39771</c:v>
                </c:pt>
                <c:pt idx="1688">
                  <c:v>39773</c:v>
                </c:pt>
                <c:pt idx="1689">
                  <c:v>39776</c:v>
                </c:pt>
                <c:pt idx="1690">
                  <c:v>39777</c:v>
                </c:pt>
                <c:pt idx="1691">
                  <c:v>39778</c:v>
                </c:pt>
                <c:pt idx="1692">
                  <c:v>39779</c:v>
                </c:pt>
                <c:pt idx="1693">
                  <c:v>39780</c:v>
                </c:pt>
                <c:pt idx="1694">
                  <c:v>39783</c:v>
                </c:pt>
                <c:pt idx="1695">
                  <c:v>39784</c:v>
                </c:pt>
                <c:pt idx="1696">
                  <c:v>39785</c:v>
                </c:pt>
                <c:pt idx="1697">
                  <c:v>39786</c:v>
                </c:pt>
                <c:pt idx="1698">
                  <c:v>39787</c:v>
                </c:pt>
                <c:pt idx="1699">
                  <c:v>39790</c:v>
                </c:pt>
                <c:pt idx="1700">
                  <c:v>39791</c:v>
                </c:pt>
                <c:pt idx="1701">
                  <c:v>39792</c:v>
                </c:pt>
                <c:pt idx="1702">
                  <c:v>39793</c:v>
                </c:pt>
                <c:pt idx="1703">
                  <c:v>39794</c:v>
                </c:pt>
                <c:pt idx="1704">
                  <c:v>39797</c:v>
                </c:pt>
                <c:pt idx="1705">
                  <c:v>39798</c:v>
                </c:pt>
                <c:pt idx="1706">
                  <c:v>39799</c:v>
                </c:pt>
                <c:pt idx="1707">
                  <c:v>39800</c:v>
                </c:pt>
                <c:pt idx="1708">
                  <c:v>39801</c:v>
                </c:pt>
                <c:pt idx="1709">
                  <c:v>39804</c:v>
                </c:pt>
                <c:pt idx="1710">
                  <c:v>39805</c:v>
                </c:pt>
                <c:pt idx="1711">
                  <c:v>39808</c:v>
                </c:pt>
                <c:pt idx="1712">
                  <c:v>39811</c:v>
                </c:pt>
                <c:pt idx="1713">
                  <c:v>39812</c:v>
                </c:pt>
                <c:pt idx="1714">
                  <c:v>39815</c:v>
                </c:pt>
                <c:pt idx="1715">
                  <c:v>39818</c:v>
                </c:pt>
                <c:pt idx="1716">
                  <c:v>39819</c:v>
                </c:pt>
                <c:pt idx="1717">
                  <c:v>39820</c:v>
                </c:pt>
                <c:pt idx="1718">
                  <c:v>39821</c:v>
                </c:pt>
                <c:pt idx="1719">
                  <c:v>39822</c:v>
                </c:pt>
                <c:pt idx="1720">
                  <c:v>39825</c:v>
                </c:pt>
                <c:pt idx="1721">
                  <c:v>39826</c:v>
                </c:pt>
                <c:pt idx="1722">
                  <c:v>39827</c:v>
                </c:pt>
                <c:pt idx="1723">
                  <c:v>39828</c:v>
                </c:pt>
                <c:pt idx="1724">
                  <c:v>39829</c:v>
                </c:pt>
                <c:pt idx="1725">
                  <c:v>39832</c:v>
                </c:pt>
                <c:pt idx="1726">
                  <c:v>39833</c:v>
                </c:pt>
                <c:pt idx="1727">
                  <c:v>39834</c:v>
                </c:pt>
                <c:pt idx="1728">
                  <c:v>39835</c:v>
                </c:pt>
                <c:pt idx="1729">
                  <c:v>39836</c:v>
                </c:pt>
                <c:pt idx="1730">
                  <c:v>39839</c:v>
                </c:pt>
                <c:pt idx="1731">
                  <c:v>39840</c:v>
                </c:pt>
                <c:pt idx="1732">
                  <c:v>39841</c:v>
                </c:pt>
                <c:pt idx="1733">
                  <c:v>39842</c:v>
                </c:pt>
                <c:pt idx="1734">
                  <c:v>39843</c:v>
                </c:pt>
                <c:pt idx="1735">
                  <c:v>39846</c:v>
                </c:pt>
                <c:pt idx="1736">
                  <c:v>39847</c:v>
                </c:pt>
                <c:pt idx="1737">
                  <c:v>39848</c:v>
                </c:pt>
                <c:pt idx="1738">
                  <c:v>39849</c:v>
                </c:pt>
                <c:pt idx="1739">
                  <c:v>39850</c:v>
                </c:pt>
                <c:pt idx="1740">
                  <c:v>39853</c:v>
                </c:pt>
                <c:pt idx="1741">
                  <c:v>39854</c:v>
                </c:pt>
                <c:pt idx="1742">
                  <c:v>39855</c:v>
                </c:pt>
                <c:pt idx="1743">
                  <c:v>39856</c:v>
                </c:pt>
                <c:pt idx="1744">
                  <c:v>39857</c:v>
                </c:pt>
                <c:pt idx="1745">
                  <c:v>39860</c:v>
                </c:pt>
                <c:pt idx="1746">
                  <c:v>39861</c:v>
                </c:pt>
                <c:pt idx="1747">
                  <c:v>39862</c:v>
                </c:pt>
                <c:pt idx="1748">
                  <c:v>39863</c:v>
                </c:pt>
                <c:pt idx="1749">
                  <c:v>39864</c:v>
                </c:pt>
                <c:pt idx="1750">
                  <c:v>39869</c:v>
                </c:pt>
                <c:pt idx="1751">
                  <c:v>39870</c:v>
                </c:pt>
                <c:pt idx="1752">
                  <c:v>39871</c:v>
                </c:pt>
                <c:pt idx="1753">
                  <c:v>39874</c:v>
                </c:pt>
                <c:pt idx="1754">
                  <c:v>39875</c:v>
                </c:pt>
                <c:pt idx="1755">
                  <c:v>39876</c:v>
                </c:pt>
                <c:pt idx="1756">
                  <c:v>39877</c:v>
                </c:pt>
                <c:pt idx="1757">
                  <c:v>39878</c:v>
                </c:pt>
                <c:pt idx="1758">
                  <c:v>39881</c:v>
                </c:pt>
                <c:pt idx="1759">
                  <c:v>39882</c:v>
                </c:pt>
                <c:pt idx="1760">
                  <c:v>39883</c:v>
                </c:pt>
                <c:pt idx="1761">
                  <c:v>39884</c:v>
                </c:pt>
                <c:pt idx="1762">
                  <c:v>39885</c:v>
                </c:pt>
                <c:pt idx="1763">
                  <c:v>39888</c:v>
                </c:pt>
                <c:pt idx="1764">
                  <c:v>39889</c:v>
                </c:pt>
                <c:pt idx="1765">
                  <c:v>39890</c:v>
                </c:pt>
                <c:pt idx="1766">
                  <c:v>39891</c:v>
                </c:pt>
                <c:pt idx="1767">
                  <c:v>39892</c:v>
                </c:pt>
                <c:pt idx="1768">
                  <c:v>39895</c:v>
                </c:pt>
                <c:pt idx="1769">
                  <c:v>39896</c:v>
                </c:pt>
                <c:pt idx="1770">
                  <c:v>39897</c:v>
                </c:pt>
                <c:pt idx="1771">
                  <c:v>39898</c:v>
                </c:pt>
                <c:pt idx="1772">
                  <c:v>39899</c:v>
                </c:pt>
                <c:pt idx="1773">
                  <c:v>39902</c:v>
                </c:pt>
                <c:pt idx="1774">
                  <c:v>39903</c:v>
                </c:pt>
                <c:pt idx="1775">
                  <c:v>39904</c:v>
                </c:pt>
                <c:pt idx="1776">
                  <c:v>39905</c:v>
                </c:pt>
                <c:pt idx="1777">
                  <c:v>39906</c:v>
                </c:pt>
                <c:pt idx="1778">
                  <c:v>39909</c:v>
                </c:pt>
                <c:pt idx="1779">
                  <c:v>39910</c:v>
                </c:pt>
                <c:pt idx="1780">
                  <c:v>39911</c:v>
                </c:pt>
                <c:pt idx="1781">
                  <c:v>39912</c:v>
                </c:pt>
                <c:pt idx="1782">
                  <c:v>39916</c:v>
                </c:pt>
                <c:pt idx="1783">
                  <c:v>39917</c:v>
                </c:pt>
                <c:pt idx="1784">
                  <c:v>39918</c:v>
                </c:pt>
                <c:pt idx="1785">
                  <c:v>39919</c:v>
                </c:pt>
                <c:pt idx="1786">
                  <c:v>39920</c:v>
                </c:pt>
                <c:pt idx="1787">
                  <c:v>39923</c:v>
                </c:pt>
                <c:pt idx="1788">
                  <c:v>39925</c:v>
                </c:pt>
                <c:pt idx="1789">
                  <c:v>39926</c:v>
                </c:pt>
                <c:pt idx="1790">
                  <c:v>39927</c:v>
                </c:pt>
                <c:pt idx="1791">
                  <c:v>39930</c:v>
                </c:pt>
                <c:pt idx="1792">
                  <c:v>39931</c:v>
                </c:pt>
                <c:pt idx="1793">
                  <c:v>39932</c:v>
                </c:pt>
                <c:pt idx="1794">
                  <c:v>39933</c:v>
                </c:pt>
                <c:pt idx="1795">
                  <c:v>39937</c:v>
                </c:pt>
                <c:pt idx="1796">
                  <c:v>39938</c:v>
                </c:pt>
                <c:pt idx="1797">
                  <c:v>39939</c:v>
                </c:pt>
                <c:pt idx="1798">
                  <c:v>39940</c:v>
                </c:pt>
                <c:pt idx="1799">
                  <c:v>39941</c:v>
                </c:pt>
                <c:pt idx="1800">
                  <c:v>39944</c:v>
                </c:pt>
                <c:pt idx="1801">
                  <c:v>39945</c:v>
                </c:pt>
                <c:pt idx="1802">
                  <c:v>39946</c:v>
                </c:pt>
                <c:pt idx="1803">
                  <c:v>39947</c:v>
                </c:pt>
                <c:pt idx="1804">
                  <c:v>39948</c:v>
                </c:pt>
                <c:pt idx="1805">
                  <c:v>39951</c:v>
                </c:pt>
                <c:pt idx="1806">
                  <c:v>39952</c:v>
                </c:pt>
                <c:pt idx="1807">
                  <c:v>39953</c:v>
                </c:pt>
                <c:pt idx="1808">
                  <c:v>39954</c:v>
                </c:pt>
                <c:pt idx="1809">
                  <c:v>39955</c:v>
                </c:pt>
                <c:pt idx="1810">
                  <c:v>39958</c:v>
                </c:pt>
                <c:pt idx="1811">
                  <c:v>39959</c:v>
                </c:pt>
                <c:pt idx="1812">
                  <c:v>39960</c:v>
                </c:pt>
                <c:pt idx="1813">
                  <c:v>39961</c:v>
                </c:pt>
                <c:pt idx="1814">
                  <c:v>39962</c:v>
                </c:pt>
                <c:pt idx="1815">
                  <c:v>39965</c:v>
                </c:pt>
                <c:pt idx="1816">
                  <c:v>39966</c:v>
                </c:pt>
                <c:pt idx="1817">
                  <c:v>39967</c:v>
                </c:pt>
                <c:pt idx="1818">
                  <c:v>39968</c:v>
                </c:pt>
                <c:pt idx="1819">
                  <c:v>39969</c:v>
                </c:pt>
                <c:pt idx="1820">
                  <c:v>39972</c:v>
                </c:pt>
                <c:pt idx="1821">
                  <c:v>39973</c:v>
                </c:pt>
                <c:pt idx="1822">
                  <c:v>39974</c:v>
                </c:pt>
                <c:pt idx="1823">
                  <c:v>39976</c:v>
                </c:pt>
                <c:pt idx="1824">
                  <c:v>39979</c:v>
                </c:pt>
                <c:pt idx="1825">
                  <c:v>39980</c:v>
                </c:pt>
                <c:pt idx="1826">
                  <c:v>39981</c:v>
                </c:pt>
                <c:pt idx="1827">
                  <c:v>39982</c:v>
                </c:pt>
                <c:pt idx="1828">
                  <c:v>39983</c:v>
                </c:pt>
                <c:pt idx="1829">
                  <c:v>39986</c:v>
                </c:pt>
                <c:pt idx="1830">
                  <c:v>39987</c:v>
                </c:pt>
                <c:pt idx="1831">
                  <c:v>39988</c:v>
                </c:pt>
                <c:pt idx="1832">
                  <c:v>39989</c:v>
                </c:pt>
                <c:pt idx="1833">
                  <c:v>39990</c:v>
                </c:pt>
                <c:pt idx="1834">
                  <c:v>39993</c:v>
                </c:pt>
                <c:pt idx="1835">
                  <c:v>39994</c:v>
                </c:pt>
                <c:pt idx="1836">
                  <c:v>39995</c:v>
                </c:pt>
                <c:pt idx="1837">
                  <c:v>39996</c:v>
                </c:pt>
                <c:pt idx="1838">
                  <c:v>39997</c:v>
                </c:pt>
                <c:pt idx="1839">
                  <c:v>40000</c:v>
                </c:pt>
                <c:pt idx="1840">
                  <c:v>40001</c:v>
                </c:pt>
                <c:pt idx="1841">
                  <c:v>40002</c:v>
                </c:pt>
                <c:pt idx="1842">
                  <c:v>40004</c:v>
                </c:pt>
                <c:pt idx="1843">
                  <c:v>40007</c:v>
                </c:pt>
                <c:pt idx="1844">
                  <c:v>40008</c:v>
                </c:pt>
                <c:pt idx="1845">
                  <c:v>40009</c:v>
                </c:pt>
                <c:pt idx="1846">
                  <c:v>40010</c:v>
                </c:pt>
                <c:pt idx="1847">
                  <c:v>40011</c:v>
                </c:pt>
                <c:pt idx="1848">
                  <c:v>40014</c:v>
                </c:pt>
                <c:pt idx="1849">
                  <c:v>40015</c:v>
                </c:pt>
                <c:pt idx="1850">
                  <c:v>40016</c:v>
                </c:pt>
                <c:pt idx="1851">
                  <c:v>40017</c:v>
                </c:pt>
                <c:pt idx="1852">
                  <c:v>40018</c:v>
                </c:pt>
                <c:pt idx="1853">
                  <c:v>40021</c:v>
                </c:pt>
                <c:pt idx="1854">
                  <c:v>40022</c:v>
                </c:pt>
                <c:pt idx="1855">
                  <c:v>40023</c:v>
                </c:pt>
                <c:pt idx="1856">
                  <c:v>40024</c:v>
                </c:pt>
                <c:pt idx="1857">
                  <c:v>40025</c:v>
                </c:pt>
                <c:pt idx="1858">
                  <c:v>40028</c:v>
                </c:pt>
                <c:pt idx="1859">
                  <c:v>40029</c:v>
                </c:pt>
                <c:pt idx="1860">
                  <c:v>40030</c:v>
                </c:pt>
                <c:pt idx="1861">
                  <c:v>40031</c:v>
                </c:pt>
                <c:pt idx="1862">
                  <c:v>40032</c:v>
                </c:pt>
                <c:pt idx="1863">
                  <c:v>40035</c:v>
                </c:pt>
                <c:pt idx="1864">
                  <c:v>40036</c:v>
                </c:pt>
                <c:pt idx="1865">
                  <c:v>40037</c:v>
                </c:pt>
                <c:pt idx="1866">
                  <c:v>40038</c:v>
                </c:pt>
                <c:pt idx="1867">
                  <c:v>40039</c:v>
                </c:pt>
                <c:pt idx="1868">
                  <c:v>40042</c:v>
                </c:pt>
                <c:pt idx="1869">
                  <c:v>40043</c:v>
                </c:pt>
                <c:pt idx="1870">
                  <c:v>40044</c:v>
                </c:pt>
                <c:pt idx="1871">
                  <c:v>40045</c:v>
                </c:pt>
                <c:pt idx="1872">
                  <c:v>40046</c:v>
                </c:pt>
                <c:pt idx="1873">
                  <c:v>40049</c:v>
                </c:pt>
                <c:pt idx="1874">
                  <c:v>40050</c:v>
                </c:pt>
                <c:pt idx="1875">
                  <c:v>40051</c:v>
                </c:pt>
                <c:pt idx="1876">
                  <c:v>40052</c:v>
                </c:pt>
                <c:pt idx="1877">
                  <c:v>40053</c:v>
                </c:pt>
                <c:pt idx="1878">
                  <c:v>40056</c:v>
                </c:pt>
                <c:pt idx="1879">
                  <c:v>40057</c:v>
                </c:pt>
                <c:pt idx="1880">
                  <c:v>40058</c:v>
                </c:pt>
                <c:pt idx="1881">
                  <c:v>40059</c:v>
                </c:pt>
                <c:pt idx="1882">
                  <c:v>40060</c:v>
                </c:pt>
                <c:pt idx="1883">
                  <c:v>40064</c:v>
                </c:pt>
                <c:pt idx="1884">
                  <c:v>40065</c:v>
                </c:pt>
                <c:pt idx="1885">
                  <c:v>40066</c:v>
                </c:pt>
                <c:pt idx="1886">
                  <c:v>40067</c:v>
                </c:pt>
                <c:pt idx="1887">
                  <c:v>40070</c:v>
                </c:pt>
                <c:pt idx="1888">
                  <c:v>40071</c:v>
                </c:pt>
                <c:pt idx="1889">
                  <c:v>40072</c:v>
                </c:pt>
                <c:pt idx="1890">
                  <c:v>40073</c:v>
                </c:pt>
                <c:pt idx="1891">
                  <c:v>40074</c:v>
                </c:pt>
                <c:pt idx="1892">
                  <c:v>40077</c:v>
                </c:pt>
                <c:pt idx="1893">
                  <c:v>40078</c:v>
                </c:pt>
                <c:pt idx="1894">
                  <c:v>40079</c:v>
                </c:pt>
                <c:pt idx="1895">
                  <c:v>40080</c:v>
                </c:pt>
                <c:pt idx="1896">
                  <c:v>40081</c:v>
                </c:pt>
                <c:pt idx="1897">
                  <c:v>40084</c:v>
                </c:pt>
                <c:pt idx="1898">
                  <c:v>40085</c:v>
                </c:pt>
                <c:pt idx="1899">
                  <c:v>40086</c:v>
                </c:pt>
                <c:pt idx="1900">
                  <c:v>40087</c:v>
                </c:pt>
                <c:pt idx="1901">
                  <c:v>40088</c:v>
                </c:pt>
                <c:pt idx="1902">
                  <c:v>40091</c:v>
                </c:pt>
                <c:pt idx="1903">
                  <c:v>40092</c:v>
                </c:pt>
                <c:pt idx="1904">
                  <c:v>40093</c:v>
                </c:pt>
                <c:pt idx="1905">
                  <c:v>40094</c:v>
                </c:pt>
                <c:pt idx="1906">
                  <c:v>40095</c:v>
                </c:pt>
                <c:pt idx="1907">
                  <c:v>40099</c:v>
                </c:pt>
                <c:pt idx="1908">
                  <c:v>40100</c:v>
                </c:pt>
                <c:pt idx="1909">
                  <c:v>40101</c:v>
                </c:pt>
                <c:pt idx="1910">
                  <c:v>40102</c:v>
                </c:pt>
                <c:pt idx="1911">
                  <c:v>40105</c:v>
                </c:pt>
                <c:pt idx="1912">
                  <c:v>40106</c:v>
                </c:pt>
                <c:pt idx="1913">
                  <c:v>40107</c:v>
                </c:pt>
                <c:pt idx="1914">
                  <c:v>40108</c:v>
                </c:pt>
                <c:pt idx="1915">
                  <c:v>40109</c:v>
                </c:pt>
                <c:pt idx="1916">
                  <c:v>40112</c:v>
                </c:pt>
                <c:pt idx="1917">
                  <c:v>40113</c:v>
                </c:pt>
                <c:pt idx="1918">
                  <c:v>40114</c:v>
                </c:pt>
                <c:pt idx="1919">
                  <c:v>40115</c:v>
                </c:pt>
                <c:pt idx="1920">
                  <c:v>40116</c:v>
                </c:pt>
                <c:pt idx="1921">
                  <c:v>40120</c:v>
                </c:pt>
                <c:pt idx="1922">
                  <c:v>40121</c:v>
                </c:pt>
                <c:pt idx="1923">
                  <c:v>40122</c:v>
                </c:pt>
                <c:pt idx="1924">
                  <c:v>40123</c:v>
                </c:pt>
                <c:pt idx="1925">
                  <c:v>40126</c:v>
                </c:pt>
                <c:pt idx="1926">
                  <c:v>40127</c:v>
                </c:pt>
                <c:pt idx="1927">
                  <c:v>40128</c:v>
                </c:pt>
                <c:pt idx="1928">
                  <c:v>40129</c:v>
                </c:pt>
                <c:pt idx="1929">
                  <c:v>40130</c:v>
                </c:pt>
                <c:pt idx="1930">
                  <c:v>40133</c:v>
                </c:pt>
                <c:pt idx="1931">
                  <c:v>40134</c:v>
                </c:pt>
                <c:pt idx="1932">
                  <c:v>40135</c:v>
                </c:pt>
                <c:pt idx="1933">
                  <c:v>40136</c:v>
                </c:pt>
                <c:pt idx="1934">
                  <c:v>40140</c:v>
                </c:pt>
                <c:pt idx="1935">
                  <c:v>40141</c:v>
                </c:pt>
                <c:pt idx="1936">
                  <c:v>40142</c:v>
                </c:pt>
                <c:pt idx="1937">
                  <c:v>40143</c:v>
                </c:pt>
                <c:pt idx="1938">
                  <c:v>40144</c:v>
                </c:pt>
                <c:pt idx="1939">
                  <c:v>40147</c:v>
                </c:pt>
                <c:pt idx="1940">
                  <c:v>40148</c:v>
                </c:pt>
                <c:pt idx="1941">
                  <c:v>40149</c:v>
                </c:pt>
                <c:pt idx="1942">
                  <c:v>40150</c:v>
                </c:pt>
                <c:pt idx="1943">
                  <c:v>40151</c:v>
                </c:pt>
                <c:pt idx="1944">
                  <c:v>40154</c:v>
                </c:pt>
                <c:pt idx="1945">
                  <c:v>40155</c:v>
                </c:pt>
                <c:pt idx="1946">
                  <c:v>40156</c:v>
                </c:pt>
                <c:pt idx="1947">
                  <c:v>40157</c:v>
                </c:pt>
                <c:pt idx="1948">
                  <c:v>40158</c:v>
                </c:pt>
                <c:pt idx="1949">
                  <c:v>40161</c:v>
                </c:pt>
                <c:pt idx="1950">
                  <c:v>40162</c:v>
                </c:pt>
                <c:pt idx="1951">
                  <c:v>40163</c:v>
                </c:pt>
                <c:pt idx="1952">
                  <c:v>40164</c:v>
                </c:pt>
                <c:pt idx="1953">
                  <c:v>40165</c:v>
                </c:pt>
                <c:pt idx="1954">
                  <c:v>40168</c:v>
                </c:pt>
                <c:pt idx="1955">
                  <c:v>40169</c:v>
                </c:pt>
                <c:pt idx="1956">
                  <c:v>40170</c:v>
                </c:pt>
                <c:pt idx="1957">
                  <c:v>40175</c:v>
                </c:pt>
                <c:pt idx="1958">
                  <c:v>40176</c:v>
                </c:pt>
                <c:pt idx="1959">
                  <c:v>40177</c:v>
                </c:pt>
                <c:pt idx="1960">
                  <c:v>40182</c:v>
                </c:pt>
                <c:pt idx="1961">
                  <c:v>40183</c:v>
                </c:pt>
                <c:pt idx="1962">
                  <c:v>40184</c:v>
                </c:pt>
                <c:pt idx="1963">
                  <c:v>40185</c:v>
                </c:pt>
                <c:pt idx="1964">
                  <c:v>40186</c:v>
                </c:pt>
                <c:pt idx="1965">
                  <c:v>40189</c:v>
                </c:pt>
                <c:pt idx="1966">
                  <c:v>40190</c:v>
                </c:pt>
                <c:pt idx="1967">
                  <c:v>40191</c:v>
                </c:pt>
                <c:pt idx="1968">
                  <c:v>40192</c:v>
                </c:pt>
                <c:pt idx="1969">
                  <c:v>40193</c:v>
                </c:pt>
                <c:pt idx="1970">
                  <c:v>40196</c:v>
                </c:pt>
                <c:pt idx="1971">
                  <c:v>40197</c:v>
                </c:pt>
                <c:pt idx="1972">
                  <c:v>40198</c:v>
                </c:pt>
                <c:pt idx="1973">
                  <c:v>40199</c:v>
                </c:pt>
                <c:pt idx="1974">
                  <c:v>40200</c:v>
                </c:pt>
                <c:pt idx="1975">
                  <c:v>40204</c:v>
                </c:pt>
                <c:pt idx="1976">
                  <c:v>40205</c:v>
                </c:pt>
                <c:pt idx="1977">
                  <c:v>40206</c:v>
                </c:pt>
                <c:pt idx="1978">
                  <c:v>40207</c:v>
                </c:pt>
                <c:pt idx="1979">
                  <c:v>40210</c:v>
                </c:pt>
                <c:pt idx="1980">
                  <c:v>40211</c:v>
                </c:pt>
                <c:pt idx="1981">
                  <c:v>40212</c:v>
                </c:pt>
                <c:pt idx="1982">
                  <c:v>40213</c:v>
                </c:pt>
                <c:pt idx="1983">
                  <c:v>40214</c:v>
                </c:pt>
                <c:pt idx="1984">
                  <c:v>40217</c:v>
                </c:pt>
                <c:pt idx="1985">
                  <c:v>40218</c:v>
                </c:pt>
                <c:pt idx="1986">
                  <c:v>40219</c:v>
                </c:pt>
                <c:pt idx="1987">
                  <c:v>40220</c:v>
                </c:pt>
                <c:pt idx="1988">
                  <c:v>40221</c:v>
                </c:pt>
                <c:pt idx="1989">
                  <c:v>40226</c:v>
                </c:pt>
                <c:pt idx="1990">
                  <c:v>40227</c:v>
                </c:pt>
                <c:pt idx="1991">
                  <c:v>40228</c:v>
                </c:pt>
                <c:pt idx="1992">
                  <c:v>40231</c:v>
                </c:pt>
                <c:pt idx="1993">
                  <c:v>40232</c:v>
                </c:pt>
                <c:pt idx="1994">
                  <c:v>40233</c:v>
                </c:pt>
                <c:pt idx="1995">
                  <c:v>40234</c:v>
                </c:pt>
                <c:pt idx="1996">
                  <c:v>40235</c:v>
                </c:pt>
                <c:pt idx="1997">
                  <c:v>40238</c:v>
                </c:pt>
                <c:pt idx="1998">
                  <c:v>40239</c:v>
                </c:pt>
                <c:pt idx="1999">
                  <c:v>40240</c:v>
                </c:pt>
                <c:pt idx="2000">
                  <c:v>40241</c:v>
                </c:pt>
                <c:pt idx="2001">
                  <c:v>40242</c:v>
                </c:pt>
                <c:pt idx="2002">
                  <c:v>40245</c:v>
                </c:pt>
                <c:pt idx="2003">
                  <c:v>40246</c:v>
                </c:pt>
                <c:pt idx="2004">
                  <c:v>40247</c:v>
                </c:pt>
                <c:pt idx="2005">
                  <c:v>40248</c:v>
                </c:pt>
                <c:pt idx="2006">
                  <c:v>40249</c:v>
                </c:pt>
                <c:pt idx="2007">
                  <c:v>40252</c:v>
                </c:pt>
                <c:pt idx="2008">
                  <c:v>40253</c:v>
                </c:pt>
                <c:pt idx="2009">
                  <c:v>40254</c:v>
                </c:pt>
                <c:pt idx="2010">
                  <c:v>40255</c:v>
                </c:pt>
                <c:pt idx="2011">
                  <c:v>40256</c:v>
                </c:pt>
                <c:pt idx="2012">
                  <c:v>40259</c:v>
                </c:pt>
                <c:pt idx="2013">
                  <c:v>40260</c:v>
                </c:pt>
                <c:pt idx="2014">
                  <c:v>40261</c:v>
                </c:pt>
                <c:pt idx="2015">
                  <c:v>40262</c:v>
                </c:pt>
                <c:pt idx="2016">
                  <c:v>40263</c:v>
                </c:pt>
                <c:pt idx="2017">
                  <c:v>40266</c:v>
                </c:pt>
                <c:pt idx="2018">
                  <c:v>40267</c:v>
                </c:pt>
                <c:pt idx="2019">
                  <c:v>40268</c:v>
                </c:pt>
                <c:pt idx="2020">
                  <c:v>40269</c:v>
                </c:pt>
                <c:pt idx="2021">
                  <c:v>40273</c:v>
                </c:pt>
                <c:pt idx="2022">
                  <c:v>40274</c:v>
                </c:pt>
                <c:pt idx="2023">
                  <c:v>40275</c:v>
                </c:pt>
                <c:pt idx="2024">
                  <c:v>40276</c:v>
                </c:pt>
                <c:pt idx="2025">
                  <c:v>40277</c:v>
                </c:pt>
                <c:pt idx="2026">
                  <c:v>40280</c:v>
                </c:pt>
                <c:pt idx="2027">
                  <c:v>40281</c:v>
                </c:pt>
                <c:pt idx="2028">
                  <c:v>40282</c:v>
                </c:pt>
                <c:pt idx="2029">
                  <c:v>40283</c:v>
                </c:pt>
                <c:pt idx="2030">
                  <c:v>40284</c:v>
                </c:pt>
                <c:pt idx="2031">
                  <c:v>40287</c:v>
                </c:pt>
                <c:pt idx="2032">
                  <c:v>40288</c:v>
                </c:pt>
                <c:pt idx="2033">
                  <c:v>40290</c:v>
                </c:pt>
                <c:pt idx="2034">
                  <c:v>40291</c:v>
                </c:pt>
                <c:pt idx="2035">
                  <c:v>40294</c:v>
                </c:pt>
                <c:pt idx="2036">
                  <c:v>40295</c:v>
                </c:pt>
                <c:pt idx="2037">
                  <c:v>40296</c:v>
                </c:pt>
                <c:pt idx="2038">
                  <c:v>40297</c:v>
                </c:pt>
                <c:pt idx="2039">
                  <c:v>40298</c:v>
                </c:pt>
                <c:pt idx="2040">
                  <c:v>40301</c:v>
                </c:pt>
                <c:pt idx="2041">
                  <c:v>40302</c:v>
                </c:pt>
                <c:pt idx="2042">
                  <c:v>40303</c:v>
                </c:pt>
                <c:pt idx="2043">
                  <c:v>40304</c:v>
                </c:pt>
                <c:pt idx="2044">
                  <c:v>40305</c:v>
                </c:pt>
                <c:pt idx="2045">
                  <c:v>40308</c:v>
                </c:pt>
                <c:pt idx="2046">
                  <c:v>40309</c:v>
                </c:pt>
                <c:pt idx="2047">
                  <c:v>40310</c:v>
                </c:pt>
                <c:pt idx="2048">
                  <c:v>40311</c:v>
                </c:pt>
                <c:pt idx="2049">
                  <c:v>40312</c:v>
                </c:pt>
                <c:pt idx="2050">
                  <c:v>40315</c:v>
                </c:pt>
                <c:pt idx="2051">
                  <c:v>40316</c:v>
                </c:pt>
                <c:pt idx="2052">
                  <c:v>40317</c:v>
                </c:pt>
                <c:pt idx="2053">
                  <c:v>40318</c:v>
                </c:pt>
                <c:pt idx="2054">
                  <c:v>40319</c:v>
                </c:pt>
                <c:pt idx="2055">
                  <c:v>40322</c:v>
                </c:pt>
                <c:pt idx="2056">
                  <c:v>40323</c:v>
                </c:pt>
                <c:pt idx="2057">
                  <c:v>40324</c:v>
                </c:pt>
                <c:pt idx="2058">
                  <c:v>40325</c:v>
                </c:pt>
                <c:pt idx="2059">
                  <c:v>40326</c:v>
                </c:pt>
                <c:pt idx="2060">
                  <c:v>40329</c:v>
                </c:pt>
                <c:pt idx="2061">
                  <c:v>40330</c:v>
                </c:pt>
                <c:pt idx="2062">
                  <c:v>40331</c:v>
                </c:pt>
                <c:pt idx="2063">
                  <c:v>40333</c:v>
                </c:pt>
                <c:pt idx="2064">
                  <c:v>40336</c:v>
                </c:pt>
                <c:pt idx="2065">
                  <c:v>40337</c:v>
                </c:pt>
                <c:pt idx="2066">
                  <c:v>40338</c:v>
                </c:pt>
                <c:pt idx="2067">
                  <c:v>40339</c:v>
                </c:pt>
                <c:pt idx="2068">
                  <c:v>40340</c:v>
                </c:pt>
                <c:pt idx="2069">
                  <c:v>40343</c:v>
                </c:pt>
                <c:pt idx="2070">
                  <c:v>40344</c:v>
                </c:pt>
                <c:pt idx="2071">
                  <c:v>40345</c:v>
                </c:pt>
                <c:pt idx="2072">
                  <c:v>40346</c:v>
                </c:pt>
                <c:pt idx="2073">
                  <c:v>40347</c:v>
                </c:pt>
                <c:pt idx="2074">
                  <c:v>40350</c:v>
                </c:pt>
                <c:pt idx="2075">
                  <c:v>40351</c:v>
                </c:pt>
                <c:pt idx="2076">
                  <c:v>40352</c:v>
                </c:pt>
                <c:pt idx="2077">
                  <c:v>40353</c:v>
                </c:pt>
                <c:pt idx="2078">
                  <c:v>40354</c:v>
                </c:pt>
                <c:pt idx="2079">
                  <c:v>40357</c:v>
                </c:pt>
                <c:pt idx="2080">
                  <c:v>40358</c:v>
                </c:pt>
                <c:pt idx="2081">
                  <c:v>40359</c:v>
                </c:pt>
                <c:pt idx="2082">
                  <c:v>40360</c:v>
                </c:pt>
                <c:pt idx="2083">
                  <c:v>40361</c:v>
                </c:pt>
                <c:pt idx="2084">
                  <c:v>40364</c:v>
                </c:pt>
                <c:pt idx="2085">
                  <c:v>40365</c:v>
                </c:pt>
                <c:pt idx="2086">
                  <c:v>40366</c:v>
                </c:pt>
                <c:pt idx="2087">
                  <c:v>40367</c:v>
                </c:pt>
                <c:pt idx="2088">
                  <c:v>40371</c:v>
                </c:pt>
                <c:pt idx="2089">
                  <c:v>40372</c:v>
                </c:pt>
                <c:pt idx="2090">
                  <c:v>40373</c:v>
                </c:pt>
                <c:pt idx="2091">
                  <c:v>40374</c:v>
                </c:pt>
                <c:pt idx="2092">
                  <c:v>40375</c:v>
                </c:pt>
                <c:pt idx="2093">
                  <c:v>40378</c:v>
                </c:pt>
                <c:pt idx="2094">
                  <c:v>40379</c:v>
                </c:pt>
                <c:pt idx="2095">
                  <c:v>40380</c:v>
                </c:pt>
                <c:pt idx="2096">
                  <c:v>40381</c:v>
                </c:pt>
                <c:pt idx="2097">
                  <c:v>40382</c:v>
                </c:pt>
                <c:pt idx="2098">
                  <c:v>40385</c:v>
                </c:pt>
                <c:pt idx="2099">
                  <c:v>40386</c:v>
                </c:pt>
                <c:pt idx="2100">
                  <c:v>40387</c:v>
                </c:pt>
                <c:pt idx="2101">
                  <c:v>40388</c:v>
                </c:pt>
                <c:pt idx="2102">
                  <c:v>40389</c:v>
                </c:pt>
                <c:pt idx="2103">
                  <c:v>40392</c:v>
                </c:pt>
                <c:pt idx="2104">
                  <c:v>40393</c:v>
                </c:pt>
                <c:pt idx="2105">
                  <c:v>40394</c:v>
                </c:pt>
                <c:pt idx="2106">
                  <c:v>40395</c:v>
                </c:pt>
                <c:pt idx="2107">
                  <c:v>40396</c:v>
                </c:pt>
                <c:pt idx="2108">
                  <c:v>40399</c:v>
                </c:pt>
                <c:pt idx="2109">
                  <c:v>40400</c:v>
                </c:pt>
                <c:pt idx="2110">
                  <c:v>40401</c:v>
                </c:pt>
                <c:pt idx="2111">
                  <c:v>40402</c:v>
                </c:pt>
                <c:pt idx="2112">
                  <c:v>40403</c:v>
                </c:pt>
                <c:pt idx="2113">
                  <c:v>40406</c:v>
                </c:pt>
                <c:pt idx="2114">
                  <c:v>40407</c:v>
                </c:pt>
                <c:pt idx="2115">
                  <c:v>40408</c:v>
                </c:pt>
                <c:pt idx="2116">
                  <c:v>40409</c:v>
                </c:pt>
                <c:pt idx="2117">
                  <c:v>40410</c:v>
                </c:pt>
                <c:pt idx="2118">
                  <c:v>40413</c:v>
                </c:pt>
                <c:pt idx="2119">
                  <c:v>40414</c:v>
                </c:pt>
                <c:pt idx="2120">
                  <c:v>40415</c:v>
                </c:pt>
                <c:pt idx="2121">
                  <c:v>40416</c:v>
                </c:pt>
                <c:pt idx="2122">
                  <c:v>40417</c:v>
                </c:pt>
                <c:pt idx="2123">
                  <c:v>40420</c:v>
                </c:pt>
                <c:pt idx="2124">
                  <c:v>40421</c:v>
                </c:pt>
                <c:pt idx="2125">
                  <c:v>40422</c:v>
                </c:pt>
                <c:pt idx="2126">
                  <c:v>40423</c:v>
                </c:pt>
                <c:pt idx="2127">
                  <c:v>40424</c:v>
                </c:pt>
                <c:pt idx="2128">
                  <c:v>40427</c:v>
                </c:pt>
                <c:pt idx="2129">
                  <c:v>40429</c:v>
                </c:pt>
                <c:pt idx="2130">
                  <c:v>40430</c:v>
                </c:pt>
                <c:pt idx="2131">
                  <c:v>40431</c:v>
                </c:pt>
                <c:pt idx="2132">
                  <c:v>40434</c:v>
                </c:pt>
                <c:pt idx="2133">
                  <c:v>40435</c:v>
                </c:pt>
                <c:pt idx="2134">
                  <c:v>40436</c:v>
                </c:pt>
                <c:pt idx="2135">
                  <c:v>40437</c:v>
                </c:pt>
                <c:pt idx="2136">
                  <c:v>40438</c:v>
                </c:pt>
                <c:pt idx="2137">
                  <c:v>40441</c:v>
                </c:pt>
                <c:pt idx="2138">
                  <c:v>40442</c:v>
                </c:pt>
                <c:pt idx="2139">
                  <c:v>40443</c:v>
                </c:pt>
                <c:pt idx="2140">
                  <c:v>40444</c:v>
                </c:pt>
                <c:pt idx="2141">
                  <c:v>40445</c:v>
                </c:pt>
                <c:pt idx="2142">
                  <c:v>40448</c:v>
                </c:pt>
                <c:pt idx="2143">
                  <c:v>40449</c:v>
                </c:pt>
                <c:pt idx="2144">
                  <c:v>40450</c:v>
                </c:pt>
                <c:pt idx="2145">
                  <c:v>40451</c:v>
                </c:pt>
                <c:pt idx="2146">
                  <c:v>40452</c:v>
                </c:pt>
                <c:pt idx="2147">
                  <c:v>40455</c:v>
                </c:pt>
                <c:pt idx="2148">
                  <c:v>40456</c:v>
                </c:pt>
                <c:pt idx="2149">
                  <c:v>40457</c:v>
                </c:pt>
                <c:pt idx="2150">
                  <c:v>40458</c:v>
                </c:pt>
                <c:pt idx="2151">
                  <c:v>40459</c:v>
                </c:pt>
                <c:pt idx="2152">
                  <c:v>40462</c:v>
                </c:pt>
                <c:pt idx="2153">
                  <c:v>40464</c:v>
                </c:pt>
                <c:pt idx="2154">
                  <c:v>40465</c:v>
                </c:pt>
                <c:pt idx="2155">
                  <c:v>40466</c:v>
                </c:pt>
                <c:pt idx="2156">
                  <c:v>40469</c:v>
                </c:pt>
                <c:pt idx="2157">
                  <c:v>40470</c:v>
                </c:pt>
                <c:pt idx="2158">
                  <c:v>40471</c:v>
                </c:pt>
                <c:pt idx="2159">
                  <c:v>40472</c:v>
                </c:pt>
                <c:pt idx="2160">
                  <c:v>40473</c:v>
                </c:pt>
                <c:pt idx="2161">
                  <c:v>40476</c:v>
                </c:pt>
                <c:pt idx="2162">
                  <c:v>40477</c:v>
                </c:pt>
                <c:pt idx="2163">
                  <c:v>40478</c:v>
                </c:pt>
                <c:pt idx="2164">
                  <c:v>40479</c:v>
                </c:pt>
                <c:pt idx="2165">
                  <c:v>40480</c:v>
                </c:pt>
                <c:pt idx="2166">
                  <c:v>40483</c:v>
                </c:pt>
                <c:pt idx="2167">
                  <c:v>40485</c:v>
                </c:pt>
                <c:pt idx="2168">
                  <c:v>40486</c:v>
                </c:pt>
                <c:pt idx="2169">
                  <c:v>40487</c:v>
                </c:pt>
                <c:pt idx="2170">
                  <c:v>40490</c:v>
                </c:pt>
                <c:pt idx="2171">
                  <c:v>40491</c:v>
                </c:pt>
                <c:pt idx="2172">
                  <c:v>40492</c:v>
                </c:pt>
                <c:pt idx="2173">
                  <c:v>40493</c:v>
                </c:pt>
                <c:pt idx="2174">
                  <c:v>40494</c:v>
                </c:pt>
                <c:pt idx="2175">
                  <c:v>40498</c:v>
                </c:pt>
                <c:pt idx="2176">
                  <c:v>40499</c:v>
                </c:pt>
                <c:pt idx="2177">
                  <c:v>40500</c:v>
                </c:pt>
                <c:pt idx="2178">
                  <c:v>40501</c:v>
                </c:pt>
                <c:pt idx="2179">
                  <c:v>40504</c:v>
                </c:pt>
                <c:pt idx="2180">
                  <c:v>40505</c:v>
                </c:pt>
                <c:pt idx="2181">
                  <c:v>40506</c:v>
                </c:pt>
                <c:pt idx="2182">
                  <c:v>40507</c:v>
                </c:pt>
                <c:pt idx="2183">
                  <c:v>40508</c:v>
                </c:pt>
                <c:pt idx="2184">
                  <c:v>40511</c:v>
                </c:pt>
                <c:pt idx="2185">
                  <c:v>40512</c:v>
                </c:pt>
                <c:pt idx="2186">
                  <c:v>40513</c:v>
                </c:pt>
                <c:pt idx="2187">
                  <c:v>40514</c:v>
                </c:pt>
                <c:pt idx="2188">
                  <c:v>40515</c:v>
                </c:pt>
                <c:pt idx="2189">
                  <c:v>40518</c:v>
                </c:pt>
                <c:pt idx="2190">
                  <c:v>40519</c:v>
                </c:pt>
                <c:pt idx="2191">
                  <c:v>40520</c:v>
                </c:pt>
                <c:pt idx="2192">
                  <c:v>40521</c:v>
                </c:pt>
                <c:pt idx="2193">
                  <c:v>40522</c:v>
                </c:pt>
                <c:pt idx="2194">
                  <c:v>40525</c:v>
                </c:pt>
                <c:pt idx="2195">
                  <c:v>40526</c:v>
                </c:pt>
                <c:pt idx="2196">
                  <c:v>40527</c:v>
                </c:pt>
                <c:pt idx="2197">
                  <c:v>40528</c:v>
                </c:pt>
                <c:pt idx="2198">
                  <c:v>40529</c:v>
                </c:pt>
                <c:pt idx="2199">
                  <c:v>40532</c:v>
                </c:pt>
                <c:pt idx="2200">
                  <c:v>40533</c:v>
                </c:pt>
                <c:pt idx="2201">
                  <c:v>40534</c:v>
                </c:pt>
                <c:pt idx="2202">
                  <c:v>40535</c:v>
                </c:pt>
                <c:pt idx="2203">
                  <c:v>40539</c:v>
                </c:pt>
                <c:pt idx="2204">
                  <c:v>40540</c:v>
                </c:pt>
                <c:pt idx="2205">
                  <c:v>40541</c:v>
                </c:pt>
                <c:pt idx="2206">
                  <c:v>40542</c:v>
                </c:pt>
                <c:pt idx="2207">
                  <c:v>40546</c:v>
                </c:pt>
                <c:pt idx="2208">
                  <c:v>40547</c:v>
                </c:pt>
                <c:pt idx="2209">
                  <c:v>40548</c:v>
                </c:pt>
                <c:pt idx="2210">
                  <c:v>40549</c:v>
                </c:pt>
                <c:pt idx="2211">
                  <c:v>40550</c:v>
                </c:pt>
                <c:pt idx="2212">
                  <c:v>40553</c:v>
                </c:pt>
                <c:pt idx="2213">
                  <c:v>40554</c:v>
                </c:pt>
                <c:pt idx="2214">
                  <c:v>40555</c:v>
                </c:pt>
                <c:pt idx="2215">
                  <c:v>40556</c:v>
                </c:pt>
                <c:pt idx="2216">
                  <c:v>40557</c:v>
                </c:pt>
                <c:pt idx="2217">
                  <c:v>40560</c:v>
                </c:pt>
                <c:pt idx="2218">
                  <c:v>40561</c:v>
                </c:pt>
                <c:pt idx="2219">
                  <c:v>40562</c:v>
                </c:pt>
                <c:pt idx="2220">
                  <c:v>40563</c:v>
                </c:pt>
                <c:pt idx="2221">
                  <c:v>40564</c:v>
                </c:pt>
                <c:pt idx="2222">
                  <c:v>40567</c:v>
                </c:pt>
                <c:pt idx="2223">
                  <c:v>40569</c:v>
                </c:pt>
                <c:pt idx="2224">
                  <c:v>40570</c:v>
                </c:pt>
                <c:pt idx="2225">
                  <c:v>40571</c:v>
                </c:pt>
                <c:pt idx="2226">
                  <c:v>40574</c:v>
                </c:pt>
                <c:pt idx="2227">
                  <c:v>40575</c:v>
                </c:pt>
                <c:pt idx="2228">
                  <c:v>40576</c:v>
                </c:pt>
                <c:pt idx="2229">
                  <c:v>40577</c:v>
                </c:pt>
                <c:pt idx="2230">
                  <c:v>40578</c:v>
                </c:pt>
                <c:pt idx="2231">
                  <c:v>40581</c:v>
                </c:pt>
                <c:pt idx="2232">
                  <c:v>40582</c:v>
                </c:pt>
                <c:pt idx="2233">
                  <c:v>40583</c:v>
                </c:pt>
                <c:pt idx="2234">
                  <c:v>40584</c:v>
                </c:pt>
                <c:pt idx="2235">
                  <c:v>40585</c:v>
                </c:pt>
                <c:pt idx="2236">
                  <c:v>40588</c:v>
                </c:pt>
                <c:pt idx="2237">
                  <c:v>40589</c:v>
                </c:pt>
                <c:pt idx="2238">
                  <c:v>40590</c:v>
                </c:pt>
                <c:pt idx="2239">
                  <c:v>40591</c:v>
                </c:pt>
                <c:pt idx="2240">
                  <c:v>40592</c:v>
                </c:pt>
                <c:pt idx="2241">
                  <c:v>40595</c:v>
                </c:pt>
                <c:pt idx="2242">
                  <c:v>40596</c:v>
                </c:pt>
                <c:pt idx="2243">
                  <c:v>40597</c:v>
                </c:pt>
                <c:pt idx="2244">
                  <c:v>40598</c:v>
                </c:pt>
                <c:pt idx="2245">
                  <c:v>40599</c:v>
                </c:pt>
                <c:pt idx="2246">
                  <c:v>40602</c:v>
                </c:pt>
                <c:pt idx="2247">
                  <c:v>40603</c:v>
                </c:pt>
                <c:pt idx="2248">
                  <c:v>40604</c:v>
                </c:pt>
                <c:pt idx="2249">
                  <c:v>40605</c:v>
                </c:pt>
                <c:pt idx="2250">
                  <c:v>40606</c:v>
                </c:pt>
                <c:pt idx="2251">
                  <c:v>40611</c:v>
                </c:pt>
                <c:pt idx="2252">
                  <c:v>40612</c:v>
                </c:pt>
                <c:pt idx="2253">
                  <c:v>40613</c:v>
                </c:pt>
                <c:pt idx="2254">
                  <c:v>40616</c:v>
                </c:pt>
                <c:pt idx="2255">
                  <c:v>40617</c:v>
                </c:pt>
                <c:pt idx="2256">
                  <c:v>40618</c:v>
                </c:pt>
                <c:pt idx="2257">
                  <c:v>40619</c:v>
                </c:pt>
                <c:pt idx="2258">
                  <c:v>40620</c:v>
                </c:pt>
                <c:pt idx="2259">
                  <c:v>40623</c:v>
                </c:pt>
                <c:pt idx="2260">
                  <c:v>40624</c:v>
                </c:pt>
                <c:pt idx="2261">
                  <c:v>40625</c:v>
                </c:pt>
                <c:pt idx="2262">
                  <c:v>40626</c:v>
                </c:pt>
                <c:pt idx="2263">
                  <c:v>40627</c:v>
                </c:pt>
                <c:pt idx="2264">
                  <c:v>40630</c:v>
                </c:pt>
                <c:pt idx="2265">
                  <c:v>40631</c:v>
                </c:pt>
                <c:pt idx="2266">
                  <c:v>40632</c:v>
                </c:pt>
                <c:pt idx="2267">
                  <c:v>40633</c:v>
                </c:pt>
                <c:pt idx="2268">
                  <c:v>40634</c:v>
                </c:pt>
                <c:pt idx="2269">
                  <c:v>40637</c:v>
                </c:pt>
                <c:pt idx="2270">
                  <c:v>40638</c:v>
                </c:pt>
                <c:pt idx="2271">
                  <c:v>40639</c:v>
                </c:pt>
                <c:pt idx="2272">
                  <c:v>40640</c:v>
                </c:pt>
                <c:pt idx="2273">
                  <c:v>40641</c:v>
                </c:pt>
                <c:pt idx="2274">
                  <c:v>40644</c:v>
                </c:pt>
                <c:pt idx="2275">
                  <c:v>40645</c:v>
                </c:pt>
                <c:pt idx="2276">
                  <c:v>40646</c:v>
                </c:pt>
                <c:pt idx="2277">
                  <c:v>40647</c:v>
                </c:pt>
                <c:pt idx="2278">
                  <c:v>40648</c:v>
                </c:pt>
                <c:pt idx="2279">
                  <c:v>40651</c:v>
                </c:pt>
                <c:pt idx="2280">
                  <c:v>40652</c:v>
                </c:pt>
                <c:pt idx="2281">
                  <c:v>40653</c:v>
                </c:pt>
                <c:pt idx="2282">
                  <c:v>40658</c:v>
                </c:pt>
                <c:pt idx="2283">
                  <c:v>40659</c:v>
                </c:pt>
                <c:pt idx="2284">
                  <c:v>40660</c:v>
                </c:pt>
                <c:pt idx="2285">
                  <c:v>40661</c:v>
                </c:pt>
                <c:pt idx="2286">
                  <c:v>40662</c:v>
                </c:pt>
                <c:pt idx="2287">
                  <c:v>40665</c:v>
                </c:pt>
                <c:pt idx="2288">
                  <c:v>40666</c:v>
                </c:pt>
                <c:pt idx="2289">
                  <c:v>40667</c:v>
                </c:pt>
                <c:pt idx="2290">
                  <c:v>40668</c:v>
                </c:pt>
                <c:pt idx="2291">
                  <c:v>40669</c:v>
                </c:pt>
                <c:pt idx="2292">
                  <c:v>40672</c:v>
                </c:pt>
                <c:pt idx="2293">
                  <c:v>40673</c:v>
                </c:pt>
                <c:pt idx="2294">
                  <c:v>40674</c:v>
                </c:pt>
                <c:pt idx="2295">
                  <c:v>40675</c:v>
                </c:pt>
                <c:pt idx="2296">
                  <c:v>40676</c:v>
                </c:pt>
                <c:pt idx="2297">
                  <c:v>40679</c:v>
                </c:pt>
                <c:pt idx="2298">
                  <c:v>40680</c:v>
                </c:pt>
                <c:pt idx="2299">
                  <c:v>40681</c:v>
                </c:pt>
                <c:pt idx="2300">
                  <c:v>40682</c:v>
                </c:pt>
                <c:pt idx="2301">
                  <c:v>40683</c:v>
                </c:pt>
                <c:pt idx="2302">
                  <c:v>40686</c:v>
                </c:pt>
                <c:pt idx="2303">
                  <c:v>40687</c:v>
                </c:pt>
                <c:pt idx="2304">
                  <c:v>40688</c:v>
                </c:pt>
                <c:pt idx="2305">
                  <c:v>40689</c:v>
                </c:pt>
                <c:pt idx="2306">
                  <c:v>40690</c:v>
                </c:pt>
                <c:pt idx="2307">
                  <c:v>40693</c:v>
                </c:pt>
                <c:pt idx="2308">
                  <c:v>40694</c:v>
                </c:pt>
                <c:pt idx="2309">
                  <c:v>40695</c:v>
                </c:pt>
                <c:pt idx="2310">
                  <c:v>40696</c:v>
                </c:pt>
                <c:pt idx="2311">
                  <c:v>40697</c:v>
                </c:pt>
                <c:pt idx="2312">
                  <c:v>40700</c:v>
                </c:pt>
                <c:pt idx="2313">
                  <c:v>40701</c:v>
                </c:pt>
                <c:pt idx="2314">
                  <c:v>40702</c:v>
                </c:pt>
                <c:pt idx="2315">
                  <c:v>40703</c:v>
                </c:pt>
                <c:pt idx="2316">
                  <c:v>40704</c:v>
                </c:pt>
                <c:pt idx="2317">
                  <c:v>40707</c:v>
                </c:pt>
                <c:pt idx="2318">
                  <c:v>40708</c:v>
                </c:pt>
                <c:pt idx="2319">
                  <c:v>40709</c:v>
                </c:pt>
                <c:pt idx="2320">
                  <c:v>40710</c:v>
                </c:pt>
                <c:pt idx="2321">
                  <c:v>40711</c:v>
                </c:pt>
                <c:pt idx="2322">
                  <c:v>40714</c:v>
                </c:pt>
                <c:pt idx="2323">
                  <c:v>40715</c:v>
                </c:pt>
                <c:pt idx="2324">
                  <c:v>40716</c:v>
                </c:pt>
                <c:pt idx="2325">
                  <c:v>40718</c:v>
                </c:pt>
                <c:pt idx="2326">
                  <c:v>40721</c:v>
                </c:pt>
                <c:pt idx="2327">
                  <c:v>40722</c:v>
                </c:pt>
                <c:pt idx="2328">
                  <c:v>40723</c:v>
                </c:pt>
                <c:pt idx="2329">
                  <c:v>40724</c:v>
                </c:pt>
                <c:pt idx="2330">
                  <c:v>40725</c:v>
                </c:pt>
                <c:pt idx="2331">
                  <c:v>40728</c:v>
                </c:pt>
                <c:pt idx="2332">
                  <c:v>40729</c:v>
                </c:pt>
                <c:pt idx="2333">
                  <c:v>40730</c:v>
                </c:pt>
                <c:pt idx="2334">
                  <c:v>40731</c:v>
                </c:pt>
                <c:pt idx="2335">
                  <c:v>40732</c:v>
                </c:pt>
                <c:pt idx="2336">
                  <c:v>40735</c:v>
                </c:pt>
                <c:pt idx="2337">
                  <c:v>40736</c:v>
                </c:pt>
                <c:pt idx="2338">
                  <c:v>40737</c:v>
                </c:pt>
                <c:pt idx="2339">
                  <c:v>40738</c:v>
                </c:pt>
                <c:pt idx="2340">
                  <c:v>40739</c:v>
                </c:pt>
                <c:pt idx="2341">
                  <c:v>40742</c:v>
                </c:pt>
                <c:pt idx="2342">
                  <c:v>40743</c:v>
                </c:pt>
                <c:pt idx="2343">
                  <c:v>40744</c:v>
                </c:pt>
                <c:pt idx="2344">
                  <c:v>40745</c:v>
                </c:pt>
                <c:pt idx="2345">
                  <c:v>40746</c:v>
                </c:pt>
                <c:pt idx="2346">
                  <c:v>40749</c:v>
                </c:pt>
                <c:pt idx="2347">
                  <c:v>40750</c:v>
                </c:pt>
                <c:pt idx="2348">
                  <c:v>40751</c:v>
                </c:pt>
                <c:pt idx="2349">
                  <c:v>40752</c:v>
                </c:pt>
                <c:pt idx="2350">
                  <c:v>40753</c:v>
                </c:pt>
                <c:pt idx="2351">
                  <c:v>40756</c:v>
                </c:pt>
                <c:pt idx="2352">
                  <c:v>40757</c:v>
                </c:pt>
                <c:pt idx="2353">
                  <c:v>40758</c:v>
                </c:pt>
                <c:pt idx="2354">
                  <c:v>40759</c:v>
                </c:pt>
                <c:pt idx="2355">
                  <c:v>40760</c:v>
                </c:pt>
                <c:pt idx="2356">
                  <c:v>40763</c:v>
                </c:pt>
                <c:pt idx="2357">
                  <c:v>40764</c:v>
                </c:pt>
                <c:pt idx="2358">
                  <c:v>40765</c:v>
                </c:pt>
                <c:pt idx="2359">
                  <c:v>40766</c:v>
                </c:pt>
                <c:pt idx="2360">
                  <c:v>40767</c:v>
                </c:pt>
                <c:pt idx="2361">
                  <c:v>40770</c:v>
                </c:pt>
                <c:pt idx="2362">
                  <c:v>40771</c:v>
                </c:pt>
                <c:pt idx="2363">
                  <c:v>40772</c:v>
                </c:pt>
                <c:pt idx="2364">
                  <c:v>40773</c:v>
                </c:pt>
                <c:pt idx="2365">
                  <c:v>40774</c:v>
                </c:pt>
                <c:pt idx="2366">
                  <c:v>40777</c:v>
                </c:pt>
                <c:pt idx="2367">
                  <c:v>40778</c:v>
                </c:pt>
                <c:pt idx="2368">
                  <c:v>40779</c:v>
                </c:pt>
                <c:pt idx="2369">
                  <c:v>40780</c:v>
                </c:pt>
                <c:pt idx="2370">
                  <c:v>40781</c:v>
                </c:pt>
                <c:pt idx="2371">
                  <c:v>40784</c:v>
                </c:pt>
                <c:pt idx="2372">
                  <c:v>40785</c:v>
                </c:pt>
                <c:pt idx="2373">
                  <c:v>40786</c:v>
                </c:pt>
                <c:pt idx="2374">
                  <c:v>40787</c:v>
                </c:pt>
                <c:pt idx="2375">
                  <c:v>40788</c:v>
                </c:pt>
                <c:pt idx="2376">
                  <c:v>40791</c:v>
                </c:pt>
                <c:pt idx="2377">
                  <c:v>40792</c:v>
                </c:pt>
                <c:pt idx="2378">
                  <c:v>40794</c:v>
                </c:pt>
                <c:pt idx="2379">
                  <c:v>40795</c:v>
                </c:pt>
                <c:pt idx="2380">
                  <c:v>40798</c:v>
                </c:pt>
                <c:pt idx="2381">
                  <c:v>40799</c:v>
                </c:pt>
                <c:pt idx="2382">
                  <c:v>40800</c:v>
                </c:pt>
                <c:pt idx="2383">
                  <c:v>40801</c:v>
                </c:pt>
                <c:pt idx="2384">
                  <c:v>40802</c:v>
                </c:pt>
                <c:pt idx="2385">
                  <c:v>40805</c:v>
                </c:pt>
                <c:pt idx="2386">
                  <c:v>40806</c:v>
                </c:pt>
                <c:pt idx="2387">
                  <c:v>40807</c:v>
                </c:pt>
                <c:pt idx="2388">
                  <c:v>40808</c:v>
                </c:pt>
                <c:pt idx="2389">
                  <c:v>40809</c:v>
                </c:pt>
                <c:pt idx="2390">
                  <c:v>40812</c:v>
                </c:pt>
                <c:pt idx="2391">
                  <c:v>40813</c:v>
                </c:pt>
                <c:pt idx="2392">
                  <c:v>40814</c:v>
                </c:pt>
                <c:pt idx="2393">
                  <c:v>40815</c:v>
                </c:pt>
                <c:pt idx="2394">
                  <c:v>40816</c:v>
                </c:pt>
                <c:pt idx="2395">
                  <c:v>40819</c:v>
                </c:pt>
                <c:pt idx="2396">
                  <c:v>40820</c:v>
                </c:pt>
                <c:pt idx="2397">
                  <c:v>40821</c:v>
                </c:pt>
                <c:pt idx="2398">
                  <c:v>40822</c:v>
                </c:pt>
                <c:pt idx="2399">
                  <c:v>40823</c:v>
                </c:pt>
                <c:pt idx="2400">
                  <c:v>40826</c:v>
                </c:pt>
                <c:pt idx="2401">
                  <c:v>40827</c:v>
                </c:pt>
                <c:pt idx="2402">
                  <c:v>40829</c:v>
                </c:pt>
                <c:pt idx="2403">
                  <c:v>40830</c:v>
                </c:pt>
                <c:pt idx="2404">
                  <c:v>40833</c:v>
                </c:pt>
                <c:pt idx="2405">
                  <c:v>40834</c:v>
                </c:pt>
                <c:pt idx="2406">
                  <c:v>40835</c:v>
                </c:pt>
                <c:pt idx="2407">
                  <c:v>40836</c:v>
                </c:pt>
                <c:pt idx="2408">
                  <c:v>40837</c:v>
                </c:pt>
                <c:pt idx="2409">
                  <c:v>40840</c:v>
                </c:pt>
                <c:pt idx="2410">
                  <c:v>40841</c:v>
                </c:pt>
                <c:pt idx="2411">
                  <c:v>40842</c:v>
                </c:pt>
                <c:pt idx="2412">
                  <c:v>40843</c:v>
                </c:pt>
                <c:pt idx="2413">
                  <c:v>40844</c:v>
                </c:pt>
                <c:pt idx="2414">
                  <c:v>40847</c:v>
                </c:pt>
                <c:pt idx="2415">
                  <c:v>40848</c:v>
                </c:pt>
                <c:pt idx="2416">
                  <c:v>40850</c:v>
                </c:pt>
                <c:pt idx="2417">
                  <c:v>40851</c:v>
                </c:pt>
                <c:pt idx="2418">
                  <c:v>40854</c:v>
                </c:pt>
                <c:pt idx="2419">
                  <c:v>40855</c:v>
                </c:pt>
                <c:pt idx="2420">
                  <c:v>40856</c:v>
                </c:pt>
                <c:pt idx="2421">
                  <c:v>40857</c:v>
                </c:pt>
                <c:pt idx="2422">
                  <c:v>40858</c:v>
                </c:pt>
                <c:pt idx="2423">
                  <c:v>40861</c:v>
                </c:pt>
                <c:pt idx="2424">
                  <c:v>40863</c:v>
                </c:pt>
                <c:pt idx="2425">
                  <c:v>40864</c:v>
                </c:pt>
                <c:pt idx="2426">
                  <c:v>40865</c:v>
                </c:pt>
                <c:pt idx="2427">
                  <c:v>40868</c:v>
                </c:pt>
                <c:pt idx="2428">
                  <c:v>40869</c:v>
                </c:pt>
                <c:pt idx="2429">
                  <c:v>40870</c:v>
                </c:pt>
                <c:pt idx="2430">
                  <c:v>40871</c:v>
                </c:pt>
                <c:pt idx="2431">
                  <c:v>40872</c:v>
                </c:pt>
                <c:pt idx="2432">
                  <c:v>40875</c:v>
                </c:pt>
                <c:pt idx="2433">
                  <c:v>40876</c:v>
                </c:pt>
                <c:pt idx="2434">
                  <c:v>40877</c:v>
                </c:pt>
                <c:pt idx="2435">
                  <c:v>40878</c:v>
                </c:pt>
                <c:pt idx="2436">
                  <c:v>40879</c:v>
                </c:pt>
                <c:pt idx="2437">
                  <c:v>40882</c:v>
                </c:pt>
                <c:pt idx="2438">
                  <c:v>40883</c:v>
                </c:pt>
                <c:pt idx="2439">
                  <c:v>40884</c:v>
                </c:pt>
                <c:pt idx="2440">
                  <c:v>40885</c:v>
                </c:pt>
                <c:pt idx="2441">
                  <c:v>40886</c:v>
                </c:pt>
                <c:pt idx="2442">
                  <c:v>40889</c:v>
                </c:pt>
                <c:pt idx="2443">
                  <c:v>40890</c:v>
                </c:pt>
                <c:pt idx="2444">
                  <c:v>40891</c:v>
                </c:pt>
                <c:pt idx="2445">
                  <c:v>40892</c:v>
                </c:pt>
                <c:pt idx="2446">
                  <c:v>40893</c:v>
                </c:pt>
                <c:pt idx="2447">
                  <c:v>40896</c:v>
                </c:pt>
                <c:pt idx="2448">
                  <c:v>40897</c:v>
                </c:pt>
                <c:pt idx="2449">
                  <c:v>40898</c:v>
                </c:pt>
                <c:pt idx="2450">
                  <c:v>40899</c:v>
                </c:pt>
                <c:pt idx="2451">
                  <c:v>40900</c:v>
                </c:pt>
                <c:pt idx="2452">
                  <c:v>40903</c:v>
                </c:pt>
                <c:pt idx="2453">
                  <c:v>40904</c:v>
                </c:pt>
                <c:pt idx="2454">
                  <c:v>40905</c:v>
                </c:pt>
                <c:pt idx="2455">
                  <c:v>40906</c:v>
                </c:pt>
                <c:pt idx="2456">
                  <c:v>40910</c:v>
                </c:pt>
                <c:pt idx="2457">
                  <c:v>40911</c:v>
                </c:pt>
                <c:pt idx="2458">
                  <c:v>40912</c:v>
                </c:pt>
                <c:pt idx="2459">
                  <c:v>40913</c:v>
                </c:pt>
                <c:pt idx="2460">
                  <c:v>40914</c:v>
                </c:pt>
                <c:pt idx="2461">
                  <c:v>40917</c:v>
                </c:pt>
                <c:pt idx="2462">
                  <c:v>40918</c:v>
                </c:pt>
                <c:pt idx="2463">
                  <c:v>40919</c:v>
                </c:pt>
                <c:pt idx="2464">
                  <c:v>40920</c:v>
                </c:pt>
                <c:pt idx="2465">
                  <c:v>40921</c:v>
                </c:pt>
                <c:pt idx="2466">
                  <c:v>40924</c:v>
                </c:pt>
                <c:pt idx="2467">
                  <c:v>40925</c:v>
                </c:pt>
                <c:pt idx="2468">
                  <c:v>40926</c:v>
                </c:pt>
                <c:pt idx="2469">
                  <c:v>40927</c:v>
                </c:pt>
                <c:pt idx="2470">
                  <c:v>40928</c:v>
                </c:pt>
                <c:pt idx="2471">
                  <c:v>40931</c:v>
                </c:pt>
                <c:pt idx="2472">
                  <c:v>40932</c:v>
                </c:pt>
                <c:pt idx="2473">
                  <c:v>40934</c:v>
                </c:pt>
                <c:pt idx="2474">
                  <c:v>40935</c:v>
                </c:pt>
                <c:pt idx="2475">
                  <c:v>40938</c:v>
                </c:pt>
                <c:pt idx="2476">
                  <c:v>40939</c:v>
                </c:pt>
                <c:pt idx="2477">
                  <c:v>40940</c:v>
                </c:pt>
                <c:pt idx="2478">
                  <c:v>40941</c:v>
                </c:pt>
                <c:pt idx="2479">
                  <c:v>40942</c:v>
                </c:pt>
                <c:pt idx="2480">
                  <c:v>40945</c:v>
                </c:pt>
                <c:pt idx="2481">
                  <c:v>40946</c:v>
                </c:pt>
                <c:pt idx="2482">
                  <c:v>40947</c:v>
                </c:pt>
                <c:pt idx="2483">
                  <c:v>40948</c:v>
                </c:pt>
                <c:pt idx="2484">
                  <c:v>40949</c:v>
                </c:pt>
                <c:pt idx="2485">
                  <c:v>40952</c:v>
                </c:pt>
                <c:pt idx="2486">
                  <c:v>40953</c:v>
                </c:pt>
                <c:pt idx="2487">
                  <c:v>40954</c:v>
                </c:pt>
                <c:pt idx="2488">
                  <c:v>40955</c:v>
                </c:pt>
                <c:pt idx="2489">
                  <c:v>40956</c:v>
                </c:pt>
                <c:pt idx="2490">
                  <c:v>40961</c:v>
                </c:pt>
                <c:pt idx="2491">
                  <c:v>40962</c:v>
                </c:pt>
                <c:pt idx="2492">
                  <c:v>40963</c:v>
                </c:pt>
                <c:pt idx="2493">
                  <c:v>40966</c:v>
                </c:pt>
                <c:pt idx="2494">
                  <c:v>40967</c:v>
                </c:pt>
                <c:pt idx="2495">
                  <c:v>40968</c:v>
                </c:pt>
                <c:pt idx="2496">
                  <c:v>40969</c:v>
                </c:pt>
                <c:pt idx="2497">
                  <c:v>40970</c:v>
                </c:pt>
                <c:pt idx="2498">
                  <c:v>40973</c:v>
                </c:pt>
                <c:pt idx="2499">
                  <c:v>40974</c:v>
                </c:pt>
                <c:pt idx="2500">
                  <c:v>40975</c:v>
                </c:pt>
                <c:pt idx="2501">
                  <c:v>40976</c:v>
                </c:pt>
                <c:pt idx="2502">
                  <c:v>40977</c:v>
                </c:pt>
                <c:pt idx="2503">
                  <c:v>40980</c:v>
                </c:pt>
                <c:pt idx="2504">
                  <c:v>40981</c:v>
                </c:pt>
                <c:pt idx="2505">
                  <c:v>40982</c:v>
                </c:pt>
                <c:pt idx="2506">
                  <c:v>40983</c:v>
                </c:pt>
                <c:pt idx="2507">
                  <c:v>40984</c:v>
                </c:pt>
                <c:pt idx="2508">
                  <c:v>40987</c:v>
                </c:pt>
                <c:pt idx="2509">
                  <c:v>40988</c:v>
                </c:pt>
                <c:pt idx="2510">
                  <c:v>40989</c:v>
                </c:pt>
                <c:pt idx="2511">
                  <c:v>40990</c:v>
                </c:pt>
                <c:pt idx="2512">
                  <c:v>40991</c:v>
                </c:pt>
                <c:pt idx="2513">
                  <c:v>40994</c:v>
                </c:pt>
                <c:pt idx="2514">
                  <c:v>40995</c:v>
                </c:pt>
                <c:pt idx="2515">
                  <c:v>40996</c:v>
                </c:pt>
                <c:pt idx="2516">
                  <c:v>40997</c:v>
                </c:pt>
                <c:pt idx="2517">
                  <c:v>40998</c:v>
                </c:pt>
                <c:pt idx="2518">
                  <c:v>41001</c:v>
                </c:pt>
                <c:pt idx="2519">
                  <c:v>41002</c:v>
                </c:pt>
                <c:pt idx="2520">
                  <c:v>41003</c:v>
                </c:pt>
                <c:pt idx="2521">
                  <c:v>41004</c:v>
                </c:pt>
                <c:pt idx="2522">
                  <c:v>41008</c:v>
                </c:pt>
                <c:pt idx="2523">
                  <c:v>41009</c:v>
                </c:pt>
                <c:pt idx="2524">
                  <c:v>41010</c:v>
                </c:pt>
                <c:pt idx="2525">
                  <c:v>41011</c:v>
                </c:pt>
                <c:pt idx="2526">
                  <c:v>41012</c:v>
                </c:pt>
                <c:pt idx="2527">
                  <c:v>41015</c:v>
                </c:pt>
                <c:pt idx="2528">
                  <c:v>41016</c:v>
                </c:pt>
                <c:pt idx="2529">
                  <c:v>41017</c:v>
                </c:pt>
                <c:pt idx="2530">
                  <c:v>41018</c:v>
                </c:pt>
                <c:pt idx="2531">
                  <c:v>41019</c:v>
                </c:pt>
                <c:pt idx="2532">
                  <c:v>41022</c:v>
                </c:pt>
                <c:pt idx="2533">
                  <c:v>41023</c:v>
                </c:pt>
                <c:pt idx="2534">
                  <c:v>41024</c:v>
                </c:pt>
                <c:pt idx="2535">
                  <c:v>41025</c:v>
                </c:pt>
                <c:pt idx="2536">
                  <c:v>41026</c:v>
                </c:pt>
                <c:pt idx="2537">
                  <c:v>41029</c:v>
                </c:pt>
                <c:pt idx="2538">
                  <c:v>41031</c:v>
                </c:pt>
                <c:pt idx="2539">
                  <c:v>41032</c:v>
                </c:pt>
                <c:pt idx="2540">
                  <c:v>41033</c:v>
                </c:pt>
                <c:pt idx="2541">
                  <c:v>41036</c:v>
                </c:pt>
                <c:pt idx="2542">
                  <c:v>41037</c:v>
                </c:pt>
                <c:pt idx="2543">
                  <c:v>41038</c:v>
                </c:pt>
                <c:pt idx="2544">
                  <c:v>41039</c:v>
                </c:pt>
                <c:pt idx="2545">
                  <c:v>41040</c:v>
                </c:pt>
                <c:pt idx="2546">
                  <c:v>41043</c:v>
                </c:pt>
                <c:pt idx="2547">
                  <c:v>41044</c:v>
                </c:pt>
                <c:pt idx="2548">
                  <c:v>41045</c:v>
                </c:pt>
                <c:pt idx="2549">
                  <c:v>41046</c:v>
                </c:pt>
                <c:pt idx="2550">
                  <c:v>41047</c:v>
                </c:pt>
                <c:pt idx="2551">
                  <c:v>41050</c:v>
                </c:pt>
                <c:pt idx="2552">
                  <c:v>41051</c:v>
                </c:pt>
                <c:pt idx="2553">
                  <c:v>41052</c:v>
                </c:pt>
                <c:pt idx="2554">
                  <c:v>41053</c:v>
                </c:pt>
                <c:pt idx="2555">
                  <c:v>41054</c:v>
                </c:pt>
                <c:pt idx="2556">
                  <c:v>41057</c:v>
                </c:pt>
                <c:pt idx="2557">
                  <c:v>41058</c:v>
                </c:pt>
                <c:pt idx="2558">
                  <c:v>41059</c:v>
                </c:pt>
                <c:pt idx="2559">
                  <c:v>41060</c:v>
                </c:pt>
                <c:pt idx="2560">
                  <c:v>41061</c:v>
                </c:pt>
                <c:pt idx="2561">
                  <c:v>41064</c:v>
                </c:pt>
                <c:pt idx="2562">
                  <c:v>41065</c:v>
                </c:pt>
                <c:pt idx="2563">
                  <c:v>41066</c:v>
                </c:pt>
                <c:pt idx="2564">
                  <c:v>41068</c:v>
                </c:pt>
                <c:pt idx="2565">
                  <c:v>41071</c:v>
                </c:pt>
                <c:pt idx="2566">
                  <c:v>41072</c:v>
                </c:pt>
                <c:pt idx="2567">
                  <c:v>41073</c:v>
                </c:pt>
                <c:pt idx="2568">
                  <c:v>41074</c:v>
                </c:pt>
                <c:pt idx="2569">
                  <c:v>41075</c:v>
                </c:pt>
                <c:pt idx="2570">
                  <c:v>41078</c:v>
                </c:pt>
                <c:pt idx="2571">
                  <c:v>41079</c:v>
                </c:pt>
                <c:pt idx="2572">
                  <c:v>41080</c:v>
                </c:pt>
                <c:pt idx="2573">
                  <c:v>41081</c:v>
                </c:pt>
                <c:pt idx="2574">
                  <c:v>41082</c:v>
                </c:pt>
                <c:pt idx="2575">
                  <c:v>41085</c:v>
                </c:pt>
                <c:pt idx="2576">
                  <c:v>41086</c:v>
                </c:pt>
                <c:pt idx="2577">
                  <c:v>41087</c:v>
                </c:pt>
                <c:pt idx="2578">
                  <c:v>41088</c:v>
                </c:pt>
                <c:pt idx="2579">
                  <c:v>41089</c:v>
                </c:pt>
                <c:pt idx="2580">
                  <c:v>41092</c:v>
                </c:pt>
                <c:pt idx="2581">
                  <c:v>41093</c:v>
                </c:pt>
                <c:pt idx="2582">
                  <c:v>41094</c:v>
                </c:pt>
                <c:pt idx="2583">
                  <c:v>41095</c:v>
                </c:pt>
                <c:pt idx="2584">
                  <c:v>41096</c:v>
                </c:pt>
                <c:pt idx="2585">
                  <c:v>41100</c:v>
                </c:pt>
                <c:pt idx="2586">
                  <c:v>41101</c:v>
                </c:pt>
                <c:pt idx="2587">
                  <c:v>41102</c:v>
                </c:pt>
                <c:pt idx="2588">
                  <c:v>41103</c:v>
                </c:pt>
                <c:pt idx="2589">
                  <c:v>41106</c:v>
                </c:pt>
                <c:pt idx="2590">
                  <c:v>41107</c:v>
                </c:pt>
                <c:pt idx="2591">
                  <c:v>41108</c:v>
                </c:pt>
                <c:pt idx="2592">
                  <c:v>41109</c:v>
                </c:pt>
                <c:pt idx="2593">
                  <c:v>41110</c:v>
                </c:pt>
                <c:pt idx="2594">
                  <c:v>41113</c:v>
                </c:pt>
                <c:pt idx="2595">
                  <c:v>41114</c:v>
                </c:pt>
                <c:pt idx="2596">
                  <c:v>41115</c:v>
                </c:pt>
                <c:pt idx="2597">
                  <c:v>41116</c:v>
                </c:pt>
                <c:pt idx="2598">
                  <c:v>41117</c:v>
                </c:pt>
                <c:pt idx="2599">
                  <c:v>41120</c:v>
                </c:pt>
                <c:pt idx="2600">
                  <c:v>41121</c:v>
                </c:pt>
                <c:pt idx="2601">
                  <c:v>41122</c:v>
                </c:pt>
                <c:pt idx="2602">
                  <c:v>41123</c:v>
                </c:pt>
                <c:pt idx="2603">
                  <c:v>41124</c:v>
                </c:pt>
                <c:pt idx="2604">
                  <c:v>41127</c:v>
                </c:pt>
                <c:pt idx="2605">
                  <c:v>41128</c:v>
                </c:pt>
                <c:pt idx="2606">
                  <c:v>41129</c:v>
                </c:pt>
                <c:pt idx="2607">
                  <c:v>41130</c:v>
                </c:pt>
                <c:pt idx="2608">
                  <c:v>41131</c:v>
                </c:pt>
                <c:pt idx="2609">
                  <c:v>41134</c:v>
                </c:pt>
                <c:pt idx="2610">
                  <c:v>41135</c:v>
                </c:pt>
                <c:pt idx="2611">
                  <c:v>41136</c:v>
                </c:pt>
                <c:pt idx="2612">
                  <c:v>41137</c:v>
                </c:pt>
                <c:pt idx="2613">
                  <c:v>41138</c:v>
                </c:pt>
                <c:pt idx="2614">
                  <c:v>41141</c:v>
                </c:pt>
                <c:pt idx="2615">
                  <c:v>41142</c:v>
                </c:pt>
                <c:pt idx="2616">
                  <c:v>41143</c:v>
                </c:pt>
                <c:pt idx="2617">
                  <c:v>41144</c:v>
                </c:pt>
                <c:pt idx="2618">
                  <c:v>41145</c:v>
                </c:pt>
                <c:pt idx="2619">
                  <c:v>41148</c:v>
                </c:pt>
                <c:pt idx="2620">
                  <c:v>41149</c:v>
                </c:pt>
                <c:pt idx="2621">
                  <c:v>41150</c:v>
                </c:pt>
                <c:pt idx="2622">
                  <c:v>41151</c:v>
                </c:pt>
                <c:pt idx="2623">
                  <c:v>41152</c:v>
                </c:pt>
                <c:pt idx="2624">
                  <c:v>41155</c:v>
                </c:pt>
                <c:pt idx="2625">
                  <c:v>41156</c:v>
                </c:pt>
                <c:pt idx="2626">
                  <c:v>41157</c:v>
                </c:pt>
                <c:pt idx="2627">
                  <c:v>41158</c:v>
                </c:pt>
                <c:pt idx="2628">
                  <c:v>41162</c:v>
                </c:pt>
                <c:pt idx="2629">
                  <c:v>41163</c:v>
                </c:pt>
                <c:pt idx="2630">
                  <c:v>41164</c:v>
                </c:pt>
                <c:pt idx="2631">
                  <c:v>41165</c:v>
                </c:pt>
                <c:pt idx="2632">
                  <c:v>41166</c:v>
                </c:pt>
                <c:pt idx="2633">
                  <c:v>41169</c:v>
                </c:pt>
                <c:pt idx="2634">
                  <c:v>41170</c:v>
                </c:pt>
                <c:pt idx="2635">
                  <c:v>41171</c:v>
                </c:pt>
                <c:pt idx="2636">
                  <c:v>41172</c:v>
                </c:pt>
                <c:pt idx="2637">
                  <c:v>41173</c:v>
                </c:pt>
                <c:pt idx="2638">
                  <c:v>41176</c:v>
                </c:pt>
                <c:pt idx="2639">
                  <c:v>41177</c:v>
                </c:pt>
                <c:pt idx="2640">
                  <c:v>41178</c:v>
                </c:pt>
                <c:pt idx="2641">
                  <c:v>41179</c:v>
                </c:pt>
                <c:pt idx="2642">
                  <c:v>41180</c:v>
                </c:pt>
                <c:pt idx="2643">
                  <c:v>41183</c:v>
                </c:pt>
                <c:pt idx="2644">
                  <c:v>41184</c:v>
                </c:pt>
                <c:pt idx="2645">
                  <c:v>41185</c:v>
                </c:pt>
                <c:pt idx="2646">
                  <c:v>41186</c:v>
                </c:pt>
                <c:pt idx="2647">
                  <c:v>41187</c:v>
                </c:pt>
                <c:pt idx="2648">
                  <c:v>41190</c:v>
                </c:pt>
                <c:pt idx="2649">
                  <c:v>41191</c:v>
                </c:pt>
                <c:pt idx="2650">
                  <c:v>41192</c:v>
                </c:pt>
                <c:pt idx="2651">
                  <c:v>41193</c:v>
                </c:pt>
                <c:pt idx="2652">
                  <c:v>41197</c:v>
                </c:pt>
                <c:pt idx="2653">
                  <c:v>41198</c:v>
                </c:pt>
                <c:pt idx="2654">
                  <c:v>41199</c:v>
                </c:pt>
                <c:pt idx="2655">
                  <c:v>41200</c:v>
                </c:pt>
                <c:pt idx="2656">
                  <c:v>41201</c:v>
                </c:pt>
                <c:pt idx="2657">
                  <c:v>41204</c:v>
                </c:pt>
                <c:pt idx="2658">
                  <c:v>41205</c:v>
                </c:pt>
                <c:pt idx="2659">
                  <c:v>41206</c:v>
                </c:pt>
                <c:pt idx="2660">
                  <c:v>41207</c:v>
                </c:pt>
                <c:pt idx="2661">
                  <c:v>41208</c:v>
                </c:pt>
                <c:pt idx="2662">
                  <c:v>41211</c:v>
                </c:pt>
                <c:pt idx="2663">
                  <c:v>41212</c:v>
                </c:pt>
                <c:pt idx="2664">
                  <c:v>41213</c:v>
                </c:pt>
                <c:pt idx="2665">
                  <c:v>41214</c:v>
                </c:pt>
                <c:pt idx="2666">
                  <c:v>41218</c:v>
                </c:pt>
                <c:pt idx="2667">
                  <c:v>41219</c:v>
                </c:pt>
                <c:pt idx="2668">
                  <c:v>41220</c:v>
                </c:pt>
                <c:pt idx="2669">
                  <c:v>41221</c:v>
                </c:pt>
                <c:pt idx="2670">
                  <c:v>41222</c:v>
                </c:pt>
                <c:pt idx="2671">
                  <c:v>41225</c:v>
                </c:pt>
                <c:pt idx="2672">
                  <c:v>41226</c:v>
                </c:pt>
                <c:pt idx="2673">
                  <c:v>41227</c:v>
                </c:pt>
                <c:pt idx="2674">
                  <c:v>41229</c:v>
                </c:pt>
                <c:pt idx="2675">
                  <c:v>41232</c:v>
                </c:pt>
                <c:pt idx="2676">
                  <c:v>41234</c:v>
                </c:pt>
                <c:pt idx="2677">
                  <c:v>41235</c:v>
                </c:pt>
                <c:pt idx="2678">
                  <c:v>41236</c:v>
                </c:pt>
                <c:pt idx="2679">
                  <c:v>41239</c:v>
                </c:pt>
                <c:pt idx="2680">
                  <c:v>41240</c:v>
                </c:pt>
                <c:pt idx="2681">
                  <c:v>41241</c:v>
                </c:pt>
                <c:pt idx="2682">
                  <c:v>41242</c:v>
                </c:pt>
                <c:pt idx="2683">
                  <c:v>41243</c:v>
                </c:pt>
                <c:pt idx="2684">
                  <c:v>41246</c:v>
                </c:pt>
                <c:pt idx="2685">
                  <c:v>41247</c:v>
                </c:pt>
                <c:pt idx="2686">
                  <c:v>41248</c:v>
                </c:pt>
                <c:pt idx="2687">
                  <c:v>41249</c:v>
                </c:pt>
                <c:pt idx="2688">
                  <c:v>41250</c:v>
                </c:pt>
                <c:pt idx="2689">
                  <c:v>41253</c:v>
                </c:pt>
                <c:pt idx="2690">
                  <c:v>41254</c:v>
                </c:pt>
                <c:pt idx="2691">
                  <c:v>41255</c:v>
                </c:pt>
                <c:pt idx="2692">
                  <c:v>41256</c:v>
                </c:pt>
                <c:pt idx="2693">
                  <c:v>41257</c:v>
                </c:pt>
                <c:pt idx="2694">
                  <c:v>41260</c:v>
                </c:pt>
                <c:pt idx="2695">
                  <c:v>41261</c:v>
                </c:pt>
                <c:pt idx="2696">
                  <c:v>41262</c:v>
                </c:pt>
                <c:pt idx="2697">
                  <c:v>41263</c:v>
                </c:pt>
                <c:pt idx="2698">
                  <c:v>41264</c:v>
                </c:pt>
                <c:pt idx="2699">
                  <c:v>41269</c:v>
                </c:pt>
                <c:pt idx="2700">
                  <c:v>41270</c:v>
                </c:pt>
                <c:pt idx="2701">
                  <c:v>41271</c:v>
                </c:pt>
                <c:pt idx="2702">
                  <c:v>41276</c:v>
                </c:pt>
                <c:pt idx="2703">
                  <c:v>41277</c:v>
                </c:pt>
                <c:pt idx="2704">
                  <c:v>41278</c:v>
                </c:pt>
                <c:pt idx="2705">
                  <c:v>41281</c:v>
                </c:pt>
                <c:pt idx="2706">
                  <c:v>41282</c:v>
                </c:pt>
                <c:pt idx="2707">
                  <c:v>41283</c:v>
                </c:pt>
                <c:pt idx="2708">
                  <c:v>41284</c:v>
                </c:pt>
                <c:pt idx="2709">
                  <c:v>41285</c:v>
                </c:pt>
                <c:pt idx="2710">
                  <c:v>41288</c:v>
                </c:pt>
                <c:pt idx="2711">
                  <c:v>41289</c:v>
                </c:pt>
                <c:pt idx="2712">
                  <c:v>41290</c:v>
                </c:pt>
                <c:pt idx="2713">
                  <c:v>41291</c:v>
                </c:pt>
                <c:pt idx="2714">
                  <c:v>41292</c:v>
                </c:pt>
                <c:pt idx="2715">
                  <c:v>41295</c:v>
                </c:pt>
                <c:pt idx="2716">
                  <c:v>41296</c:v>
                </c:pt>
                <c:pt idx="2717">
                  <c:v>41297</c:v>
                </c:pt>
                <c:pt idx="2718">
                  <c:v>41298</c:v>
                </c:pt>
                <c:pt idx="2719">
                  <c:v>41302</c:v>
                </c:pt>
                <c:pt idx="2720">
                  <c:v>41303</c:v>
                </c:pt>
                <c:pt idx="2721">
                  <c:v>41304</c:v>
                </c:pt>
                <c:pt idx="2722">
                  <c:v>41305</c:v>
                </c:pt>
                <c:pt idx="2723">
                  <c:v>41306</c:v>
                </c:pt>
                <c:pt idx="2724">
                  <c:v>41309</c:v>
                </c:pt>
                <c:pt idx="2725">
                  <c:v>41310</c:v>
                </c:pt>
                <c:pt idx="2726">
                  <c:v>41311</c:v>
                </c:pt>
                <c:pt idx="2727">
                  <c:v>41312</c:v>
                </c:pt>
                <c:pt idx="2728">
                  <c:v>41313</c:v>
                </c:pt>
                <c:pt idx="2729">
                  <c:v>41318</c:v>
                </c:pt>
                <c:pt idx="2730">
                  <c:v>41319</c:v>
                </c:pt>
                <c:pt idx="2731">
                  <c:v>41320</c:v>
                </c:pt>
                <c:pt idx="2732">
                  <c:v>41323</c:v>
                </c:pt>
                <c:pt idx="2733">
                  <c:v>41324</c:v>
                </c:pt>
                <c:pt idx="2734">
                  <c:v>41325</c:v>
                </c:pt>
                <c:pt idx="2735">
                  <c:v>41326</c:v>
                </c:pt>
                <c:pt idx="2736">
                  <c:v>41327</c:v>
                </c:pt>
                <c:pt idx="2737">
                  <c:v>41330</c:v>
                </c:pt>
                <c:pt idx="2738">
                  <c:v>41331</c:v>
                </c:pt>
                <c:pt idx="2739">
                  <c:v>41332</c:v>
                </c:pt>
                <c:pt idx="2740">
                  <c:v>41333</c:v>
                </c:pt>
                <c:pt idx="2741">
                  <c:v>41334</c:v>
                </c:pt>
                <c:pt idx="2742">
                  <c:v>41337</c:v>
                </c:pt>
                <c:pt idx="2743">
                  <c:v>41338</c:v>
                </c:pt>
                <c:pt idx="2744">
                  <c:v>41339</c:v>
                </c:pt>
                <c:pt idx="2745">
                  <c:v>41340</c:v>
                </c:pt>
                <c:pt idx="2746">
                  <c:v>41341</c:v>
                </c:pt>
                <c:pt idx="2747">
                  <c:v>41344</c:v>
                </c:pt>
                <c:pt idx="2748">
                  <c:v>41345</c:v>
                </c:pt>
                <c:pt idx="2749">
                  <c:v>41346</c:v>
                </c:pt>
                <c:pt idx="2750">
                  <c:v>41347</c:v>
                </c:pt>
                <c:pt idx="2751">
                  <c:v>41348</c:v>
                </c:pt>
                <c:pt idx="2752">
                  <c:v>41351</c:v>
                </c:pt>
                <c:pt idx="2753">
                  <c:v>41352</c:v>
                </c:pt>
                <c:pt idx="2754">
                  <c:v>41353</c:v>
                </c:pt>
                <c:pt idx="2755">
                  <c:v>41354</c:v>
                </c:pt>
                <c:pt idx="2756">
                  <c:v>41355</c:v>
                </c:pt>
                <c:pt idx="2757">
                  <c:v>41358</c:v>
                </c:pt>
                <c:pt idx="2758">
                  <c:v>41359</c:v>
                </c:pt>
                <c:pt idx="2759">
                  <c:v>41360</c:v>
                </c:pt>
                <c:pt idx="2760">
                  <c:v>41361</c:v>
                </c:pt>
                <c:pt idx="2761">
                  <c:v>41365</c:v>
                </c:pt>
                <c:pt idx="2762">
                  <c:v>41366</c:v>
                </c:pt>
                <c:pt idx="2763">
                  <c:v>41367</c:v>
                </c:pt>
                <c:pt idx="2764">
                  <c:v>41368</c:v>
                </c:pt>
                <c:pt idx="2765">
                  <c:v>41369</c:v>
                </c:pt>
                <c:pt idx="2766">
                  <c:v>41372</c:v>
                </c:pt>
                <c:pt idx="2767">
                  <c:v>41373</c:v>
                </c:pt>
                <c:pt idx="2768">
                  <c:v>41374</c:v>
                </c:pt>
                <c:pt idx="2769">
                  <c:v>41375</c:v>
                </c:pt>
                <c:pt idx="2770">
                  <c:v>41376</c:v>
                </c:pt>
                <c:pt idx="2771">
                  <c:v>41379</c:v>
                </c:pt>
                <c:pt idx="2772">
                  <c:v>41380</c:v>
                </c:pt>
                <c:pt idx="2773">
                  <c:v>41381</c:v>
                </c:pt>
                <c:pt idx="2774">
                  <c:v>41382</c:v>
                </c:pt>
                <c:pt idx="2775">
                  <c:v>41383</c:v>
                </c:pt>
                <c:pt idx="2776">
                  <c:v>41386</c:v>
                </c:pt>
                <c:pt idx="2777">
                  <c:v>41387</c:v>
                </c:pt>
                <c:pt idx="2778">
                  <c:v>41388</c:v>
                </c:pt>
                <c:pt idx="2779">
                  <c:v>41389</c:v>
                </c:pt>
                <c:pt idx="2780">
                  <c:v>41390</c:v>
                </c:pt>
                <c:pt idx="2781">
                  <c:v>41393</c:v>
                </c:pt>
                <c:pt idx="2782">
                  <c:v>41394</c:v>
                </c:pt>
                <c:pt idx="2783">
                  <c:v>41396</c:v>
                </c:pt>
                <c:pt idx="2784">
                  <c:v>41397</c:v>
                </c:pt>
                <c:pt idx="2785">
                  <c:v>41400</c:v>
                </c:pt>
                <c:pt idx="2786">
                  <c:v>41401</c:v>
                </c:pt>
                <c:pt idx="2787">
                  <c:v>41402</c:v>
                </c:pt>
                <c:pt idx="2788">
                  <c:v>41403</c:v>
                </c:pt>
                <c:pt idx="2789">
                  <c:v>41404</c:v>
                </c:pt>
                <c:pt idx="2790">
                  <c:v>41407</c:v>
                </c:pt>
                <c:pt idx="2791">
                  <c:v>41408</c:v>
                </c:pt>
                <c:pt idx="2792">
                  <c:v>41409</c:v>
                </c:pt>
                <c:pt idx="2793">
                  <c:v>41410</c:v>
                </c:pt>
                <c:pt idx="2794">
                  <c:v>41411</c:v>
                </c:pt>
                <c:pt idx="2795">
                  <c:v>41414</c:v>
                </c:pt>
                <c:pt idx="2796">
                  <c:v>41415</c:v>
                </c:pt>
                <c:pt idx="2797">
                  <c:v>41416</c:v>
                </c:pt>
                <c:pt idx="2798">
                  <c:v>41417</c:v>
                </c:pt>
                <c:pt idx="2799">
                  <c:v>41418</c:v>
                </c:pt>
                <c:pt idx="2800">
                  <c:v>41421</c:v>
                </c:pt>
                <c:pt idx="2801">
                  <c:v>41422</c:v>
                </c:pt>
                <c:pt idx="2802">
                  <c:v>41423</c:v>
                </c:pt>
                <c:pt idx="2803">
                  <c:v>41425</c:v>
                </c:pt>
                <c:pt idx="2804">
                  <c:v>41428</c:v>
                </c:pt>
                <c:pt idx="2805">
                  <c:v>41429</c:v>
                </c:pt>
                <c:pt idx="2806">
                  <c:v>41430</c:v>
                </c:pt>
                <c:pt idx="2807">
                  <c:v>41431</c:v>
                </c:pt>
                <c:pt idx="2808">
                  <c:v>41432</c:v>
                </c:pt>
                <c:pt idx="2809">
                  <c:v>41435</c:v>
                </c:pt>
                <c:pt idx="2810">
                  <c:v>41436</c:v>
                </c:pt>
                <c:pt idx="2811">
                  <c:v>41437</c:v>
                </c:pt>
                <c:pt idx="2812">
                  <c:v>41438</c:v>
                </c:pt>
                <c:pt idx="2813">
                  <c:v>41439</c:v>
                </c:pt>
                <c:pt idx="2814">
                  <c:v>41442</c:v>
                </c:pt>
                <c:pt idx="2815">
                  <c:v>41443</c:v>
                </c:pt>
                <c:pt idx="2816">
                  <c:v>41444</c:v>
                </c:pt>
                <c:pt idx="2817">
                  <c:v>41445</c:v>
                </c:pt>
                <c:pt idx="2818">
                  <c:v>41446</c:v>
                </c:pt>
                <c:pt idx="2819">
                  <c:v>41449</c:v>
                </c:pt>
                <c:pt idx="2820">
                  <c:v>41450</c:v>
                </c:pt>
                <c:pt idx="2821">
                  <c:v>41451</c:v>
                </c:pt>
                <c:pt idx="2822">
                  <c:v>41452</c:v>
                </c:pt>
                <c:pt idx="2823">
                  <c:v>41453</c:v>
                </c:pt>
                <c:pt idx="2824">
                  <c:v>41456</c:v>
                </c:pt>
                <c:pt idx="2825">
                  <c:v>41457</c:v>
                </c:pt>
                <c:pt idx="2826">
                  <c:v>41458</c:v>
                </c:pt>
                <c:pt idx="2827">
                  <c:v>41459</c:v>
                </c:pt>
                <c:pt idx="2828">
                  <c:v>41460</c:v>
                </c:pt>
                <c:pt idx="2829">
                  <c:v>41463</c:v>
                </c:pt>
                <c:pt idx="2830">
                  <c:v>41465</c:v>
                </c:pt>
                <c:pt idx="2831">
                  <c:v>41466</c:v>
                </c:pt>
                <c:pt idx="2832">
                  <c:v>41467</c:v>
                </c:pt>
                <c:pt idx="2833">
                  <c:v>41470</c:v>
                </c:pt>
                <c:pt idx="2834">
                  <c:v>41471</c:v>
                </c:pt>
                <c:pt idx="2835">
                  <c:v>41472</c:v>
                </c:pt>
                <c:pt idx="2836">
                  <c:v>41473</c:v>
                </c:pt>
                <c:pt idx="2837">
                  <c:v>41474</c:v>
                </c:pt>
                <c:pt idx="2838">
                  <c:v>41477</c:v>
                </c:pt>
                <c:pt idx="2839">
                  <c:v>41478</c:v>
                </c:pt>
                <c:pt idx="2840">
                  <c:v>41479</c:v>
                </c:pt>
                <c:pt idx="2841">
                  <c:v>41480</c:v>
                </c:pt>
                <c:pt idx="2842">
                  <c:v>41481</c:v>
                </c:pt>
                <c:pt idx="2843">
                  <c:v>41484</c:v>
                </c:pt>
                <c:pt idx="2844">
                  <c:v>41485</c:v>
                </c:pt>
                <c:pt idx="2845">
                  <c:v>41486</c:v>
                </c:pt>
                <c:pt idx="2846">
                  <c:v>41487</c:v>
                </c:pt>
                <c:pt idx="2847">
                  <c:v>41488</c:v>
                </c:pt>
                <c:pt idx="2848">
                  <c:v>41491</c:v>
                </c:pt>
                <c:pt idx="2849">
                  <c:v>41492</c:v>
                </c:pt>
                <c:pt idx="2850">
                  <c:v>41493</c:v>
                </c:pt>
                <c:pt idx="2851">
                  <c:v>41494</c:v>
                </c:pt>
                <c:pt idx="2852">
                  <c:v>41495</c:v>
                </c:pt>
                <c:pt idx="2853">
                  <c:v>41498</c:v>
                </c:pt>
                <c:pt idx="2854">
                  <c:v>41499</c:v>
                </c:pt>
                <c:pt idx="2855">
                  <c:v>41500</c:v>
                </c:pt>
                <c:pt idx="2856">
                  <c:v>41501</c:v>
                </c:pt>
                <c:pt idx="2857">
                  <c:v>41502</c:v>
                </c:pt>
                <c:pt idx="2858">
                  <c:v>41505</c:v>
                </c:pt>
                <c:pt idx="2859">
                  <c:v>41506</c:v>
                </c:pt>
                <c:pt idx="2860">
                  <c:v>41507</c:v>
                </c:pt>
                <c:pt idx="2861">
                  <c:v>41508</c:v>
                </c:pt>
                <c:pt idx="2862">
                  <c:v>41509</c:v>
                </c:pt>
                <c:pt idx="2863">
                  <c:v>41512</c:v>
                </c:pt>
                <c:pt idx="2864">
                  <c:v>41513</c:v>
                </c:pt>
                <c:pt idx="2865">
                  <c:v>41514</c:v>
                </c:pt>
                <c:pt idx="2866">
                  <c:v>41515</c:v>
                </c:pt>
                <c:pt idx="2867">
                  <c:v>41516</c:v>
                </c:pt>
                <c:pt idx="2868">
                  <c:v>41519</c:v>
                </c:pt>
                <c:pt idx="2869">
                  <c:v>41520</c:v>
                </c:pt>
                <c:pt idx="2870">
                  <c:v>41521</c:v>
                </c:pt>
                <c:pt idx="2871">
                  <c:v>41522</c:v>
                </c:pt>
                <c:pt idx="2872">
                  <c:v>41523</c:v>
                </c:pt>
                <c:pt idx="2873">
                  <c:v>41526</c:v>
                </c:pt>
                <c:pt idx="2874">
                  <c:v>41527</c:v>
                </c:pt>
                <c:pt idx="2875">
                  <c:v>41528</c:v>
                </c:pt>
                <c:pt idx="2876">
                  <c:v>41529</c:v>
                </c:pt>
                <c:pt idx="2877">
                  <c:v>41530</c:v>
                </c:pt>
                <c:pt idx="2878">
                  <c:v>41533</c:v>
                </c:pt>
                <c:pt idx="2879">
                  <c:v>41534</c:v>
                </c:pt>
                <c:pt idx="2880">
                  <c:v>41535</c:v>
                </c:pt>
                <c:pt idx="2881">
                  <c:v>41536</c:v>
                </c:pt>
                <c:pt idx="2882">
                  <c:v>41537</c:v>
                </c:pt>
                <c:pt idx="2883">
                  <c:v>41540</c:v>
                </c:pt>
                <c:pt idx="2884">
                  <c:v>41541</c:v>
                </c:pt>
                <c:pt idx="2885">
                  <c:v>41542</c:v>
                </c:pt>
                <c:pt idx="2886">
                  <c:v>41543</c:v>
                </c:pt>
                <c:pt idx="2887">
                  <c:v>41544</c:v>
                </c:pt>
                <c:pt idx="2888">
                  <c:v>41547</c:v>
                </c:pt>
                <c:pt idx="2889">
                  <c:v>41548</c:v>
                </c:pt>
                <c:pt idx="2890">
                  <c:v>41549</c:v>
                </c:pt>
                <c:pt idx="2891">
                  <c:v>41550</c:v>
                </c:pt>
                <c:pt idx="2892">
                  <c:v>41551</c:v>
                </c:pt>
                <c:pt idx="2893">
                  <c:v>41554</c:v>
                </c:pt>
                <c:pt idx="2894">
                  <c:v>41555</c:v>
                </c:pt>
                <c:pt idx="2895">
                  <c:v>41556</c:v>
                </c:pt>
                <c:pt idx="2896">
                  <c:v>41557</c:v>
                </c:pt>
                <c:pt idx="2897">
                  <c:v>41558</c:v>
                </c:pt>
                <c:pt idx="2898">
                  <c:v>41561</c:v>
                </c:pt>
                <c:pt idx="2899">
                  <c:v>41562</c:v>
                </c:pt>
                <c:pt idx="2900">
                  <c:v>41563</c:v>
                </c:pt>
                <c:pt idx="2901">
                  <c:v>41564</c:v>
                </c:pt>
                <c:pt idx="2902">
                  <c:v>41565</c:v>
                </c:pt>
                <c:pt idx="2903">
                  <c:v>41568</c:v>
                </c:pt>
                <c:pt idx="2904">
                  <c:v>41569</c:v>
                </c:pt>
                <c:pt idx="2905">
                  <c:v>41570</c:v>
                </c:pt>
                <c:pt idx="2906">
                  <c:v>41571</c:v>
                </c:pt>
                <c:pt idx="2907">
                  <c:v>41572</c:v>
                </c:pt>
                <c:pt idx="2908">
                  <c:v>41575</c:v>
                </c:pt>
                <c:pt idx="2909">
                  <c:v>41576</c:v>
                </c:pt>
                <c:pt idx="2910">
                  <c:v>41577</c:v>
                </c:pt>
                <c:pt idx="2911">
                  <c:v>41578</c:v>
                </c:pt>
                <c:pt idx="2912">
                  <c:v>41579</c:v>
                </c:pt>
                <c:pt idx="2913">
                  <c:v>41582</c:v>
                </c:pt>
                <c:pt idx="2914">
                  <c:v>41583</c:v>
                </c:pt>
                <c:pt idx="2915">
                  <c:v>41584</c:v>
                </c:pt>
                <c:pt idx="2916">
                  <c:v>41585</c:v>
                </c:pt>
                <c:pt idx="2917">
                  <c:v>41586</c:v>
                </c:pt>
                <c:pt idx="2918">
                  <c:v>41589</c:v>
                </c:pt>
                <c:pt idx="2919">
                  <c:v>41590</c:v>
                </c:pt>
                <c:pt idx="2920">
                  <c:v>41591</c:v>
                </c:pt>
                <c:pt idx="2921">
                  <c:v>41592</c:v>
                </c:pt>
                <c:pt idx="2922">
                  <c:v>41596</c:v>
                </c:pt>
                <c:pt idx="2923">
                  <c:v>41597</c:v>
                </c:pt>
                <c:pt idx="2924">
                  <c:v>41599</c:v>
                </c:pt>
                <c:pt idx="2925">
                  <c:v>41600</c:v>
                </c:pt>
                <c:pt idx="2926">
                  <c:v>41603</c:v>
                </c:pt>
                <c:pt idx="2927">
                  <c:v>41604</c:v>
                </c:pt>
                <c:pt idx="2928">
                  <c:v>41605</c:v>
                </c:pt>
                <c:pt idx="2929">
                  <c:v>41606</c:v>
                </c:pt>
                <c:pt idx="2930">
                  <c:v>41607</c:v>
                </c:pt>
                <c:pt idx="2931">
                  <c:v>41610</c:v>
                </c:pt>
                <c:pt idx="2932">
                  <c:v>41611</c:v>
                </c:pt>
                <c:pt idx="2933">
                  <c:v>41612</c:v>
                </c:pt>
                <c:pt idx="2934">
                  <c:v>41613</c:v>
                </c:pt>
                <c:pt idx="2935">
                  <c:v>41614</c:v>
                </c:pt>
                <c:pt idx="2936">
                  <c:v>41617</c:v>
                </c:pt>
                <c:pt idx="2937">
                  <c:v>41618</c:v>
                </c:pt>
                <c:pt idx="2938">
                  <c:v>41619</c:v>
                </c:pt>
                <c:pt idx="2939">
                  <c:v>41620</c:v>
                </c:pt>
                <c:pt idx="2940">
                  <c:v>41621</c:v>
                </c:pt>
                <c:pt idx="2941">
                  <c:v>41624</c:v>
                </c:pt>
                <c:pt idx="2942">
                  <c:v>41625</c:v>
                </c:pt>
                <c:pt idx="2943">
                  <c:v>41626</c:v>
                </c:pt>
                <c:pt idx="2944">
                  <c:v>41627</c:v>
                </c:pt>
                <c:pt idx="2945">
                  <c:v>41628</c:v>
                </c:pt>
                <c:pt idx="2946">
                  <c:v>41631</c:v>
                </c:pt>
                <c:pt idx="2947">
                  <c:v>41634</c:v>
                </c:pt>
                <c:pt idx="2948">
                  <c:v>41635</c:v>
                </c:pt>
                <c:pt idx="2949">
                  <c:v>41638</c:v>
                </c:pt>
                <c:pt idx="2950">
                  <c:v>41641</c:v>
                </c:pt>
                <c:pt idx="2951">
                  <c:v>41642</c:v>
                </c:pt>
                <c:pt idx="2952">
                  <c:v>41645</c:v>
                </c:pt>
                <c:pt idx="2953">
                  <c:v>41646</c:v>
                </c:pt>
                <c:pt idx="2954">
                  <c:v>41647</c:v>
                </c:pt>
                <c:pt idx="2955">
                  <c:v>41648</c:v>
                </c:pt>
                <c:pt idx="2956">
                  <c:v>41649</c:v>
                </c:pt>
                <c:pt idx="2957">
                  <c:v>41652</c:v>
                </c:pt>
                <c:pt idx="2958">
                  <c:v>41653</c:v>
                </c:pt>
                <c:pt idx="2959">
                  <c:v>41654</c:v>
                </c:pt>
                <c:pt idx="2960">
                  <c:v>41655</c:v>
                </c:pt>
                <c:pt idx="2961">
                  <c:v>41656</c:v>
                </c:pt>
                <c:pt idx="2962">
                  <c:v>41659</c:v>
                </c:pt>
                <c:pt idx="2963">
                  <c:v>41660</c:v>
                </c:pt>
                <c:pt idx="2964">
                  <c:v>41661</c:v>
                </c:pt>
                <c:pt idx="2965">
                  <c:v>41662</c:v>
                </c:pt>
                <c:pt idx="2966">
                  <c:v>41663</c:v>
                </c:pt>
                <c:pt idx="2967">
                  <c:v>41666</c:v>
                </c:pt>
                <c:pt idx="2968">
                  <c:v>41667</c:v>
                </c:pt>
                <c:pt idx="2969">
                  <c:v>41668</c:v>
                </c:pt>
                <c:pt idx="2970">
                  <c:v>41669</c:v>
                </c:pt>
                <c:pt idx="2971">
                  <c:v>41670</c:v>
                </c:pt>
                <c:pt idx="2972">
                  <c:v>41673</c:v>
                </c:pt>
                <c:pt idx="2973">
                  <c:v>41674</c:v>
                </c:pt>
                <c:pt idx="2974">
                  <c:v>41675</c:v>
                </c:pt>
                <c:pt idx="2975">
                  <c:v>41676</c:v>
                </c:pt>
                <c:pt idx="2976">
                  <c:v>41677</c:v>
                </c:pt>
                <c:pt idx="2977">
                  <c:v>41680</c:v>
                </c:pt>
                <c:pt idx="2978">
                  <c:v>41681</c:v>
                </c:pt>
                <c:pt idx="2979">
                  <c:v>41682</c:v>
                </c:pt>
                <c:pt idx="2980">
                  <c:v>41683</c:v>
                </c:pt>
                <c:pt idx="2981">
                  <c:v>41684</c:v>
                </c:pt>
                <c:pt idx="2982">
                  <c:v>41687</c:v>
                </c:pt>
                <c:pt idx="2983">
                  <c:v>41688</c:v>
                </c:pt>
                <c:pt idx="2984">
                  <c:v>41689</c:v>
                </c:pt>
                <c:pt idx="2985">
                  <c:v>41690</c:v>
                </c:pt>
                <c:pt idx="2986">
                  <c:v>41691</c:v>
                </c:pt>
                <c:pt idx="2987">
                  <c:v>41694</c:v>
                </c:pt>
                <c:pt idx="2988">
                  <c:v>41695</c:v>
                </c:pt>
                <c:pt idx="2989">
                  <c:v>41696</c:v>
                </c:pt>
                <c:pt idx="2990">
                  <c:v>41697</c:v>
                </c:pt>
                <c:pt idx="2991">
                  <c:v>41698</c:v>
                </c:pt>
                <c:pt idx="2992">
                  <c:v>41703</c:v>
                </c:pt>
                <c:pt idx="2993">
                  <c:v>41704</c:v>
                </c:pt>
                <c:pt idx="2994">
                  <c:v>41705</c:v>
                </c:pt>
                <c:pt idx="2995">
                  <c:v>41708</c:v>
                </c:pt>
                <c:pt idx="2996">
                  <c:v>41709</c:v>
                </c:pt>
                <c:pt idx="2997">
                  <c:v>41710</c:v>
                </c:pt>
                <c:pt idx="2998">
                  <c:v>41711</c:v>
                </c:pt>
                <c:pt idx="2999">
                  <c:v>41712</c:v>
                </c:pt>
                <c:pt idx="3000">
                  <c:v>41715</c:v>
                </c:pt>
                <c:pt idx="3001">
                  <c:v>41716</c:v>
                </c:pt>
                <c:pt idx="3002">
                  <c:v>41717</c:v>
                </c:pt>
                <c:pt idx="3003">
                  <c:v>41718</c:v>
                </c:pt>
                <c:pt idx="3004">
                  <c:v>41719</c:v>
                </c:pt>
                <c:pt idx="3005">
                  <c:v>41722</c:v>
                </c:pt>
                <c:pt idx="3006">
                  <c:v>41723</c:v>
                </c:pt>
                <c:pt idx="3007">
                  <c:v>41724</c:v>
                </c:pt>
                <c:pt idx="3008">
                  <c:v>41725</c:v>
                </c:pt>
                <c:pt idx="3009">
                  <c:v>41726</c:v>
                </c:pt>
                <c:pt idx="3010">
                  <c:v>41729</c:v>
                </c:pt>
                <c:pt idx="3011">
                  <c:v>41730</c:v>
                </c:pt>
                <c:pt idx="3012">
                  <c:v>41731</c:v>
                </c:pt>
                <c:pt idx="3013">
                  <c:v>41732</c:v>
                </c:pt>
                <c:pt idx="3014">
                  <c:v>41733</c:v>
                </c:pt>
                <c:pt idx="3015">
                  <c:v>41736</c:v>
                </c:pt>
                <c:pt idx="3016">
                  <c:v>41737</c:v>
                </c:pt>
                <c:pt idx="3017">
                  <c:v>41738</c:v>
                </c:pt>
                <c:pt idx="3018">
                  <c:v>41739</c:v>
                </c:pt>
                <c:pt idx="3019">
                  <c:v>41740</c:v>
                </c:pt>
                <c:pt idx="3020">
                  <c:v>41743</c:v>
                </c:pt>
                <c:pt idx="3021">
                  <c:v>41744</c:v>
                </c:pt>
                <c:pt idx="3022">
                  <c:v>41745</c:v>
                </c:pt>
                <c:pt idx="3023">
                  <c:v>41746</c:v>
                </c:pt>
                <c:pt idx="3024">
                  <c:v>41751</c:v>
                </c:pt>
                <c:pt idx="3025">
                  <c:v>41752</c:v>
                </c:pt>
                <c:pt idx="3026">
                  <c:v>41753</c:v>
                </c:pt>
                <c:pt idx="3027">
                  <c:v>41754</c:v>
                </c:pt>
                <c:pt idx="3028">
                  <c:v>41757</c:v>
                </c:pt>
                <c:pt idx="3029">
                  <c:v>41758</c:v>
                </c:pt>
                <c:pt idx="3030">
                  <c:v>41759</c:v>
                </c:pt>
                <c:pt idx="3031">
                  <c:v>41761</c:v>
                </c:pt>
                <c:pt idx="3032">
                  <c:v>41764</c:v>
                </c:pt>
                <c:pt idx="3033">
                  <c:v>41765</c:v>
                </c:pt>
                <c:pt idx="3034">
                  <c:v>41766</c:v>
                </c:pt>
                <c:pt idx="3035">
                  <c:v>41767</c:v>
                </c:pt>
                <c:pt idx="3036">
                  <c:v>41768</c:v>
                </c:pt>
                <c:pt idx="3037">
                  <c:v>41771</c:v>
                </c:pt>
                <c:pt idx="3038">
                  <c:v>41772</c:v>
                </c:pt>
                <c:pt idx="3039">
                  <c:v>41773</c:v>
                </c:pt>
                <c:pt idx="3040">
                  <c:v>41774</c:v>
                </c:pt>
                <c:pt idx="3041">
                  <c:v>41775</c:v>
                </c:pt>
                <c:pt idx="3042">
                  <c:v>41778</c:v>
                </c:pt>
                <c:pt idx="3043">
                  <c:v>41779</c:v>
                </c:pt>
                <c:pt idx="3044">
                  <c:v>41780</c:v>
                </c:pt>
                <c:pt idx="3045">
                  <c:v>41781</c:v>
                </c:pt>
                <c:pt idx="3046">
                  <c:v>41782</c:v>
                </c:pt>
                <c:pt idx="3047">
                  <c:v>41785</c:v>
                </c:pt>
                <c:pt idx="3048">
                  <c:v>41786</c:v>
                </c:pt>
                <c:pt idx="3049">
                  <c:v>41787</c:v>
                </c:pt>
                <c:pt idx="3050">
                  <c:v>41788</c:v>
                </c:pt>
                <c:pt idx="3051">
                  <c:v>41789</c:v>
                </c:pt>
                <c:pt idx="3052">
                  <c:v>41792</c:v>
                </c:pt>
                <c:pt idx="3053">
                  <c:v>41793</c:v>
                </c:pt>
                <c:pt idx="3054">
                  <c:v>41794</c:v>
                </c:pt>
                <c:pt idx="3055">
                  <c:v>41795</c:v>
                </c:pt>
                <c:pt idx="3056">
                  <c:v>41796</c:v>
                </c:pt>
                <c:pt idx="3057">
                  <c:v>41799</c:v>
                </c:pt>
                <c:pt idx="3058">
                  <c:v>41800</c:v>
                </c:pt>
                <c:pt idx="3059">
                  <c:v>41801</c:v>
                </c:pt>
                <c:pt idx="3060">
                  <c:v>41803</c:v>
                </c:pt>
                <c:pt idx="3061">
                  <c:v>41806</c:v>
                </c:pt>
                <c:pt idx="3062">
                  <c:v>41807</c:v>
                </c:pt>
                <c:pt idx="3063">
                  <c:v>41808</c:v>
                </c:pt>
                <c:pt idx="3064">
                  <c:v>41810</c:v>
                </c:pt>
                <c:pt idx="3065">
                  <c:v>41813</c:v>
                </c:pt>
                <c:pt idx="3066">
                  <c:v>41814</c:v>
                </c:pt>
                <c:pt idx="3067">
                  <c:v>41815</c:v>
                </c:pt>
                <c:pt idx="3068">
                  <c:v>41816</c:v>
                </c:pt>
                <c:pt idx="3069">
                  <c:v>41817</c:v>
                </c:pt>
                <c:pt idx="3070">
                  <c:v>41820</c:v>
                </c:pt>
                <c:pt idx="3071">
                  <c:v>41821</c:v>
                </c:pt>
                <c:pt idx="3072">
                  <c:v>41822</c:v>
                </c:pt>
                <c:pt idx="3073">
                  <c:v>41823</c:v>
                </c:pt>
                <c:pt idx="3074">
                  <c:v>41824</c:v>
                </c:pt>
                <c:pt idx="3075">
                  <c:v>41827</c:v>
                </c:pt>
                <c:pt idx="3076">
                  <c:v>41828</c:v>
                </c:pt>
                <c:pt idx="3077">
                  <c:v>41830</c:v>
                </c:pt>
                <c:pt idx="3078">
                  <c:v>41831</c:v>
                </c:pt>
                <c:pt idx="3079">
                  <c:v>41834</c:v>
                </c:pt>
                <c:pt idx="3080">
                  <c:v>41835</c:v>
                </c:pt>
                <c:pt idx="3081">
                  <c:v>41836</c:v>
                </c:pt>
                <c:pt idx="3082">
                  <c:v>41837</c:v>
                </c:pt>
                <c:pt idx="3083">
                  <c:v>41838</c:v>
                </c:pt>
                <c:pt idx="3084">
                  <c:v>41841</c:v>
                </c:pt>
                <c:pt idx="3085">
                  <c:v>41842</c:v>
                </c:pt>
                <c:pt idx="3086">
                  <c:v>41843</c:v>
                </c:pt>
                <c:pt idx="3087">
                  <c:v>41844</c:v>
                </c:pt>
                <c:pt idx="3088">
                  <c:v>41845</c:v>
                </c:pt>
                <c:pt idx="3089">
                  <c:v>41848</c:v>
                </c:pt>
                <c:pt idx="3090">
                  <c:v>41849</c:v>
                </c:pt>
                <c:pt idx="3091">
                  <c:v>41850</c:v>
                </c:pt>
                <c:pt idx="3092">
                  <c:v>41851</c:v>
                </c:pt>
                <c:pt idx="3093">
                  <c:v>41852</c:v>
                </c:pt>
                <c:pt idx="3094">
                  <c:v>41855</c:v>
                </c:pt>
                <c:pt idx="3095">
                  <c:v>41856</c:v>
                </c:pt>
                <c:pt idx="3096">
                  <c:v>41857</c:v>
                </c:pt>
                <c:pt idx="3097">
                  <c:v>41858</c:v>
                </c:pt>
                <c:pt idx="3098">
                  <c:v>41859</c:v>
                </c:pt>
                <c:pt idx="3099">
                  <c:v>41862</c:v>
                </c:pt>
                <c:pt idx="3100">
                  <c:v>41863</c:v>
                </c:pt>
                <c:pt idx="3101">
                  <c:v>41864</c:v>
                </c:pt>
                <c:pt idx="3102">
                  <c:v>41865</c:v>
                </c:pt>
                <c:pt idx="3103">
                  <c:v>41866</c:v>
                </c:pt>
                <c:pt idx="3104">
                  <c:v>41869</c:v>
                </c:pt>
                <c:pt idx="3105">
                  <c:v>41870</c:v>
                </c:pt>
                <c:pt idx="3106">
                  <c:v>41871</c:v>
                </c:pt>
                <c:pt idx="3107">
                  <c:v>41872</c:v>
                </c:pt>
                <c:pt idx="3108">
                  <c:v>41873</c:v>
                </c:pt>
                <c:pt idx="3109">
                  <c:v>41876</c:v>
                </c:pt>
                <c:pt idx="3110">
                  <c:v>41877</c:v>
                </c:pt>
                <c:pt idx="3111">
                  <c:v>41878</c:v>
                </c:pt>
                <c:pt idx="3112">
                  <c:v>41879</c:v>
                </c:pt>
                <c:pt idx="3113">
                  <c:v>41880</c:v>
                </c:pt>
                <c:pt idx="3114">
                  <c:v>41883</c:v>
                </c:pt>
                <c:pt idx="3115">
                  <c:v>41884</c:v>
                </c:pt>
                <c:pt idx="3116">
                  <c:v>41885</c:v>
                </c:pt>
                <c:pt idx="3117">
                  <c:v>41886</c:v>
                </c:pt>
                <c:pt idx="3118">
                  <c:v>41887</c:v>
                </c:pt>
                <c:pt idx="3119">
                  <c:v>41890</c:v>
                </c:pt>
                <c:pt idx="3120">
                  <c:v>41891</c:v>
                </c:pt>
                <c:pt idx="3121">
                  <c:v>41892</c:v>
                </c:pt>
                <c:pt idx="3122">
                  <c:v>41893</c:v>
                </c:pt>
                <c:pt idx="3123">
                  <c:v>41894</c:v>
                </c:pt>
                <c:pt idx="3124">
                  <c:v>41897</c:v>
                </c:pt>
                <c:pt idx="3125">
                  <c:v>41898</c:v>
                </c:pt>
                <c:pt idx="3126">
                  <c:v>41899</c:v>
                </c:pt>
                <c:pt idx="3127">
                  <c:v>41900</c:v>
                </c:pt>
                <c:pt idx="3128">
                  <c:v>41901</c:v>
                </c:pt>
                <c:pt idx="3129">
                  <c:v>41904</c:v>
                </c:pt>
                <c:pt idx="3130">
                  <c:v>41905</c:v>
                </c:pt>
                <c:pt idx="3131">
                  <c:v>41906</c:v>
                </c:pt>
                <c:pt idx="3132">
                  <c:v>41907</c:v>
                </c:pt>
                <c:pt idx="3133">
                  <c:v>41908</c:v>
                </c:pt>
                <c:pt idx="3134">
                  <c:v>41911</c:v>
                </c:pt>
                <c:pt idx="3135">
                  <c:v>41912</c:v>
                </c:pt>
                <c:pt idx="3136">
                  <c:v>41913</c:v>
                </c:pt>
                <c:pt idx="3137">
                  <c:v>41914</c:v>
                </c:pt>
                <c:pt idx="3138">
                  <c:v>41915</c:v>
                </c:pt>
                <c:pt idx="3139">
                  <c:v>41918</c:v>
                </c:pt>
                <c:pt idx="3140">
                  <c:v>41919</c:v>
                </c:pt>
                <c:pt idx="3141">
                  <c:v>41920</c:v>
                </c:pt>
                <c:pt idx="3142">
                  <c:v>41921</c:v>
                </c:pt>
                <c:pt idx="3143">
                  <c:v>41922</c:v>
                </c:pt>
                <c:pt idx="3144">
                  <c:v>41925</c:v>
                </c:pt>
                <c:pt idx="3145">
                  <c:v>41926</c:v>
                </c:pt>
                <c:pt idx="3146">
                  <c:v>41927</c:v>
                </c:pt>
                <c:pt idx="3147">
                  <c:v>41928</c:v>
                </c:pt>
                <c:pt idx="3148">
                  <c:v>41929</c:v>
                </c:pt>
                <c:pt idx="3149">
                  <c:v>41932</c:v>
                </c:pt>
                <c:pt idx="3150">
                  <c:v>41933</c:v>
                </c:pt>
                <c:pt idx="3151">
                  <c:v>41934</c:v>
                </c:pt>
                <c:pt idx="3152">
                  <c:v>41935</c:v>
                </c:pt>
                <c:pt idx="3153">
                  <c:v>41936</c:v>
                </c:pt>
                <c:pt idx="3154">
                  <c:v>41939</c:v>
                </c:pt>
                <c:pt idx="3155">
                  <c:v>41940</c:v>
                </c:pt>
                <c:pt idx="3156">
                  <c:v>41941</c:v>
                </c:pt>
                <c:pt idx="3157">
                  <c:v>41942</c:v>
                </c:pt>
                <c:pt idx="3158">
                  <c:v>41943</c:v>
                </c:pt>
                <c:pt idx="3159">
                  <c:v>41946</c:v>
                </c:pt>
                <c:pt idx="3160">
                  <c:v>41947</c:v>
                </c:pt>
                <c:pt idx="3161">
                  <c:v>41948</c:v>
                </c:pt>
                <c:pt idx="3162">
                  <c:v>41949</c:v>
                </c:pt>
                <c:pt idx="3163">
                  <c:v>41950</c:v>
                </c:pt>
                <c:pt idx="3164">
                  <c:v>41953</c:v>
                </c:pt>
                <c:pt idx="3165">
                  <c:v>41954</c:v>
                </c:pt>
                <c:pt idx="3166">
                  <c:v>41955</c:v>
                </c:pt>
                <c:pt idx="3167">
                  <c:v>41956</c:v>
                </c:pt>
                <c:pt idx="3168">
                  <c:v>41957</c:v>
                </c:pt>
                <c:pt idx="3169">
                  <c:v>41960</c:v>
                </c:pt>
                <c:pt idx="3170">
                  <c:v>41961</c:v>
                </c:pt>
                <c:pt idx="3171">
                  <c:v>41962</c:v>
                </c:pt>
                <c:pt idx="3172">
                  <c:v>41964</c:v>
                </c:pt>
                <c:pt idx="3173">
                  <c:v>41967</c:v>
                </c:pt>
                <c:pt idx="3174">
                  <c:v>41968</c:v>
                </c:pt>
                <c:pt idx="3175">
                  <c:v>41969</c:v>
                </c:pt>
                <c:pt idx="3176">
                  <c:v>41970</c:v>
                </c:pt>
                <c:pt idx="3177">
                  <c:v>41971</c:v>
                </c:pt>
                <c:pt idx="3178">
                  <c:v>41974</c:v>
                </c:pt>
                <c:pt idx="3179">
                  <c:v>41975</c:v>
                </c:pt>
                <c:pt idx="3180">
                  <c:v>41976</c:v>
                </c:pt>
                <c:pt idx="3181">
                  <c:v>41977</c:v>
                </c:pt>
                <c:pt idx="3182">
                  <c:v>41978</c:v>
                </c:pt>
                <c:pt idx="3183">
                  <c:v>41981</c:v>
                </c:pt>
                <c:pt idx="3184">
                  <c:v>41982</c:v>
                </c:pt>
                <c:pt idx="3185">
                  <c:v>41983</c:v>
                </c:pt>
                <c:pt idx="3186">
                  <c:v>41984</c:v>
                </c:pt>
                <c:pt idx="3187">
                  <c:v>41985</c:v>
                </c:pt>
                <c:pt idx="3188">
                  <c:v>41988</c:v>
                </c:pt>
                <c:pt idx="3189">
                  <c:v>41989</c:v>
                </c:pt>
                <c:pt idx="3190">
                  <c:v>41990</c:v>
                </c:pt>
                <c:pt idx="3191">
                  <c:v>41991</c:v>
                </c:pt>
                <c:pt idx="3192">
                  <c:v>41992</c:v>
                </c:pt>
                <c:pt idx="3193">
                  <c:v>41995</c:v>
                </c:pt>
                <c:pt idx="3194">
                  <c:v>41996</c:v>
                </c:pt>
                <c:pt idx="3195">
                  <c:v>41999</c:v>
                </c:pt>
                <c:pt idx="3196">
                  <c:v>42002</c:v>
                </c:pt>
                <c:pt idx="3197">
                  <c:v>42003</c:v>
                </c:pt>
                <c:pt idx="3198">
                  <c:v>42006</c:v>
                </c:pt>
                <c:pt idx="3199">
                  <c:v>42009</c:v>
                </c:pt>
                <c:pt idx="3200">
                  <c:v>42010</c:v>
                </c:pt>
                <c:pt idx="3201">
                  <c:v>42011</c:v>
                </c:pt>
                <c:pt idx="3202">
                  <c:v>42012</c:v>
                </c:pt>
                <c:pt idx="3203">
                  <c:v>42013</c:v>
                </c:pt>
                <c:pt idx="3204">
                  <c:v>42016</c:v>
                </c:pt>
                <c:pt idx="3205">
                  <c:v>42017</c:v>
                </c:pt>
                <c:pt idx="3206">
                  <c:v>42018</c:v>
                </c:pt>
                <c:pt idx="3207">
                  <c:v>42019</c:v>
                </c:pt>
                <c:pt idx="3208">
                  <c:v>42020</c:v>
                </c:pt>
                <c:pt idx="3209">
                  <c:v>42023</c:v>
                </c:pt>
                <c:pt idx="3210">
                  <c:v>42024</c:v>
                </c:pt>
                <c:pt idx="3211">
                  <c:v>42025</c:v>
                </c:pt>
                <c:pt idx="3212">
                  <c:v>42026</c:v>
                </c:pt>
                <c:pt idx="3213">
                  <c:v>42027</c:v>
                </c:pt>
                <c:pt idx="3214">
                  <c:v>42030</c:v>
                </c:pt>
                <c:pt idx="3215">
                  <c:v>42031</c:v>
                </c:pt>
                <c:pt idx="3216">
                  <c:v>42032</c:v>
                </c:pt>
                <c:pt idx="3217">
                  <c:v>42033</c:v>
                </c:pt>
                <c:pt idx="3218">
                  <c:v>42034</c:v>
                </c:pt>
                <c:pt idx="3219">
                  <c:v>42037</c:v>
                </c:pt>
                <c:pt idx="3220">
                  <c:v>42038</c:v>
                </c:pt>
                <c:pt idx="3221">
                  <c:v>42039</c:v>
                </c:pt>
                <c:pt idx="3222">
                  <c:v>42040</c:v>
                </c:pt>
                <c:pt idx="3223">
                  <c:v>42041</c:v>
                </c:pt>
                <c:pt idx="3224">
                  <c:v>42044</c:v>
                </c:pt>
                <c:pt idx="3225">
                  <c:v>42045</c:v>
                </c:pt>
                <c:pt idx="3226">
                  <c:v>42046</c:v>
                </c:pt>
                <c:pt idx="3227">
                  <c:v>42047</c:v>
                </c:pt>
                <c:pt idx="3228">
                  <c:v>42048</c:v>
                </c:pt>
                <c:pt idx="3229">
                  <c:v>42053</c:v>
                </c:pt>
                <c:pt idx="3230">
                  <c:v>42054</c:v>
                </c:pt>
                <c:pt idx="3231">
                  <c:v>42055</c:v>
                </c:pt>
                <c:pt idx="3232">
                  <c:v>42058</c:v>
                </c:pt>
                <c:pt idx="3233">
                  <c:v>42059</c:v>
                </c:pt>
                <c:pt idx="3234">
                  <c:v>42060</c:v>
                </c:pt>
                <c:pt idx="3235">
                  <c:v>42061</c:v>
                </c:pt>
                <c:pt idx="3236">
                  <c:v>42062</c:v>
                </c:pt>
                <c:pt idx="3237">
                  <c:v>42065</c:v>
                </c:pt>
                <c:pt idx="3238">
                  <c:v>42066</c:v>
                </c:pt>
                <c:pt idx="3239">
                  <c:v>42067</c:v>
                </c:pt>
                <c:pt idx="3240">
                  <c:v>42068</c:v>
                </c:pt>
                <c:pt idx="3241">
                  <c:v>42069</c:v>
                </c:pt>
                <c:pt idx="3242">
                  <c:v>42072</c:v>
                </c:pt>
                <c:pt idx="3243">
                  <c:v>42073</c:v>
                </c:pt>
                <c:pt idx="3244">
                  <c:v>42074</c:v>
                </c:pt>
                <c:pt idx="3245">
                  <c:v>42075</c:v>
                </c:pt>
                <c:pt idx="3246">
                  <c:v>42076</c:v>
                </c:pt>
                <c:pt idx="3247">
                  <c:v>42079</c:v>
                </c:pt>
                <c:pt idx="3248">
                  <c:v>42080</c:v>
                </c:pt>
                <c:pt idx="3249">
                  <c:v>42081</c:v>
                </c:pt>
                <c:pt idx="3250">
                  <c:v>42082</c:v>
                </c:pt>
                <c:pt idx="3251">
                  <c:v>42083</c:v>
                </c:pt>
                <c:pt idx="3252">
                  <c:v>42086</c:v>
                </c:pt>
                <c:pt idx="3253">
                  <c:v>42087</c:v>
                </c:pt>
                <c:pt idx="3254">
                  <c:v>42088</c:v>
                </c:pt>
                <c:pt idx="3255">
                  <c:v>42089</c:v>
                </c:pt>
                <c:pt idx="3256">
                  <c:v>42090</c:v>
                </c:pt>
                <c:pt idx="3257">
                  <c:v>42093</c:v>
                </c:pt>
                <c:pt idx="3258">
                  <c:v>42094</c:v>
                </c:pt>
                <c:pt idx="3259">
                  <c:v>42095</c:v>
                </c:pt>
                <c:pt idx="3260">
                  <c:v>42096</c:v>
                </c:pt>
                <c:pt idx="3261">
                  <c:v>42100</c:v>
                </c:pt>
                <c:pt idx="3262">
                  <c:v>42101</c:v>
                </c:pt>
                <c:pt idx="3263">
                  <c:v>42102</c:v>
                </c:pt>
                <c:pt idx="3264">
                  <c:v>42103</c:v>
                </c:pt>
                <c:pt idx="3265">
                  <c:v>42104</c:v>
                </c:pt>
                <c:pt idx="3266">
                  <c:v>42107</c:v>
                </c:pt>
                <c:pt idx="3267">
                  <c:v>42108</c:v>
                </c:pt>
                <c:pt idx="3268">
                  <c:v>42109</c:v>
                </c:pt>
                <c:pt idx="3269">
                  <c:v>42110</c:v>
                </c:pt>
                <c:pt idx="3270">
                  <c:v>42111</c:v>
                </c:pt>
                <c:pt idx="3271">
                  <c:v>42114</c:v>
                </c:pt>
                <c:pt idx="3272">
                  <c:v>42116</c:v>
                </c:pt>
                <c:pt idx="3273">
                  <c:v>42117</c:v>
                </c:pt>
                <c:pt idx="3274">
                  <c:v>42118</c:v>
                </c:pt>
                <c:pt idx="3275">
                  <c:v>42121</c:v>
                </c:pt>
                <c:pt idx="3276">
                  <c:v>42122</c:v>
                </c:pt>
                <c:pt idx="3277">
                  <c:v>42123</c:v>
                </c:pt>
                <c:pt idx="3278">
                  <c:v>42124</c:v>
                </c:pt>
                <c:pt idx="3279">
                  <c:v>42128</c:v>
                </c:pt>
                <c:pt idx="3280">
                  <c:v>42129</c:v>
                </c:pt>
                <c:pt idx="3281">
                  <c:v>42130</c:v>
                </c:pt>
                <c:pt idx="3282">
                  <c:v>42131</c:v>
                </c:pt>
                <c:pt idx="3283">
                  <c:v>42132</c:v>
                </c:pt>
                <c:pt idx="3284">
                  <c:v>42135</c:v>
                </c:pt>
                <c:pt idx="3285">
                  <c:v>42136</c:v>
                </c:pt>
                <c:pt idx="3286">
                  <c:v>42137</c:v>
                </c:pt>
                <c:pt idx="3287">
                  <c:v>42138</c:v>
                </c:pt>
                <c:pt idx="3288">
                  <c:v>42139</c:v>
                </c:pt>
                <c:pt idx="3289">
                  <c:v>42142</c:v>
                </c:pt>
                <c:pt idx="3290">
                  <c:v>42143</c:v>
                </c:pt>
                <c:pt idx="3291">
                  <c:v>42144</c:v>
                </c:pt>
                <c:pt idx="3292">
                  <c:v>42145</c:v>
                </c:pt>
                <c:pt idx="3293">
                  <c:v>42146</c:v>
                </c:pt>
                <c:pt idx="3294">
                  <c:v>42149</c:v>
                </c:pt>
                <c:pt idx="3295">
                  <c:v>42150</c:v>
                </c:pt>
                <c:pt idx="3296">
                  <c:v>42151</c:v>
                </c:pt>
                <c:pt idx="3297">
                  <c:v>42152</c:v>
                </c:pt>
                <c:pt idx="3298">
                  <c:v>42153</c:v>
                </c:pt>
                <c:pt idx="3299">
                  <c:v>42156</c:v>
                </c:pt>
                <c:pt idx="3300">
                  <c:v>42157</c:v>
                </c:pt>
                <c:pt idx="3301">
                  <c:v>42158</c:v>
                </c:pt>
                <c:pt idx="3302">
                  <c:v>42160</c:v>
                </c:pt>
                <c:pt idx="3303">
                  <c:v>42163</c:v>
                </c:pt>
                <c:pt idx="3304">
                  <c:v>42164</c:v>
                </c:pt>
                <c:pt idx="3305">
                  <c:v>42165</c:v>
                </c:pt>
                <c:pt idx="3306">
                  <c:v>42166</c:v>
                </c:pt>
                <c:pt idx="3307">
                  <c:v>42167</c:v>
                </c:pt>
                <c:pt idx="3308">
                  <c:v>42170</c:v>
                </c:pt>
                <c:pt idx="3309">
                  <c:v>42171</c:v>
                </c:pt>
                <c:pt idx="3310">
                  <c:v>42172</c:v>
                </c:pt>
                <c:pt idx="3311">
                  <c:v>42173</c:v>
                </c:pt>
                <c:pt idx="3312">
                  <c:v>42174</c:v>
                </c:pt>
                <c:pt idx="3313">
                  <c:v>42177</c:v>
                </c:pt>
                <c:pt idx="3314">
                  <c:v>42178</c:v>
                </c:pt>
                <c:pt idx="3315">
                  <c:v>42179</c:v>
                </c:pt>
                <c:pt idx="3316">
                  <c:v>42180</c:v>
                </c:pt>
                <c:pt idx="3317">
                  <c:v>42181</c:v>
                </c:pt>
                <c:pt idx="3318">
                  <c:v>42184</c:v>
                </c:pt>
                <c:pt idx="3319">
                  <c:v>42185</c:v>
                </c:pt>
                <c:pt idx="3320">
                  <c:v>42186</c:v>
                </c:pt>
                <c:pt idx="3321">
                  <c:v>42187</c:v>
                </c:pt>
                <c:pt idx="3322">
                  <c:v>42188</c:v>
                </c:pt>
                <c:pt idx="3323">
                  <c:v>42191</c:v>
                </c:pt>
                <c:pt idx="3324">
                  <c:v>42192</c:v>
                </c:pt>
                <c:pt idx="3325">
                  <c:v>42193</c:v>
                </c:pt>
                <c:pt idx="3326">
                  <c:v>42195</c:v>
                </c:pt>
                <c:pt idx="3327">
                  <c:v>42198</c:v>
                </c:pt>
                <c:pt idx="3328">
                  <c:v>42199</c:v>
                </c:pt>
                <c:pt idx="3329">
                  <c:v>42200</c:v>
                </c:pt>
                <c:pt idx="3330">
                  <c:v>42201</c:v>
                </c:pt>
                <c:pt idx="3331">
                  <c:v>42202</c:v>
                </c:pt>
                <c:pt idx="3332">
                  <c:v>42205</c:v>
                </c:pt>
                <c:pt idx="3333">
                  <c:v>42206</c:v>
                </c:pt>
                <c:pt idx="3334">
                  <c:v>42207</c:v>
                </c:pt>
                <c:pt idx="3335">
                  <c:v>42208</c:v>
                </c:pt>
                <c:pt idx="3336">
                  <c:v>42209</c:v>
                </c:pt>
                <c:pt idx="3337">
                  <c:v>42212</c:v>
                </c:pt>
                <c:pt idx="3338">
                  <c:v>42213</c:v>
                </c:pt>
                <c:pt idx="3339">
                  <c:v>42214</c:v>
                </c:pt>
                <c:pt idx="3340">
                  <c:v>42215</c:v>
                </c:pt>
                <c:pt idx="3341">
                  <c:v>42216</c:v>
                </c:pt>
                <c:pt idx="3342">
                  <c:v>42219</c:v>
                </c:pt>
                <c:pt idx="3343">
                  <c:v>42220</c:v>
                </c:pt>
                <c:pt idx="3344">
                  <c:v>42221</c:v>
                </c:pt>
                <c:pt idx="3345">
                  <c:v>42222</c:v>
                </c:pt>
                <c:pt idx="3346">
                  <c:v>42223</c:v>
                </c:pt>
                <c:pt idx="3347">
                  <c:v>42226</c:v>
                </c:pt>
                <c:pt idx="3348">
                  <c:v>42227</c:v>
                </c:pt>
                <c:pt idx="3349">
                  <c:v>42228</c:v>
                </c:pt>
                <c:pt idx="3350">
                  <c:v>42229</c:v>
                </c:pt>
                <c:pt idx="3351">
                  <c:v>42230</c:v>
                </c:pt>
                <c:pt idx="3352">
                  <c:v>42233</c:v>
                </c:pt>
                <c:pt idx="3353">
                  <c:v>42234</c:v>
                </c:pt>
                <c:pt idx="3354">
                  <c:v>42235</c:v>
                </c:pt>
                <c:pt idx="3355">
                  <c:v>42236</c:v>
                </c:pt>
                <c:pt idx="3356">
                  <c:v>42237</c:v>
                </c:pt>
                <c:pt idx="3357">
                  <c:v>42240</c:v>
                </c:pt>
                <c:pt idx="3358">
                  <c:v>42241</c:v>
                </c:pt>
                <c:pt idx="3359">
                  <c:v>42242</c:v>
                </c:pt>
                <c:pt idx="3360">
                  <c:v>42243</c:v>
                </c:pt>
                <c:pt idx="3361">
                  <c:v>42244</c:v>
                </c:pt>
                <c:pt idx="3362">
                  <c:v>42247</c:v>
                </c:pt>
                <c:pt idx="3363">
                  <c:v>42248</c:v>
                </c:pt>
                <c:pt idx="3364">
                  <c:v>42249</c:v>
                </c:pt>
                <c:pt idx="3365">
                  <c:v>42250</c:v>
                </c:pt>
                <c:pt idx="3366">
                  <c:v>42251</c:v>
                </c:pt>
                <c:pt idx="3367">
                  <c:v>42255</c:v>
                </c:pt>
                <c:pt idx="3368">
                  <c:v>42256</c:v>
                </c:pt>
                <c:pt idx="3369">
                  <c:v>42257</c:v>
                </c:pt>
                <c:pt idx="3370">
                  <c:v>42258</c:v>
                </c:pt>
                <c:pt idx="3371">
                  <c:v>42261</c:v>
                </c:pt>
                <c:pt idx="3372">
                  <c:v>42262</c:v>
                </c:pt>
                <c:pt idx="3373">
                  <c:v>42263</c:v>
                </c:pt>
                <c:pt idx="3374">
                  <c:v>42264</c:v>
                </c:pt>
                <c:pt idx="3375">
                  <c:v>42265</c:v>
                </c:pt>
                <c:pt idx="3376">
                  <c:v>42268</c:v>
                </c:pt>
                <c:pt idx="3377">
                  <c:v>42269</c:v>
                </c:pt>
                <c:pt idx="3378">
                  <c:v>42270</c:v>
                </c:pt>
                <c:pt idx="3379">
                  <c:v>42271</c:v>
                </c:pt>
                <c:pt idx="3380">
                  <c:v>42272</c:v>
                </c:pt>
                <c:pt idx="3381">
                  <c:v>42275</c:v>
                </c:pt>
                <c:pt idx="3382">
                  <c:v>42276</c:v>
                </c:pt>
                <c:pt idx="3383">
                  <c:v>42277</c:v>
                </c:pt>
                <c:pt idx="3384">
                  <c:v>42278</c:v>
                </c:pt>
                <c:pt idx="3385">
                  <c:v>42279</c:v>
                </c:pt>
                <c:pt idx="3386">
                  <c:v>42282</c:v>
                </c:pt>
                <c:pt idx="3387">
                  <c:v>42283</c:v>
                </c:pt>
                <c:pt idx="3388">
                  <c:v>42284</c:v>
                </c:pt>
                <c:pt idx="3389">
                  <c:v>42285</c:v>
                </c:pt>
                <c:pt idx="3390">
                  <c:v>42286</c:v>
                </c:pt>
                <c:pt idx="3391">
                  <c:v>42290</c:v>
                </c:pt>
                <c:pt idx="3392">
                  <c:v>42291</c:v>
                </c:pt>
                <c:pt idx="3393">
                  <c:v>42292</c:v>
                </c:pt>
                <c:pt idx="3394">
                  <c:v>42293</c:v>
                </c:pt>
                <c:pt idx="3395">
                  <c:v>42296</c:v>
                </c:pt>
                <c:pt idx="3396">
                  <c:v>42297</c:v>
                </c:pt>
                <c:pt idx="3397">
                  <c:v>42298</c:v>
                </c:pt>
                <c:pt idx="3398">
                  <c:v>42299</c:v>
                </c:pt>
                <c:pt idx="3399">
                  <c:v>42300</c:v>
                </c:pt>
                <c:pt idx="3400">
                  <c:v>42303</c:v>
                </c:pt>
                <c:pt idx="3401">
                  <c:v>42304</c:v>
                </c:pt>
                <c:pt idx="3402">
                  <c:v>42305</c:v>
                </c:pt>
                <c:pt idx="3403">
                  <c:v>42306</c:v>
                </c:pt>
                <c:pt idx="3404">
                  <c:v>42307</c:v>
                </c:pt>
                <c:pt idx="3405">
                  <c:v>42311</c:v>
                </c:pt>
                <c:pt idx="3406">
                  <c:v>42312</c:v>
                </c:pt>
                <c:pt idx="3407">
                  <c:v>42313</c:v>
                </c:pt>
                <c:pt idx="3408">
                  <c:v>42314</c:v>
                </c:pt>
                <c:pt idx="3409">
                  <c:v>42317</c:v>
                </c:pt>
                <c:pt idx="3410">
                  <c:v>42318</c:v>
                </c:pt>
                <c:pt idx="3411">
                  <c:v>42319</c:v>
                </c:pt>
                <c:pt idx="3412">
                  <c:v>42320</c:v>
                </c:pt>
                <c:pt idx="3413">
                  <c:v>42321</c:v>
                </c:pt>
                <c:pt idx="3414">
                  <c:v>42324</c:v>
                </c:pt>
                <c:pt idx="3415">
                  <c:v>42325</c:v>
                </c:pt>
                <c:pt idx="3416">
                  <c:v>42326</c:v>
                </c:pt>
                <c:pt idx="3417">
                  <c:v>42327</c:v>
                </c:pt>
                <c:pt idx="3418">
                  <c:v>42331</c:v>
                </c:pt>
                <c:pt idx="3419">
                  <c:v>42332</c:v>
                </c:pt>
                <c:pt idx="3420">
                  <c:v>42333</c:v>
                </c:pt>
                <c:pt idx="3421">
                  <c:v>42334</c:v>
                </c:pt>
                <c:pt idx="3422">
                  <c:v>42335</c:v>
                </c:pt>
                <c:pt idx="3423">
                  <c:v>42338</c:v>
                </c:pt>
                <c:pt idx="3424">
                  <c:v>42339</c:v>
                </c:pt>
                <c:pt idx="3425">
                  <c:v>42340</c:v>
                </c:pt>
                <c:pt idx="3426">
                  <c:v>42341</c:v>
                </c:pt>
                <c:pt idx="3427">
                  <c:v>42342</c:v>
                </c:pt>
                <c:pt idx="3428">
                  <c:v>42345</c:v>
                </c:pt>
                <c:pt idx="3429">
                  <c:v>42346</c:v>
                </c:pt>
                <c:pt idx="3430">
                  <c:v>42347</c:v>
                </c:pt>
                <c:pt idx="3431">
                  <c:v>42348</c:v>
                </c:pt>
                <c:pt idx="3432">
                  <c:v>42349</c:v>
                </c:pt>
                <c:pt idx="3433">
                  <c:v>42352</c:v>
                </c:pt>
                <c:pt idx="3434">
                  <c:v>42353</c:v>
                </c:pt>
                <c:pt idx="3435">
                  <c:v>42354</c:v>
                </c:pt>
                <c:pt idx="3436">
                  <c:v>42355</c:v>
                </c:pt>
                <c:pt idx="3437">
                  <c:v>42356</c:v>
                </c:pt>
                <c:pt idx="3438">
                  <c:v>42359</c:v>
                </c:pt>
                <c:pt idx="3439">
                  <c:v>42360</c:v>
                </c:pt>
                <c:pt idx="3440">
                  <c:v>42361</c:v>
                </c:pt>
                <c:pt idx="3441">
                  <c:v>42366</c:v>
                </c:pt>
                <c:pt idx="3442">
                  <c:v>42367</c:v>
                </c:pt>
                <c:pt idx="3443">
                  <c:v>42368</c:v>
                </c:pt>
                <c:pt idx="3444">
                  <c:v>42373</c:v>
                </c:pt>
                <c:pt idx="3445">
                  <c:v>42374</c:v>
                </c:pt>
                <c:pt idx="3446">
                  <c:v>42375</c:v>
                </c:pt>
                <c:pt idx="3447">
                  <c:v>42376</c:v>
                </c:pt>
                <c:pt idx="3448">
                  <c:v>42377</c:v>
                </c:pt>
                <c:pt idx="3449">
                  <c:v>42380</c:v>
                </c:pt>
                <c:pt idx="3450">
                  <c:v>42381</c:v>
                </c:pt>
                <c:pt idx="3451">
                  <c:v>42382</c:v>
                </c:pt>
                <c:pt idx="3452">
                  <c:v>42383</c:v>
                </c:pt>
                <c:pt idx="3453">
                  <c:v>42384</c:v>
                </c:pt>
                <c:pt idx="3454">
                  <c:v>42387</c:v>
                </c:pt>
                <c:pt idx="3455">
                  <c:v>42388</c:v>
                </c:pt>
                <c:pt idx="3456">
                  <c:v>42389</c:v>
                </c:pt>
                <c:pt idx="3457">
                  <c:v>42390</c:v>
                </c:pt>
                <c:pt idx="3458">
                  <c:v>42391</c:v>
                </c:pt>
                <c:pt idx="3459">
                  <c:v>42395</c:v>
                </c:pt>
                <c:pt idx="3460">
                  <c:v>42396</c:v>
                </c:pt>
                <c:pt idx="3461">
                  <c:v>42397</c:v>
                </c:pt>
                <c:pt idx="3462">
                  <c:v>42398</c:v>
                </c:pt>
                <c:pt idx="3463">
                  <c:v>42401</c:v>
                </c:pt>
                <c:pt idx="3464">
                  <c:v>42402</c:v>
                </c:pt>
                <c:pt idx="3465">
                  <c:v>42403</c:v>
                </c:pt>
                <c:pt idx="3466">
                  <c:v>42404</c:v>
                </c:pt>
                <c:pt idx="3467">
                  <c:v>42405</c:v>
                </c:pt>
                <c:pt idx="3468">
                  <c:v>42410</c:v>
                </c:pt>
                <c:pt idx="3469">
                  <c:v>42411</c:v>
                </c:pt>
                <c:pt idx="3470">
                  <c:v>42412</c:v>
                </c:pt>
                <c:pt idx="3471">
                  <c:v>42415</c:v>
                </c:pt>
                <c:pt idx="3472">
                  <c:v>42416</c:v>
                </c:pt>
                <c:pt idx="3473">
                  <c:v>42417</c:v>
                </c:pt>
                <c:pt idx="3474">
                  <c:v>42418</c:v>
                </c:pt>
                <c:pt idx="3475">
                  <c:v>42419</c:v>
                </c:pt>
                <c:pt idx="3476">
                  <c:v>42422</c:v>
                </c:pt>
                <c:pt idx="3477">
                  <c:v>42423</c:v>
                </c:pt>
                <c:pt idx="3478">
                  <c:v>42424</c:v>
                </c:pt>
                <c:pt idx="3479">
                  <c:v>42425</c:v>
                </c:pt>
                <c:pt idx="3480">
                  <c:v>42426</c:v>
                </c:pt>
                <c:pt idx="3481">
                  <c:v>42429</c:v>
                </c:pt>
                <c:pt idx="3482">
                  <c:v>42430</c:v>
                </c:pt>
                <c:pt idx="3483">
                  <c:v>42431</c:v>
                </c:pt>
                <c:pt idx="3484">
                  <c:v>42432</c:v>
                </c:pt>
                <c:pt idx="3485">
                  <c:v>42433</c:v>
                </c:pt>
                <c:pt idx="3486">
                  <c:v>42436</c:v>
                </c:pt>
                <c:pt idx="3487">
                  <c:v>42437</c:v>
                </c:pt>
                <c:pt idx="3488">
                  <c:v>42438</c:v>
                </c:pt>
                <c:pt idx="3489">
                  <c:v>42439</c:v>
                </c:pt>
                <c:pt idx="3490">
                  <c:v>42440</c:v>
                </c:pt>
                <c:pt idx="3491">
                  <c:v>42443</c:v>
                </c:pt>
                <c:pt idx="3492">
                  <c:v>42444</c:v>
                </c:pt>
                <c:pt idx="3493">
                  <c:v>42445</c:v>
                </c:pt>
                <c:pt idx="3494">
                  <c:v>42446</c:v>
                </c:pt>
                <c:pt idx="3495">
                  <c:v>42447</c:v>
                </c:pt>
                <c:pt idx="3496">
                  <c:v>42450</c:v>
                </c:pt>
                <c:pt idx="3497">
                  <c:v>42451</c:v>
                </c:pt>
                <c:pt idx="3498">
                  <c:v>42452</c:v>
                </c:pt>
                <c:pt idx="3499">
                  <c:v>42453</c:v>
                </c:pt>
                <c:pt idx="3500">
                  <c:v>42457</c:v>
                </c:pt>
                <c:pt idx="3501">
                  <c:v>42458</c:v>
                </c:pt>
                <c:pt idx="3502">
                  <c:v>42459</c:v>
                </c:pt>
                <c:pt idx="3503">
                  <c:v>42460</c:v>
                </c:pt>
                <c:pt idx="3504">
                  <c:v>42461</c:v>
                </c:pt>
                <c:pt idx="3505">
                  <c:v>42464</c:v>
                </c:pt>
                <c:pt idx="3506">
                  <c:v>42465</c:v>
                </c:pt>
                <c:pt idx="3507">
                  <c:v>42466</c:v>
                </c:pt>
                <c:pt idx="3508">
                  <c:v>42467</c:v>
                </c:pt>
                <c:pt idx="3509">
                  <c:v>42468</c:v>
                </c:pt>
                <c:pt idx="3510">
                  <c:v>42471</c:v>
                </c:pt>
                <c:pt idx="3511">
                  <c:v>42472</c:v>
                </c:pt>
                <c:pt idx="3512">
                  <c:v>42473</c:v>
                </c:pt>
                <c:pt idx="3513">
                  <c:v>42474</c:v>
                </c:pt>
                <c:pt idx="3514">
                  <c:v>42475</c:v>
                </c:pt>
                <c:pt idx="3515">
                  <c:v>42478</c:v>
                </c:pt>
                <c:pt idx="3516">
                  <c:v>42479</c:v>
                </c:pt>
                <c:pt idx="3517">
                  <c:v>42480</c:v>
                </c:pt>
                <c:pt idx="3518">
                  <c:v>42482</c:v>
                </c:pt>
                <c:pt idx="3519">
                  <c:v>42485</c:v>
                </c:pt>
                <c:pt idx="3520">
                  <c:v>42486</c:v>
                </c:pt>
                <c:pt idx="3521">
                  <c:v>42487</c:v>
                </c:pt>
                <c:pt idx="3522">
                  <c:v>42488</c:v>
                </c:pt>
                <c:pt idx="3523">
                  <c:v>42489</c:v>
                </c:pt>
                <c:pt idx="3524">
                  <c:v>42492</c:v>
                </c:pt>
                <c:pt idx="3525">
                  <c:v>42493</c:v>
                </c:pt>
                <c:pt idx="3526">
                  <c:v>42494</c:v>
                </c:pt>
                <c:pt idx="3527">
                  <c:v>42495</c:v>
                </c:pt>
                <c:pt idx="3528">
                  <c:v>42496</c:v>
                </c:pt>
                <c:pt idx="3529">
                  <c:v>42499</c:v>
                </c:pt>
                <c:pt idx="3530">
                  <c:v>42500</c:v>
                </c:pt>
                <c:pt idx="3531">
                  <c:v>42501</c:v>
                </c:pt>
                <c:pt idx="3532">
                  <c:v>42502</c:v>
                </c:pt>
                <c:pt idx="3533">
                  <c:v>42503</c:v>
                </c:pt>
                <c:pt idx="3534">
                  <c:v>42506</c:v>
                </c:pt>
                <c:pt idx="3535">
                  <c:v>42507</c:v>
                </c:pt>
                <c:pt idx="3536">
                  <c:v>42508</c:v>
                </c:pt>
                <c:pt idx="3537">
                  <c:v>42509</c:v>
                </c:pt>
                <c:pt idx="3538">
                  <c:v>42510</c:v>
                </c:pt>
                <c:pt idx="3539">
                  <c:v>42513</c:v>
                </c:pt>
                <c:pt idx="3540">
                  <c:v>42514</c:v>
                </c:pt>
                <c:pt idx="3541">
                  <c:v>42515</c:v>
                </c:pt>
                <c:pt idx="3542">
                  <c:v>42517</c:v>
                </c:pt>
                <c:pt idx="3543">
                  <c:v>42520</c:v>
                </c:pt>
                <c:pt idx="3544">
                  <c:v>42521</c:v>
                </c:pt>
                <c:pt idx="3545">
                  <c:v>42522</c:v>
                </c:pt>
                <c:pt idx="3546">
                  <c:v>42523</c:v>
                </c:pt>
                <c:pt idx="3547">
                  <c:v>42524</c:v>
                </c:pt>
                <c:pt idx="3548">
                  <c:v>42527</c:v>
                </c:pt>
                <c:pt idx="3549">
                  <c:v>42528</c:v>
                </c:pt>
                <c:pt idx="3550">
                  <c:v>42529</c:v>
                </c:pt>
                <c:pt idx="3551">
                  <c:v>42530</c:v>
                </c:pt>
                <c:pt idx="3552">
                  <c:v>42531</c:v>
                </c:pt>
                <c:pt idx="3553">
                  <c:v>42534</c:v>
                </c:pt>
                <c:pt idx="3554">
                  <c:v>42535</c:v>
                </c:pt>
                <c:pt idx="3555">
                  <c:v>42536</c:v>
                </c:pt>
                <c:pt idx="3556">
                  <c:v>42537</c:v>
                </c:pt>
                <c:pt idx="3557">
                  <c:v>42538</c:v>
                </c:pt>
                <c:pt idx="3558">
                  <c:v>42541</c:v>
                </c:pt>
                <c:pt idx="3559">
                  <c:v>42542</c:v>
                </c:pt>
                <c:pt idx="3560">
                  <c:v>42543</c:v>
                </c:pt>
                <c:pt idx="3561">
                  <c:v>42544</c:v>
                </c:pt>
                <c:pt idx="3562">
                  <c:v>42545</c:v>
                </c:pt>
                <c:pt idx="3563">
                  <c:v>42548</c:v>
                </c:pt>
                <c:pt idx="3564">
                  <c:v>42549</c:v>
                </c:pt>
                <c:pt idx="3565">
                  <c:v>42550</c:v>
                </c:pt>
                <c:pt idx="3566">
                  <c:v>42551</c:v>
                </c:pt>
                <c:pt idx="3567">
                  <c:v>42552</c:v>
                </c:pt>
                <c:pt idx="3568">
                  <c:v>42555</c:v>
                </c:pt>
                <c:pt idx="3569">
                  <c:v>42556</c:v>
                </c:pt>
                <c:pt idx="3570">
                  <c:v>42557</c:v>
                </c:pt>
                <c:pt idx="3571">
                  <c:v>42558</c:v>
                </c:pt>
                <c:pt idx="3572">
                  <c:v>42559</c:v>
                </c:pt>
                <c:pt idx="3573">
                  <c:v>42562</c:v>
                </c:pt>
                <c:pt idx="3574">
                  <c:v>42563</c:v>
                </c:pt>
                <c:pt idx="3575">
                  <c:v>42564</c:v>
                </c:pt>
                <c:pt idx="3576">
                  <c:v>42565</c:v>
                </c:pt>
                <c:pt idx="3577">
                  <c:v>42566</c:v>
                </c:pt>
                <c:pt idx="3578">
                  <c:v>42569</c:v>
                </c:pt>
                <c:pt idx="3579">
                  <c:v>42570</c:v>
                </c:pt>
                <c:pt idx="3580">
                  <c:v>42571</c:v>
                </c:pt>
                <c:pt idx="3581">
                  <c:v>42572</c:v>
                </c:pt>
                <c:pt idx="3582">
                  <c:v>42573</c:v>
                </c:pt>
                <c:pt idx="3583">
                  <c:v>42576</c:v>
                </c:pt>
                <c:pt idx="3584">
                  <c:v>42577</c:v>
                </c:pt>
                <c:pt idx="3585">
                  <c:v>42578</c:v>
                </c:pt>
                <c:pt idx="3586">
                  <c:v>42579</c:v>
                </c:pt>
                <c:pt idx="3587">
                  <c:v>42580</c:v>
                </c:pt>
                <c:pt idx="3588">
                  <c:v>42583</c:v>
                </c:pt>
                <c:pt idx="3589">
                  <c:v>42584</c:v>
                </c:pt>
                <c:pt idx="3590">
                  <c:v>42585</c:v>
                </c:pt>
                <c:pt idx="3591">
                  <c:v>42586</c:v>
                </c:pt>
                <c:pt idx="3592">
                  <c:v>42587</c:v>
                </c:pt>
                <c:pt idx="3593">
                  <c:v>42590</c:v>
                </c:pt>
                <c:pt idx="3594">
                  <c:v>42591</c:v>
                </c:pt>
                <c:pt idx="3595">
                  <c:v>42592</c:v>
                </c:pt>
                <c:pt idx="3596">
                  <c:v>42593</c:v>
                </c:pt>
                <c:pt idx="3597">
                  <c:v>42594</c:v>
                </c:pt>
                <c:pt idx="3598">
                  <c:v>42597</c:v>
                </c:pt>
                <c:pt idx="3599">
                  <c:v>42598</c:v>
                </c:pt>
                <c:pt idx="3600">
                  <c:v>42599</c:v>
                </c:pt>
                <c:pt idx="3601">
                  <c:v>42600</c:v>
                </c:pt>
                <c:pt idx="3602">
                  <c:v>42601</c:v>
                </c:pt>
                <c:pt idx="3603">
                  <c:v>42604</c:v>
                </c:pt>
                <c:pt idx="3604">
                  <c:v>42605</c:v>
                </c:pt>
                <c:pt idx="3605">
                  <c:v>42606</c:v>
                </c:pt>
                <c:pt idx="3606">
                  <c:v>42607</c:v>
                </c:pt>
                <c:pt idx="3607">
                  <c:v>42608</c:v>
                </c:pt>
                <c:pt idx="3608">
                  <c:v>42611</c:v>
                </c:pt>
                <c:pt idx="3609">
                  <c:v>42612</c:v>
                </c:pt>
                <c:pt idx="3610">
                  <c:v>42613</c:v>
                </c:pt>
                <c:pt idx="3611">
                  <c:v>42614</c:v>
                </c:pt>
                <c:pt idx="3612">
                  <c:v>42615</c:v>
                </c:pt>
                <c:pt idx="3613">
                  <c:v>42618</c:v>
                </c:pt>
                <c:pt idx="3614">
                  <c:v>42619</c:v>
                </c:pt>
                <c:pt idx="3615">
                  <c:v>42621</c:v>
                </c:pt>
                <c:pt idx="3616">
                  <c:v>42622</c:v>
                </c:pt>
                <c:pt idx="3617">
                  <c:v>42625</c:v>
                </c:pt>
                <c:pt idx="3618">
                  <c:v>42626</c:v>
                </c:pt>
                <c:pt idx="3619">
                  <c:v>42627</c:v>
                </c:pt>
                <c:pt idx="3620">
                  <c:v>42628</c:v>
                </c:pt>
                <c:pt idx="3621">
                  <c:v>42629</c:v>
                </c:pt>
                <c:pt idx="3622">
                  <c:v>42632</c:v>
                </c:pt>
                <c:pt idx="3623">
                  <c:v>42633</c:v>
                </c:pt>
                <c:pt idx="3624">
                  <c:v>42634</c:v>
                </c:pt>
                <c:pt idx="3625">
                  <c:v>42635</c:v>
                </c:pt>
                <c:pt idx="3626">
                  <c:v>42636</c:v>
                </c:pt>
                <c:pt idx="3627">
                  <c:v>42639</c:v>
                </c:pt>
                <c:pt idx="3628">
                  <c:v>42640</c:v>
                </c:pt>
                <c:pt idx="3629">
                  <c:v>42641</c:v>
                </c:pt>
                <c:pt idx="3630">
                  <c:v>42642</c:v>
                </c:pt>
                <c:pt idx="3631">
                  <c:v>42643</c:v>
                </c:pt>
                <c:pt idx="3632">
                  <c:v>42646</c:v>
                </c:pt>
                <c:pt idx="3633">
                  <c:v>42647</c:v>
                </c:pt>
                <c:pt idx="3634">
                  <c:v>42648</c:v>
                </c:pt>
                <c:pt idx="3635">
                  <c:v>42649</c:v>
                </c:pt>
                <c:pt idx="3636">
                  <c:v>42650</c:v>
                </c:pt>
                <c:pt idx="3637">
                  <c:v>42653</c:v>
                </c:pt>
                <c:pt idx="3638">
                  <c:v>42654</c:v>
                </c:pt>
                <c:pt idx="3639">
                  <c:v>42656</c:v>
                </c:pt>
                <c:pt idx="3640">
                  <c:v>42657</c:v>
                </c:pt>
                <c:pt idx="3641">
                  <c:v>42660</c:v>
                </c:pt>
                <c:pt idx="3642">
                  <c:v>42661</c:v>
                </c:pt>
                <c:pt idx="3643">
                  <c:v>42662</c:v>
                </c:pt>
                <c:pt idx="3644">
                  <c:v>42663</c:v>
                </c:pt>
                <c:pt idx="3645">
                  <c:v>42664</c:v>
                </c:pt>
                <c:pt idx="3646">
                  <c:v>42667</c:v>
                </c:pt>
                <c:pt idx="3647">
                  <c:v>42668</c:v>
                </c:pt>
                <c:pt idx="3648">
                  <c:v>42669</c:v>
                </c:pt>
                <c:pt idx="3649">
                  <c:v>42670</c:v>
                </c:pt>
                <c:pt idx="3650">
                  <c:v>42671</c:v>
                </c:pt>
                <c:pt idx="3651">
                  <c:v>42674</c:v>
                </c:pt>
                <c:pt idx="3652">
                  <c:v>42675</c:v>
                </c:pt>
                <c:pt idx="3653">
                  <c:v>42677</c:v>
                </c:pt>
                <c:pt idx="3654">
                  <c:v>42678</c:v>
                </c:pt>
                <c:pt idx="3655">
                  <c:v>42681</c:v>
                </c:pt>
                <c:pt idx="3656">
                  <c:v>42682</c:v>
                </c:pt>
                <c:pt idx="3657">
                  <c:v>42683</c:v>
                </c:pt>
                <c:pt idx="3658">
                  <c:v>42684</c:v>
                </c:pt>
                <c:pt idx="3659">
                  <c:v>42685</c:v>
                </c:pt>
                <c:pt idx="3660">
                  <c:v>42688</c:v>
                </c:pt>
                <c:pt idx="3661">
                  <c:v>42690</c:v>
                </c:pt>
                <c:pt idx="3662">
                  <c:v>42691</c:v>
                </c:pt>
                <c:pt idx="3663">
                  <c:v>42692</c:v>
                </c:pt>
                <c:pt idx="3664">
                  <c:v>42695</c:v>
                </c:pt>
                <c:pt idx="3665">
                  <c:v>42696</c:v>
                </c:pt>
                <c:pt idx="3666">
                  <c:v>42697</c:v>
                </c:pt>
                <c:pt idx="3667">
                  <c:v>42698</c:v>
                </c:pt>
                <c:pt idx="3668">
                  <c:v>42699</c:v>
                </c:pt>
                <c:pt idx="3669">
                  <c:v>42702</c:v>
                </c:pt>
                <c:pt idx="3670">
                  <c:v>42703</c:v>
                </c:pt>
                <c:pt idx="3671">
                  <c:v>42704</c:v>
                </c:pt>
                <c:pt idx="3672">
                  <c:v>42705</c:v>
                </c:pt>
                <c:pt idx="3673">
                  <c:v>42706</c:v>
                </c:pt>
                <c:pt idx="3674">
                  <c:v>42709</c:v>
                </c:pt>
                <c:pt idx="3675">
                  <c:v>42710</c:v>
                </c:pt>
                <c:pt idx="3676">
                  <c:v>42711</c:v>
                </c:pt>
                <c:pt idx="3677">
                  <c:v>42712</c:v>
                </c:pt>
                <c:pt idx="3678">
                  <c:v>42713</c:v>
                </c:pt>
                <c:pt idx="3679">
                  <c:v>42716</c:v>
                </c:pt>
                <c:pt idx="3680">
                  <c:v>42717</c:v>
                </c:pt>
                <c:pt idx="3681">
                  <c:v>42718</c:v>
                </c:pt>
                <c:pt idx="3682">
                  <c:v>42719</c:v>
                </c:pt>
                <c:pt idx="3683">
                  <c:v>42720</c:v>
                </c:pt>
                <c:pt idx="3684">
                  <c:v>42723</c:v>
                </c:pt>
                <c:pt idx="3685">
                  <c:v>42724</c:v>
                </c:pt>
                <c:pt idx="3686">
                  <c:v>42725</c:v>
                </c:pt>
                <c:pt idx="3687">
                  <c:v>42726</c:v>
                </c:pt>
                <c:pt idx="3688">
                  <c:v>42727</c:v>
                </c:pt>
                <c:pt idx="3689">
                  <c:v>42730</c:v>
                </c:pt>
                <c:pt idx="3690">
                  <c:v>42731</c:v>
                </c:pt>
                <c:pt idx="3691">
                  <c:v>42732</c:v>
                </c:pt>
                <c:pt idx="3692">
                  <c:v>42733</c:v>
                </c:pt>
                <c:pt idx="3693">
                  <c:v>42737</c:v>
                </c:pt>
                <c:pt idx="3694">
                  <c:v>42738</c:v>
                </c:pt>
                <c:pt idx="3695">
                  <c:v>42739</c:v>
                </c:pt>
                <c:pt idx="3696">
                  <c:v>42740</c:v>
                </c:pt>
                <c:pt idx="3697">
                  <c:v>42741</c:v>
                </c:pt>
                <c:pt idx="3698">
                  <c:v>42744</c:v>
                </c:pt>
                <c:pt idx="3699">
                  <c:v>42745</c:v>
                </c:pt>
                <c:pt idx="3700">
                  <c:v>42746</c:v>
                </c:pt>
                <c:pt idx="3701">
                  <c:v>42747</c:v>
                </c:pt>
                <c:pt idx="3702">
                  <c:v>42748</c:v>
                </c:pt>
                <c:pt idx="3703">
                  <c:v>42751</c:v>
                </c:pt>
                <c:pt idx="3704">
                  <c:v>42752</c:v>
                </c:pt>
                <c:pt idx="3705">
                  <c:v>42753</c:v>
                </c:pt>
                <c:pt idx="3706">
                  <c:v>42754</c:v>
                </c:pt>
                <c:pt idx="3707">
                  <c:v>42755</c:v>
                </c:pt>
                <c:pt idx="3708">
                  <c:v>42758</c:v>
                </c:pt>
                <c:pt idx="3709">
                  <c:v>42759</c:v>
                </c:pt>
                <c:pt idx="3710">
                  <c:v>42761</c:v>
                </c:pt>
                <c:pt idx="3711">
                  <c:v>42762</c:v>
                </c:pt>
                <c:pt idx="3712">
                  <c:v>42765</c:v>
                </c:pt>
                <c:pt idx="3713">
                  <c:v>42766</c:v>
                </c:pt>
                <c:pt idx="3714">
                  <c:v>42767</c:v>
                </c:pt>
                <c:pt idx="3715">
                  <c:v>42768</c:v>
                </c:pt>
                <c:pt idx="3716">
                  <c:v>42769</c:v>
                </c:pt>
                <c:pt idx="3717">
                  <c:v>42772</c:v>
                </c:pt>
                <c:pt idx="3718">
                  <c:v>42773</c:v>
                </c:pt>
                <c:pt idx="3719">
                  <c:v>42774</c:v>
                </c:pt>
                <c:pt idx="3720">
                  <c:v>42775</c:v>
                </c:pt>
                <c:pt idx="3721">
                  <c:v>42776</c:v>
                </c:pt>
                <c:pt idx="3722">
                  <c:v>42779</c:v>
                </c:pt>
                <c:pt idx="3723">
                  <c:v>42780</c:v>
                </c:pt>
                <c:pt idx="3724">
                  <c:v>42781</c:v>
                </c:pt>
                <c:pt idx="3725">
                  <c:v>42782</c:v>
                </c:pt>
                <c:pt idx="3726">
                  <c:v>42783</c:v>
                </c:pt>
                <c:pt idx="3727">
                  <c:v>42786</c:v>
                </c:pt>
                <c:pt idx="3728">
                  <c:v>42787</c:v>
                </c:pt>
                <c:pt idx="3729">
                  <c:v>42788</c:v>
                </c:pt>
                <c:pt idx="3730">
                  <c:v>42789</c:v>
                </c:pt>
                <c:pt idx="3731">
                  <c:v>42790</c:v>
                </c:pt>
                <c:pt idx="3732">
                  <c:v>42795</c:v>
                </c:pt>
                <c:pt idx="3733">
                  <c:v>42796</c:v>
                </c:pt>
                <c:pt idx="3734">
                  <c:v>42797</c:v>
                </c:pt>
                <c:pt idx="3735">
                  <c:v>42800</c:v>
                </c:pt>
                <c:pt idx="3736">
                  <c:v>42801</c:v>
                </c:pt>
                <c:pt idx="3737">
                  <c:v>42802</c:v>
                </c:pt>
                <c:pt idx="3738">
                  <c:v>42803</c:v>
                </c:pt>
                <c:pt idx="3739">
                  <c:v>42804</c:v>
                </c:pt>
                <c:pt idx="3740">
                  <c:v>42807</c:v>
                </c:pt>
                <c:pt idx="3741">
                  <c:v>42808</c:v>
                </c:pt>
                <c:pt idx="3742">
                  <c:v>42809</c:v>
                </c:pt>
                <c:pt idx="3743">
                  <c:v>42810</c:v>
                </c:pt>
                <c:pt idx="3744">
                  <c:v>42811</c:v>
                </c:pt>
                <c:pt idx="3745">
                  <c:v>42814</c:v>
                </c:pt>
                <c:pt idx="3746">
                  <c:v>42815</c:v>
                </c:pt>
                <c:pt idx="3747">
                  <c:v>42816</c:v>
                </c:pt>
                <c:pt idx="3748">
                  <c:v>42817</c:v>
                </c:pt>
                <c:pt idx="3749">
                  <c:v>42818</c:v>
                </c:pt>
                <c:pt idx="3750">
                  <c:v>42821</c:v>
                </c:pt>
                <c:pt idx="3751">
                  <c:v>42822</c:v>
                </c:pt>
                <c:pt idx="3752">
                  <c:v>42823</c:v>
                </c:pt>
                <c:pt idx="3753">
                  <c:v>42824</c:v>
                </c:pt>
                <c:pt idx="3754">
                  <c:v>42825</c:v>
                </c:pt>
                <c:pt idx="3755">
                  <c:v>42828</c:v>
                </c:pt>
                <c:pt idx="3756">
                  <c:v>42829</c:v>
                </c:pt>
                <c:pt idx="3757">
                  <c:v>42830</c:v>
                </c:pt>
                <c:pt idx="3758">
                  <c:v>42831</c:v>
                </c:pt>
                <c:pt idx="3759">
                  <c:v>42832</c:v>
                </c:pt>
                <c:pt idx="3760">
                  <c:v>42835</c:v>
                </c:pt>
                <c:pt idx="3761">
                  <c:v>42836</c:v>
                </c:pt>
                <c:pt idx="3762">
                  <c:v>42837</c:v>
                </c:pt>
                <c:pt idx="3763">
                  <c:v>42838</c:v>
                </c:pt>
                <c:pt idx="3764">
                  <c:v>42842</c:v>
                </c:pt>
                <c:pt idx="3765">
                  <c:v>42843</c:v>
                </c:pt>
                <c:pt idx="3766">
                  <c:v>42844</c:v>
                </c:pt>
                <c:pt idx="3767">
                  <c:v>42845</c:v>
                </c:pt>
                <c:pt idx="3768">
                  <c:v>42849</c:v>
                </c:pt>
                <c:pt idx="3769">
                  <c:v>42850</c:v>
                </c:pt>
                <c:pt idx="3770">
                  <c:v>42851</c:v>
                </c:pt>
                <c:pt idx="3771">
                  <c:v>42852</c:v>
                </c:pt>
                <c:pt idx="3772">
                  <c:v>42853</c:v>
                </c:pt>
                <c:pt idx="3773">
                  <c:v>42857</c:v>
                </c:pt>
                <c:pt idx="3774">
                  <c:v>42858</c:v>
                </c:pt>
                <c:pt idx="3775">
                  <c:v>42859</c:v>
                </c:pt>
                <c:pt idx="3776">
                  <c:v>42860</c:v>
                </c:pt>
                <c:pt idx="3777">
                  <c:v>42863</c:v>
                </c:pt>
                <c:pt idx="3778">
                  <c:v>42864</c:v>
                </c:pt>
                <c:pt idx="3779">
                  <c:v>42865</c:v>
                </c:pt>
                <c:pt idx="3780">
                  <c:v>42866</c:v>
                </c:pt>
                <c:pt idx="3781">
                  <c:v>42867</c:v>
                </c:pt>
                <c:pt idx="3782">
                  <c:v>42870</c:v>
                </c:pt>
                <c:pt idx="3783">
                  <c:v>42871</c:v>
                </c:pt>
                <c:pt idx="3784">
                  <c:v>42872</c:v>
                </c:pt>
                <c:pt idx="3785">
                  <c:v>42873</c:v>
                </c:pt>
                <c:pt idx="3786">
                  <c:v>42874</c:v>
                </c:pt>
                <c:pt idx="3787">
                  <c:v>42877</c:v>
                </c:pt>
                <c:pt idx="3788">
                  <c:v>42878</c:v>
                </c:pt>
                <c:pt idx="3789">
                  <c:v>42879</c:v>
                </c:pt>
                <c:pt idx="3790">
                  <c:v>42880</c:v>
                </c:pt>
                <c:pt idx="3791">
                  <c:v>42881</c:v>
                </c:pt>
                <c:pt idx="3792">
                  <c:v>42884</c:v>
                </c:pt>
                <c:pt idx="3793">
                  <c:v>42885</c:v>
                </c:pt>
                <c:pt idx="3794">
                  <c:v>42886</c:v>
                </c:pt>
                <c:pt idx="3795">
                  <c:v>42887</c:v>
                </c:pt>
                <c:pt idx="3796">
                  <c:v>42888</c:v>
                </c:pt>
                <c:pt idx="3797">
                  <c:v>42891</c:v>
                </c:pt>
                <c:pt idx="3798">
                  <c:v>42892</c:v>
                </c:pt>
                <c:pt idx="3799">
                  <c:v>42893</c:v>
                </c:pt>
                <c:pt idx="3800">
                  <c:v>42894</c:v>
                </c:pt>
                <c:pt idx="3801">
                  <c:v>42895</c:v>
                </c:pt>
                <c:pt idx="3802">
                  <c:v>42898</c:v>
                </c:pt>
                <c:pt idx="3803">
                  <c:v>42899</c:v>
                </c:pt>
                <c:pt idx="3804">
                  <c:v>42900</c:v>
                </c:pt>
                <c:pt idx="3805">
                  <c:v>42902</c:v>
                </c:pt>
                <c:pt idx="3806">
                  <c:v>42905</c:v>
                </c:pt>
                <c:pt idx="3807">
                  <c:v>42906</c:v>
                </c:pt>
                <c:pt idx="3808">
                  <c:v>42907</c:v>
                </c:pt>
                <c:pt idx="3809">
                  <c:v>42908</c:v>
                </c:pt>
                <c:pt idx="3810">
                  <c:v>42909</c:v>
                </c:pt>
                <c:pt idx="3811">
                  <c:v>42912</c:v>
                </c:pt>
                <c:pt idx="3812">
                  <c:v>42913</c:v>
                </c:pt>
                <c:pt idx="3813">
                  <c:v>42914</c:v>
                </c:pt>
                <c:pt idx="3814">
                  <c:v>42915</c:v>
                </c:pt>
                <c:pt idx="3815">
                  <c:v>42916</c:v>
                </c:pt>
                <c:pt idx="3816">
                  <c:v>42919</c:v>
                </c:pt>
                <c:pt idx="3817">
                  <c:v>42920</c:v>
                </c:pt>
                <c:pt idx="3818">
                  <c:v>42921</c:v>
                </c:pt>
                <c:pt idx="3819">
                  <c:v>42922</c:v>
                </c:pt>
                <c:pt idx="3820">
                  <c:v>42923</c:v>
                </c:pt>
                <c:pt idx="3821">
                  <c:v>42926</c:v>
                </c:pt>
                <c:pt idx="3822">
                  <c:v>42927</c:v>
                </c:pt>
                <c:pt idx="3823">
                  <c:v>42928</c:v>
                </c:pt>
                <c:pt idx="3824">
                  <c:v>42929</c:v>
                </c:pt>
                <c:pt idx="3825">
                  <c:v>42930</c:v>
                </c:pt>
                <c:pt idx="3826">
                  <c:v>42933</c:v>
                </c:pt>
                <c:pt idx="3827">
                  <c:v>42934</c:v>
                </c:pt>
                <c:pt idx="3828">
                  <c:v>42935</c:v>
                </c:pt>
                <c:pt idx="3829">
                  <c:v>42936</c:v>
                </c:pt>
                <c:pt idx="3830">
                  <c:v>42937</c:v>
                </c:pt>
                <c:pt idx="3831">
                  <c:v>42940</c:v>
                </c:pt>
                <c:pt idx="3832">
                  <c:v>42941</c:v>
                </c:pt>
                <c:pt idx="3833">
                  <c:v>42942</c:v>
                </c:pt>
                <c:pt idx="3834">
                  <c:v>42943</c:v>
                </c:pt>
                <c:pt idx="3835">
                  <c:v>42944</c:v>
                </c:pt>
                <c:pt idx="3836">
                  <c:v>42947</c:v>
                </c:pt>
                <c:pt idx="3837">
                  <c:v>42948</c:v>
                </c:pt>
                <c:pt idx="3838">
                  <c:v>42949</c:v>
                </c:pt>
                <c:pt idx="3839">
                  <c:v>42950</c:v>
                </c:pt>
                <c:pt idx="3840">
                  <c:v>42951</c:v>
                </c:pt>
                <c:pt idx="3841">
                  <c:v>42954</c:v>
                </c:pt>
                <c:pt idx="3842">
                  <c:v>42955</c:v>
                </c:pt>
                <c:pt idx="3843">
                  <c:v>42956</c:v>
                </c:pt>
                <c:pt idx="3844">
                  <c:v>42957</c:v>
                </c:pt>
                <c:pt idx="3845">
                  <c:v>42958</c:v>
                </c:pt>
                <c:pt idx="3846">
                  <c:v>42961</c:v>
                </c:pt>
                <c:pt idx="3847">
                  <c:v>42962</c:v>
                </c:pt>
                <c:pt idx="3848">
                  <c:v>42963</c:v>
                </c:pt>
                <c:pt idx="3849">
                  <c:v>42964</c:v>
                </c:pt>
                <c:pt idx="3850">
                  <c:v>42965</c:v>
                </c:pt>
                <c:pt idx="3851">
                  <c:v>42968</c:v>
                </c:pt>
                <c:pt idx="3852">
                  <c:v>42969</c:v>
                </c:pt>
                <c:pt idx="3853">
                  <c:v>42970</c:v>
                </c:pt>
                <c:pt idx="3854">
                  <c:v>42971</c:v>
                </c:pt>
                <c:pt idx="3855">
                  <c:v>42972</c:v>
                </c:pt>
                <c:pt idx="3856">
                  <c:v>42975</c:v>
                </c:pt>
                <c:pt idx="3857">
                  <c:v>42976</c:v>
                </c:pt>
                <c:pt idx="3858">
                  <c:v>42977</c:v>
                </c:pt>
                <c:pt idx="3859">
                  <c:v>42978</c:v>
                </c:pt>
                <c:pt idx="3860">
                  <c:v>42979</c:v>
                </c:pt>
                <c:pt idx="3861">
                  <c:v>42982</c:v>
                </c:pt>
                <c:pt idx="3862">
                  <c:v>42983</c:v>
                </c:pt>
                <c:pt idx="3863">
                  <c:v>42984</c:v>
                </c:pt>
                <c:pt idx="3864">
                  <c:v>42986</c:v>
                </c:pt>
                <c:pt idx="3865">
                  <c:v>42989</c:v>
                </c:pt>
                <c:pt idx="3866">
                  <c:v>42990</c:v>
                </c:pt>
                <c:pt idx="3867">
                  <c:v>42991</c:v>
                </c:pt>
                <c:pt idx="3868">
                  <c:v>42992</c:v>
                </c:pt>
                <c:pt idx="3869">
                  <c:v>42993</c:v>
                </c:pt>
                <c:pt idx="3870">
                  <c:v>42996</c:v>
                </c:pt>
                <c:pt idx="3871">
                  <c:v>42997</c:v>
                </c:pt>
                <c:pt idx="3872">
                  <c:v>42998</c:v>
                </c:pt>
                <c:pt idx="3873">
                  <c:v>42999</c:v>
                </c:pt>
                <c:pt idx="3874">
                  <c:v>43000</c:v>
                </c:pt>
                <c:pt idx="3875">
                  <c:v>43003</c:v>
                </c:pt>
                <c:pt idx="3876">
                  <c:v>43004</c:v>
                </c:pt>
                <c:pt idx="3877">
                  <c:v>43005</c:v>
                </c:pt>
                <c:pt idx="3878">
                  <c:v>43006</c:v>
                </c:pt>
                <c:pt idx="3879">
                  <c:v>43007</c:v>
                </c:pt>
                <c:pt idx="3880">
                  <c:v>43010</c:v>
                </c:pt>
                <c:pt idx="3881">
                  <c:v>43011</c:v>
                </c:pt>
                <c:pt idx="3882">
                  <c:v>43012</c:v>
                </c:pt>
                <c:pt idx="3883">
                  <c:v>43013</c:v>
                </c:pt>
                <c:pt idx="3884">
                  <c:v>43014</c:v>
                </c:pt>
                <c:pt idx="3885">
                  <c:v>43017</c:v>
                </c:pt>
                <c:pt idx="3886">
                  <c:v>43018</c:v>
                </c:pt>
                <c:pt idx="3887">
                  <c:v>43019</c:v>
                </c:pt>
                <c:pt idx="3888">
                  <c:v>43021</c:v>
                </c:pt>
                <c:pt idx="3889">
                  <c:v>43024</c:v>
                </c:pt>
                <c:pt idx="3890">
                  <c:v>43025</c:v>
                </c:pt>
                <c:pt idx="3891">
                  <c:v>43026</c:v>
                </c:pt>
                <c:pt idx="3892">
                  <c:v>43027</c:v>
                </c:pt>
                <c:pt idx="3893">
                  <c:v>43028</c:v>
                </c:pt>
                <c:pt idx="3894">
                  <c:v>43031</c:v>
                </c:pt>
                <c:pt idx="3895">
                  <c:v>43032</c:v>
                </c:pt>
                <c:pt idx="3896">
                  <c:v>43033</c:v>
                </c:pt>
                <c:pt idx="3897">
                  <c:v>43034</c:v>
                </c:pt>
                <c:pt idx="3898">
                  <c:v>43035</c:v>
                </c:pt>
                <c:pt idx="3899">
                  <c:v>43038</c:v>
                </c:pt>
                <c:pt idx="3900">
                  <c:v>43039</c:v>
                </c:pt>
                <c:pt idx="3901">
                  <c:v>43040</c:v>
                </c:pt>
                <c:pt idx="3902">
                  <c:v>43042</c:v>
                </c:pt>
                <c:pt idx="3903">
                  <c:v>43045</c:v>
                </c:pt>
                <c:pt idx="3904">
                  <c:v>43046</c:v>
                </c:pt>
                <c:pt idx="3905">
                  <c:v>43047</c:v>
                </c:pt>
                <c:pt idx="3906">
                  <c:v>43048</c:v>
                </c:pt>
                <c:pt idx="3907">
                  <c:v>43049</c:v>
                </c:pt>
                <c:pt idx="3908">
                  <c:v>43052</c:v>
                </c:pt>
                <c:pt idx="3909">
                  <c:v>43053</c:v>
                </c:pt>
                <c:pt idx="3910">
                  <c:v>43055</c:v>
                </c:pt>
                <c:pt idx="3911">
                  <c:v>43056</c:v>
                </c:pt>
                <c:pt idx="3912">
                  <c:v>43060</c:v>
                </c:pt>
                <c:pt idx="3913">
                  <c:v>43061</c:v>
                </c:pt>
                <c:pt idx="3914">
                  <c:v>43062</c:v>
                </c:pt>
                <c:pt idx="3915">
                  <c:v>43063</c:v>
                </c:pt>
                <c:pt idx="3916">
                  <c:v>43066</c:v>
                </c:pt>
                <c:pt idx="3917">
                  <c:v>43067</c:v>
                </c:pt>
                <c:pt idx="3918">
                  <c:v>43068</c:v>
                </c:pt>
                <c:pt idx="3919">
                  <c:v>43069</c:v>
                </c:pt>
                <c:pt idx="3920">
                  <c:v>43070</c:v>
                </c:pt>
                <c:pt idx="3921">
                  <c:v>43073</c:v>
                </c:pt>
                <c:pt idx="3922">
                  <c:v>43074</c:v>
                </c:pt>
                <c:pt idx="3923">
                  <c:v>43075</c:v>
                </c:pt>
                <c:pt idx="3924">
                  <c:v>43076</c:v>
                </c:pt>
                <c:pt idx="3925">
                  <c:v>43077</c:v>
                </c:pt>
                <c:pt idx="3926">
                  <c:v>43080</c:v>
                </c:pt>
                <c:pt idx="3927">
                  <c:v>43081</c:v>
                </c:pt>
                <c:pt idx="3928">
                  <c:v>43082</c:v>
                </c:pt>
                <c:pt idx="3929">
                  <c:v>43083</c:v>
                </c:pt>
                <c:pt idx="3930">
                  <c:v>43084</c:v>
                </c:pt>
                <c:pt idx="3931">
                  <c:v>43087</c:v>
                </c:pt>
                <c:pt idx="3932">
                  <c:v>43088</c:v>
                </c:pt>
                <c:pt idx="3933">
                  <c:v>43089</c:v>
                </c:pt>
                <c:pt idx="3934">
                  <c:v>43090</c:v>
                </c:pt>
                <c:pt idx="3935">
                  <c:v>43091</c:v>
                </c:pt>
                <c:pt idx="3936">
                  <c:v>43095</c:v>
                </c:pt>
                <c:pt idx="3937">
                  <c:v>43096</c:v>
                </c:pt>
                <c:pt idx="3938">
                  <c:v>43097</c:v>
                </c:pt>
                <c:pt idx="3939">
                  <c:v>43102</c:v>
                </c:pt>
                <c:pt idx="3940">
                  <c:v>43103</c:v>
                </c:pt>
                <c:pt idx="3941">
                  <c:v>43104</c:v>
                </c:pt>
                <c:pt idx="3942">
                  <c:v>43105</c:v>
                </c:pt>
                <c:pt idx="3943">
                  <c:v>43108</c:v>
                </c:pt>
                <c:pt idx="3944">
                  <c:v>43109</c:v>
                </c:pt>
                <c:pt idx="3945">
                  <c:v>43110</c:v>
                </c:pt>
                <c:pt idx="3946">
                  <c:v>43111</c:v>
                </c:pt>
                <c:pt idx="3947">
                  <c:v>43112</c:v>
                </c:pt>
                <c:pt idx="3948">
                  <c:v>43115</c:v>
                </c:pt>
                <c:pt idx="3949">
                  <c:v>43116</c:v>
                </c:pt>
                <c:pt idx="3950">
                  <c:v>43117</c:v>
                </c:pt>
                <c:pt idx="3951">
                  <c:v>43118</c:v>
                </c:pt>
                <c:pt idx="3952">
                  <c:v>43119</c:v>
                </c:pt>
                <c:pt idx="3953">
                  <c:v>43122</c:v>
                </c:pt>
                <c:pt idx="3954">
                  <c:v>43123</c:v>
                </c:pt>
                <c:pt idx="3955">
                  <c:v>43124</c:v>
                </c:pt>
                <c:pt idx="3956">
                  <c:v>43126</c:v>
                </c:pt>
                <c:pt idx="3957">
                  <c:v>43129</c:v>
                </c:pt>
                <c:pt idx="3958">
                  <c:v>43130</c:v>
                </c:pt>
                <c:pt idx="3959">
                  <c:v>43131</c:v>
                </c:pt>
                <c:pt idx="3960">
                  <c:v>43132</c:v>
                </c:pt>
                <c:pt idx="3961">
                  <c:v>43133</c:v>
                </c:pt>
                <c:pt idx="3962">
                  <c:v>43136</c:v>
                </c:pt>
                <c:pt idx="3963">
                  <c:v>43137</c:v>
                </c:pt>
                <c:pt idx="3964">
                  <c:v>43138</c:v>
                </c:pt>
                <c:pt idx="3965">
                  <c:v>43139</c:v>
                </c:pt>
                <c:pt idx="3966">
                  <c:v>43140</c:v>
                </c:pt>
                <c:pt idx="3967">
                  <c:v>43145</c:v>
                </c:pt>
                <c:pt idx="3968">
                  <c:v>43146</c:v>
                </c:pt>
                <c:pt idx="3969">
                  <c:v>43147</c:v>
                </c:pt>
                <c:pt idx="3970">
                  <c:v>43150</c:v>
                </c:pt>
                <c:pt idx="3971">
                  <c:v>43151</c:v>
                </c:pt>
                <c:pt idx="3972">
                  <c:v>43152</c:v>
                </c:pt>
                <c:pt idx="3973">
                  <c:v>43153</c:v>
                </c:pt>
                <c:pt idx="3974">
                  <c:v>43154</c:v>
                </c:pt>
                <c:pt idx="3975">
                  <c:v>43157</c:v>
                </c:pt>
                <c:pt idx="3976">
                  <c:v>43158</c:v>
                </c:pt>
                <c:pt idx="3977">
                  <c:v>43159</c:v>
                </c:pt>
                <c:pt idx="3978">
                  <c:v>43160</c:v>
                </c:pt>
                <c:pt idx="3979">
                  <c:v>43161</c:v>
                </c:pt>
                <c:pt idx="3980">
                  <c:v>43164</c:v>
                </c:pt>
                <c:pt idx="3981">
                  <c:v>43165</c:v>
                </c:pt>
                <c:pt idx="3982">
                  <c:v>43166</c:v>
                </c:pt>
                <c:pt idx="3983">
                  <c:v>43167</c:v>
                </c:pt>
                <c:pt idx="3984">
                  <c:v>43168</c:v>
                </c:pt>
                <c:pt idx="3985">
                  <c:v>43171</c:v>
                </c:pt>
                <c:pt idx="3986">
                  <c:v>43172</c:v>
                </c:pt>
                <c:pt idx="3987">
                  <c:v>43173</c:v>
                </c:pt>
                <c:pt idx="3988">
                  <c:v>43174</c:v>
                </c:pt>
                <c:pt idx="3989">
                  <c:v>43175</c:v>
                </c:pt>
                <c:pt idx="3990">
                  <c:v>43178</c:v>
                </c:pt>
                <c:pt idx="3991">
                  <c:v>43179</c:v>
                </c:pt>
                <c:pt idx="3992">
                  <c:v>43180</c:v>
                </c:pt>
                <c:pt idx="3993">
                  <c:v>43181</c:v>
                </c:pt>
                <c:pt idx="3994">
                  <c:v>43182</c:v>
                </c:pt>
                <c:pt idx="3995">
                  <c:v>43185</c:v>
                </c:pt>
                <c:pt idx="3996">
                  <c:v>43186</c:v>
                </c:pt>
                <c:pt idx="3997">
                  <c:v>43187</c:v>
                </c:pt>
                <c:pt idx="3998">
                  <c:v>43188</c:v>
                </c:pt>
                <c:pt idx="3999">
                  <c:v>43192</c:v>
                </c:pt>
                <c:pt idx="4000">
                  <c:v>43193</c:v>
                </c:pt>
                <c:pt idx="4001">
                  <c:v>43194</c:v>
                </c:pt>
                <c:pt idx="4002">
                  <c:v>43195</c:v>
                </c:pt>
                <c:pt idx="4003">
                  <c:v>43196</c:v>
                </c:pt>
                <c:pt idx="4004">
                  <c:v>43199</c:v>
                </c:pt>
                <c:pt idx="4005">
                  <c:v>43200</c:v>
                </c:pt>
                <c:pt idx="4006">
                  <c:v>43201</c:v>
                </c:pt>
                <c:pt idx="4007">
                  <c:v>43202</c:v>
                </c:pt>
                <c:pt idx="4008">
                  <c:v>43203</c:v>
                </c:pt>
                <c:pt idx="4009">
                  <c:v>43206</c:v>
                </c:pt>
                <c:pt idx="4010">
                  <c:v>43207</c:v>
                </c:pt>
                <c:pt idx="4011">
                  <c:v>43208</c:v>
                </c:pt>
                <c:pt idx="4012">
                  <c:v>43209</c:v>
                </c:pt>
                <c:pt idx="4013">
                  <c:v>43210</c:v>
                </c:pt>
                <c:pt idx="4014">
                  <c:v>43213</c:v>
                </c:pt>
                <c:pt idx="4015">
                  <c:v>43214</c:v>
                </c:pt>
                <c:pt idx="4016">
                  <c:v>43215</c:v>
                </c:pt>
                <c:pt idx="4017">
                  <c:v>43216</c:v>
                </c:pt>
                <c:pt idx="4018">
                  <c:v>43217</c:v>
                </c:pt>
                <c:pt idx="4019">
                  <c:v>43220</c:v>
                </c:pt>
                <c:pt idx="4020">
                  <c:v>43222</c:v>
                </c:pt>
                <c:pt idx="4021">
                  <c:v>43223</c:v>
                </c:pt>
                <c:pt idx="4022">
                  <c:v>43224</c:v>
                </c:pt>
                <c:pt idx="4023">
                  <c:v>43227</c:v>
                </c:pt>
                <c:pt idx="4024">
                  <c:v>43228</c:v>
                </c:pt>
                <c:pt idx="4025">
                  <c:v>43229</c:v>
                </c:pt>
                <c:pt idx="4026">
                  <c:v>43230</c:v>
                </c:pt>
                <c:pt idx="4027">
                  <c:v>43231</c:v>
                </c:pt>
                <c:pt idx="4028">
                  <c:v>43234</c:v>
                </c:pt>
                <c:pt idx="4029">
                  <c:v>43235</c:v>
                </c:pt>
                <c:pt idx="4030">
                  <c:v>43236</c:v>
                </c:pt>
                <c:pt idx="4031">
                  <c:v>43237</c:v>
                </c:pt>
                <c:pt idx="4032">
                  <c:v>43238</c:v>
                </c:pt>
                <c:pt idx="4033">
                  <c:v>43241</c:v>
                </c:pt>
                <c:pt idx="4034">
                  <c:v>43242</c:v>
                </c:pt>
                <c:pt idx="4035">
                  <c:v>43243</c:v>
                </c:pt>
                <c:pt idx="4036">
                  <c:v>43244</c:v>
                </c:pt>
                <c:pt idx="4037">
                  <c:v>43245</c:v>
                </c:pt>
                <c:pt idx="4038">
                  <c:v>43248</c:v>
                </c:pt>
                <c:pt idx="4039">
                  <c:v>43249</c:v>
                </c:pt>
                <c:pt idx="4040">
                  <c:v>43250</c:v>
                </c:pt>
                <c:pt idx="4041">
                  <c:v>43252</c:v>
                </c:pt>
                <c:pt idx="4042">
                  <c:v>43255</c:v>
                </c:pt>
                <c:pt idx="4043">
                  <c:v>43256</c:v>
                </c:pt>
                <c:pt idx="4044">
                  <c:v>43257</c:v>
                </c:pt>
                <c:pt idx="4045">
                  <c:v>43258</c:v>
                </c:pt>
                <c:pt idx="4046">
                  <c:v>43259</c:v>
                </c:pt>
                <c:pt idx="4047">
                  <c:v>43262</c:v>
                </c:pt>
                <c:pt idx="4048">
                  <c:v>43263</c:v>
                </c:pt>
                <c:pt idx="4049">
                  <c:v>43264</c:v>
                </c:pt>
                <c:pt idx="4050">
                  <c:v>43265</c:v>
                </c:pt>
                <c:pt idx="4051">
                  <c:v>43266</c:v>
                </c:pt>
                <c:pt idx="4052">
                  <c:v>43269</c:v>
                </c:pt>
                <c:pt idx="4053">
                  <c:v>43270</c:v>
                </c:pt>
                <c:pt idx="4054">
                  <c:v>43271</c:v>
                </c:pt>
                <c:pt idx="4055">
                  <c:v>43272</c:v>
                </c:pt>
                <c:pt idx="4056">
                  <c:v>43273</c:v>
                </c:pt>
                <c:pt idx="4057">
                  <c:v>43276</c:v>
                </c:pt>
                <c:pt idx="4058">
                  <c:v>43277</c:v>
                </c:pt>
                <c:pt idx="4059">
                  <c:v>43278</c:v>
                </c:pt>
                <c:pt idx="4060">
                  <c:v>43279</c:v>
                </c:pt>
                <c:pt idx="4061">
                  <c:v>43280</c:v>
                </c:pt>
                <c:pt idx="4062">
                  <c:v>43283</c:v>
                </c:pt>
                <c:pt idx="4063">
                  <c:v>43284</c:v>
                </c:pt>
                <c:pt idx="4064">
                  <c:v>43285</c:v>
                </c:pt>
                <c:pt idx="4065">
                  <c:v>43286</c:v>
                </c:pt>
                <c:pt idx="4066">
                  <c:v>43287</c:v>
                </c:pt>
                <c:pt idx="4067">
                  <c:v>43291</c:v>
                </c:pt>
                <c:pt idx="4068">
                  <c:v>43292</c:v>
                </c:pt>
                <c:pt idx="4069">
                  <c:v>43293</c:v>
                </c:pt>
                <c:pt idx="4070">
                  <c:v>43294</c:v>
                </c:pt>
                <c:pt idx="4071">
                  <c:v>43297</c:v>
                </c:pt>
                <c:pt idx="4072">
                  <c:v>43298</c:v>
                </c:pt>
                <c:pt idx="4073">
                  <c:v>43299</c:v>
                </c:pt>
                <c:pt idx="4074">
                  <c:v>43300</c:v>
                </c:pt>
                <c:pt idx="4075">
                  <c:v>43301</c:v>
                </c:pt>
                <c:pt idx="4076">
                  <c:v>43304</c:v>
                </c:pt>
                <c:pt idx="4077">
                  <c:v>43305</c:v>
                </c:pt>
                <c:pt idx="4078">
                  <c:v>43306</c:v>
                </c:pt>
                <c:pt idx="4079">
                  <c:v>43307</c:v>
                </c:pt>
                <c:pt idx="4080">
                  <c:v>43308</c:v>
                </c:pt>
                <c:pt idx="4081">
                  <c:v>43311</c:v>
                </c:pt>
                <c:pt idx="4082">
                  <c:v>43312</c:v>
                </c:pt>
                <c:pt idx="4083">
                  <c:v>43313</c:v>
                </c:pt>
                <c:pt idx="4084">
                  <c:v>43314</c:v>
                </c:pt>
                <c:pt idx="4085">
                  <c:v>43315</c:v>
                </c:pt>
                <c:pt idx="4086">
                  <c:v>43318</c:v>
                </c:pt>
                <c:pt idx="4087">
                  <c:v>43319</c:v>
                </c:pt>
                <c:pt idx="4088">
                  <c:v>43320</c:v>
                </c:pt>
                <c:pt idx="4089">
                  <c:v>43321</c:v>
                </c:pt>
                <c:pt idx="4090">
                  <c:v>43322</c:v>
                </c:pt>
                <c:pt idx="4091">
                  <c:v>43325</c:v>
                </c:pt>
                <c:pt idx="4092">
                  <c:v>43326</c:v>
                </c:pt>
                <c:pt idx="4093">
                  <c:v>43327</c:v>
                </c:pt>
                <c:pt idx="4094">
                  <c:v>43328</c:v>
                </c:pt>
                <c:pt idx="4095">
                  <c:v>43329</c:v>
                </c:pt>
                <c:pt idx="4096">
                  <c:v>43332</c:v>
                </c:pt>
                <c:pt idx="4097">
                  <c:v>43333</c:v>
                </c:pt>
                <c:pt idx="4098">
                  <c:v>43334</c:v>
                </c:pt>
                <c:pt idx="4099">
                  <c:v>43335</c:v>
                </c:pt>
                <c:pt idx="4100">
                  <c:v>43336</c:v>
                </c:pt>
                <c:pt idx="4101">
                  <c:v>43339</c:v>
                </c:pt>
                <c:pt idx="4102">
                  <c:v>43340</c:v>
                </c:pt>
                <c:pt idx="4103">
                  <c:v>43341</c:v>
                </c:pt>
                <c:pt idx="4104">
                  <c:v>43342</c:v>
                </c:pt>
                <c:pt idx="4105">
                  <c:v>43343</c:v>
                </c:pt>
                <c:pt idx="4106">
                  <c:v>43346</c:v>
                </c:pt>
                <c:pt idx="4107">
                  <c:v>43347</c:v>
                </c:pt>
                <c:pt idx="4108">
                  <c:v>43348</c:v>
                </c:pt>
                <c:pt idx="4109">
                  <c:v>43349</c:v>
                </c:pt>
                <c:pt idx="4110">
                  <c:v>43353</c:v>
                </c:pt>
                <c:pt idx="4111">
                  <c:v>43354</c:v>
                </c:pt>
                <c:pt idx="4112">
                  <c:v>43355</c:v>
                </c:pt>
                <c:pt idx="4113">
                  <c:v>43356</c:v>
                </c:pt>
                <c:pt idx="4114">
                  <c:v>43357</c:v>
                </c:pt>
                <c:pt idx="4115">
                  <c:v>43360</c:v>
                </c:pt>
                <c:pt idx="4116">
                  <c:v>43361</c:v>
                </c:pt>
                <c:pt idx="4117">
                  <c:v>43362</c:v>
                </c:pt>
                <c:pt idx="4118">
                  <c:v>43363</c:v>
                </c:pt>
                <c:pt idx="4119">
                  <c:v>43364</c:v>
                </c:pt>
                <c:pt idx="4120">
                  <c:v>43367</c:v>
                </c:pt>
                <c:pt idx="4121">
                  <c:v>43368</c:v>
                </c:pt>
                <c:pt idx="4122">
                  <c:v>43369</c:v>
                </c:pt>
                <c:pt idx="4123">
                  <c:v>43370</c:v>
                </c:pt>
                <c:pt idx="4124">
                  <c:v>43371</c:v>
                </c:pt>
                <c:pt idx="4125">
                  <c:v>43374</c:v>
                </c:pt>
                <c:pt idx="4126">
                  <c:v>43375</c:v>
                </c:pt>
                <c:pt idx="4127">
                  <c:v>43376</c:v>
                </c:pt>
                <c:pt idx="4128">
                  <c:v>43377</c:v>
                </c:pt>
                <c:pt idx="4129">
                  <c:v>43378</c:v>
                </c:pt>
                <c:pt idx="4130">
                  <c:v>43381</c:v>
                </c:pt>
                <c:pt idx="4131">
                  <c:v>43382</c:v>
                </c:pt>
                <c:pt idx="4132">
                  <c:v>43383</c:v>
                </c:pt>
                <c:pt idx="4133">
                  <c:v>43384</c:v>
                </c:pt>
                <c:pt idx="4134">
                  <c:v>43388</c:v>
                </c:pt>
                <c:pt idx="4135">
                  <c:v>43389</c:v>
                </c:pt>
                <c:pt idx="4136">
                  <c:v>43390</c:v>
                </c:pt>
                <c:pt idx="4137">
                  <c:v>43391</c:v>
                </c:pt>
                <c:pt idx="4138">
                  <c:v>43392</c:v>
                </c:pt>
                <c:pt idx="4139">
                  <c:v>43395</c:v>
                </c:pt>
                <c:pt idx="4140">
                  <c:v>43396</c:v>
                </c:pt>
                <c:pt idx="4141">
                  <c:v>43397</c:v>
                </c:pt>
                <c:pt idx="4142">
                  <c:v>43398</c:v>
                </c:pt>
                <c:pt idx="4143">
                  <c:v>43399</c:v>
                </c:pt>
                <c:pt idx="4144">
                  <c:v>43402</c:v>
                </c:pt>
                <c:pt idx="4145">
                  <c:v>43403</c:v>
                </c:pt>
                <c:pt idx="4146">
                  <c:v>43404</c:v>
                </c:pt>
                <c:pt idx="4147">
                  <c:v>43405</c:v>
                </c:pt>
                <c:pt idx="4148">
                  <c:v>43409</c:v>
                </c:pt>
                <c:pt idx="4149">
                  <c:v>43410</c:v>
                </c:pt>
                <c:pt idx="4150">
                  <c:v>43411</c:v>
                </c:pt>
                <c:pt idx="4151">
                  <c:v>43412</c:v>
                </c:pt>
                <c:pt idx="4152">
                  <c:v>43413</c:v>
                </c:pt>
                <c:pt idx="4153">
                  <c:v>43416</c:v>
                </c:pt>
                <c:pt idx="4154">
                  <c:v>43417</c:v>
                </c:pt>
                <c:pt idx="4155">
                  <c:v>43418</c:v>
                </c:pt>
                <c:pt idx="4156">
                  <c:v>43420</c:v>
                </c:pt>
                <c:pt idx="4157">
                  <c:v>43423</c:v>
                </c:pt>
                <c:pt idx="4158">
                  <c:v>43425</c:v>
                </c:pt>
                <c:pt idx="4159">
                  <c:v>43426</c:v>
                </c:pt>
                <c:pt idx="4160">
                  <c:v>43427</c:v>
                </c:pt>
                <c:pt idx="4161">
                  <c:v>43430</c:v>
                </c:pt>
                <c:pt idx="4162">
                  <c:v>43431</c:v>
                </c:pt>
                <c:pt idx="4163">
                  <c:v>43432</c:v>
                </c:pt>
                <c:pt idx="4164">
                  <c:v>43433</c:v>
                </c:pt>
                <c:pt idx="4165">
                  <c:v>43434</c:v>
                </c:pt>
                <c:pt idx="4166">
                  <c:v>43437</c:v>
                </c:pt>
                <c:pt idx="4167">
                  <c:v>43438</c:v>
                </c:pt>
                <c:pt idx="4168">
                  <c:v>43439</c:v>
                </c:pt>
                <c:pt idx="4169">
                  <c:v>43440</c:v>
                </c:pt>
                <c:pt idx="4170">
                  <c:v>43441</c:v>
                </c:pt>
                <c:pt idx="4171">
                  <c:v>43444</c:v>
                </c:pt>
                <c:pt idx="4172">
                  <c:v>43445</c:v>
                </c:pt>
                <c:pt idx="4173">
                  <c:v>43446</c:v>
                </c:pt>
                <c:pt idx="4174">
                  <c:v>43447</c:v>
                </c:pt>
                <c:pt idx="4175">
                  <c:v>43448</c:v>
                </c:pt>
                <c:pt idx="4176">
                  <c:v>43451</c:v>
                </c:pt>
                <c:pt idx="4177">
                  <c:v>43452</c:v>
                </c:pt>
                <c:pt idx="4178">
                  <c:v>43453</c:v>
                </c:pt>
                <c:pt idx="4179">
                  <c:v>43454</c:v>
                </c:pt>
                <c:pt idx="4180">
                  <c:v>43455</c:v>
                </c:pt>
                <c:pt idx="4181">
                  <c:v>43460</c:v>
                </c:pt>
                <c:pt idx="4182">
                  <c:v>43461</c:v>
                </c:pt>
                <c:pt idx="4183">
                  <c:v>43462</c:v>
                </c:pt>
                <c:pt idx="4184">
                  <c:v>43467</c:v>
                </c:pt>
                <c:pt idx="4185">
                  <c:v>43468</c:v>
                </c:pt>
                <c:pt idx="4186">
                  <c:v>43469</c:v>
                </c:pt>
                <c:pt idx="4187">
                  <c:v>43472</c:v>
                </c:pt>
                <c:pt idx="4188">
                  <c:v>43473</c:v>
                </c:pt>
                <c:pt idx="4189">
                  <c:v>43474</c:v>
                </c:pt>
                <c:pt idx="4190">
                  <c:v>43475</c:v>
                </c:pt>
                <c:pt idx="4191">
                  <c:v>43476</c:v>
                </c:pt>
                <c:pt idx="4192">
                  <c:v>43479</c:v>
                </c:pt>
                <c:pt idx="4193">
                  <c:v>43480</c:v>
                </c:pt>
                <c:pt idx="4194">
                  <c:v>43481</c:v>
                </c:pt>
                <c:pt idx="4195">
                  <c:v>43482</c:v>
                </c:pt>
                <c:pt idx="4196">
                  <c:v>43483</c:v>
                </c:pt>
                <c:pt idx="4197">
                  <c:v>43486</c:v>
                </c:pt>
                <c:pt idx="4198">
                  <c:v>43487</c:v>
                </c:pt>
                <c:pt idx="4199">
                  <c:v>43488</c:v>
                </c:pt>
                <c:pt idx="4200">
                  <c:v>43489</c:v>
                </c:pt>
                <c:pt idx="4201">
                  <c:v>43493</c:v>
                </c:pt>
                <c:pt idx="4202">
                  <c:v>43494</c:v>
                </c:pt>
                <c:pt idx="4203">
                  <c:v>43495</c:v>
                </c:pt>
                <c:pt idx="4204">
                  <c:v>43496</c:v>
                </c:pt>
                <c:pt idx="4205">
                  <c:v>43497</c:v>
                </c:pt>
                <c:pt idx="4206">
                  <c:v>43500</c:v>
                </c:pt>
                <c:pt idx="4207">
                  <c:v>43501</c:v>
                </c:pt>
                <c:pt idx="4208">
                  <c:v>43502</c:v>
                </c:pt>
                <c:pt idx="4209">
                  <c:v>43503</c:v>
                </c:pt>
                <c:pt idx="4210">
                  <c:v>43504</c:v>
                </c:pt>
                <c:pt idx="4211">
                  <c:v>43507</c:v>
                </c:pt>
                <c:pt idx="4212">
                  <c:v>43508</c:v>
                </c:pt>
                <c:pt idx="4213">
                  <c:v>43509</c:v>
                </c:pt>
                <c:pt idx="4214">
                  <c:v>43510</c:v>
                </c:pt>
                <c:pt idx="4215">
                  <c:v>43511</c:v>
                </c:pt>
                <c:pt idx="4216">
                  <c:v>43514</c:v>
                </c:pt>
                <c:pt idx="4217">
                  <c:v>43515</c:v>
                </c:pt>
                <c:pt idx="4218">
                  <c:v>43516</c:v>
                </c:pt>
                <c:pt idx="4219">
                  <c:v>43517</c:v>
                </c:pt>
                <c:pt idx="4220">
                  <c:v>43518</c:v>
                </c:pt>
                <c:pt idx="4221">
                  <c:v>43521</c:v>
                </c:pt>
                <c:pt idx="4222">
                  <c:v>43522</c:v>
                </c:pt>
                <c:pt idx="4223">
                  <c:v>43523</c:v>
                </c:pt>
                <c:pt idx="4224">
                  <c:v>43524</c:v>
                </c:pt>
                <c:pt idx="4225">
                  <c:v>43525</c:v>
                </c:pt>
                <c:pt idx="4226">
                  <c:v>43530</c:v>
                </c:pt>
                <c:pt idx="4227">
                  <c:v>43531</c:v>
                </c:pt>
                <c:pt idx="4228">
                  <c:v>43532</c:v>
                </c:pt>
                <c:pt idx="4229">
                  <c:v>43535</c:v>
                </c:pt>
                <c:pt idx="4230">
                  <c:v>43536</c:v>
                </c:pt>
                <c:pt idx="4231">
                  <c:v>43537</c:v>
                </c:pt>
                <c:pt idx="4232">
                  <c:v>43538</c:v>
                </c:pt>
                <c:pt idx="4233">
                  <c:v>43539</c:v>
                </c:pt>
                <c:pt idx="4234">
                  <c:v>43542</c:v>
                </c:pt>
                <c:pt idx="4235">
                  <c:v>43543</c:v>
                </c:pt>
                <c:pt idx="4236">
                  <c:v>43544</c:v>
                </c:pt>
                <c:pt idx="4237">
                  <c:v>43545</c:v>
                </c:pt>
                <c:pt idx="4238">
                  <c:v>43546</c:v>
                </c:pt>
                <c:pt idx="4239">
                  <c:v>43549</c:v>
                </c:pt>
                <c:pt idx="4240">
                  <c:v>43550</c:v>
                </c:pt>
                <c:pt idx="4241">
                  <c:v>43551</c:v>
                </c:pt>
                <c:pt idx="4242">
                  <c:v>43552</c:v>
                </c:pt>
                <c:pt idx="4243">
                  <c:v>43553</c:v>
                </c:pt>
                <c:pt idx="4244">
                  <c:v>43556</c:v>
                </c:pt>
                <c:pt idx="4245">
                  <c:v>43557</c:v>
                </c:pt>
                <c:pt idx="4246">
                  <c:v>43558</c:v>
                </c:pt>
                <c:pt idx="4247">
                  <c:v>43559</c:v>
                </c:pt>
                <c:pt idx="4248">
                  <c:v>43560</c:v>
                </c:pt>
                <c:pt idx="4249">
                  <c:v>43563</c:v>
                </c:pt>
                <c:pt idx="4250">
                  <c:v>43564</c:v>
                </c:pt>
                <c:pt idx="4251">
                  <c:v>43565</c:v>
                </c:pt>
                <c:pt idx="4252">
                  <c:v>43566</c:v>
                </c:pt>
                <c:pt idx="4253">
                  <c:v>43567</c:v>
                </c:pt>
                <c:pt idx="4254">
                  <c:v>43570</c:v>
                </c:pt>
                <c:pt idx="4255">
                  <c:v>43571</c:v>
                </c:pt>
                <c:pt idx="4256">
                  <c:v>43572</c:v>
                </c:pt>
                <c:pt idx="4257">
                  <c:v>43573</c:v>
                </c:pt>
                <c:pt idx="4258">
                  <c:v>43577</c:v>
                </c:pt>
                <c:pt idx="4259">
                  <c:v>43578</c:v>
                </c:pt>
                <c:pt idx="4260">
                  <c:v>43579</c:v>
                </c:pt>
                <c:pt idx="4261">
                  <c:v>43580</c:v>
                </c:pt>
                <c:pt idx="4262">
                  <c:v>43581</c:v>
                </c:pt>
                <c:pt idx="4263">
                  <c:v>43584</c:v>
                </c:pt>
                <c:pt idx="4264">
                  <c:v>43585</c:v>
                </c:pt>
                <c:pt idx="4265">
                  <c:v>43587</c:v>
                </c:pt>
                <c:pt idx="4266">
                  <c:v>43588</c:v>
                </c:pt>
                <c:pt idx="4267">
                  <c:v>43591</c:v>
                </c:pt>
                <c:pt idx="4268">
                  <c:v>43592</c:v>
                </c:pt>
                <c:pt idx="4269">
                  <c:v>43593</c:v>
                </c:pt>
                <c:pt idx="4270">
                  <c:v>43594</c:v>
                </c:pt>
                <c:pt idx="4271">
                  <c:v>43595</c:v>
                </c:pt>
                <c:pt idx="4272">
                  <c:v>43598</c:v>
                </c:pt>
                <c:pt idx="4273">
                  <c:v>43599</c:v>
                </c:pt>
                <c:pt idx="4274">
                  <c:v>43600</c:v>
                </c:pt>
                <c:pt idx="4275">
                  <c:v>43601</c:v>
                </c:pt>
                <c:pt idx="4276">
                  <c:v>43602</c:v>
                </c:pt>
                <c:pt idx="4277">
                  <c:v>43605</c:v>
                </c:pt>
                <c:pt idx="4278">
                  <c:v>43606</c:v>
                </c:pt>
                <c:pt idx="4279">
                  <c:v>43607</c:v>
                </c:pt>
                <c:pt idx="4280">
                  <c:v>43608</c:v>
                </c:pt>
                <c:pt idx="4281">
                  <c:v>43609</c:v>
                </c:pt>
                <c:pt idx="4282">
                  <c:v>43612</c:v>
                </c:pt>
                <c:pt idx="4283">
                  <c:v>43613</c:v>
                </c:pt>
                <c:pt idx="4284">
                  <c:v>43614</c:v>
                </c:pt>
                <c:pt idx="4285">
                  <c:v>43615</c:v>
                </c:pt>
                <c:pt idx="4286">
                  <c:v>43616</c:v>
                </c:pt>
                <c:pt idx="4287">
                  <c:v>43619</c:v>
                </c:pt>
                <c:pt idx="4288">
                  <c:v>43620</c:v>
                </c:pt>
                <c:pt idx="4289">
                  <c:v>43621</c:v>
                </c:pt>
                <c:pt idx="4290">
                  <c:v>43622</c:v>
                </c:pt>
                <c:pt idx="4291">
                  <c:v>43623</c:v>
                </c:pt>
                <c:pt idx="4292">
                  <c:v>43626</c:v>
                </c:pt>
                <c:pt idx="4293">
                  <c:v>43627</c:v>
                </c:pt>
                <c:pt idx="4294">
                  <c:v>43628</c:v>
                </c:pt>
                <c:pt idx="4295">
                  <c:v>43629</c:v>
                </c:pt>
                <c:pt idx="4296">
                  <c:v>43630</c:v>
                </c:pt>
                <c:pt idx="4297">
                  <c:v>43633</c:v>
                </c:pt>
                <c:pt idx="4298">
                  <c:v>43634</c:v>
                </c:pt>
                <c:pt idx="4299">
                  <c:v>43635</c:v>
                </c:pt>
                <c:pt idx="4300">
                  <c:v>43637</c:v>
                </c:pt>
                <c:pt idx="4301">
                  <c:v>43640</c:v>
                </c:pt>
                <c:pt idx="4302">
                  <c:v>43641</c:v>
                </c:pt>
                <c:pt idx="4303">
                  <c:v>43642</c:v>
                </c:pt>
                <c:pt idx="4304">
                  <c:v>43643</c:v>
                </c:pt>
                <c:pt idx="4305">
                  <c:v>43644</c:v>
                </c:pt>
                <c:pt idx="4306">
                  <c:v>43647</c:v>
                </c:pt>
                <c:pt idx="4307">
                  <c:v>43648</c:v>
                </c:pt>
                <c:pt idx="4308">
                  <c:v>43649</c:v>
                </c:pt>
                <c:pt idx="4309">
                  <c:v>43650</c:v>
                </c:pt>
                <c:pt idx="4310">
                  <c:v>43651</c:v>
                </c:pt>
                <c:pt idx="4311">
                  <c:v>43654</c:v>
                </c:pt>
                <c:pt idx="4312">
                  <c:v>43656</c:v>
                </c:pt>
                <c:pt idx="4313">
                  <c:v>43657</c:v>
                </c:pt>
                <c:pt idx="4314">
                  <c:v>43658</c:v>
                </c:pt>
                <c:pt idx="4315">
                  <c:v>43661</c:v>
                </c:pt>
                <c:pt idx="4316">
                  <c:v>43662</c:v>
                </c:pt>
                <c:pt idx="4317">
                  <c:v>43663</c:v>
                </c:pt>
                <c:pt idx="4318">
                  <c:v>43664</c:v>
                </c:pt>
                <c:pt idx="4319">
                  <c:v>43665</c:v>
                </c:pt>
                <c:pt idx="4320">
                  <c:v>43668</c:v>
                </c:pt>
                <c:pt idx="4321">
                  <c:v>43669</c:v>
                </c:pt>
                <c:pt idx="4322">
                  <c:v>43670</c:v>
                </c:pt>
                <c:pt idx="4323">
                  <c:v>43671</c:v>
                </c:pt>
                <c:pt idx="4324">
                  <c:v>43672</c:v>
                </c:pt>
                <c:pt idx="4325">
                  <c:v>43675</c:v>
                </c:pt>
                <c:pt idx="4326">
                  <c:v>43676</c:v>
                </c:pt>
                <c:pt idx="4327">
                  <c:v>43677</c:v>
                </c:pt>
                <c:pt idx="4328">
                  <c:v>43678</c:v>
                </c:pt>
                <c:pt idx="4329">
                  <c:v>43679</c:v>
                </c:pt>
                <c:pt idx="4330">
                  <c:v>43682</c:v>
                </c:pt>
                <c:pt idx="4331">
                  <c:v>43683</c:v>
                </c:pt>
                <c:pt idx="4332">
                  <c:v>43684</c:v>
                </c:pt>
                <c:pt idx="4333">
                  <c:v>43685</c:v>
                </c:pt>
                <c:pt idx="4334">
                  <c:v>43686</c:v>
                </c:pt>
                <c:pt idx="4335">
                  <c:v>43689</c:v>
                </c:pt>
                <c:pt idx="4336">
                  <c:v>43690</c:v>
                </c:pt>
                <c:pt idx="4337">
                  <c:v>43691</c:v>
                </c:pt>
                <c:pt idx="4338">
                  <c:v>43692</c:v>
                </c:pt>
                <c:pt idx="4339">
                  <c:v>43693</c:v>
                </c:pt>
                <c:pt idx="4340">
                  <c:v>43696</c:v>
                </c:pt>
                <c:pt idx="4341">
                  <c:v>43697</c:v>
                </c:pt>
                <c:pt idx="4342">
                  <c:v>43698</c:v>
                </c:pt>
                <c:pt idx="4343">
                  <c:v>43699</c:v>
                </c:pt>
                <c:pt idx="4344">
                  <c:v>43700</c:v>
                </c:pt>
                <c:pt idx="4345">
                  <c:v>43703</c:v>
                </c:pt>
                <c:pt idx="4346">
                  <c:v>43704</c:v>
                </c:pt>
                <c:pt idx="4347">
                  <c:v>43705</c:v>
                </c:pt>
                <c:pt idx="4348">
                  <c:v>43706</c:v>
                </c:pt>
                <c:pt idx="4349">
                  <c:v>43707</c:v>
                </c:pt>
                <c:pt idx="4350">
                  <c:v>43710</c:v>
                </c:pt>
                <c:pt idx="4351">
                  <c:v>43711</c:v>
                </c:pt>
                <c:pt idx="4352">
                  <c:v>43712</c:v>
                </c:pt>
                <c:pt idx="4353">
                  <c:v>43713</c:v>
                </c:pt>
                <c:pt idx="4354">
                  <c:v>43714</c:v>
                </c:pt>
                <c:pt idx="4355">
                  <c:v>43717</c:v>
                </c:pt>
                <c:pt idx="4356">
                  <c:v>43718</c:v>
                </c:pt>
                <c:pt idx="4357">
                  <c:v>43719</c:v>
                </c:pt>
                <c:pt idx="4358">
                  <c:v>43720</c:v>
                </c:pt>
                <c:pt idx="4359">
                  <c:v>43721</c:v>
                </c:pt>
                <c:pt idx="4360">
                  <c:v>43724</c:v>
                </c:pt>
                <c:pt idx="4361">
                  <c:v>43725</c:v>
                </c:pt>
                <c:pt idx="4362">
                  <c:v>43726</c:v>
                </c:pt>
                <c:pt idx="4363">
                  <c:v>43727</c:v>
                </c:pt>
                <c:pt idx="4364">
                  <c:v>43728</c:v>
                </c:pt>
                <c:pt idx="4365">
                  <c:v>43731</c:v>
                </c:pt>
                <c:pt idx="4366">
                  <c:v>43732</c:v>
                </c:pt>
                <c:pt idx="4367">
                  <c:v>43733</c:v>
                </c:pt>
                <c:pt idx="4368">
                  <c:v>43734</c:v>
                </c:pt>
                <c:pt idx="4369">
                  <c:v>43735</c:v>
                </c:pt>
                <c:pt idx="4370">
                  <c:v>43738</c:v>
                </c:pt>
                <c:pt idx="4371">
                  <c:v>43739</c:v>
                </c:pt>
                <c:pt idx="4372">
                  <c:v>43740</c:v>
                </c:pt>
                <c:pt idx="4373">
                  <c:v>43741</c:v>
                </c:pt>
                <c:pt idx="4374">
                  <c:v>43742</c:v>
                </c:pt>
                <c:pt idx="4375">
                  <c:v>43745</c:v>
                </c:pt>
                <c:pt idx="4376">
                  <c:v>43746</c:v>
                </c:pt>
                <c:pt idx="4377">
                  <c:v>43747</c:v>
                </c:pt>
                <c:pt idx="4378">
                  <c:v>43748</c:v>
                </c:pt>
                <c:pt idx="4379">
                  <c:v>43749</c:v>
                </c:pt>
                <c:pt idx="4380">
                  <c:v>43752</c:v>
                </c:pt>
                <c:pt idx="4381">
                  <c:v>43753</c:v>
                </c:pt>
                <c:pt idx="4382">
                  <c:v>43754</c:v>
                </c:pt>
                <c:pt idx="4383">
                  <c:v>43755</c:v>
                </c:pt>
                <c:pt idx="4384">
                  <c:v>43756</c:v>
                </c:pt>
                <c:pt idx="4385">
                  <c:v>43759</c:v>
                </c:pt>
                <c:pt idx="4386">
                  <c:v>43760</c:v>
                </c:pt>
                <c:pt idx="4387">
                  <c:v>43761</c:v>
                </c:pt>
                <c:pt idx="4388">
                  <c:v>43762</c:v>
                </c:pt>
                <c:pt idx="4389">
                  <c:v>43763</c:v>
                </c:pt>
                <c:pt idx="4390">
                  <c:v>43766</c:v>
                </c:pt>
                <c:pt idx="4391">
                  <c:v>43767</c:v>
                </c:pt>
                <c:pt idx="4392">
                  <c:v>43768</c:v>
                </c:pt>
                <c:pt idx="4393">
                  <c:v>43769</c:v>
                </c:pt>
                <c:pt idx="4394">
                  <c:v>43770</c:v>
                </c:pt>
                <c:pt idx="4395">
                  <c:v>43773</c:v>
                </c:pt>
                <c:pt idx="4396">
                  <c:v>43774</c:v>
                </c:pt>
                <c:pt idx="4397">
                  <c:v>43775</c:v>
                </c:pt>
                <c:pt idx="4398">
                  <c:v>43776</c:v>
                </c:pt>
                <c:pt idx="4399">
                  <c:v>43777</c:v>
                </c:pt>
                <c:pt idx="4400">
                  <c:v>43780</c:v>
                </c:pt>
                <c:pt idx="4401">
                  <c:v>43781</c:v>
                </c:pt>
                <c:pt idx="4402">
                  <c:v>43782</c:v>
                </c:pt>
                <c:pt idx="4403">
                  <c:v>43783</c:v>
                </c:pt>
                <c:pt idx="4404">
                  <c:v>43787</c:v>
                </c:pt>
                <c:pt idx="4405">
                  <c:v>43788</c:v>
                </c:pt>
                <c:pt idx="4406">
                  <c:v>43790</c:v>
                </c:pt>
                <c:pt idx="4407">
                  <c:v>43791</c:v>
                </c:pt>
                <c:pt idx="4408">
                  <c:v>43794</c:v>
                </c:pt>
                <c:pt idx="4409">
                  <c:v>43795</c:v>
                </c:pt>
                <c:pt idx="4410">
                  <c:v>43796</c:v>
                </c:pt>
                <c:pt idx="4411">
                  <c:v>43797</c:v>
                </c:pt>
                <c:pt idx="4412">
                  <c:v>43798</c:v>
                </c:pt>
                <c:pt idx="4413">
                  <c:v>43801</c:v>
                </c:pt>
                <c:pt idx="4414">
                  <c:v>43802</c:v>
                </c:pt>
                <c:pt idx="4415">
                  <c:v>43803</c:v>
                </c:pt>
                <c:pt idx="4416">
                  <c:v>43804</c:v>
                </c:pt>
                <c:pt idx="4417">
                  <c:v>43805</c:v>
                </c:pt>
                <c:pt idx="4418">
                  <c:v>43808</c:v>
                </c:pt>
                <c:pt idx="4419">
                  <c:v>43809</c:v>
                </c:pt>
                <c:pt idx="4420">
                  <c:v>43810</c:v>
                </c:pt>
                <c:pt idx="4421">
                  <c:v>43811</c:v>
                </c:pt>
                <c:pt idx="4422">
                  <c:v>43812</c:v>
                </c:pt>
                <c:pt idx="4423">
                  <c:v>43815</c:v>
                </c:pt>
                <c:pt idx="4424">
                  <c:v>43816</c:v>
                </c:pt>
                <c:pt idx="4425">
                  <c:v>43817</c:v>
                </c:pt>
                <c:pt idx="4426">
                  <c:v>43818</c:v>
                </c:pt>
                <c:pt idx="4427">
                  <c:v>43819</c:v>
                </c:pt>
                <c:pt idx="4428">
                  <c:v>43822</c:v>
                </c:pt>
                <c:pt idx="4429">
                  <c:v>43825</c:v>
                </c:pt>
                <c:pt idx="4430">
                  <c:v>43826</c:v>
                </c:pt>
                <c:pt idx="4431">
                  <c:v>43829</c:v>
                </c:pt>
                <c:pt idx="4432">
                  <c:v>43832</c:v>
                </c:pt>
                <c:pt idx="4433">
                  <c:v>43833</c:v>
                </c:pt>
                <c:pt idx="4434">
                  <c:v>43836</c:v>
                </c:pt>
                <c:pt idx="4435">
                  <c:v>43837</c:v>
                </c:pt>
                <c:pt idx="4436">
                  <c:v>43838</c:v>
                </c:pt>
                <c:pt idx="4437">
                  <c:v>43839</c:v>
                </c:pt>
                <c:pt idx="4438">
                  <c:v>43840</c:v>
                </c:pt>
                <c:pt idx="4439">
                  <c:v>43843</c:v>
                </c:pt>
                <c:pt idx="4440">
                  <c:v>43844</c:v>
                </c:pt>
                <c:pt idx="4441">
                  <c:v>43845</c:v>
                </c:pt>
                <c:pt idx="4442">
                  <c:v>43846</c:v>
                </c:pt>
                <c:pt idx="4443">
                  <c:v>43847</c:v>
                </c:pt>
                <c:pt idx="4444">
                  <c:v>43850</c:v>
                </c:pt>
                <c:pt idx="4445">
                  <c:v>43851</c:v>
                </c:pt>
                <c:pt idx="4446">
                  <c:v>43852</c:v>
                </c:pt>
                <c:pt idx="4447">
                  <c:v>43853</c:v>
                </c:pt>
                <c:pt idx="4448">
                  <c:v>43854</c:v>
                </c:pt>
                <c:pt idx="4449">
                  <c:v>43857</c:v>
                </c:pt>
                <c:pt idx="4450">
                  <c:v>43858</c:v>
                </c:pt>
                <c:pt idx="4451">
                  <c:v>43859</c:v>
                </c:pt>
                <c:pt idx="4452">
                  <c:v>43860</c:v>
                </c:pt>
                <c:pt idx="4453">
                  <c:v>43861</c:v>
                </c:pt>
                <c:pt idx="4454">
                  <c:v>43864</c:v>
                </c:pt>
                <c:pt idx="4455">
                  <c:v>43865</c:v>
                </c:pt>
                <c:pt idx="4456">
                  <c:v>43866</c:v>
                </c:pt>
                <c:pt idx="4457">
                  <c:v>43867</c:v>
                </c:pt>
                <c:pt idx="4458">
                  <c:v>43868</c:v>
                </c:pt>
                <c:pt idx="4459">
                  <c:v>43871</c:v>
                </c:pt>
                <c:pt idx="4460">
                  <c:v>43872</c:v>
                </c:pt>
                <c:pt idx="4461">
                  <c:v>43873</c:v>
                </c:pt>
                <c:pt idx="4462">
                  <c:v>43874</c:v>
                </c:pt>
                <c:pt idx="4463">
                  <c:v>43875</c:v>
                </c:pt>
                <c:pt idx="4464">
                  <c:v>43878</c:v>
                </c:pt>
                <c:pt idx="4465">
                  <c:v>43879</c:v>
                </c:pt>
                <c:pt idx="4466">
                  <c:v>43880</c:v>
                </c:pt>
                <c:pt idx="4467">
                  <c:v>43881</c:v>
                </c:pt>
                <c:pt idx="4468">
                  <c:v>43882</c:v>
                </c:pt>
                <c:pt idx="4469">
                  <c:v>43887</c:v>
                </c:pt>
                <c:pt idx="4470">
                  <c:v>43888</c:v>
                </c:pt>
                <c:pt idx="4471">
                  <c:v>43889</c:v>
                </c:pt>
                <c:pt idx="4472">
                  <c:v>43892</c:v>
                </c:pt>
                <c:pt idx="4473">
                  <c:v>43893</c:v>
                </c:pt>
                <c:pt idx="4474">
                  <c:v>43894</c:v>
                </c:pt>
                <c:pt idx="4475">
                  <c:v>43895</c:v>
                </c:pt>
                <c:pt idx="4476">
                  <c:v>43896</c:v>
                </c:pt>
                <c:pt idx="4477">
                  <c:v>43899</c:v>
                </c:pt>
                <c:pt idx="4478">
                  <c:v>43900</c:v>
                </c:pt>
                <c:pt idx="4479">
                  <c:v>43901</c:v>
                </c:pt>
                <c:pt idx="4480">
                  <c:v>43902</c:v>
                </c:pt>
                <c:pt idx="4481">
                  <c:v>43903</c:v>
                </c:pt>
                <c:pt idx="4482">
                  <c:v>43906</c:v>
                </c:pt>
                <c:pt idx="4483">
                  <c:v>43907</c:v>
                </c:pt>
                <c:pt idx="4484">
                  <c:v>43908</c:v>
                </c:pt>
                <c:pt idx="4485">
                  <c:v>43909</c:v>
                </c:pt>
                <c:pt idx="4486">
                  <c:v>43910</c:v>
                </c:pt>
                <c:pt idx="4487">
                  <c:v>43913</c:v>
                </c:pt>
                <c:pt idx="4488">
                  <c:v>43914</c:v>
                </c:pt>
                <c:pt idx="4489">
                  <c:v>43915</c:v>
                </c:pt>
                <c:pt idx="4490">
                  <c:v>43916</c:v>
                </c:pt>
                <c:pt idx="4491">
                  <c:v>43917</c:v>
                </c:pt>
                <c:pt idx="4492">
                  <c:v>43920</c:v>
                </c:pt>
                <c:pt idx="4493">
                  <c:v>43921</c:v>
                </c:pt>
                <c:pt idx="4494">
                  <c:v>43922</c:v>
                </c:pt>
                <c:pt idx="4495">
                  <c:v>43923</c:v>
                </c:pt>
                <c:pt idx="4496">
                  <c:v>43924</c:v>
                </c:pt>
                <c:pt idx="4497">
                  <c:v>43927</c:v>
                </c:pt>
                <c:pt idx="4498">
                  <c:v>43928</c:v>
                </c:pt>
                <c:pt idx="4499">
                  <c:v>43929</c:v>
                </c:pt>
                <c:pt idx="4500">
                  <c:v>43930</c:v>
                </c:pt>
                <c:pt idx="4501">
                  <c:v>43934</c:v>
                </c:pt>
                <c:pt idx="4502">
                  <c:v>43935</c:v>
                </c:pt>
                <c:pt idx="4503">
                  <c:v>43936</c:v>
                </c:pt>
                <c:pt idx="4504">
                  <c:v>43937</c:v>
                </c:pt>
                <c:pt idx="4505">
                  <c:v>43938</c:v>
                </c:pt>
                <c:pt idx="4506">
                  <c:v>43941</c:v>
                </c:pt>
                <c:pt idx="4507">
                  <c:v>43943</c:v>
                </c:pt>
                <c:pt idx="4508">
                  <c:v>43944</c:v>
                </c:pt>
                <c:pt idx="4509">
                  <c:v>43945</c:v>
                </c:pt>
                <c:pt idx="4510">
                  <c:v>43948</c:v>
                </c:pt>
                <c:pt idx="4511">
                  <c:v>43949</c:v>
                </c:pt>
                <c:pt idx="4512">
                  <c:v>43950</c:v>
                </c:pt>
                <c:pt idx="4513">
                  <c:v>43951</c:v>
                </c:pt>
                <c:pt idx="4514">
                  <c:v>43955</c:v>
                </c:pt>
                <c:pt idx="4515">
                  <c:v>43956</c:v>
                </c:pt>
                <c:pt idx="4516">
                  <c:v>43957</c:v>
                </c:pt>
                <c:pt idx="4517">
                  <c:v>43958</c:v>
                </c:pt>
                <c:pt idx="4518">
                  <c:v>43959</c:v>
                </c:pt>
                <c:pt idx="4519">
                  <c:v>43962</c:v>
                </c:pt>
                <c:pt idx="4520">
                  <c:v>43963</c:v>
                </c:pt>
                <c:pt idx="4521">
                  <c:v>43964</c:v>
                </c:pt>
                <c:pt idx="4522">
                  <c:v>43965</c:v>
                </c:pt>
                <c:pt idx="4523">
                  <c:v>43966</c:v>
                </c:pt>
                <c:pt idx="4524">
                  <c:v>43969</c:v>
                </c:pt>
                <c:pt idx="4525">
                  <c:v>43970</c:v>
                </c:pt>
                <c:pt idx="4526">
                  <c:v>43971</c:v>
                </c:pt>
                <c:pt idx="4527">
                  <c:v>43972</c:v>
                </c:pt>
                <c:pt idx="4528">
                  <c:v>43973</c:v>
                </c:pt>
                <c:pt idx="4529">
                  <c:v>43976</c:v>
                </c:pt>
                <c:pt idx="4530">
                  <c:v>43977</c:v>
                </c:pt>
                <c:pt idx="4531">
                  <c:v>43978</c:v>
                </c:pt>
                <c:pt idx="4532">
                  <c:v>43979</c:v>
                </c:pt>
                <c:pt idx="4533">
                  <c:v>43980</c:v>
                </c:pt>
                <c:pt idx="4534">
                  <c:v>43983</c:v>
                </c:pt>
                <c:pt idx="4535">
                  <c:v>43984</c:v>
                </c:pt>
                <c:pt idx="4536">
                  <c:v>43985</c:v>
                </c:pt>
                <c:pt idx="4537">
                  <c:v>43986</c:v>
                </c:pt>
                <c:pt idx="4538">
                  <c:v>43987</c:v>
                </c:pt>
                <c:pt idx="4539">
                  <c:v>43990</c:v>
                </c:pt>
                <c:pt idx="4540">
                  <c:v>43991</c:v>
                </c:pt>
                <c:pt idx="4541">
                  <c:v>43992</c:v>
                </c:pt>
                <c:pt idx="4542">
                  <c:v>43994</c:v>
                </c:pt>
                <c:pt idx="4543">
                  <c:v>43997</c:v>
                </c:pt>
                <c:pt idx="4544">
                  <c:v>43998</c:v>
                </c:pt>
                <c:pt idx="4545">
                  <c:v>43999</c:v>
                </c:pt>
                <c:pt idx="4546">
                  <c:v>44000</c:v>
                </c:pt>
                <c:pt idx="4547">
                  <c:v>44001</c:v>
                </c:pt>
                <c:pt idx="4548">
                  <c:v>44004</c:v>
                </c:pt>
                <c:pt idx="4549">
                  <c:v>44005</c:v>
                </c:pt>
                <c:pt idx="4550">
                  <c:v>44006</c:v>
                </c:pt>
                <c:pt idx="4551">
                  <c:v>44007</c:v>
                </c:pt>
                <c:pt idx="4552">
                  <c:v>44008</c:v>
                </c:pt>
                <c:pt idx="4553">
                  <c:v>44011</c:v>
                </c:pt>
                <c:pt idx="4554">
                  <c:v>44012</c:v>
                </c:pt>
                <c:pt idx="4555">
                  <c:v>44013</c:v>
                </c:pt>
                <c:pt idx="4556">
                  <c:v>44014</c:v>
                </c:pt>
                <c:pt idx="4557">
                  <c:v>44015</c:v>
                </c:pt>
                <c:pt idx="4558">
                  <c:v>44018</c:v>
                </c:pt>
                <c:pt idx="4559">
                  <c:v>44019</c:v>
                </c:pt>
                <c:pt idx="4560">
                  <c:v>44020</c:v>
                </c:pt>
                <c:pt idx="4561">
                  <c:v>44021</c:v>
                </c:pt>
                <c:pt idx="4562">
                  <c:v>44022</c:v>
                </c:pt>
                <c:pt idx="4563">
                  <c:v>44025</c:v>
                </c:pt>
                <c:pt idx="4564">
                  <c:v>44026</c:v>
                </c:pt>
                <c:pt idx="4565">
                  <c:v>44027</c:v>
                </c:pt>
                <c:pt idx="4566">
                  <c:v>44028</c:v>
                </c:pt>
                <c:pt idx="4567">
                  <c:v>44029</c:v>
                </c:pt>
                <c:pt idx="4568">
                  <c:v>44032</c:v>
                </c:pt>
                <c:pt idx="4569">
                  <c:v>44033</c:v>
                </c:pt>
                <c:pt idx="4570">
                  <c:v>44034</c:v>
                </c:pt>
                <c:pt idx="4571">
                  <c:v>44035</c:v>
                </c:pt>
                <c:pt idx="4572">
                  <c:v>44036</c:v>
                </c:pt>
                <c:pt idx="4573">
                  <c:v>44039</c:v>
                </c:pt>
                <c:pt idx="4574">
                  <c:v>44040</c:v>
                </c:pt>
                <c:pt idx="4575">
                  <c:v>44041</c:v>
                </c:pt>
                <c:pt idx="4576">
                  <c:v>44042</c:v>
                </c:pt>
                <c:pt idx="4577">
                  <c:v>44043</c:v>
                </c:pt>
                <c:pt idx="4578">
                  <c:v>44046</c:v>
                </c:pt>
                <c:pt idx="4579">
                  <c:v>44047</c:v>
                </c:pt>
                <c:pt idx="4580">
                  <c:v>44048</c:v>
                </c:pt>
                <c:pt idx="4581">
                  <c:v>44049</c:v>
                </c:pt>
                <c:pt idx="4582">
                  <c:v>44050</c:v>
                </c:pt>
                <c:pt idx="4583">
                  <c:v>44053</c:v>
                </c:pt>
                <c:pt idx="4584">
                  <c:v>44054</c:v>
                </c:pt>
                <c:pt idx="4585">
                  <c:v>44055</c:v>
                </c:pt>
                <c:pt idx="4586">
                  <c:v>44056</c:v>
                </c:pt>
                <c:pt idx="4587">
                  <c:v>44057</c:v>
                </c:pt>
                <c:pt idx="4588">
                  <c:v>44060</c:v>
                </c:pt>
                <c:pt idx="4589">
                  <c:v>44061</c:v>
                </c:pt>
                <c:pt idx="4590">
                  <c:v>44062</c:v>
                </c:pt>
                <c:pt idx="4591">
                  <c:v>44063</c:v>
                </c:pt>
                <c:pt idx="4592">
                  <c:v>44064</c:v>
                </c:pt>
                <c:pt idx="4593">
                  <c:v>44067</c:v>
                </c:pt>
                <c:pt idx="4594">
                  <c:v>44068</c:v>
                </c:pt>
                <c:pt idx="4595">
                  <c:v>44069</c:v>
                </c:pt>
                <c:pt idx="4596">
                  <c:v>44070</c:v>
                </c:pt>
                <c:pt idx="4597">
                  <c:v>44071</c:v>
                </c:pt>
                <c:pt idx="4598">
                  <c:v>44074</c:v>
                </c:pt>
                <c:pt idx="4599">
                  <c:v>44075</c:v>
                </c:pt>
                <c:pt idx="4600">
                  <c:v>44076</c:v>
                </c:pt>
                <c:pt idx="4601">
                  <c:v>44077</c:v>
                </c:pt>
                <c:pt idx="4602">
                  <c:v>44078</c:v>
                </c:pt>
                <c:pt idx="4603">
                  <c:v>44082</c:v>
                </c:pt>
                <c:pt idx="4604">
                  <c:v>44083</c:v>
                </c:pt>
                <c:pt idx="4605">
                  <c:v>44084</c:v>
                </c:pt>
                <c:pt idx="4606">
                  <c:v>44085</c:v>
                </c:pt>
                <c:pt idx="4607">
                  <c:v>44088</c:v>
                </c:pt>
                <c:pt idx="4608">
                  <c:v>44089</c:v>
                </c:pt>
                <c:pt idx="4609">
                  <c:v>44090</c:v>
                </c:pt>
                <c:pt idx="4610">
                  <c:v>44091</c:v>
                </c:pt>
                <c:pt idx="4611">
                  <c:v>44092</c:v>
                </c:pt>
                <c:pt idx="4612">
                  <c:v>44095</c:v>
                </c:pt>
                <c:pt idx="4613">
                  <c:v>44096</c:v>
                </c:pt>
                <c:pt idx="4614">
                  <c:v>44097</c:v>
                </c:pt>
                <c:pt idx="4615">
                  <c:v>44098</c:v>
                </c:pt>
                <c:pt idx="4616">
                  <c:v>44099</c:v>
                </c:pt>
                <c:pt idx="4617">
                  <c:v>44102</c:v>
                </c:pt>
                <c:pt idx="4618">
                  <c:v>44103</c:v>
                </c:pt>
                <c:pt idx="4619">
                  <c:v>44104</c:v>
                </c:pt>
                <c:pt idx="4620">
                  <c:v>44105</c:v>
                </c:pt>
                <c:pt idx="4621">
                  <c:v>44106</c:v>
                </c:pt>
                <c:pt idx="4622">
                  <c:v>44109</c:v>
                </c:pt>
                <c:pt idx="4623">
                  <c:v>44110</c:v>
                </c:pt>
                <c:pt idx="4624">
                  <c:v>44111</c:v>
                </c:pt>
                <c:pt idx="4625">
                  <c:v>44112</c:v>
                </c:pt>
                <c:pt idx="4626">
                  <c:v>44113</c:v>
                </c:pt>
                <c:pt idx="4627">
                  <c:v>44117</c:v>
                </c:pt>
                <c:pt idx="4628">
                  <c:v>44118</c:v>
                </c:pt>
                <c:pt idx="4629">
                  <c:v>44119</c:v>
                </c:pt>
                <c:pt idx="4630">
                  <c:v>44120</c:v>
                </c:pt>
                <c:pt idx="4631">
                  <c:v>44123</c:v>
                </c:pt>
                <c:pt idx="4632">
                  <c:v>44124</c:v>
                </c:pt>
                <c:pt idx="4633">
                  <c:v>44125</c:v>
                </c:pt>
                <c:pt idx="4634">
                  <c:v>44126</c:v>
                </c:pt>
                <c:pt idx="4635">
                  <c:v>44127</c:v>
                </c:pt>
                <c:pt idx="4636">
                  <c:v>44130</c:v>
                </c:pt>
                <c:pt idx="4637">
                  <c:v>44131</c:v>
                </c:pt>
                <c:pt idx="4638">
                  <c:v>44132</c:v>
                </c:pt>
                <c:pt idx="4639">
                  <c:v>44133</c:v>
                </c:pt>
                <c:pt idx="4640">
                  <c:v>44134</c:v>
                </c:pt>
                <c:pt idx="4641">
                  <c:v>44138</c:v>
                </c:pt>
                <c:pt idx="4642">
                  <c:v>44139</c:v>
                </c:pt>
                <c:pt idx="4643">
                  <c:v>44140</c:v>
                </c:pt>
                <c:pt idx="4644">
                  <c:v>44141</c:v>
                </c:pt>
                <c:pt idx="4645">
                  <c:v>44144</c:v>
                </c:pt>
                <c:pt idx="4646">
                  <c:v>44145</c:v>
                </c:pt>
                <c:pt idx="4647">
                  <c:v>44146</c:v>
                </c:pt>
                <c:pt idx="4648">
                  <c:v>44147</c:v>
                </c:pt>
                <c:pt idx="4649">
                  <c:v>44148</c:v>
                </c:pt>
                <c:pt idx="4650">
                  <c:v>44151</c:v>
                </c:pt>
                <c:pt idx="4651">
                  <c:v>44152</c:v>
                </c:pt>
                <c:pt idx="4652">
                  <c:v>44153</c:v>
                </c:pt>
                <c:pt idx="4653">
                  <c:v>44154</c:v>
                </c:pt>
                <c:pt idx="4654">
                  <c:v>44155</c:v>
                </c:pt>
                <c:pt idx="4655">
                  <c:v>44158</c:v>
                </c:pt>
                <c:pt idx="4656">
                  <c:v>44159</c:v>
                </c:pt>
                <c:pt idx="4657">
                  <c:v>44160</c:v>
                </c:pt>
                <c:pt idx="4658">
                  <c:v>44161</c:v>
                </c:pt>
                <c:pt idx="4659">
                  <c:v>44162</c:v>
                </c:pt>
                <c:pt idx="4660">
                  <c:v>44165</c:v>
                </c:pt>
                <c:pt idx="4661">
                  <c:v>44166</c:v>
                </c:pt>
                <c:pt idx="4662">
                  <c:v>44167</c:v>
                </c:pt>
                <c:pt idx="4663">
                  <c:v>44168</c:v>
                </c:pt>
                <c:pt idx="4664">
                  <c:v>44169</c:v>
                </c:pt>
                <c:pt idx="4665">
                  <c:v>44172</c:v>
                </c:pt>
                <c:pt idx="4666">
                  <c:v>44173</c:v>
                </c:pt>
                <c:pt idx="4667">
                  <c:v>44174</c:v>
                </c:pt>
                <c:pt idx="4668">
                  <c:v>44175</c:v>
                </c:pt>
                <c:pt idx="4669">
                  <c:v>44176</c:v>
                </c:pt>
                <c:pt idx="4670">
                  <c:v>44179</c:v>
                </c:pt>
                <c:pt idx="4671">
                  <c:v>44180</c:v>
                </c:pt>
                <c:pt idx="4672">
                  <c:v>44181</c:v>
                </c:pt>
                <c:pt idx="4673">
                  <c:v>44182</c:v>
                </c:pt>
                <c:pt idx="4674">
                  <c:v>44183</c:v>
                </c:pt>
                <c:pt idx="4675">
                  <c:v>44186</c:v>
                </c:pt>
                <c:pt idx="4676">
                  <c:v>44187</c:v>
                </c:pt>
                <c:pt idx="4677">
                  <c:v>44188</c:v>
                </c:pt>
                <c:pt idx="4678">
                  <c:v>44193</c:v>
                </c:pt>
                <c:pt idx="4679">
                  <c:v>44194</c:v>
                </c:pt>
                <c:pt idx="4680">
                  <c:v>44195</c:v>
                </c:pt>
                <c:pt idx="4681">
                  <c:v>44200</c:v>
                </c:pt>
                <c:pt idx="4682">
                  <c:v>44201</c:v>
                </c:pt>
                <c:pt idx="4683">
                  <c:v>44202</c:v>
                </c:pt>
                <c:pt idx="4684">
                  <c:v>44203</c:v>
                </c:pt>
                <c:pt idx="4685">
                  <c:v>44204</c:v>
                </c:pt>
                <c:pt idx="4686">
                  <c:v>44207</c:v>
                </c:pt>
                <c:pt idx="4687">
                  <c:v>44208</c:v>
                </c:pt>
                <c:pt idx="4688">
                  <c:v>44209</c:v>
                </c:pt>
                <c:pt idx="4689">
                  <c:v>44210</c:v>
                </c:pt>
                <c:pt idx="4690">
                  <c:v>44211</c:v>
                </c:pt>
                <c:pt idx="4691">
                  <c:v>44214</c:v>
                </c:pt>
                <c:pt idx="4692">
                  <c:v>44215</c:v>
                </c:pt>
                <c:pt idx="4693">
                  <c:v>44216</c:v>
                </c:pt>
                <c:pt idx="4694">
                  <c:v>44217</c:v>
                </c:pt>
                <c:pt idx="4695">
                  <c:v>44218</c:v>
                </c:pt>
                <c:pt idx="4696">
                  <c:v>44222</c:v>
                </c:pt>
                <c:pt idx="4697">
                  <c:v>44223</c:v>
                </c:pt>
                <c:pt idx="4698">
                  <c:v>44224</c:v>
                </c:pt>
                <c:pt idx="4699">
                  <c:v>44225</c:v>
                </c:pt>
                <c:pt idx="4700">
                  <c:v>44228</c:v>
                </c:pt>
                <c:pt idx="4701">
                  <c:v>44229</c:v>
                </c:pt>
                <c:pt idx="4702">
                  <c:v>44230</c:v>
                </c:pt>
                <c:pt idx="4703">
                  <c:v>44231</c:v>
                </c:pt>
                <c:pt idx="4704">
                  <c:v>44232</c:v>
                </c:pt>
                <c:pt idx="4705">
                  <c:v>44235</c:v>
                </c:pt>
                <c:pt idx="4706">
                  <c:v>44236</c:v>
                </c:pt>
                <c:pt idx="4707">
                  <c:v>44237</c:v>
                </c:pt>
                <c:pt idx="4708">
                  <c:v>44238</c:v>
                </c:pt>
                <c:pt idx="4709">
                  <c:v>44239</c:v>
                </c:pt>
                <c:pt idx="4710">
                  <c:v>44244</c:v>
                </c:pt>
                <c:pt idx="4711">
                  <c:v>44245</c:v>
                </c:pt>
                <c:pt idx="4712">
                  <c:v>44246</c:v>
                </c:pt>
                <c:pt idx="4713">
                  <c:v>44249</c:v>
                </c:pt>
                <c:pt idx="4714">
                  <c:v>44250</c:v>
                </c:pt>
                <c:pt idx="4715">
                  <c:v>44251</c:v>
                </c:pt>
                <c:pt idx="4716">
                  <c:v>44252</c:v>
                </c:pt>
                <c:pt idx="4717">
                  <c:v>44253</c:v>
                </c:pt>
                <c:pt idx="4718">
                  <c:v>44256</c:v>
                </c:pt>
                <c:pt idx="4719">
                  <c:v>44257</c:v>
                </c:pt>
                <c:pt idx="4720">
                  <c:v>44258</c:v>
                </c:pt>
                <c:pt idx="4721">
                  <c:v>44259</c:v>
                </c:pt>
                <c:pt idx="4722">
                  <c:v>44260</c:v>
                </c:pt>
                <c:pt idx="4723">
                  <c:v>44263</c:v>
                </c:pt>
                <c:pt idx="4724">
                  <c:v>44264</c:v>
                </c:pt>
                <c:pt idx="4725">
                  <c:v>44265</c:v>
                </c:pt>
                <c:pt idx="4726">
                  <c:v>44266</c:v>
                </c:pt>
                <c:pt idx="4727">
                  <c:v>44267</c:v>
                </c:pt>
                <c:pt idx="4728">
                  <c:v>44270</c:v>
                </c:pt>
                <c:pt idx="4729">
                  <c:v>44271</c:v>
                </c:pt>
                <c:pt idx="4730">
                  <c:v>44272</c:v>
                </c:pt>
                <c:pt idx="4731">
                  <c:v>44273</c:v>
                </c:pt>
                <c:pt idx="4732">
                  <c:v>44274</c:v>
                </c:pt>
                <c:pt idx="4733">
                  <c:v>44277</c:v>
                </c:pt>
                <c:pt idx="4734">
                  <c:v>44278</c:v>
                </c:pt>
                <c:pt idx="4735">
                  <c:v>44279</c:v>
                </c:pt>
                <c:pt idx="4736">
                  <c:v>44280</c:v>
                </c:pt>
                <c:pt idx="4737">
                  <c:v>44281</c:v>
                </c:pt>
                <c:pt idx="4738">
                  <c:v>44284</c:v>
                </c:pt>
                <c:pt idx="4739">
                  <c:v>44285</c:v>
                </c:pt>
                <c:pt idx="4740">
                  <c:v>44286</c:v>
                </c:pt>
                <c:pt idx="4741">
                  <c:v>44287</c:v>
                </c:pt>
                <c:pt idx="4742">
                  <c:v>44291</c:v>
                </c:pt>
                <c:pt idx="4743">
                  <c:v>44292</c:v>
                </c:pt>
                <c:pt idx="4744">
                  <c:v>44293</c:v>
                </c:pt>
                <c:pt idx="4745">
                  <c:v>44294</c:v>
                </c:pt>
                <c:pt idx="4746">
                  <c:v>44295</c:v>
                </c:pt>
                <c:pt idx="4747">
                  <c:v>44298</c:v>
                </c:pt>
                <c:pt idx="4748">
                  <c:v>44299</c:v>
                </c:pt>
                <c:pt idx="4749">
                  <c:v>44300</c:v>
                </c:pt>
                <c:pt idx="4750">
                  <c:v>44301</c:v>
                </c:pt>
                <c:pt idx="4751">
                  <c:v>44302</c:v>
                </c:pt>
                <c:pt idx="4752">
                  <c:v>44305</c:v>
                </c:pt>
                <c:pt idx="4753">
                  <c:v>44306</c:v>
                </c:pt>
                <c:pt idx="4754">
                  <c:v>44308</c:v>
                </c:pt>
                <c:pt idx="4755">
                  <c:v>44309</c:v>
                </c:pt>
                <c:pt idx="4756">
                  <c:v>44312</c:v>
                </c:pt>
                <c:pt idx="4757">
                  <c:v>44313</c:v>
                </c:pt>
                <c:pt idx="4758">
                  <c:v>44314</c:v>
                </c:pt>
                <c:pt idx="4759">
                  <c:v>44315</c:v>
                </c:pt>
                <c:pt idx="4760">
                  <c:v>44316</c:v>
                </c:pt>
                <c:pt idx="4761">
                  <c:v>44319</c:v>
                </c:pt>
                <c:pt idx="4762">
                  <c:v>44320</c:v>
                </c:pt>
                <c:pt idx="4763">
                  <c:v>44321</c:v>
                </c:pt>
                <c:pt idx="4764">
                  <c:v>44322</c:v>
                </c:pt>
                <c:pt idx="4765">
                  <c:v>44323</c:v>
                </c:pt>
                <c:pt idx="4766">
                  <c:v>44326</c:v>
                </c:pt>
                <c:pt idx="4767">
                  <c:v>44327</c:v>
                </c:pt>
                <c:pt idx="4768">
                  <c:v>44328</c:v>
                </c:pt>
                <c:pt idx="4769">
                  <c:v>44329</c:v>
                </c:pt>
                <c:pt idx="4770">
                  <c:v>44330</c:v>
                </c:pt>
                <c:pt idx="4771">
                  <c:v>44333</c:v>
                </c:pt>
                <c:pt idx="4772">
                  <c:v>44334</c:v>
                </c:pt>
                <c:pt idx="4773">
                  <c:v>44335</c:v>
                </c:pt>
                <c:pt idx="4774">
                  <c:v>44336</c:v>
                </c:pt>
                <c:pt idx="4775">
                  <c:v>44337</c:v>
                </c:pt>
                <c:pt idx="4776">
                  <c:v>44340</c:v>
                </c:pt>
                <c:pt idx="4777">
                  <c:v>44341</c:v>
                </c:pt>
                <c:pt idx="4778">
                  <c:v>44342</c:v>
                </c:pt>
                <c:pt idx="4779">
                  <c:v>44343</c:v>
                </c:pt>
                <c:pt idx="4780">
                  <c:v>44344</c:v>
                </c:pt>
                <c:pt idx="4781">
                  <c:v>44347</c:v>
                </c:pt>
                <c:pt idx="4782">
                  <c:v>44348</c:v>
                </c:pt>
                <c:pt idx="4783">
                  <c:v>44349</c:v>
                </c:pt>
                <c:pt idx="4784">
                  <c:v>44351</c:v>
                </c:pt>
                <c:pt idx="4785">
                  <c:v>44354</c:v>
                </c:pt>
                <c:pt idx="4786">
                  <c:v>44355</c:v>
                </c:pt>
                <c:pt idx="4787">
                  <c:v>44356</c:v>
                </c:pt>
                <c:pt idx="4788">
                  <c:v>44357</c:v>
                </c:pt>
                <c:pt idx="4789">
                  <c:v>44358</c:v>
                </c:pt>
                <c:pt idx="4790">
                  <c:v>44361</c:v>
                </c:pt>
                <c:pt idx="4791">
                  <c:v>44362</c:v>
                </c:pt>
                <c:pt idx="4792">
                  <c:v>44363</c:v>
                </c:pt>
                <c:pt idx="4793">
                  <c:v>44364</c:v>
                </c:pt>
                <c:pt idx="4794">
                  <c:v>44365</c:v>
                </c:pt>
                <c:pt idx="4795">
                  <c:v>44368</c:v>
                </c:pt>
                <c:pt idx="4796">
                  <c:v>44369</c:v>
                </c:pt>
                <c:pt idx="4797">
                  <c:v>44370</c:v>
                </c:pt>
                <c:pt idx="4798">
                  <c:v>44371</c:v>
                </c:pt>
                <c:pt idx="4799">
                  <c:v>44372</c:v>
                </c:pt>
                <c:pt idx="4800">
                  <c:v>44375</c:v>
                </c:pt>
                <c:pt idx="4801">
                  <c:v>44376</c:v>
                </c:pt>
                <c:pt idx="4802">
                  <c:v>44377</c:v>
                </c:pt>
                <c:pt idx="4803">
                  <c:v>44378</c:v>
                </c:pt>
                <c:pt idx="4804">
                  <c:v>44379</c:v>
                </c:pt>
                <c:pt idx="4805">
                  <c:v>44382</c:v>
                </c:pt>
                <c:pt idx="4806">
                  <c:v>44383</c:v>
                </c:pt>
                <c:pt idx="4807">
                  <c:v>44384</c:v>
                </c:pt>
                <c:pt idx="4808">
                  <c:v>44385</c:v>
                </c:pt>
                <c:pt idx="4809">
                  <c:v>44389</c:v>
                </c:pt>
                <c:pt idx="4810">
                  <c:v>44390</c:v>
                </c:pt>
                <c:pt idx="4811">
                  <c:v>44391</c:v>
                </c:pt>
                <c:pt idx="4812">
                  <c:v>44392</c:v>
                </c:pt>
                <c:pt idx="4813">
                  <c:v>44393</c:v>
                </c:pt>
                <c:pt idx="4814">
                  <c:v>44396</c:v>
                </c:pt>
                <c:pt idx="4815">
                  <c:v>44397</c:v>
                </c:pt>
                <c:pt idx="4816">
                  <c:v>44398</c:v>
                </c:pt>
                <c:pt idx="4817">
                  <c:v>44399</c:v>
                </c:pt>
                <c:pt idx="4818">
                  <c:v>44400</c:v>
                </c:pt>
                <c:pt idx="4819">
                  <c:v>44403</c:v>
                </c:pt>
                <c:pt idx="4820">
                  <c:v>44404</c:v>
                </c:pt>
                <c:pt idx="4821">
                  <c:v>44405</c:v>
                </c:pt>
                <c:pt idx="4822">
                  <c:v>44406</c:v>
                </c:pt>
                <c:pt idx="4823">
                  <c:v>44407</c:v>
                </c:pt>
                <c:pt idx="4824">
                  <c:v>44410</c:v>
                </c:pt>
                <c:pt idx="4825">
                  <c:v>44411</c:v>
                </c:pt>
                <c:pt idx="4826">
                  <c:v>44412</c:v>
                </c:pt>
                <c:pt idx="4827">
                  <c:v>44413</c:v>
                </c:pt>
                <c:pt idx="4828">
                  <c:v>44414</c:v>
                </c:pt>
                <c:pt idx="4829">
                  <c:v>44417</c:v>
                </c:pt>
                <c:pt idx="4830">
                  <c:v>44418</c:v>
                </c:pt>
                <c:pt idx="4831">
                  <c:v>44419</c:v>
                </c:pt>
                <c:pt idx="4832">
                  <c:v>44420</c:v>
                </c:pt>
                <c:pt idx="4833">
                  <c:v>44421</c:v>
                </c:pt>
                <c:pt idx="4834">
                  <c:v>44424</c:v>
                </c:pt>
                <c:pt idx="4835">
                  <c:v>44425</c:v>
                </c:pt>
                <c:pt idx="4836">
                  <c:v>44426</c:v>
                </c:pt>
                <c:pt idx="4837">
                  <c:v>44427</c:v>
                </c:pt>
                <c:pt idx="4838">
                  <c:v>44428</c:v>
                </c:pt>
                <c:pt idx="4839">
                  <c:v>44431</c:v>
                </c:pt>
                <c:pt idx="4840">
                  <c:v>44432</c:v>
                </c:pt>
                <c:pt idx="4841">
                  <c:v>44433</c:v>
                </c:pt>
                <c:pt idx="4842">
                  <c:v>44434</c:v>
                </c:pt>
                <c:pt idx="4843">
                  <c:v>44435</c:v>
                </c:pt>
                <c:pt idx="4844">
                  <c:v>44438</c:v>
                </c:pt>
                <c:pt idx="4845">
                  <c:v>44439</c:v>
                </c:pt>
                <c:pt idx="4846">
                  <c:v>44440</c:v>
                </c:pt>
                <c:pt idx="4847">
                  <c:v>44441</c:v>
                </c:pt>
                <c:pt idx="4848">
                  <c:v>44442</c:v>
                </c:pt>
                <c:pt idx="4849">
                  <c:v>44445</c:v>
                </c:pt>
                <c:pt idx="4850">
                  <c:v>44447</c:v>
                </c:pt>
                <c:pt idx="4851">
                  <c:v>44448</c:v>
                </c:pt>
                <c:pt idx="4852">
                  <c:v>44449</c:v>
                </c:pt>
                <c:pt idx="4853">
                  <c:v>44452</c:v>
                </c:pt>
                <c:pt idx="4854">
                  <c:v>44453</c:v>
                </c:pt>
                <c:pt idx="4855">
                  <c:v>44454</c:v>
                </c:pt>
                <c:pt idx="4856">
                  <c:v>44455</c:v>
                </c:pt>
                <c:pt idx="4857">
                  <c:v>44456</c:v>
                </c:pt>
                <c:pt idx="4858">
                  <c:v>44459</c:v>
                </c:pt>
                <c:pt idx="4859">
                  <c:v>44460</c:v>
                </c:pt>
                <c:pt idx="4860">
                  <c:v>44461</c:v>
                </c:pt>
                <c:pt idx="4861">
                  <c:v>44462</c:v>
                </c:pt>
                <c:pt idx="4862">
                  <c:v>44463</c:v>
                </c:pt>
                <c:pt idx="4863">
                  <c:v>44466</c:v>
                </c:pt>
                <c:pt idx="4864">
                  <c:v>44467</c:v>
                </c:pt>
                <c:pt idx="4865">
                  <c:v>44468</c:v>
                </c:pt>
                <c:pt idx="4866">
                  <c:v>44469</c:v>
                </c:pt>
                <c:pt idx="4867">
                  <c:v>44470</c:v>
                </c:pt>
                <c:pt idx="4868">
                  <c:v>44473</c:v>
                </c:pt>
                <c:pt idx="4869">
                  <c:v>44474</c:v>
                </c:pt>
                <c:pt idx="4870">
                  <c:v>44475</c:v>
                </c:pt>
                <c:pt idx="4871">
                  <c:v>44476</c:v>
                </c:pt>
                <c:pt idx="4872">
                  <c:v>44477</c:v>
                </c:pt>
                <c:pt idx="4873">
                  <c:v>44480</c:v>
                </c:pt>
                <c:pt idx="4874">
                  <c:v>44482</c:v>
                </c:pt>
                <c:pt idx="4875">
                  <c:v>44483</c:v>
                </c:pt>
                <c:pt idx="4876">
                  <c:v>44484</c:v>
                </c:pt>
                <c:pt idx="4877">
                  <c:v>44487</c:v>
                </c:pt>
                <c:pt idx="4878">
                  <c:v>44488</c:v>
                </c:pt>
                <c:pt idx="4879">
                  <c:v>44489</c:v>
                </c:pt>
                <c:pt idx="4880">
                  <c:v>44490</c:v>
                </c:pt>
                <c:pt idx="4881">
                  <c:v>44491</c:v>
                </c:pt>
                <c:pt idx="4882">
                  <c:v>44494</c:v>
                </c:pt>
                <c:pt idx="4883">
                  <c:v>44495</c:v>
                </c:pt>
                <c:pt idx="4884">
                  <c:v>44496</c:v>
                </c:pt>
                <c:pt idx="4885">
                  <c:v>44497</c:v>
                </c:pt>
                <c:pt idx="4886">
                  <c:v>44498</c:v>
                </c:pt>
                <c:pt idx="4887">
                  <c:v>44501</c:v>
                </c:pt>
                <c:pt idx="4888">
                  <c:v>44503</c:v>
                </c:pt>
                <c:pt idx="4889">
                  <c:v>44504</c:v>
                </c:pt>
                <c:pt idx="4890">
                  <c:v>44505</c:v>
                </c:pt>
                <c:pt idx="4891">
                  <c:v>44508</c:v>
                </c:pt>
                <c:pt idx="4892">
                  <c:v>44509</c:v>
                </c:pt>
                <c:pt idx="4893">
                  <c:v>44510</c:v>
                </c:pt>
                <c:pt idx="4894">
                  <c:v>44511</c:v>
                </c:pt>
                <c:pt idx="4895">
                  <c:v>44512</c:v>
                </c:pt>
                <c:pt idx="4896">
                  <c:v>44516</c:v>
                </c:pt>
                <c:pt idx="4897">
                  <c:v>44517</c:v>
                </c:pt>
                <c:pt idx="4898">
                  <c:v>44518</c:v>
                </c:pt>
                <c:pt idx="4899">
                  <c:v>44519</c:v>
                </c:pt>
                <c:pt idx="4900">
                  <c:v>44522</c:v>
                </c:pt>
                <c:pt idx="4901">
                  <c:v>44523</c:v>
                </c:pt>
                <c:pt idx="4902">
                  <c:v>44524</c:v>
                </c:pt>
                <c:pt idx="4903">
                  <c:v>44525</c:v>
                </c:pt>
                <c:pt idx="4904">
                  <c:v>44526</c:v>
                </c:pt>
                <c:pt idx="4905">
                  <c:v>44529</c:v>
                </c:pt>
                <c:pt idx="4906">
                  <c:v>44530</c:v>
                </c:pt>
                <c:pt idx="4907">
                  <c:v>44531</c:v>
                </c:pt>
                <c:pt idx="4908">
                  <c:v>44532</c:v>
                </c:pt>
                <c:pt idx="4909">
                  <c:v>44533</c:v>
                </c:pt>
                <c:pt idx="4910">
                  <c:v>44536</c:v>
                </c:pt>
                <c:pt idx="4911">
                  <c:v>44537</c:v>
                </c:pt>
                <c:pt idx="4912">
                  <c:v>44538</c:v>
                </c:pt>
                <c:pt idx="4913">
                  <c:v>44539</c:v>
                </c:pt>
                <c:pt idx="4914">
                  <c:v>44540</c:v>
                </c:pt>
                <c:pt idx="4915">
                  <c:v>44543</c:v>
                </c:pt>
                <c:pt idx="4916">
                  <c:v>44544</c:v>
                </c:pt>
                <c:pt idx="4917">
                  <c:v>44545</c:v>
                </c:pt>
                <c:pt idx="4918">
                  <c:v>44546</c:v>
                </c:pt>
                <c:pt idx="4919">
                  <c:v>44547</c:v>
                </c:pt>
                <c:pt idx="4920">
                  <c:v>44550</c:v>
                </c:pt>
                <c:pt idx="4921">
                  <c:v>44551</c:v>
                </c:pt>
                <c:pt idx="4922">
                  <c:v>44552</c:v>
                </c:pt>
                <c:pt idx="4923">
                  <c:v>44553</c:v>
                </c:pt>
                <c:pt idx="4924">
                  <c:v>44557</c:v>
                </c:pt>
                <c:pt idx="4925">
                  <c:v>44558</c:v>
                </c:pt>
                <c:pt idx="4926">
                  <c:v>44559</c:v>
                </c:pt>
                <c:pt idx="4927">
                  <c:v>44560</c:v>
                </c:pt>
                <c:pt idx="4928">
                  <c:v>44564</c:v>
                </c:pt>
                <c:pt idx="4929">
                  <c:v>44565</c:v>
                </c:pt>
                <c:pt idx="4930">
                  <c:v>44566</c:v>
                </c:pt>
                <c:pt idx="4931">
                  <c:v>44567</c:v>
                </c:pt>
                <c:pt idx="4932">
                  <c:v>44568</c:v>
                </c:pt>
                <c:pt idx="4933">
                  <c:v>44571</c:v>
                </c:pt>
                <c:pt idx="4934">
                  <c:v>44572</c:v>
                </c:pt>
                <c:pt idx="4935">
                  <c:v>44573</c:v>
                </c:pt>
                <c:pt idx="4936">
                  <c:v>44574</c:v>
                </c:pt>
                <c:pt idx="4937">
                  <c:v>44575</c:v>
                </c:pt>
                <c:pt idx="4938">
                  <c:v>44578</c:v>
                </c:pt>
                <c:pt idx="4939">
                  <c:v>44579</c:v>
                </c:pt>
                <c:pt idx="4940">
                  <c:v>44580</c:v>
                </c:pt>
                <c:pt idx="4941">
                  <c:v>44581</c:v>
                </c:pt>
                <c:pt idx="4942">
                  <c:v>44582</c:v>
                </c:pt>
                <c:pt idx="4943">
                  <c:v>44585</c:v>
                </c:pt>
                <c:pt idx="4944">
                  <c:v>44586</c:v>
                </c:pt>
                <c:pt idx="4945">
                  <c:v>44587</c:v>
                </c:pt>
                <c:pt idx="4946">
                  <c:v>44588</c:v>
                </c:pt>
                <c:pt idx="4947">
                  <c:v>44589</c:v>
                </c:pt>
                <c:pt idx="4948">
                  <c:v>44592</c:v>
                </c:pt>
                <c:pt idx="4949">
                  <c:v>44593</c:v>
                </c:pt>
                <c:pt idx="4950">
                  <c:v>44594</c:v>
                </c:pt>
                <c:pt idx="4951">
                  <c:v>44595</c:v>
                </c:pt>
                <c:pt idx="4952">
                  <c:v>44596</c:v>
                </c:pt>
                <c:pt idx="4953">
                  <c:v>44599</c:v>
                </c:pt>
                <c:pt idx="4954">
                  <c:v>44600</c:v>
                </c:pt>
                <c:pt idx="4955">
                  <c:v>44601</c:v>
                </c:pt>
                <c:pt idx="4956">
                  <c:v>44602</c:v>
                </c:pt>
                <c:pt idx="4957">
                  <c:v>44603</c:v>
                </c:pt>
                <c:pt idx="4958">
                  <c:v>44606</c:v>
                </c:pt>
                <c:pt idx="4959">
                  <c:v>44607</c:v>
                </c:pt>
                <c:pt idx="4960">
                  <c:v>44608</c:v>
                </c:pt>
                <c:pt idx="4961">
                  <c:v>44609</c:v>
                </c:pt>
                <c:pt idx="4962">
                  <c:v>44610</c:v>
                </c:pt>
                <c:pt idx="4963">
                  <c:v>44613</c:v>
                </c:pt>
                <c:pt idx="4964">
                  <c:v>44614</c:v>
                </c:pt>
                <c:pt idx="4965">
                  <c:v>44615</c:v>
                </c:pt>
                <c:pt idx="4966">
                  <c:v>44616</c:v>
                </c:pt>
                <c:pt idx="4967">
                  <c:v>44617</c:v>
                </c:pt>
                <c:pt idx="4968">
                  <c:v>44622</c:v>
                </c:pt>
                <c:pt idx="4969">
                  <c:v>44623</c:v>
                </c:pt>
                <c:pt idx="4970">
                  <c:v>44624</c:v>
                </c:pt>
                <c:pt idx="4971">
                  <c:v>44627</c:v>
                </c:pt>
                <c:pt idx="4972">
                  <c:v>44628</c:v>
                </c:pt>
                <c:pt idx="4973">
                  <c:v>44629</c:v>
                </c:pt>
                <c:pt idx="4974">
                  <c:v>44630</c:v>
                </c:pt>
                <c:pt idx="4975">
                  <c:v>44631</c:v>
                </c:pt>
                <c:pt idx="4976">
                  <c:v>44634</c:v>
                </c:pt>
                <c:pt idx="4977">
                  <c:v>44635</c:v>
                </c:pt>
                <c:pt idx="4978">
                  <c:v>44636</c:v>
                </c:pt>
                <c:pt idx="4979">
                  <c:v>44637</c:v>
                </c:pt>
                <c:pt idx="4980">
                  <c:v>44638</c:v>
                </c:pt>
                <c:pt idx="4981">
                  <c:v>44641</c:v>
                </c:pt>
                <c:pt idx="4982">
                  <c:v>44642</c:v>
                </c:pt>
                <c:pt idx="4983">
                  <c:v>44643</c:v>
                </c:pt>
                <c:pt idx="4984">
                  <c:v>44644</c:v>
                </c:pt>
                <c:pt idx="4985">
                  <c:v>44645</c:v>
                </c:pt>
                <c:pt idx="4986">
                  <c:v>44648</c:v>
                </c:pt>
                <c:pt idx="4987">
                  <c:v>44649</c:v>
                </c:pt>
                <c:pt idx="4988">
                  <c:v>44650</c:v>
                </c:pt>
                <c:pt idx="4989">
                  <c:v>44651</c:v>
                </c:pt>
                <c:pt idx="4990">
                  <c:v>44652</c:v>
                </c:pt>
                <c:pt idx="4991">
                  <c:v>44655</c:v>
                </c:pt>
                <c:pt idx="4992">
                  <c:v>44656</c:v>
                </c:pt>
                <c:pt idx="4993">
                  <c:v>44657</c:v>
                </c:pt>
                <c:pt idx="4994">
                  <c:v>44658</c:v>
                </c:pt>
                <c:pt idx="4995">
                  <c:v>44659</c:v>
                </c:pt>
                <c:pt idx="4996">
                  <c:v>44662</c:v>
                </c:pt>
                <c:pt idx="4997">
                  <c:v>44663</c:v>
                </c:pt>
                <c:pt idx="4998">
                  <c:v>44664</c:v>
                </c:pt>
                <c:pt idx="4999">
                  <c:v>44665</c:v>
                </c:pt>
                <c:pt idx="5000">
                  <c:v>44669</c:v>
                </c:pt>
                <c:pt idx="5001">
                  <c:v>44670</c:v>
                </c:pt>
                <c:pt idx="5002">
                  <c:v>44671</c:v>
                </c:pt>
                <c:pt idx="5003">
                  <c:v>44673</c:v>
                </c:pt>
                <c:pt idx="5004">
                  <c:v>44676</c:v>
                </c:pt>
                <c:pt idx="5005">
                  <c:v>44677</c:v>
                </c:pt>
                <c:pt idx="5006">
                  <c:v>44678</c:v>
                </c:pt>
                <c:pt idx="5007">
                  <c:v>44679</c:v>
                </c:pt>
                <c:pt idx="5008">
                  <c:v>44680</c:v>
                </c:pt>
                <c:pt idx="5009">
                  <c:v>44683</c:v>
                </c:pt>
                <c:pt idx="5010">
                  <c:v>44684</c:v>
                </c:pt>
                <c:pt idx="5011">
                  <c:v>44685</c:v>
                </c:pt>
                <c:pt idx="5012">
                  <c:v>44686</c:v>
                </c:pt>
                <c:pt idx="5013">
                  <c:v>44687</c:v>
                </c:pt>
                <c:pt idx="5014">
                  <c:v>44690</c:v>
                </c:pt>
                <c:pt idx="5015">
                  <c:v>44691</c:v>
                </c:pt>
                <c:pt idx="5016">
                  <c:v>44692</c:v>
                </c:pt>
                <c:pt idx="5017">
                  <c:v>44693</c:v>
                </c:pt>
                <c:pt idx="5018">
                  <c:v>44694</c:v>
                </c:pt>
                <c:pt idx="5019">
                  <c:v>44697</c:v>
                </c:pt>
                <c:pt idx="5020">
                  <c:v>44698</c:v>
                </c:pt>
                <c:pt idx="5021">
                  <c:v>44699</c:v>
                </c:pt>
                <c:pt idx="5022">
                  <c:v>44700</c:v>
                </c:pt>
                <c:pt idx="5023">
                  <c:v>44701</c:v>
                </c:pt>
                <c:pt idx="5024">
                  <c:v>44704</c:v>
                </c:pt>
                <c:pt idx="5025">
                  <c:v>44705</c:v>
                </c:pt>
                <c:pt idx="5026">
                  <c:v>44706</c:v>
                </c:pt>
                <c:pt idx="5027">
                  <c:v>44707</c:v>
                </c:pt>
                <c:pt idx="5028">
                  <c:v>44708</c:v>
                </c:pt>
                <c:pt idx="5029">
                  <c:v>44711</c:v>
                </c:pt>
                <c:pt idx="5030">
                  <c:v>44712</c:v>
                </c:pt>
                <c:pt idx="5031">
                  <c:v>44713</c:v>
                </c:pt>
                <c:pt idx="5032">
                  <c:v>44714</c:v>
                </c:pt>
                <c:pt idx="5033">
                  <c:v>44715</c:v>
                </c:pt>
                <c:pt idx="5034">
                  <c:v>44718</c:v>
                </c:pt>
                <c:pt idx="5035">
                  <c:v>44719</c:v>
                </c:pt>
                <c:pt idx="5036">
                  <c:v>44720</c:v>
                </c:pt>
                <c:pt idx="5037">
                  <c:v>44721</c:v>
                </c:pt>
                <c:pt idx="5038">
                  <c:v>44722</c:v>
                </c:pt>
                <c:pt idx="5039">
                  <c:v>44725</c:v>
                </c:pt>
                <c:pt idx="5040">
                  <c:v>44726</c:v>
                </c:pt>
                <c:pt idx="5041">
                  <c:v>44727</c:v>
                </c:pt>
                <c:pt idx="5042">
                  <c:v>44729</c:v>
                </c:pt>
                <c:pt idx="5043">
                  <c:v>44732</c:v>
                </c:pt>
                <c:pt idx="5044">
                  <c:v>44733</c:v>
                </c:pt>
                <c:pt idx="5045">
                  <c:v>44734</c:v>
                </c:pt>
                <c:pt idx="5046">
                  <c:v>44735</c:v>
                </c:pt>
                <c:pt idx="5047">
                  <c:v>44736</c:v>
                </c:pt>
                <c:pt idx="5048">
                  <c:v>44739</c:v>
                </c:pt>
                <c:pt idx="5049">
                  <c:v>44740</c:v>
                </c:pt>
                <c:pt idx="5050">
                  <c:v>44741</c:v>
                </c:pt>
                <c:pt idx="5051">
                  <c:v>44742</c:v>
                </c:pt>
                <c:pt idx="5052">
                  <c:v>44743</c:v>
                </c:pt>
                <c:pt idx="5053">
                  <c:v>44746</c:v>
                </c:pt>
                <c:pt idx="5054">
                  <c:v>44747</c:v>
                </c:pt>
                <c:pt idx="5055">
                  <c:v>44748</c:v>
                </c:pt>
                <c:pt idx="5056">
                  <c:v>44749</c:v>
                </c:pt>
                <c:pt idx="5057">
                  <c:v>44750</c:v>
                </c:pt>
                <c:pt idx="5058">
                  <c:v>44753</c:v>
                </c:pt>
                <c:pt idx="5059">
                  <c:v>44754</c:v>
                </c:pt>
                <c:pt idx="5060">
                  <c:v>44755</c:v>
                </c:pt>
                <c:pt idx="5061">
                  <c:v>44756</c:v>
                </c:pt>
                <c:pt idx="5062">
                  <c:v>44757</c:v>
                </c:pt>
                <c:pt idx="5063">
                  <c:v>44760</c:v>
                </c:pt>
                <c:pt idx="5064">
                  <c:v>44761</c:v>
                </c:pt>
                <c:pt idx="5065">
                  <c:v>44762</c:v>
                </c:pt>
                <c:pt idx="5066">
                  <c:v>44763</c:v>
                </c:pt>
                <c:pt idx="5067">
                  <c:v>44764</c:v>
                </c:pt>
                <c:pt idx="5068">
                  <c:v>44767</c:v>
                </c:pt>
                <c:pt idx="5069">
                  <c:v>44768</c:v>
                </c:pt>
                <c:pt idx="5070">
                  <c:v>44769</c:v>
                </c:pt>
                <c:pt idx="5071">
                  <c:v>44770</c:v>
                </c:pt>
                <c:pt idx="5072">
                  <c:v>44771</c:v>
                </c:pt>
                <c:pt idx="5073">
                  <c:v>44774</c:v>
                </c:pt>
                <c:pt idx="5074">
                  <c:v>44775</c:v>
                </c:pt>
                <c:pt idx="5075">
                  <c:v>44776</c:v>
                </c:pt>
                <c:pt idx="5076">
                  <c:v>44777</c:v>
                </c:pt>
                <c:pt idx="5077">
                  <c:v>44778</c:v>
                </c:pt>
                <c:pt idx="5078">
                  <c:v>44781</c:v>
                </c:pt>
                <c:pt idx="5079">
                  <c:v>44782</c:v>
                </c:pt>
                <c:pt idx="5080">
                  <c:v>44783</c:v>
                </c:pt>
                <c:pt idx="5081">
                  <c:v>44784</c:v>
                </c:pt>
                <c:pt idx="5082">
                  <c:v>44785</c:v>
                </c:pt>
                <c:pt idx="5083">
                  <c:v>44788</c:v>
                </c:pt>
                <c:pt idx="5084">
                  <c:v>44789</c:v>
                </c:pt>
                <c:pt idx="5085">
                  <c:v>44790</c:v>
                </c:pt>
                <c:pt idx="5086">
                  <c:v>44791</c:v>
                </c:pt>
                <c:pt idx="5087">
                  <c:v>44792</c:v>
                </c:pt>
                <c:pt idx="5088">
                  <c:v>44795</c:v>
                </c:pt>
                <c:pt idx="5089">
                  <c:v>44796</c:v>
                </c:pt>
                <c:pt idx="5090">
                  <c:v>44797</c:v>
                </c:pt>
                <c:pt idx="5091">
                  <c:v>44798</c:v>
                </c:pt>
                <c:pt idx="5092">
                  <c:v>44799</c:v>
                </c:pt>
                <c:pt idx="5093">
                  <c:v>44802</c:v>
                </c:pt>
                <c:pt idx="5094">
                  <c:v>44803</c:v>
                </c:pt>
                <c:pt idx="5095">
                  <c:v>44804</c:v>
                </c:pt>
                <c:pt idx="5096">
                  <c:v>44805</c:v>
                </c:pt>
                <c:pt idx="5097">
                  <c:v>44806</c:v>
                </c:pt>
                <c:pt idx="5098">
                  <c:v>44809</c:v>
                </c:pt>
                <c:pt idx="5099">
                  <c:v>44810</c:v>
                </c:pt>
                <c:pt idx="5100">
                  <c:v>44812</c:v>
                </c:pt>
                <c:pt idx="5101">
                  <c:v>44813</c:v>
                </c:pt>
                <c:pt idx="5102">
                  <c:v>44816</c:v>
                </c:pt>
                <c:pt idx="5103">
                  <c:v>44817</c:v>
                </c:pt>
                <c:pt idx="5104">
                  <c:v>44818</c:v>
                </c:pt>
                <c:pt idx="5105">
                  <c:v>44819</c:v>
                </c:pt>
                <c:pt idx="5106">
                  <c:v>44820</c:v>
                </c:pt>
                <c:pt idx="5107">
                  <c:v>44823</c:v>
                </c:pt>
                <c:pt idx="5108">
                  <c:v>44824</c:v>
                </c:pt>
                <c:pt idx="5109">
                  <c:v>44825</c:v>
                </c:pt>
                <c:pt idx="5110">
                  <c:v>44826</c:v>
                </c:pt>
                <c:pt idx="5111">
                  <c:v>44827</c:v>
                </c:pt>
                <c:pt idx="5112">
                  <c:v>44830</c:v>
                </c:pt>
                <c:pt idx="5113">
                  <c:v>44831</c:v>
                </c:pt>
                <c:pt idx="5114">
                  <c:v>44832</c:v>
                </c:pt>
                <c:pt idx="5115">
                  <c:v>44833</c:v>
                </c:pt>
                <c:pt idx="5116">
                  <c:v>44834</c:v>
                </c:pt>
                <c:pt idx="5117">
                  <c:v>44837</c:v>
                </c:pt>
                <c:pt idx="5118">
                  <c:v>44838</c:v>
                </c:pt>
                <c:pt idx="5119">
                  <c:v>44839</c:v>
                </c:pt>
                <c:pt idx="5120">
                  <c:v>44840</c:v>
                </c:pt>
                <c:pt idx="5121">
                  <c:v>44841</c:v>
                </c:pt>
                <c:pt idx="5122">
                  <c:v>44844</c:v>
                </c:pt>
                <c:pt idx="5123">
                  <c:v>44845</c:v>
                </c:pt>
                <c:pt idx="5124">
                  <c:v>44847</c:v>
                </c:pt>
                <c:pt idx="5125">
                  <c:v>44848</c:v>
                </c:pt>
                <c:pt idx="5126">
                  <c:v>44851</c:v>
                </c:pt>
                <c:pt idx="5127">
                  <c:v>44852</c:v>
                </c:pt>
                <c:pt idx="5128">
                  <c:v>44853</c:v>
                </c:pt>
                <c:pt idx="5129">
                  <c:v>44854</c:v>
                </c:pt>
                <c:pt idx="5130">
                  <c:v>44855</c:v>
                </c:pt>
                <c:pt idx="5131">
                  <c:v>44858</c:v>
                </c:pt>
                <c:pt idx="5132">
                  <c:v>44859</c:v>
                </c:pt>
                <c:pt idx="5133">
                  <c:v>44860</c:v>
                </c:pt>
                <c:pt idx="5134">
                  <c:v>44861</c:v>
                </c:pt>
                <c:pt idx="5135">
                  <c:v>44862</c:v>
                </c:pt>
                <c:pt idx="5136">
                  <c:v>44865</c:v>
                </c:pt>
                <c:pt idx="5137">
                  <c:v>44866</c:v>
                </c:pt>
                <c:pt idx="5138">
                  <c:v>44868</c:v>
                </c:pt>
                <c:pt idx="5139">
                  <c:v>44869</c:v>
                </c:pt>
                <c:pt idx="5140">
                  <c:v>44872</c:v>
                </c:pt>
                <c:pt idx="5141">
                  <c:v>44873</c:v>
                </c:pt>
                <c:pt idx="5142">
                  <c:v>44874</c:v>
                </c:pt>
                <c:pt idx="5143">
                  <c:v>44875</c:v>
                </c:pt>
                <c:pt idx="5144">
                  <c:v>44876</c:v>
                </c:pt>
                <c:pt idx="5145">
                  <c:v>44879</c:v>
                </c:pt>
                <c:pt idx="5146">
                  <c:v>44881</c:v>
                </c:pt>
                <c:pt idx="5147">
                  <c:v>44882</c:v>
                </c:pt>
                <c:pt idx="5148">
                  <c:v>44883</c:v>
                </c:pt>
                <c:pt idx="5149">
                  <c:v>44886</c:v>
                </c:pt>
                <c:pt idx="5150">
                  <c:v>44887</c:v>
                </c:pt>
                <c:pt idx="5151">
                  <c:v>44888</c:v>
                </c:pt>
                <c:pt idx="5152">
                  <c:v>44889</c:v>
                </c:pt>
                <c:pt idx="5153">
                  <c:v>44890</c:v>
                </c:pt>
                <c:pt idx="5154">
                  <c:v>44893</c:v>
                </c:pt>
                <c:pt idx="5155">
                  <c:v>44894</c:v>
                </c:pt>
                <c:pt idx="5156">
                  <c:v>44895</c:v>
                </c:pt>
                <c:pt idx="5157">
                  <c:v>44896</c:v>
                </c:pt>
                <c:pt idx="5158">
                  <c:v>44897</c:v>
                </c:pt>
                <c:pt idx="5159">
                  <c:v>44900</c:v>
                </c:pt>
                <c:pt idx="5160">
                  <c:v>44901</c:v>
                </c:pt>
                <c:pt idx="5161">
                  <c:v>44902</c:v>
                </c:pt>
                <c:pt idx="5162">
                  <c:v>44903</c:v>
                </c:pt>
                <c:pt idx="5163">
                  <c:v>44904</c:v>
                </c:pt>
                <c:pt idx="5164">
                  <c:v>44907</c:v>
                </c:pt>
                <c:pt idx="5165">
                  <c:v>44908</c:v>
                </c:pt>
                <c:pt idx="5166">
                  <c:v>44909</c:v>
                </c:pt>
                <c:pt idx="5167">
                  <c:v>44910</c:v>
                </c:pt>
                <c:pt idx="5168">
                  <c:v>44911</c:v>
                </c:pt>
                <c:pt idx="5169">
                  <c:v>44914</c:v>
                </c:pt>
                <c:pt idx="5170">
                  <c:v>44915</c:v>
                </c:pt>
                <c:pt idx="5171">
                  <c:v>44916</c:v>
                </c:pt>
                <c:pt idx="5172">
                  <c:v>44917</c:v>
                </c:pt>
                <c:pt idx="5173">
                  <c:v>44918</c:v>
                </c:pt>
                <c:pt idx="5174">
                  <c:v>44921</c:v>
                </c:pt>
                <c:pt idx="5175">
                  <c:v>44922</c:v>
                </c:pt>
                <c:pt idx="5176">
                  <c:v>44923</c:v>
                </c:pt>
                <c:pt idx="5177">
                  <c:v>44924</c:v>
                </c:pt>
                <c:pt idx="5178">
                  <c:v>44928</c:v>
                </c:pt>
                <c:pt idx="5179">
                  <c:v>44929</c:v>
                </c:pt>
                <c:pt idx="5180">
                  <c:v>44930</c:v>
                </c:pt>
                <c:pt idx="5181">
                  <c:v>44931</c:v>
                </c:pt>
                <c:pt idx="5182">
                  <c:v>44932</c:v>
                </c:pt>
                <c:pt idx="5183">
                  <c:v>44935</c:v>
                </c:pt>
                <c:pt idx="5184">
                  <c:v>44936</c:v>
                </c:pt>
                <c:pt idx="5185">
                  <c:v>44937</c:v>
                </c:pt>
                <c:pt idx="5186">
                  <c:v>44938</c:v>
                </c:pt>
                <c:pt idx="5187">
                  <c:v>44939</c:v>
                </c:pt>
                <c:pt idx="5188">
                  <c:v>44942</c:v>
                </c:pt>
                <c:pt idx="5189">
                  <c:v>44943</c:v>
                </c:pt>
                <c:pt idx="5190">
                  <c:v>44944</c:v>
                </c:pt>
                <c:pt idx="5191">
                  <c:v>44945</c:v>
                </c:pt>
                <c:pt idx="5192">
                  <c:v>44946</c:v>
                </c:pt>
                <c:pt idx="5193">
                  <c:v>44949</c:v>
                </c:pt>
                <c:pt idx="5194">
                  <c:v>44950</c:v>
                </c:pt>
                <c:pt idx="5195">
                  <c:v>44951</c:v>
                </c:pt>
                <c:pt idx="5196">
                  <c:v>44952</c:v>
                </c:pt>
                <c:pt idx="5197">
                  <c:v>44953</c:v>
                </c:pt>
                <c:pt idx="5198">
                  <c:v>44956</c:v>
                </c:pt>
                <c:pt idx="5199">
                  <c:v>44957</c:v>
                </c:pt>
                <c:pt idx="5200">
                  <c:v>44958</c:v>
                </c:pt>
                <c:pt idx="5201">
                  <c:v>44959</c:v>
                </c:pt>
                <c:pt idx="5202">
                  <c:v>44960</c:v>
                </c:pt>
                <c:pt idx="5203">
                  <c:v>44963</c:v>
                </c:pt>
                <c:pt idx="5204">
                  <c:v>44964</c:v>
                </c:pt>
                <c:pt idx="5205">
                  <c:v>44965</c:v>
                </c:pt>
                <c:pt idx="5206">
                  <c:v>44966</c:v>
                </c:pt>
                <c:pt idx="5207">
                  <c:v>44967</c:v>
                </c:pt>
                <c:pt idx="5208">
                  <c:v>44970</c:v>
                </c:pt>
                <c:pt idx="5209">
                  <c:v>44971</c:v>
                </c:pt>
                <c:pt idx="5210">
                  <c:v>44972</c:v>
                </c:pt>
                <c:pt idx="5211">
                  <c:v>44973</c:v>
                </c:pt>
                <c:pt idx="5212">
                  <c:v>44974</c:v>
                </c:pt>
                <c:pt idx="5213">
                  <c:v>44979</c:v>
                </c:pt>
                <c:pt idx="5214">
                  <c:v>44980</c:v>
                </c:pt>
                <c:pt idx="5215">
                  <c:v>44981</c:v>
                </c:pt>
                <c:pt idx="5216">
                  <c:v>44984</c:v>
                </c:pt>
                <c:pt idx="5217">
                  <c:v>44985</c:v>
                </c:pt>
                <c:pt idx="5218">
                  <c:v>44986</c:v>
                </c:pt>
                <c:pt idx="5219">
                  <c:v>44987</c:v>
                </c:pt>
                <c:pt idx="5220">
                  <c:v>44988</c:v>
                </c:pt>
                <c:pt idx="5221">
                  <c:v>44991</c:v>
                </c:pt>
                <c:pt idx="5222">
                  <c:v>44992</c:v>
                </c:pt>
                <c:pt idx="5223">
                  <c:v>44993</c:v>
                </c:pt>
                <c:pt idx="5224">
                  <c:v>44994</c:v>
                </c:pt>
                <c:pt idx="5225">
                  <c:v>44995</c:v>
                </c:pt>
                <c:pt idx="5226">
                  <c:v>44998</c:v>
                </c:pt>
                <c:pt idx="5227">
                  <c:v>44999</c:v>
                </c:pt>
                <c:pt idx="5228">
                  <c:v>45000</c:v>
                </c:pt>
                <c:pt idx="5229">
                  <c:v>45001</c:v>
                </c:pt>
                <c:pt idx="5230">
                  <c:v>45002</c:v>
                </c:pt>
                <c:pt idx="5231">
                  <c:v>45005</c:v>
                </c:pt>
                <c:pt idx="5232">
                  <c:v>45006</c:v>
                </c:pt>
                <c:pt idx="5233">
                  <c:v>45007</c:v>
                </c:pt>
                <c:pt idx="5234">
                  <c:v>45008</c:v>
                </c:pt>
                <c:pt idx="5235">
                  <c:v>45009</c:v>
                </c:pt>
                <c:pt idx="5236">
                  <c:v>45012</c:v>
                </c:pt>
                <c:pt idx="5237">
                  <c:v>45013</c:v>
                </c:pt>
                <c:pt idx="5238">
                  <c:v>45014</c:v>
                </c:pt>
                <c:pt idx="5239">
                  <c:v>45015</c:v>
                </c:pt>
                <c:pt idx="5240">
                  <c:v>45016</c:v>
                </c:pt>
                <c:pt idx="5241">
                  <c:v>45019</c:v>
                </c:pt>
                <c:pt idx="5242">
                  <c:v>45020</c:v>
                </c:pt>
                <c:pt idx="5243">
                  <c:v>45021</c:v>
                </c:pt>
                <c:pt idx="5244">
                  <c:v>45022</c:v>
                </c:pt>
                <c:pt idx="5245">
                  <c:v>45026</c:v>
                </c:pt>
                <c:pt idx="5246">
                  <c:v>45027</c:v>
                </c:pt>
                <c:pt idx="5247">
                  <c:v>45028</c:v>
                </c:pt>
                <c:pt idx="5248">
                  <c:v>45029</c:v>
                </c:pt>
                <c:pt idx="5249">
                  <c:v>45030</c:v>
                </c:pt>
                <c:pt idx="5250">
                  <c:v>45033</c:v>
                </c:pt>
                <c:pt idx="5251">
                  <c:v>45034</c:v>
                </c:pt>
                <c:pt idx="5252">
                  <c:v>45035</c:v>
                </c:pt>
                <c:pt idx="5253">
                  <c:v>45036</c:v>
                </c:pt>
                <c:pt idx="5254">
                  <c:v>45040</c:v>
                </c:pt>
                <c:pt idx="5255">
                  <c:v>45041</c:v>
                </c:pt>
                <c:pt idx="5256">
                  <c:v>45042</c:v>
                </c:pt>
                <c:pt idx="5257">
                  <c:v>45043</c:v>
                </c:pt>
                <c:pt idx="5258">
                  <c:v>45044</c:v>
                </c:pt>
                <c:pt idx="5259">
                  <c:v>45048</c:v>
                </c:pt>
                <c:pt idx="5260">
                  <c:v>45049</c:v>
                </c:pt>
                <c:pt idx="5261">
                  <c:v>45050</c:v>
                </c:pt>
                <c:pt idx="5262">
                  <c:v>45051</c:v>
                </c:pt>
                <c:pt idx="5263">
                  <c:v>45054</c:v>
                </c:pt>
                <c:pt idx="5264">
                  <c:v>45055</c:v>
                </c:pt>
                <c:pt idx="5265">
                  <c:v>45056</c:v>
                </c:pt>
                <c:pt idx="5266">
                  <c:v>45057</c:v>
                </c:pt>
                <c:pt idx="5267">
                  <c:v>45058</c:v>
                </c:pt>
                <c:pt idx="5268">
                  <c:v>45061</c:v>
                </c:pt>
                <c:pt idx="5269">
                  <c:v>45062</c:v>
                </c:pt>
                <c:pt idx="5270">
                  <c:v>45063</c:v>
                </c:pt>
                <c:pt idx="5271">
                  <c:v>45064</c:v>
                </c:pt>
                <c:pt idx="5272">
                  <c:v>45065</c:v>
                </c:pt>
                <c:pt idx="5273">
                  <c:v>45068</c:v>
                </c:pt>
                <c:pt idx="5274">
                  <c:v>45069</c:v>
                </c:pt>
                <c:pt idx="5275">
                  <c:v>45070</c:v>
                </c:pt>
                <c:pt idx="5276">
                  <c:v>45071</c:v>
                </c:pt>
                <c:pt idx="5277">
                  <c:v>45072</c:v>
                </c:pt>
                <c:pt idx="5278">
                  <c:v>45075</c:v>
                </c:pt>
                <c:pt idx="5279">
                  <c:v>45076</c:v>
                </c:pt>
                <c:pt idx="5280">
                  <c:v>45077</c:v>
                </c:pt>
                <c:pt idx="5281">
                  <c:v>45078</c:v>
                </c:pt>
                <c:pt idx="5282">
                  <c:v>45079</c:v>
                </c:pt>
                <c:pt idx="5283">
                  <c:v>45082</c:v>
                </c:pt>
                <c:pt idx="5284">
                  <c:v>45083</c:v>
                </c:pt>
                <c:pt idx="5285">
                  <c:v>45084</c:v>
                </c:pt>
                <c:pt idx="5286">
                  <c:v>45086</c:v>
                </c:pt>
                <c:pt idx="5287">
                  <c:v>45089</c:v>
                </c:pt>
                <c:pt idx="5288">
                  <c:v>45090</c:v>
                </c:pt>
                <c:pt idx="5289">
                  <c:v>45091</c:v>
                </c:pt>
                <c:pt idx="5290">
                  <c:v>45092</c:v>
                </c:pt>
                <c:pt idx="5291">
                  <c:v>45093</c:v>
                </c:pt>
                <c:pt idx="5292">
                  <c:v>45096</c:v>
                </c:pt>
                <c:pt idx="5293">
                  <c:v>45097</c:v>
                </c:pt>
                <c:pt idx="5294">
                  <c:v>45098</c:v>
                </c:pt>
                <c:pt idx="5295">
                  <c:v>45099</c:v>
                </c:pt>
                <c:pt idx="5296">
                  <c:v>45100</c:v>
                </c:pt>
                <c:pt idx="5297">
                  <c:v>45103</c:v>
                </c:pt>
                <c:pt idx="5298">
                  <c:v>45104</c:v>
                </c:pt>
                <c:pt idx="5299">
                  <c:v>45105</c:v>
                </c:pt>
                <c:pt idx="5300">
                  <c:v>45106</c:v>
                </c:pt>
                <c:pt idx="5301">
                  <c:v>45107</c:v>
                </c:pt>
                <c:pt idx="5302">
                  <c:v>45110</c:v>
                </c:pt>
                <c:pt idx="5303">
                  <c:v>45111</c:v>
                </c:pt>
                <c:pt idx="5304">
                  <c:v>45112</c:v>
                </c:pt>
                <c:pt idx="5305">
                  <c:v>45113</c:v>
                </c:pt>
                <c:pt idx="5306">
                  <c:v>45114</c:v>
                </c:pt>
                <c:pt idx="5307">
                  <c:v>45117</c:v>
                </c:pt>
                <c:pt idx="5308">
                  <c:v>45118</c:v>
                </c:pt>
                <c:pt idx="5309">
                  <c:v>45119</c:v>
                </c:pt>
                <c:pt idx="5310">
                  <c:v>45120</c:v>
                </c:pt>
                <c:pt idx="5311">
                  <c:v>45121</c:v>
                </c:pt>
                <c:pt idx="5312">
                  <c:v>45124</c:v>
                </c:pt>
                <c:pt idx="5313">
                  <c:v>45125</c:v>
                </c:pt>
                <c:pt idx="5314">
                  <c:v>45126</c:v>
                </c:pt>
                <c:pt idx="5315">
                  <c:v>45127</c:v>
                </c:pt>
                <c:pt idx="5316">
                  <c:v>45128</c:v>
                </c:pt>
                <c:pt idx="5317">
                  <c:v>45131</c:v>
                </c:pt>
                <c:pt idx="5318">
                  <c:v>45132</c:v>
                </c:pt>
                <c:pt idx="5319">
                  <c:v>45133</c:v>
                </c:pt>
                <c:pt idx="5320">
                  <c:v>45134</c:v>
                </c:pt>
                <c:pt idx="5321">
                  <c:v>45135</c:v>
                </c:pt>
                <c:pt idx="5322">
                  <c:v>45138</c:v>
                </c:pt>
                <c:pt idx="5323">
                  <c:v>45139</c:v>
                </c:pt>
                <c:pt idx="5324">
                  <c:v>45140</c:v>
                </c:pt>
                <c:pt idx="5325">
                  <c:v>45141</c:v>
                </c:pt>
                <c:pt idx="5326">
                  <c:v>45142</c:v>
                </c:pt>
                <c:pt idx="5327">
                  <c:v>45145</c:v>
                </c:pt>
                <c:pt idx="5328">
                  <c:v>45146</c:v>
                </c:pt>
                <c:pt idx="5329">
                  <c:v>45147</c:v>
                </c:pt>
                <c:pt idx="5330">
                  <c:v>45148</c:v>
                </c:pt>
                <c:pt idx="5331">
                  <c:v>45149</c:v>
                </c:pt>
                <c:pt idx="5332">
                  <c:v>45152</c:v>
                </c:pt>
                <c:pt idx="5333">
                  <c:v>45153</c:v>
                </c:pt>
                <c:pt idx="5334">
                  <c:v>45154</c:v>
                </c:pt>
                <c:pt idx="5335">
                  <c:v>45155</c:v>
                </c:pt>
                <c:pt idx="5336">
                  <c:v>45156</c:v>
                </c:pt>
                <c:pt idx="5337">
                  <c:v>45159</c:v>
                </c:pt>
                <c:pt idx="5338">
                  <c:v>45160</c:v>
                </c:pt>
                <c:pt idx="5339">
                  <c:v>45161</c:v>
                </c:pt>
                <c:pt idx="5340">
                  <c:v>45162</c:v>
                </c:pt>
                <c:pt idx="5341">
                  <c:v>45163</c:v>
                </c:pt>
                <c:pt idx="5342">
                  <c:v>45166</c:v>
                </c:pt>
                <c:pt idx="5343">
                  <c:v>45167</c:v>
                </c:pt>
                <c:pt idx="5344">
                  <c:v>45168</c:v>
                </c:pt>
                <c:pt idx="5345">
                  <c:v>45169</c:v>
                </c:pt>
                <c:pt idx="5346">
                  <c:v>45170</c:v>
                </c:pt>
                <c:pt idx="5347">
                  <c:v>45173</c:v>
                </c:pt>
                <c:pt idx="5348">
                  <c:v>45174</c:v>
                </c:pt>
                <c:pt idx="5349">
                  <c:v>45175</c:v>
                </c:pt>
                <c:pt idx="5350">
                  <c:v>45177</c:v>
                </c:pt>
                <c:pt idx="5351">
                  <c:v>45180</c:v>
                </c:pt>
                <c:pt idx="5352">
                  <c:v>45181</c:v>
                </c:pt>
                <c:pt idx="5353">
                  <c:v>45182</c:v>
                </c:pt>
                <c:pt idx="5354">
                  <c:v>45183</c:v>
                </c:pt>
                <c:pt idx="5355">
                  <c:v>45184</c:v>
                </c:pt>
                <c:pt idx="5356">
                  <c:v>45187</c:v>
                </c:pt>
                <c:pt idx="5357">
                  <c:v>45188</c:v>
                </c:pt>
                <c:pt idx="5358">
                  <c:v>45189</c:v>
                </c:pt>
                <c:pt idx="5359">
                  <c:v>45190</c:v>
                </c:pt>
                <c:pt idx="5360">
                  <c:v>45191</c:v>
                </c:pt>
                <c:pt idx="5361">
                  <c:v>45194</c:v>
                </c:pt>
                <c:pt idx="5362">
                  <c:v>45195</c:v>
                </c:pt>
                <c:pt idx="5363">
                  <c:v>45196</c:v>
                </c:pt>
                <c:pt idx="5364">
                  <c:v>45197</c:v>
                </c:pt>
                <c:pt idx="5365">
                  <c:v>45198</c:v>
                </c:pt>
                <c:pt idx="5366">
                  <c:v>45201</c:v>
                </c:pt>
                <c:pt idx="5367">
                  <c:v>45202</c:v>
                </c:pt>
                <c:pt idx="5368">
                  <c:v>45203</c:v>
                </c:pt>
                <c:pt idx="5369">
                  <c:v>45204</c:v>
                </c:pt>
                <c:pt idx="5370">
                  <c:v>45205</c:v>
                </c:pt>
                <c:pt idx="5371">
                  <c:v>45208</c:v>
                </c:pt>
                <c:pt idx="5372">
                  <c:v>45209</c:v>
                </c:pt>
                <c:pt idx="5373">
                  <c:v>45210</c:v>
                </c:pt>
                <c:pt idx="5374">
                  <c:v>45212</c:v>
                </c:pt>
                <c:pt idx="5375">
                  <c:v>45215</c:v>
                </c:pt>
                <c:pt idx="5376">
                  <c:v>45216</c:v>
                </c:pt>
                <c:pt idx="5377">
                  <c:v>45217</c:v>
                </c:pt>
                <c:pt idx="5378">
                  <c:v>45218</c:v>
                </c:pt>
                <c:pt idx="5379">
                  <c:v>45219</c:v>
                </c:pt>
                <c:pt idx="5380">
                  <c:v>45222</c:v>
                </c:pt>
                <c:pt idx="5381">
                  <c:v>45223</c:v>
                </c:pt>
                <c:pt idx="5382">
                  <c:v>45224</c:v>
                </c:pt>
                <c:pt idx="5383">
                  <c:v>45225</c:v>
                </c:pt>
                <c:pt idx="5384">
                  <c:v>45226</c:v>
                </c:pt>
                <c:pt idx="5385">
                  <c:v>45229</c:v>
                </c:pt>
                <c:pt idx="5386">
                  <c:v>45230</c:v>
                </c:pt>
                <c:pt idx="5387">
                  <c:v>45231</c:v>
                </c:pt>
                <c:pt idx="5388">
                  <c:v>45233</c:v>
                </c:pt>
                <c:pt idx="5389">
                  <c:v>45236</c:v>
                </c:pt>
                <c:pt idx="5390">
                  <c:v>45237</c:v>
                </c:pt>
                <c:pt idx="5391">
                  <c:v>45238</c:v>
                </c:pt>
                <c:pt idx="5392">
                  <c:v>45239</c:v>
                </c:pt>
                <c:pt idx="5393">
                  <c:v>45240</c:v>
                </c:pt>
                <c:pt idx="5394">
                  <c:v>45243</c:v>
                </c:pt>
                <c:pt idx="5395">
                  <c:v>45244</c:v>
                </c:pt>
                <c:pt idx="5396">
                  <c:v>45246</c:v>
                </c:pt>
                <c:pt idx="5397">
                  <c:v>45247</c:v>
                </c:pt>
                <c:pt idx="5398">
                  <c:v>45250</c:v>
                </c:pt>
                <c:pt idx="5399">
                  <c:v>45251</c:v>
                </c:pt>
                <c:pt idx="5400">
                  <c:v>45252</c:v>
                </c:pt>
                <c:pt idx="5401">
                  <c:v>45253</c:v>
                </c:pt>
                <c:pt idx="5402">
                  <c:v>45254</c:v>
                </c:pt>
                <c:pt idx="5403">
                  <c:v>45257</c:v>
                </c:pt>
                <c:pt idx="5404">
                  <c:v>45258</c:v>
                </c:pt>
                <c:pt idx="5405">
                  <c:v>45259</c:v>
                </c:pt>
                <c:pt idx="5406">
                  <c:v>45260</c:v>
                </c:pt>
                <c:pt idx="5407">
                  <c:v>45261</c:v>
                </c:pt>
                <c:pt idx="5408">
                  <c:v>45264</c:v>
                </c:pt>
                <c:pt idx="5409">
                  <c:v>45265</c:v>
                </c:pt>
                <c:pt idx="5410">
                  <c:v>45266</c:v>
                </c:pt>
                <c:pt idx="5411">
                  <c:v>45267</c:v>
                </c:pt>
                <c:pt idx="5412">
                  <c:v>45268</c:v>
                </c:pt>
                <c:pt idx="5413">
                  <c:v>45271</c:v>
                </c:pt>
                <c:pt idx="5414">
                  <c:v>45272</c:v>
                </c:pt>
                <c:pt idx="5415">
                  <c:v>45273</c:v>
                </c:pt>
                <c:pt idx="5416">
                  <c:v>45274</c:v>
                </c:pt>
                <c:pt idx="5417">
                  <c:v>45275</c:v>
                </c:pt>
                <c:pt idx="5418">
                  <c:v>45278</c:v>
                </c:pt>
                <c:pt idx="5419">
                  <c:v>45279</c:v>
                </c:pt>
                <c:pt idx="5420">
                  <c:v>45280</c:v>
                </c:pt>
                <c:pt idx="5421">
                  <c:v>45281</c:v>
                </c:pt>
                <c:pt idx="5422">
                  <c:v>45282</c:v>
                </c:pt>
                <c:pt idx="5423">
                  <c:v>45286</c:v>
                </c:pt>
                <c:pt idx="5424">
                  <c:v>45287</c:v>
                </c:pt>
                <c:pt idx="5425">
                  <c:v>45288</c:v>
                </c:pt>
                <c:pt idx="5426">
                  <c:v>45293</c:v>
                </c:pt>
                <c:pt idx="5427">
                  <c:v>45294</c:v>
                </c:pt>
                <c:pt idx="5428">
                  <c:v>45295</c:v>
                </c:pt>
                <c:pt idx="5429">
                  <c:v>45296</c:v>
                </c:pt>
                <c:pt idx="5430">
                  <c:v>45299</c:v>
                </c:pt>
                <c:pt idx="5431">
                  <c:v>45300</c:v>
                </c:pt>
                <c:pt idx="5432">
                  <c:v>45301</c:v>
                </c:pt>
                <c:pt idx="5433">
                  <c:v>45302</c:v>
                </c:pt>
                <c:pt idx="5434">
                  <c:v>45303</c:v>
                </c:pt>
                <c:pt idx="5435">
                  <c:v>45306</c:v>
                </c:pt>
                <c:pt idx="5436">
                  <c:v>45307</c:v>
                </c:pt>
                <c:pt idx="5437">
                  <c:v>45308</c:v>
                </c:pt>
                <c:pt idx="5438">
                  <c:v>45309</c:v>
                </c:pt>
                <c:pt idx="5439">
                  <c:v>45310</c:v>
                </c:pt>
                <c:pt idx="5440">
                  <c:v>45313</c:v>
                </c:pt>
                <c:pt idx="5441">
                  <c:v>45314</c:v>
                </c:pt>
                <c:pt idx="5442">
                  <c:v>45315</c:v>
                </c:pt>
                <c:pt idx="5443">
                  <c:v>45316</c:v>
                </c:pt>
                <c:pt idx="5444">
                  <c:v>45317</c:v>
                </c:pt>
                <c:pt idx="5445">
                  <c:v>45320</c:v>
                </c:pt>
                <c:pt idx="5446">
                  <c:v>45321</c:v>
                </c:pt>
                <c:pt idx="5447">
                  <c:v>45322</c:v>
                </c:pt>
                <c:pt idx="5448">
                  <c:v>45323</c:v>
                </c:pt>
                <c:pt idx="5449">
                  <c:v>45324</c:v>
                </c:pt>
                <c:pt idx="5450">
                  <c:v>45327</c:v>
                </c:pt>
                <c:pt idx="5451">
                  <c:v>45328</c:v>
                </c:pt>
                <c:pt idx="5452">
                  <c:v>45329</c:v>
                </c:pt>
                <c:pt idx="5453">
                  <c:v>45330</c:v>
                </c:pt>
                <c:pt idx="5454">
                  <c:v>45331</c:v>
                </c:pt>
                <c:pt idx="5455">
                  <c:v>45336</c:v>
                </c:pt>
                <c:pt idx="5456">
                  <c:v>45337</c:v>
                </c:pt>
                <c:pt idx="5457">
                  <c:v>45338</c:v>
                </c:pt>
                <c:pt idx="5458">
                  <c:v>45341</c:v>
                </c:pt>
                <c:pt idx="5459">
                  <c:v>45342</c:v>
                </c:pt>
                <c:pt idx="5460">
                  <c:v>45343</c:v>
                </c:pt>
                <c:pt idx="5461">
                  <c:v>45344</c:v>
                </c:pt>
                <c:pt idx="5462">
                  <c:v>45345</c:v>
                </c:pt>
                <c:pt idx="5463">
                  <c:v>45348</c:v>
                </c:pt>
                <c:pt idx="5464">
                  <c:v>45349</c:v>
                </c:pt>
                <c:pt idx="5465">
                  <c:v>45350</c:v>
                </c:pt>
                <c:pt idx="5466">
                  <c:v>45351</c:v>
                </c:pt>
                <c:pt idx="5467">
                  <c:v>45352</c:v>
                </c:pt>
                <c:pt idx="5468">
                  <c:v>45355</c:v>
                </c:pt>
                <c:pt idx="5469">
                  <c:v>45356</c:v>
                </c:pt>
                <c:pt idx="5470">
                  <c:v>45357</c:v>
                </c:pt>
                <c:pt idx="5471">
                  <c:v>45358</c:v>
                </c:pt>
                <c:pt idx="5472">
                  <c:v>45359</c:v>
                </c:pt>
                <c:pt idx="5473">
                  <c:v>45362</c:v>
                </c:pt>
                <c:pt idx="5474">
                  <c:v>45363</c:v>
                </c:pt>
                <c:pt idx="5475">
                  <c:v>45364</c:v>
                </c:pt>
                <c:pt idx="5476">
                  <c:v>45365</c:v>
                </c:pt>
                <c:pt idx="5477">
                  <c:v>45366</c:v>
                </c:pt>
                <c:pt idx="5478">
                  <c:v>45369</c:v>
                </c:pt>
                <c:pt idx="5479">
                  <c:v>45370</c:v>
                </c:pt>
                <c:pt idx="5480">
                  <c:v>45371</c:v>
                </c:pt>
                <c:pt idx="5481">
                  <c:v>45372</c:v>
                </c:pt>
                <c:pt idx="5482">
                  <c:v>45373</c:v>
                </c:pt>
                <c:pt idx="5483">
                  <c:v>45376</c:v>
                </c:pt>
                <c:pt idx="5484">
                  <c:v>45377</c:v>
                </c:pt>
                <c:pt idx="5485">
                  <c:v>45378</c:v>
                </c:pt>
                <c:pt idx="5486">
                  <c:v>45379</c:v>
                </c:pt>
                <c:pt idx="5487">
                  <c:v>45383</c:v>
                </c:pt>
                <c:pt idx="5488">
                  <c:v>45384</c:v>
                </c:pt>
                <c:pt idx="5489">
                  <c:v>45385</c:v>
                </c:pt>
                <c:pt idx="5490">
                  <c:v>45386</c:v>
                </c:pt>
                <c:pt idx="5491">
                  <c:v>45387</c:v>
                </c:pt>
                <c:pt idx="5492">
                  <c:v>45390</c:v>
                </c:pt>
                <c:pt idx="5493">
                  <c:v>45391</c:v>
                </c:pt>
                <c:pt idx="5494">
                  <c:v>45392</c:v>
                </c:pt>
                <c:pt idx="5495">
                  <c:v>45393</c:v>
                </c:pt>
                <c:pt idx="5496">
                  <c:v>45394</c:v>
                </c:pt>
                <c:pt idx="5497">
                  <c:v>45397</c:v>
                </c:pt>
                <c:pt idx="5498">
                  <c:v>45398</c:v>
                </c:pt>
                <c:pt idx="5499">
                  <c:v>45399</c:v>
                </c:pt>
                <c:pt idx="5500">
                  <c:v>45400</c:v>
                </c:pt>
                <c:pt idx="5501">
                  <c:v>45401</c:v>
                </c:pt>
                <c:pt idx="5502">
                  <c:v>45404</c:v>
                </c:pt>
                <c:pt idx="5503">
                  <c:v>45405</c:v>
                </c:pt>
                <c:pt idx="5504">
                  <c:v>45406</c:v>
                </c:pt>
                <c:pt idx="5505">
                  <c:v>45407</c:v>
                </c:pt>
                <c:pt idx="5506">
                  <c:v>45408</c:v>
                </c:pt>
                <c:pt idx="5507">
                  <c:v>45411</c:v>
                </c:pt>
                <c:pt idx="5508">
                  <c:v>45412</c:v>
                </c:pt>
                <c:pt idx="5509">
                  <c:v>45414</c:v>
                </c:pt>
                <c:pt idx="5510">
                  <c:v>45415</c:v>
                </c:pt>
                <c:pt idx="5511">
                  <c:v>45418</c:v>
                </c:pt>
                <c:pt idx="5512">
                  <c:v>45419</c:v>
                </c:pt>
                <c:pt idx="5513">
                  <c:v>45420</c:v>
                </c:pt>
                <c:pt idx="5514">
                  <c:v>45421</c:v>
                </c:pt>
                <c:pt idx="5515">
                  <c:v>45422</c:v>
                </c:pt>
                <c:pt idx="5516">
                  <c:v>45425</c:v>
                </c:pt>
                <c:pt idx="5517">
                  <c:v>45426</c:v>
                </c:pt>
                <c:pt idx="5518">
                  <c:v>45427</c:v>
                </c:pt>
                <c:pt idx="5519">
                  <c:v>45428</c:v>
                </c:pt>
                <c:pt idx="5520">
                  <c:v>45429</c:v>
                </c:pt>
                <c:pt idx="5521">
                  <c:v>45432</c:v>
                </c:pt>
                <c:pt idx="5522">
                  <c:v>45433</c:v>
                </c:pt>
                <c:pt idx="5523">
                  <c:v>45434</c:v>
                </c:pt>
                <c:pt idx="5524">
                  <c:v>45435</c:v>
                </c:pt>
                <c:pt idx="5525">
                  <c:v>45436</c:v>
                </c:pt>
                <c:pt idx="5526">
                  <c:v>45439</c:v>
                </c:pt>
                <c:pt idx="5527">
                  <c:v>45440</c:v>
                </c:pt>
                <c:pt idx="5528">
                  <c:v>45441</c:v>
                </c:pt>
                <c:pt idx="5529">
                  <c:v>45443</c:v>
                </c:pt>
                <c:pt idx="5530">
                  <c:v>45446</c:v>
                </c:pt>
                <c:pt idx="5531">
                  <c:v>45447</c:v>
                </c:pt>
                <c:pt idx="5532">
                  <c:v>45448</c:v>
                </c:pt>
                <c:pt idx="5533">
                  <c:v>45449</c:v>
                </c:pt>
                <c:pt idx="5534">
                  <c:v>45450</c:v>
                </c:pt>
                <c:pt idx="5535">
                  <c:v>45453</c:v>
                </c:pt>
                <c:pt idx="5536">
                  <c:v>45454</c:v>
                </c:pt>
                <c:pt idx="5537">
                  <c:v>45455</c:v>
                </c:pt>
                <c:pt idx="5538">
                  <c:v>45456</c:v>
                </c:pt>
                <c:pt idx="5539">
                  <c:v>45457</c:v>
                </c:pt>
                <c:pt idx="5540">
                  <c:v>45460</c:v>
                </c:pt>
                <c:pt idx="5541">
                  <c:v>45461</c:v>
                </c:pt>
                <c:pt idx="5542">
                  <c:v>45462</c:v>
                </c:pt>
                <c:pt idx="5543">
                  <c:v>45463</c:v>
                </c:pt>
                <c:pt idx="5544">
                  <c:v>45464</c:v>
                </c:pt>
                <c:pt idx="5545">
                  <c:v>45467</c:v>
                </c:pt>
                <c:pt idx="5546">
                  <c:v>45468</c:v>
                </c:pt>
                <c:pt idx="5547">
                  <c:v>45469</c:v>
                </c:pt>
                <c:pt idx="5548">
                  <c:v>45470</c:v>
                </c:pt>
                <c:pt idx="5549">
                  <c:v>45471</c:v>
                </c:pt>
                <c:pt idx="5550">
                  <c:v>45474</c:v>
                </c:pt>
                <c:pt idx="5551">
                  <c:v>45475</c:v>
                </c:pt>
                <c:pt idx="5552">
                  <c:v>45476</c:v>
                </c:pt>
                <c:pt idx="5553">
                  <c:v>45477</c:v>
                </c:pt>
                <c:pt idx="5554">
                  <c:v>45478</c:v>
                </c:pt>
                <c:pt idx="5555">
                  <c:v>45481</c:v>
                </c:pt>
                <c:pt idx="5556">
                  <c:v>45482</c:v>
                </c:pt>
                <c:pt idx="5557">
                  <c:v>45483</c:v>
                </c:pt>
                <c:pt idx="5558">
                  <c:v>45484</c:v>
                </c:pt>
                <c:pt idx="5559">
                  <c:v>45485</c:v>
                </c:pt>
                <c:pt idx="5560">
                  <c:v>45488</c:v>
                </c:pt>
                <c:pt idx="5561">
                  <c:v>45489</c:v>
                </c:pt>
                <c:pt idx="5562">
                  <c:v>45490</c:v>
                </c:pt>
                <c:pt idx="5563">
                  <c:v>45491</c:v>
                </c:pt>
                <c:pt idx="5564">
                  <c:v>45492</c:v>
                </c:pt>
                <c:pt idx="5565">
                  <c:v>45495</c:v>
                </c:pt>
                <c:pt idx="5566">
                  <c:v>45496</c:v>
                </c:pt>
                <c:pt idx="5567">
                  <c:v>45497</c:v>
                </c:pt>
                <c:pt idx="5568">
                  <c:v>45498</c:v>
                </c:pt>
                <c:pt idx="5569">
                  <c:v>45499</c:v>
                </c:pt>
                <c:pt idx="5570">
                  <c:v>45502</c:v>
                </c:pt>
                <c:pt idx="5571">
                  <c:v>45503</c:v>
                </c:pt>
                <c:pt idx="5572">
                  <c:v>45504</c:v>
                </c:pt>
                <c:pt idx="5573">
                  <c:v>45505</c:v>
                </c:pt>
                <c:pt idx="5574">
                  <c:v>45506</c:v>
                </c:pt>
                <c:pt idx="5575">
                  <c:v>45509</c:v>
                </c:pt>
                <c:pt idx="5576">
                  <c:v>45510</c:v>
                </c:pt>
                <c:pt idx="5577">
                  <c:v>45511</c:v>
                </c:pt>
                <c:pt idx="5578">
                  <c:v>45512</c:v>
                </c:pt>
                <c:pt idx="5579">
                  <c:v>45513</c:v>
                </c:pt>
                <c:pt idx="5580">
                  <c:v>45516</c:v>
                </c:pt>
                <c:pt idx="5581">
                  <c:v>45517</c:v>
                </c:pt>
                <c:pt idx="5582">
                  <c:v>45518</c:v>
                </c:pt>
                <c:pt idx="5583">
                  <c:v>45519</c:v>
                </c:pt>
                <c:pt idx="5584">
                  <c:v>45520</c:v>
                </c:pt>
                <c:pt idx="5585">
                  <c:v>45523</c:v>
                </c:pt>
                <c:pt idx="5586">
                  <c:v>45524</c:v>
                </c:pt>
                <c:pt idx="5587">
                  <c:v>45525</c:v>
                </c:pt>
                <c:pt idx="5588">
                  <c:v>45526</c:v>
                </c:pt>
                <c:pt idx="5589">
                  <c:v>45527</c:v>
                </c:pt>
                <c:pt idx="5590">
                  <c:v>45530</c:v>
                </c:pt>
                <c:pt idx="5591">
                  <c:v>45531</c:v>
                </c:pt>
                <c:pt idx="5592">
                  <c:v>45532</c:v>
                </c:pt>
                <c:pt idx="5593">
                  <c:v>45533</c:v>
                </c:pt>
                <c:pt idx="5594">
                  <c:v>45534</c:v>
                </c:pt>
                <c:pt idx="5595">
                  <c:v>45537</c:v>
                </c:pt>
                <c:pt idx="5596">
                  <c:v>45538</c:v>
                </c:pt>
                <c:pt idx="5597">
                  <c:v>45539</c:v>
                </c:pt>
                <c:pt idx="5598">
                  <c:v>45540</c:v>
                </c:pt>
                <c:pt idx="5599">
                  <c:v>45541</c:v>
                </c:pt>
                <c:pt idx="5600">
                  <c:v>45544</c:v>
                </c:pt>
                <c:pt idx="5601">
                  <c:v>45545</c:v>
                </c:pt>
                <c:pt idx="5602">
                  <c:v>45546</c:v>
                </c:pt>
                <c:pt idx="5603">
                  <c:v>45547</c:v>
                </c:pt>
                <c:pt idx="5604">
                  <c:v>45548</c:v>
                </c:pt>
                <c:pt idx="5605">
                  <c:v>45551</c:v>
                </c:pt>
                <c:pt idx="5606">
                  <c:v>45552</c:v>
                </c:pt>
                <c:pt idx="5607">
                  <c:v>45553</c:v>
                </c:pt>
                <c:pt idx="5608">
                  <c:v>45554</c:v>
                </c:pt>
                <c:pt idx="5609">
                  <c:v>45555</c:v>
                </c:pt>
                <c:pt idx="5610">
                  <c:v>45558</c:v>
                </c:pt>
                <c:pt idx="5611">
                  <c:v>45559</c:v>
                </c:pt>
                <c:pt idx="5612">
                  <c:v>45560</c:v>
                </c:pt>
                <c:pt idx="5613">
                  <c:v>45561</c:v>
                </c:pt>
                <c:pt idx="5614">
                  <c:v>45562</c:v>
                </c:pt>
                <c:pt idx="5615">
                  <c:v>45565</c:v>
                </c:pt>
                <c:pt idx="5616">
                  <c:v>45566</c:v>
                </c:pt>
                <c:pt idx="5617">
                  <c:v>45567</c:v>
                </c:pt>
                <c:pt idx="5618">
                  <c:v>45568</c:v>
                </c:pt>
                <c:pt idx="5619">
                  <c:v>45569</c:v>
                </c:pt>
                <c:pt idx="5620">
                  <c:v>45572</c:v>
                </c:pt>
                <c:pt idx="5621">
                  <c:v>45573</c:v>
                </c:pt>
                <c:pt idx="5622">
                  <c:v>45574</c:v>
                </c:pt>
                <c:pt idx="5623">
                  <c:v>45575</c:v>
                </c:pt>
                <c:pt idx="5624">
                  <c:v>45576</c:v>
                </c:pt>
                <c:pt idx="5625">
                  <c:v>45579</c:v>
                </c:pt>
                <c:pt idx="5626">
                  <c:v>45580</c:v>
                </c:pt>
                <c:pt idx="5627">
                  <c:v>45581</c:v>
                </c:pt>
                <c:pt idx="5628">
                  <c:v>45582</c:v>
                </c:pt>
                <c:pt idx="5629">
                  <c:v>45583</c:v>
                </c:pt>
                <c:pt idx="5630">
                  <c:v>45586</c:v>
                </c:pt>
                <c:pt idx="5631">
                  <c:v>45587</c:v>
                </c:pt>
                <c:pt idx="5632">
                  <c:v>45588</c:v>
                </c:pt>
                <c:pt idx="5633">
                  <c:v>45589</c:v>
                </c:pt>
                <c:pt idx="5634">
                  <c:v>45590</c:v>
                </c:pt>
                <c:pt idx="5635">
                  <c:v>45593</c:v>
                </c:pt>
                <c:pt idx="5636">
                  <c:v>45594</c:v>
                </c:pt>
                <c:pt idx="5637">
                  <c:v>45595</c:v>
                </c:pt>
                <c:pt idx="5638">
                  <c:v>45596</c:v>
                </c:pt>
                <c:pt idx="5639">
                  <c:v>45597</c:v>
                </c:pt>
                <c:pt idx="5640">
                  <c:v>45600</c:v>
                </c:pt>
                <c:pt idx="5641">
                  <c:v>45601</c:v>
                </c:pt>
                <c:pt idx="5642">
                  <c:v>45602</c:v>
                </c:pt>
                <c:pt idx="5643">
                  <c:v>45603</c:v>
                </c:pt>
                <c:pt idx="5644">
                  <c:v>45604</c:v>
                </c:pt>
                <c:pt idx="5645">
                  <c:v>45607</c:v>
                </c:pt>
                <c:pt idx="5646">
                  <c:v>45608</c:v>
                </c:pt>
                <c:pt idx="5647">
                  <c:v>45609</c:v>
                </c:pt>
                <c:pt idx="5648">
                  <c:v>45610</c:v>
                </c:pt>
                <c:pt idx="5649">
                  <c:v>45614</c:v>
                </c:pt>
                <c:pt idx="5650">
                  <c:v>45615</c:v>
                </c:pt>
                <c:pt idx="5651">
                  <c:v>45617</c:v>
                </c:pt>
                <c:pt idx="5652">
                  <c:v>45618</c:v>
                </c:pt>
                <c:pt idx="5653">
                  <c:v>45621</c:v>
                </c:pt>
                <c:pt idx="5654">
                  <c:v>45622</c:v>
                </c:pt>
                <c:pt idx="5655">
                  <c:v>45623</c:v>
                </c:pt>
                <c:pt idx="5656">
                  <c:v>45624</c:v>
                </c:pt>
                <c:pt idx="5657">
                  <c:v>45625</c:v>
                </c:pt>
                <c:pt idx="5658">
                  <c:v>45628</c:v>
                </c:pt>
                <c:pt idx="5659">
                  <c:v>45629</c:v>
                </c:pt>
                <c:pt idx="5660">
                  <c:v>45630</c:v>
                </c:pt>
                <c:pt idx="5661">
                  <c:v>45631</c:v>
                </c:pt>
                <c:pt idx="5662">
                  <c:v>45632</c:v>
                </c:pt>
                <c:pt idx="5663">
                  <c:v>45635</c:v>
                </c:pt>
                <c:pt idx="5664">
                  <c:v>45636</c:v>
                </c:pt>
                <c:pt idx="5665">
                  <c:v>45637</c:v>
                </c:pt>
                <c:pt idx="5666">
                  <c:v>45638</c:v>
                </c:pt>
                <c:pt idx="5667">
                  <c:v>45639</c:v>
                </c:pt>
                <c:pt idx="5668">
                  <c:v>45642</c:v>
                </c:pt>
                <c:pt idx="5669">
                  <c:v>45643</c:v>
                </c:pt>
                <c:pt idx="5670">
                  <c:v>45644</c:v>
                </c:pt>
                <c:pt idx="5671">
                  <c:v>45645</c:v>
                </c:pt>
                <c:pt idx="5672">
                  <c:v>45646</c:v>
                </c:pt>
                <c:pt idx="5673">
                  <c:v>45649</c:v>
                </c:pt>
                <c:pt idx="5674">
                  <c:v>45652</c:v>
                </c:pt>
                <c:pt idx="5675">
                  <c:v>45653</c:v>
                </c:pt>
                <c:pt idx="5676">
                  <c:v>45656</c:v>
                </c:pt>
                <c:pt idx="5677">
                  <c:v>45659</c:v>
                </c:pt>
                <c:pt idx="5678">
                  <c:v>45660</c:v>
                </c:pt>
                <c:pt idx="5679">
                  <c:v>45663</c:v>
                </c:pt>
                <c:pt idx="5680">
                  <c:v>45664</c:v>
                </c:pt>
                <c:pt idx="5681">
                  <c:v>45665</c:v>
                </c:pt>
                <c:pt idx="5682">
                  <c:v>45666</c:v>
                </c:pt>
                <c:pt idx="5683">
                  <c:v>45667</c:v>
                </c:pt>
                <c:pt idx="5684">
                  <c:v>45670</c:v>
                </c:pt>
                <c:pt idx="5685">
                  <c:v>45671</c:v>
                </c:pt>
                <c:pt idx="5686">
                  <c:v>45672</c:v>
                </c:pt>
                <c:pt idx="5687">
                  <c:v>45673</c:v>
                </c:pt>
                <c:pt idx="5688">
                  <c:v>45674</c:v>
                </c:pt>
                <c:pt idx="5689">
                  <c:v>45677</c:v>
                </c:pt>
                <c:pt idx="5690">
                  <c:v>45678</c:v>
                </c:pt>
                <c:pt idx="5691">
                  <c:v>45679</c:v>
                </c:pt>
                <c:pt idx="5692">
                  <c:v>45680</c:v>
                </c:pt>
                <c:pt idx="5693">
                  <c:v>45681</c:v>
                </c:pt>
                <c:pt idx="5694">
                  <c:v>45684</c:v>
                </c:pt>
                <c:pt idx="5695">
                  <c:v>45685</c:v>
                </c:pt>
                <c:pt idx="5696">
                  <c:v>45686</c:v>
                </c:pt>
                <c:pt idx="5697">
                  <c:v>45687</c:v>
                </c:pt>
                <c:pt idx="5698">
                  <c:v>45688</c:v>
                </c:pt>
                <c:pt idx="5699">
                  <c:v>45691</c:v>
                </c:pt>
                <c:pt idx="5700">
                  <c:v>45692</c:v>
                </c:pt>
                <c:pt idx="5701">
                  <c:v>45693</c:v>
                </c:pt>
                <c:pt idx="5702">
                  <c:v>45694</c:v>
                </c:pt>
                <c:pt idx="5703">
                  <c:v>45695</c:v>
                </c:pt>
                <c:pt idx="5704">
                  <c:v>45698</c:v>
                </c:pt>
                <c:pt idx="5705">
                  <c:v>45699</c:v>
                </c:pt>
                <c:pt idx="5706">
                  <c:v>45700</c:v>
                </c:pt>
                <c:pt idx="5707">
                  <c:v>45701</c:v>
                </c:pt>
                <c:pt idx="5708">
                  <c:v>45702</c:v>
                </c:pt>
                <c:pt idx="5709">
                  <c:v>45705</c:v>
                </c:pt>
                <c:pt idx="5710">
                  <c:v>45706</c:v>
                </c:pt>
                <c:pt idx="5711">
                  <c:v>45707</c:v>
                </c:pt>
                <c:pt idx="5712">
                  <c:v>45708</c:v>
                </c:pt>
                <c:pt idx="5713">
                  <c:v>45709</c:v>
                </c:pt>
                <c:pt idx="5714">
                  <c:v>45712</c:v>
                </c:pt>
                <c:pt idx="5715">
                  <c:v>45713</c:v>
                </c:pt>
                <c:pt idx="5716">
                  <c:v>45714</c:v>
                </c:pt>
                <c:pt idx="5717">
                  <c:v>45715</c:v>
                </c:pt>
                <c:pt idx="5718">
                  <c:v>45716</c:v>
                </c:pt>
                <c:pt idx="5719">
                  <c:v>45721</c:v>
                </c:pt>
                <c:pt idx="5720">
                  <c:v>45722</c:v>
                </c:pt>
                <c:pt idx="5721">
                  <c:v>45723</c:v>
                </c:pt>
                <c:pt idx="5722">
                  <c:v>45726</c:v>
                </c:pt>
                <c:pt idx="5723">
                  <c:v>45727</c:v>
                </c:pt>
                <c:pt idx="5724">
                  <c:v>45728</c:v>
                </c:pt>
                <c:pt idx="5725">
                  <c:v>45729</c:v>
                </c:pt>
                <c:pt idx="5726">
                  <c:v>45730</c:v>
                </c:pt>
                <c:pt idx="5727">
                  <c:v>45733</c:v>
                </c:pt>
                <c:pt idx="5728">
                  <c:v>45734</c:v>
                </c:pt>
                <c:pt idx="5729">
                  <c:v>45735</c:v>
                </c:pt>
                <c:pt idx="5730">
                  <c:v>45736</c:v>
                </c:pt>
                <c:pt idx="5731">
                  <c:v>45737</c:v>
                </c:pt>
                <c:pt idx="5732">
                  <c:v>45740</c:v>
                </c:pt>
                <c:pt idx="5733">
                  <c:v>45741</c:v>
                </c:pt>
                <c:pt idx="5734">
                  <c:v>45742</c:v>
                </c:pt>
                <c:pt idx="5735">
                  <c:v>45743</c:v>
                </c:pt>
                <c:pt idx="5736">
                  <c:v>45744</c:v>
                </c:pt>
                <c:pt idx="5737">
                  <c:v>45747</c:v>
                </c:pt>
                <c:pt idx="5738">
                  <c:v>45748</c:v>
                </c:pt>
                <c:pt idx="5739">
                  <c:v>45749</c:v>
                </c:pt>
                <c:pt idx="5740">
                  <c:v>45750</c:v>
                </c:pt>
                <c:pt idx="5741">
                  <c:v>45751</c:v>
                </c:pt>
                <c:pt idx="5742">
                  <c:v>45754</c:v>
                </c:pt>
                <c:pt idx="5743">
                  <c:v>45755</c:v>
                </c:pt>
                <c:pt idx="5744">
                  <c:v>45756</c:v>
                </c:pt>
                <c:pt idx="5745">
                  <c:v>45757</c:v>
                </c:pt>
                <c:pt idx="5746">
                  <c:v>45758</c:v>
                </c:pt>
                <c:pt idx="5747">
                  <c:v>45761</c:v>
                </c:pt>
                <c:pt idx="5748">
                  <c:v>45762</c:v>
                </c:pt>
                <c:pt idx="5749">
                  <c:v>45763</c:v>
                </c:pt>
                <c:pt idx="5750">
                  <c:v>45764</c:v>
                </c:pt>
                <c:pt idx="5751">
                  <c:v>45769</c:v>
                </c:pt>
                <c:pt idx="5752">
                  <c:v>45770</c:v>
                </c:pt>
                <c:pt idx="5753">
                  <c:v>45771</c:v>
                </c:pt>
                <c:pt idx="5754">
                  <c:v>45772</c:v>
                </c:pt>
                <c:pt idx="5755">
                  <c:v>45775</c:v>
                </c:pt>
                <c:pt idx="5756">
                  <c:v>45776</c:v>
                </c:pt>
                <c:pt idx="5757">
                  <c:v>45777</c:v>
                </c:pt>
                <c:pt idx="5758">
                  <c:v>45779</c:v>
                </c:pt>
                <c:pt idx="5759">
                  <c:v>45782</c:v>
                </c:pt>
                <c:pt idx="5760">
                  <c:v>45783</c:v>
                </c:pt>
                <c:pt idx="5761">
                  <c:v>45784</c:v>
                </c:pt>
                <c:pt idx="5762">
                  <c:v>45785</c:v>
                </c:pt>
                <c:pt idx="5763">
                  <c:v>45786</c:v>
                </c:pt>
                <c:pt idx="5764">
                  <c:v>45789</c:v>
                </c:pt>
                <c:pt idx="5765">
                  <c:v>45790</c:v>
                </c:pt>
                <c:pt idx="5766">
                  <c:v>45791</c:v>
                </c:pt>
                <c:pt idx="5767">
                  <c:v>45792</c:v>
                </c:pt>
                <c:pt idx="5768">
                  <c:v>45793</c:v>
                </c:pt>
                <c:pt idx="5769">
                  <c:v>45796</c:v>
                </c:pt>
                <c:pt idx="5770">
                  <c:v>45797</c:v>
                </c:pt>
                <c:pt idx="5771">
                  <c:v>45798</c:v>
                </c:pt>
                <c:pt idx="5772">
                  <c:v>45799</c:v>
                </c:pt>
                <c:pt idx="5773">
                  <c:v>45800</c:v>
                </c:pt>
                <c:pt idx="5774">
                  <c:v>45803</c:v>
                </c:pt>
                <c:pt idx="5775">
                  <c:v>45804</c:v>
                </c:pt>
                <c:pt idx="5776">
                  <c:v>45805</c:v>
                </c:pt>
                <c:pt idx="5777">
                  <c:v>45806</c:v>
                </c:pt>
                <c:pt idx="5778">
                  <c:v>45807</c:v>
                </c:pt>
                <c:pt idx="5779">
                  <c:v>45810</c:v>
                </c:pt>
                <c:pt idx="5780">
                  <c:v>45811</c:v>
                </c:pt>
                <c:pt idx="5781">
                  <c:v>45812</c:v>
                </c:pt>
                <c:pt idx="5782">
                  <c:v>45813</c:v>
                </c:pt>
                <c:pt idx="5783">
                  <c:v>45814</c:v>
                </c:pt>
                <c:pt idx="5784">
                  <c:v>45817</c:v>
                </c:pt>
                <c:pt idx="5785">
                  <c:v>45818</c:v>
                </c:pt>
                <c:pt idx="5786">
                  <c:v>45819</c:v>
                </c:pt>
                <c:pt idx="5787">
                  <c:v>45820</c:v>
                </c:pt>
                <c:pt idx="5788">
                  <c:v>45821</c:v>
                </c:pt>
                <c:pt idx="5789">
                  <c:v>45824</c:v>
                </c:pt>
                <c:pt idx="5790">
                  <c:v>45825</c:v>
                </c:pt>
                <c:pt idx="5791">
                  <c:v>45826</c:v>
                </c:pt>
                <c:pt idx="5792">
                  <c:v>45828</c:v>
                </c:pt>
                <c:pt idx="5793">
                  <c:v>45831</c:v>
                </c:pt>
                <c:pt idx="5794">
                  <c:v>45832</c:v>
                </c:pt>
                <c:pt idx="5795">
                  <c:v>45833</c:v>
                </c:pt>
                <c:pt idx="5796">
                  <c:v>45834</c:v>
                </c:pt>
                <c:pt idx="5797">
                  <c:v>45835</c:v>
                </c:pt>
                <c:pt idx="5798">
                  <c:v>45838</c:v>
                </c:pt>
                <c:pt idx="5799">
                  <c:v>45839</c:v>
                </c:pt>
                <c:pt idx="5800">
                  <c:v>45840</c:v>
                </c:pt>
                <c:pt idx="5801">
                  <c:v>45841</c:v>
                </c:pt>
                <c:pt idx="5802">
                  <c:v>45842</c:v>
                </c:pt>
                <c:pt idx="5803">
                  <c:v>45845</c:v>
                </c:pt>
                <c:pt idx="5804">
                  <c:v>45846</c:v>
                </c:pt>
                <c:pt idx="5805">
                  <c:v>45847</c:v>
                </c:pt>
                <c:pt idx="5806">
                  <c:v>45848</c:v>
                </c:pt>
                <c:pt idx="5807">
                  <c:v>45849</c:v>
                </c:pt>
                <c:pt idx="5808">
                  <c:v>45852</c:v>
                </c:pt>
                <c:pt idx="5809">
                  <c:v>45853</c:v>
                </c:pt>
                <c:pt idx="5810">
                  <c:v>45854</c:v>
                </c:pt>
                <c:pt idx="5811">
                  <c:v>45855</c:v>
                </c:pt>
                <c:pt idx="5812">
                  <c:v>45856</c:v>
                </c:pt>
                <c:pt idx="5813">
                  <c:v>45859</c:v>
                </c:pt>
                <c:pt idx="5814">
                  <c:v>45860</c:v>
                </c:pt>
                <c:pt idx="5815">
                  <c:v>45861</c:v>
                </c:pt>
                <c:pt idx="5816">
                  <c:v>45862</c:v>
                </c:pt>
                <c:pt idx="5817">
                  <c:v>45863</c:v>
                </c:pt>
                <c:pt idx="5818">
                  <c:v>45866</c:v>
                </c:pt>
                <c:pt idx="5819">
                  <c:v>45867</c:v>
                </c:pt>
                <c:pt idx="5820">
                  <c:v>45868</c:v>
                </c:pt>
                <c:pt idx="5821">
                  <c:v>45869</c:v>
                </c:pt>
                <c:pt idx="5822">
                  <c:v>45870</c:v>
                </c:pt>
                <c:pt idx="5823">
                  <c:v>45873</c:v>
                </c:pt>
                <c:pt idx="5824">
                  <c:v>45874</c:v>
                </c:pt>
                <c:pt idx="5825">
                  <c:v>45875</c:v>
                </c:pt>
                <c:pt idx="5826">
                  <c:v>45876</c:v>
                </c:pt>
                <c:pt idx="5827">
                  <c:v>45877</c:v>
                </c:pt>
                <c:pt idx="5828">
                  <c:v>45880</c:v>
                </c:pt>
                <c:pt idx="5829">
                  <c:v>45881</c:v>
                </c:pt>
                <c:pt idx="5830">
                  <c:v>45882</c:v>
                </c:pt>
                <c:pt idx="5831">
                  <c:v>45883</c:v>
                </c:pt>
                <c:pt idx="5832">
                  <c:v>45884</c:v>
                </c:pt>
                <c:pt idx="5833">
                  <c:v>45887</c:v>
                </c:pt>
                <c:pt idx="5834">
                  <c:v>45888</c:v>
                </c:pt>
                <c:pt idx="5835">
                  <c:v>45889</c:v>
                </c:pt>
                <c:pt idx="5836">
                  <c:v>45890</c:v>
                </c:pt>
                <c:pt idx="5837">
                  <c:v>45891</c:v>
                </c:pt>
                <c:pt idx="5838">
                  <c:v>45894</c:v>
                </c:pt>
                <c:pt idx="5839">
                  <c:v>45895</c:v>
                </c:pt>
                <c:pt idx="5840">
                  <c:v>45896</c:v>
                </c:pt>
                <c:pt idx="5841">
                  <c:v>45897</c:v>
                </c:pt>
                <c:pt idx="5842">
                  <c:v>45898</c:v>
                </c:pt>
                <c:pt idx="5843">
                  <c:v>45901</c:v>
                </c:pt>
                <c:pt idx="5844">
                  <c:v>45902</c:v>
                </c:pt>
                <c:pt idx="5845">
                  <c:v>45903</c:v>
                </c:pt>
                <c:pt idx="5846">
                  <c:v>45904</c:v>
                </c:pt>
                <c:pt idx="5847">
                  <c:v>45905</c:v>
                </c:pt>
                <c:pt idx="5848">
                  <c:v>45908</c:v>
                </c:pt>
                <c:pt idx="5849">
                  <c:v>45909</c:v>
                </c:pt>
                <c:pt idx="5850">
                  <c:v>45910</c:v>
                </c:pt>
                <c:pt idx="5851">
                  <c:v>45911</c:v>
                </c:pt>
                <c:pt idx="5852">
                  <c:v>45912</c:v>
                </c:pt>
                <c:pt idx="5853">
                  <c:v>45915</c:v>
                </c:pt>
                <c:pt idx="5854">
                  <c:v>45916</c:v>
                </c:pt>
                <c:pt idx="5855">
                  <c:v>45917</c:v>
                </c:pt>
                <c:pt idx="5856">
                  <c:v>45918</c:v>
                </c:pt>
                <c:pt idx="5857">
                  <c:v>45919</c:v>
                </c:pt>
                <c:pt idx="5858">
                  <c:v>45922</c:v>
                </c:pt>
                <c:pt idx="5859">
                  <c:v>45923</c:v>
                </c:pt>
                <c:pt idx="5860">
                  <c:v>45924</c:v>
                </c:pt>
                <c:pt idx="5861">
                  <c:v>45925</c:v>
                </c:pt>
                <c:pt idx="5862">
                  <c:v>45926</c:v>
                </c:pt>
                <c:pt idx="5863">
                  <c:v>45929</c:v>
                </c:pt>
                <c:pt idx="5864">
                  <c:v>45930</c:v>
                </c:pt>
                <c:pt idx="5865">
                  <c:v>45931</c:v>
                </c:pt>
                <c:pt idx="5866">
                  <c:v>45932</c:v>
                </c:pt>
                <c:pt idx="5867">
                  <c:v>45933</c:v>
                </c:pt>
                <c:pt idx="5868">
                  <c:v>45936</c:v>
                </c:pt>
                <c:pt idx="5869">
                  <c:v>45937</c:v>
                </c:pt>
                <c:pt idx="5870">
                  <c:v>45938</c:v>
                </c:pt>
                <c:pt idx="5871">
                  <c:v>45939</c:v>
                </c:pt>
                <c:pt idx="5872">
                  <c:v>45940</c:v>
                </c:pt>
                <c:pt idx="5873">
                  <c:v>45943</c:v>
                </c:pt>
                <c:pt idx="5874">
                  <c:v>45944</c:v>
                </c:pt>
                <c:pt idx="5875">
                  <c:v>45945</c:v>
                </c:pt>
                <c:pt idx="5876">
                  <c:v>45946</c:v>
                </c:pt>
                <c:pt idx="5877">
                  <c:v>45947</c:v>
                </c:pt>
                <c:pt idx="5878">
                  <c:v>45950</c:v>
                </c:pt>
                <c:pt idx="5879">
                  <c:v>45951</c:v>
                </c:pt>
                <c:pt idx="5880">
                  <c:v>45952</c:v>
                </c:pt>
                <c:pt idx="5881">
                  <c:v>45953</c:v>
                </c:pt>
                <c:pt idx="5882">
                  <c:v>45954</c:v>
                </c:pt>
                <c:pt idx="5883">
                  <c:v>45957</c:v>
                </c:pt>
                <c:pt idx="5884">
                  <c:v>45958</c:v>
                </c:pt>
                <c:pt idx="5885">
                  <c:v>45959</c:v>
                </c:pt>
                <c:pt idx="5886">
                  <c:v>45960</c:v>
                </c:pt>
                <c:pt idx="5887">
                  <c:v>45961</c:v>
                </c:pt>
                <c:pt idx="5888">
                  <c:v>45964</c:v>
                </c:pt>
                <c:pt idx="5889">
                  <c:v>45965</c:v>
                </c:pt>
                <c:pt idx="5890">
                  <c:v>45966</c:v>
                </c:pt>
                <c:pt idx="5891">
                  <c:v>45967</c:v>
                </c:pt>
                <c:pt idx="5892">
                  <c:v>45968</c:v>
                </c:pt>
                <c:pt idx="5893">
                  <c:v>45971</c:v>
                </c:pt>
                <c:pt idx="5894">
                  <c:v>45972</c:v>
                </c:pt>
                <c:pt idx="5895">
                  <c:v>45973</c:v>
                </c:pt>
                <c:pt idx="5896">
                  <c:v>45974</c:v>
                </c:pt>
                <c:pt idx="5897">
                  <c:v>45975</c:v>
                </c:pt>
                <c:pt idx="5898">
                  <c:v>45978</c:v>
                </c:pt>
                <c:pt idx="5899">
                  <c:v>45979</c:v>
                </c:pt>
                <c:pt idx="5900">
                  <c:v>45980</c:v>
                </c:pt>
                <c:pt idx="5901">
                  <c:v>45982</c:v>
                </c:pt>
                <c:pt idx="5902">
                  <c:v>45985</c:v>
                </c:pt>
                <c:pt idx="5903">
                  <c:v>45986</c:v>
                </c:pt>
                <c:pt idx="5904">
                  <c:v>45987</c:v>
                </c:pt>
                <c:pt idx="5905">
                  <c:v>45988</c:v>
                </c:pt>
                <c:pt idx="5906">
                  <c:v>45989</c:v>
                </c:pt>
                <c:pt idx="5907">
                  <c:v>45992</c:v>
                </c:pt>
                <c:pt idx="5908">
                  <c:v>45993</c:v>
                </c:pt>
                <c:pt idx="5909">
                  <c:v>45994</c:v>
                </c:pt>
                <c:pt idx="5910">
                  <c:v>45995</c:v>
                </c:pt>
                <c:pt idx="5911">
                  <c:v>45996</c:v>
                </c:pt>
                <c:pt idx="5912">
                  <c:v>45999</c:v>
                </c:pt>
                <c:pt idx="5913">
                  <c:v>46000</c:v>
                </c:pt>
                <c:pt idx="5914">
                  <c:v>46001</c:v>
                </c:pt>
                <c:pt idx="5915">
                  <c:v>46002</c:v>
                </c:pt>
                <c:pt idx="5916">
                  <c:v>46003</c:v>
                </c:pt>
                <c:pt idx="5917">
                  <c:v>46006</c:v>
                </c:pt>
                <c:pt idx="5918">
                  <c:v>46007</c:v>
                </c:pt>
                <c:pt idx="5919">
                  <c:v>46008</c:v>
                </c:pt>
                <c:pt idx="5920">
                  <c:v>46009</c:v>
                </c:pt>
                <c:pt idx="5921">
                  <c:v>46010</c:v>
                </c:pt>
                <c:pt idx="5922">
                  <c:v>46013</c:v>
                </c:pt>
                <c:pt idx="5923">
                  <c:v>46014</c:v>
                </c:pt>
                <c:pt idx="5924">
                  <c:v>46017</c:v>
                </c:pt>
                <c:pt idx="5925">
                  <c:v>46020</c:v>
                </c:pt>
                <c:pt idx="5926">
                  <c:v>46021</c:v>
                </c:pt>
                <c:pt idx="5927">
                  <c:v>46024</c:v>
                </c:pt>
                <c:pt idx="5928">
                  <c:v>46027</c:v>
                </c:pt>
                <c:pt idx="5929">
                  <c:v>46028</c:v>
                </c:pt>
                <c:pt idx="5930">
                  <c:v>46029</c:v>
                </c:pt>
                <c:pt idx="5931">
                  <c:v>46030</c:v>
                </c:pt>
                <c:pt idx="5932">
                  <c:v>46031</c:v>
                </c:pt>
                <c:pt idx="5933">
                  <c:v>46034</c:v>
                </c:pt>
                <c:pt idx="5934">
                  <c:v>46035</c:v>
                </c:pt>
                <c:pt idx="5935">
                  <c:v>46036</c:v>
                </c:pt>
                <c:pt idx="5936">
                  <c:v>46037</c:v>
                </c:pt>
                <c:pt idx="5937">
                  <c:v>46038</c:v>
                </c:pt>
                <c:pt idx="5938">
                  <c:v>46041</c:v>
                </c:pt>
                <c:pt idx="5939">
                  <c:v>46042</c:v>
                </c:pt>
                <c:pt idx="5940">
                  <c:v>46043</c:v>
                </c:pt>
                <c:pt idx="5941">
                  <c:v>46044</c:v>
                </c:pt>
                <c:pt idx="5942">
                  <c:v>46045</c:v>
                </c:pt>
                <c:pt idx="5943">
                  <c:v>46048</c:v>
                </c:pt>
                <c:pt idx="5944">
                  <c:v>46049</c:v>
                </c:pt>
                <c:pt idx="5945">
                  <c:v>46050</c:v>
                </c:pt>
                <c:pt idx="5946">
                  <c:v>46051</c:v>
                </c:pt>
                <c:pt idx="5947">
                  <c:v>46052</c:v>
                </c:pt>
                <c:pt idx="5948">
                  <c:v>46055</c:v>
                </c:pt>
                <c:pt idx="5949">
                  <c:v>46056</c:v>
                </c:pt>
                <c:pt idx="5950">
                  <c:v>46057</c:v>
                </c:pt>
                <c:pt idx="5951">
                  <c:v>46058</c:v>
                </c:pt>
                <c:pt idx="5952">
                  <c:v>46059</c:v>
                </c:pt>
                <c:pt idx="5953">
                  <c:v>46062</c:v>
                </c:pt>
                <c:pt idx="5954">
                  <c:v>46063</c:v>
                </c:pt>
                <c:pt idx="5955">
                  <c:v>46064</c:v>
                </c:pt>
                <c:pt idx="5956">
                  <c:v>46065</c:v>
                </c:pt>
                <c:pt idx="5957">
                  <c:v>46066</c:v>
                </c:pt>
                <c:pt idx="5958">
                  <c:v>46071</c:v>
                </c:pt>
                <c:pt idx="5959">
                  <c:v>46072</c:v>
                </c:pt>
                <c:pt idx="5960">
                  <c:v>46073</c:v>
                </c:pt>
                <c:pt idx="5961">
                  <c:v>46076</c:v>
                </c:pt>
                <c:pt idx="5962">
                  <c:v>46077</c:v>
                </c:pt>
                <c:pt idx="5963">
                  <c:v>46078</c:v>
                </c:pt>
                <c:pt idx="5964">
                  <c:v>46079</c:v>
                </c:pt>
                <c:pt idx="5965">
                  <c:v>46080</c:v>
                </c:pt>
                <c:pt idx="5966">
                  <c:v>46083</c:v>
                </c:pt>
                <c:pt idx="5967">
                  <c:v>46084</c:v>
                </c:pt>
                <c:pt idx="5968">
                  <c:v>46085</c:v>
                </c:pt>
                <c:pt idx="5969">
                  <c:v>46086</c:v>
                </c:pt>
                <c:pt idx="5970">
                  <c:v>46087</c:v>
                </c:pt>
                <c:pt idx="5971">
                  <c:v>46090</c:v>
                </c:pt>
                <c:pt idx="5972">
                  <c:v>46091</c:v>
                </c:pt>
                <c:pt idx="5973">
                  <c:v>46092</c:v>
                </c:pt>
                <c:pt idx="5974">
                  <c:v>46093</c:v>
                </c:pt>
                <c:pt idx="5975">
                  <c:v>46094</c:v>
                </c:pt>
                <c:pt idx="5976">
                  <c:v>46097</c:v>
                </c:pt>
                <c:pt idx="5977">
                  <c:v>46098</c:v>
                </c:pt>
                <c:pt idx="5978">
                  <c:v>46099</c:v>
                </c:pt>
                <c:pt idx="5979">
                  <c:v>46100</c:v>
                </c:pt>
                <c:pt idx="5980">
                  <c:v>46101</c:v>
                </c:pt>
                <c:pt idx="5981">
                  <c:v>46104</c:v>
                </c:pt>
                <c:pt idx="5982">
                  <c:v>46105</c:v>
                </c:pt>
                <c:pt idx="5983">
                  <c:v>46106</c:v>
                </c:pt>
                <c:pt idx="5984">
                  <c:v>46107</c:v>
                </c:pt>
                <c:pt idx="5985">
                  <c:v>46108</c:v>
                </c:pt>
                <c:pt idx="5986">
                  <c:v>46111</c:v>
                </c:pt>
                <c:pt idx="5987">
                  <c:v>46112</c:v>
                </c:pt>
                <c:pt idx="5988">
                  <c:v>46113</c:v>
                </c:pt>
                <c:pt idx="5989">
                  <c:v>46114</c:v>
                </c:pt>
                <c:pt idx="5990">
                  <c:v>46118</c:v>
                </c:pt>
                <c:pt idx="5991">
                  <c:v>46119</c:v>
                </c:pt>
                <c:pt idx="5992">
                  <c:v>46120</c:v>
                </c:pt>
                <c:pt idx="5993">
                  <c:v>46121</c:v>
                </c:pt>
                <c:pt idx="5994">
                  <c:v>46122</c:v>
                </c:pt>
                <c:pt idx="5995">
                  <c:v>46125</c:v>
                </c:pt>
                <c:pt idx="5996">
                  <c:v>46126</c:v>
                </c:pt>
                <c:pt idx="5997">
                  <c:v>46127</c:v>
                </c:pt>
                <c:pt idx="5998">
                  <c:v>46128</c:v>
                </c:pt>
                <c:pt idx="5999">
                  <c:v>46129</c:v>
                </c:pt>
                <c:pt idx="6000">
                  <c:v>46132</c:v>
                </c:pt>
                <c:pt idx="6001">
                  <c:v>46134</c:v>
                </c:pt>
                <c:pt idx="6002">
                  <c:v>46135</c:v>
                </c:pt>
                <c:pt idx="6003">
                  <c:v>46136</c:v>
                </c:pt>
                <c:pt idx="6004">
                  <c:v>46139</c:v>
                </c:pt>
                <c:pt idx="6005">
                  <c:v>46140</c:v>
                </c:pt>
                <c:pt idx="6006">
                  <c:v>46141</c:v>
                </c:pt>
                <c:pt idx="6007">
                  <c:v>46142</c:v>
                </c:pt>
                <c:pt idx="6008">
                  <c:v>46146</c:v>
                </c:pt>
                <c:pt idx="6009">
                  <c:v>46147</c:v>
                </c:pt>
                <c:pt idx="6010">
                  <c:v>46148</c:v>
                </c:pt>
                <c:pt idx="6011">
                  <c:v>46149</c:v>
                </c:pt>
                <c:pt idx="6012">
                  <c:v>46150</c:v>
                </c:pt>
                <c:pt idx="6013">
                  <c:v>46153</c:v>
                </c:pt>
                <c:pt idx="6014">
                  <c:v>46154</c:v>
                </c:pt>
                <c:pt idx="6015">
                  <c:v>46155</c:v>
                </c:pt>
                <c:pt idx="6016">
                  <c:v>46156</c:v>
                </c:pt>
                <c:pt idx="6017">
                  <c:v>46157</c:v>
                </c:pt>
                <c:pt idx="6018">
                  <c:v>46160</c:v>
                </c:pt>
                <c:pt idx="6019">
                  <c:v>46161</c:v>
                </c:pt>
                <c:pt idx="6020">
                  <c:v>46162</c:v>
                </c:pt>
                <c:pt idx="6021">
                  <c:v>46163</c:v>
                </c:pt>
                <c:pt idx="6022">
                  <c:v>46164</c:v>
                </c:pt>
                <c:pt idx="6023">
                  <c:v>46167</c:v>
                </c:pt>
                <c:pt idx="6024">
                  <c:v>46168</c:v>
                </c:pt>
                <c:pt idx="6025">
                  <c:v>46169</c:v>
                </c:pt>
                <c:pt idx="6026">
                  <c:v>46170</c:v>
                </c:pt>
                <c:pt idx="6027">
                  <c:v>46171</c:v>
                </c:pt>
                <c:pt idx="6028">
                  <c:v>46174</c:v>
                </c:pt>
                <c:pt idx="6029">
                  <c:v>46175</c:v>
                </c:pt>
                <c:pt idx="6030">
                  <c:v>46176</c:v>
                </c:pt>
                <c:pt idx="6031">
                  <c:v>46178</c:v>
                </c:pt>
                <c:pt idx="6032">
                  <c:v>46181</c:v>
                </c:pt>
                <c:pt idx="6033">
                  <c:v>46182</c:v>
                </c:pt>
                <c:pt idx="6034">
                  <c:v>46183</c:v>
                </c:pt>
                <c:pt idx="6035">
                  <c:v>46184</c:v>
                </c:pt>
                <c:pt idx="6036">
                  <c:v>46185</c:v>
                </c:pt>
                <c:pt idx="6037">
                  <c:v>46188</c:v>
                </c:pt>
                <c:pt idx="6038">
                  <c:v>46189</c:v>
                </c:pt>
                <c:pt idx="6039">
                  <c:v>46190</c:v>
                </c:pt>
                <c:pt idx="6040">
                  <c:v>46191</c:v>
                </c:pt>
                <c:pt idx="6041">
                  <c:v>46192</c:v>
                </c:pt>
                <c:pt idx="6042">
                  <c:v>46195</c:v>
                </c:pt>
                <c:pt idx="6043">
                  <c:v>46196</c:v>
                </c:pt>
                <c:pt idx="6044">
                  <c:v>46197</c:v>
                </c:pt>
                <c:pt idx="6045">
                  <c:v>46198</c:v>
                </c:pt>
                <c:pt idx="6046">
                  <c:v>46199</c:v>
                </c:pt>
                <c:pt idx="6047">
                  <c:v>46202</c:v>
                </c:pt>
                <c:pt idx="6048">
                  <c:v>46203</c:v>
                </c:pt>
                <c:pt idx="6049">
                  <c:v>46204</c:v>
                </c:pt>
                <c:pt idx="6050">
                  <c:v>46205</c:v>
                </c:pt>
                <c:pt idx="6051">
                  <c:v>46206</c:v>
                </c:pt>
                <c:pt idx="6052">
                  <c:v>46209</c:v>
                </c:pt>
                <c:pt idx="6053">
                  <c:v>46210</c:v>
                </c:pt>
                <c:pt idx="6054">
                  <c:v>46211</c:v>
                </c:pt>
                <c:pt idx="6055">
                  <c:v>46212</c:v>
                </c:pt>
                <c:pt idx="6056">
                  <c:v>46213</c:v>
                </c:pt>
                <c:pt idx="6057">
                  <c:v>46216</c:v>
                </c:pt>
                <c:pt idx="6058">
                  <c:v>46217</c:v>
                </c:pt>
                <c:pt idx="6059">
                  <c:v>46218</c:v>
                </c:pt>
                <c:pt idx="6060">
                  <c:v>46219</c:v>
                </c:pt>
                <c:pt idx="6061">
                  <c:v>46220</c:v>
                </c:pt>
                <c:pt idx="6062">
                  <c:v>46223</c:v>
                </c:pt>
                <c:pt idx="6063">
                  <c:v>46224</c:v>
                </c:pt>
                <c:pt idx="6064">
                  <c:v>46225</c:v>
                </c:pt>
                <c:pt idx="6065">
                  <c:v>46226</c:v>
                </c:pt>
                <c:pt idx="6066">
                  <c:v>46227</c:v>
                </c:pt>
                <c:pt idx="6067">
                  <c:v>46230</c:v>
                </c:pt>
                <c:pt idx="6068">
                  <c:v>46231</c:v>
                </c:pt>
                <c:pt idx="6069">
                  <c:v>46232</c:v>
                </c:pt>
                <c:pt idx="6070">
                  <c:v>46233</c:v>
                </c:pt>
                <c:pt idx="6071">
                  <c:v>46234</c:v>
                </c:pt>
                <c:pt idx="6072">
                  <c:v>46237</c:v>
                </c:pt>
                <c:pt idx="6073">
                  <c:v>46238</c:v>
                </c:pt>
                <c:pt idx="6074">
                  <c:v>46239</c:v>
                </c:pt>
                <c:pt idx="6075">
                  <c:v>46240</c:v>
                </c:pt>
                <c:pt idx="6076">
                  <c:v>46241</c:v>
                </c:pt>
                <c:pt idx="6077">
                  <c:v>46244</c:v>
                </c:pt>
                <c:pt idx="6078">
                  <c:v>46245</c:v>
                </c:pt>
                <c:pt idx="6079">
                  <c:v>46246</c:v>
                </c:pt>
                <c:pt idx="6080">
                  <c:v>46247</c:v>
                </c:pt>
                <c:pt idx="6081">
                  <c:v>46248</c:v>
                </c:pt>
                <c:pt idx="6082">
                  <c:v>46251</c:v>
                </c:pt>
                <c:pt idx="6083">
                  <c:v>46252</c:v>
                </c:pt>
                <c:pt idx="6084">
                  <c:v>46253</c:v>
                </c:pt>
                <c:pt idx="6085">
                  <c:v>46254</c:v>
                </c:pt>
                <c:pt idx="6086">
                  <c:v>46255</c:v>
                </c:pt>
                <c:pt idx="6087">
                  <c:v>46258</c:v>
                </c:pt>
                <c:pt idx="6088">
                  <c:v>46259</c:v>
                </c:pt>
                <c:pt idx="6089">
                  <c:v>46260</c:v>
                </c:pt>
                <c:pt idx="6090">
                  <c:v>46261</c:v>
                </c:pt>
                <c:pt idx="6091">
                  <c:v>46262</c:v>
                </c:pt>
                <c:pt idx="6092">
                  <c:v>46265</c:v>
                </c:pt>
                <c:pt idx="6093">
                  <c:v>46266</c:v>
                </c:pt>
                <c:pt idx="6094">
                  <c:v>46267</c:v>
                </c:pt>
                <c:pt idx="6095">
                  <c:v>46268</c:v>
                </c:pt>
                <c:pt idx="6096">
                  <c:v>46269</c:v>
                </c:pt>
                <c:pt idx="6097">
                  <c:v>46273</c:v>
                </c:pt>
                <c:pt idx="6098">
                  <c:v>46274</c:v>
                </c:pt>
                <c:pt idx="6099">
                  <c:v>46275</c:v>
                </c:pt>
                <c:pt idx="6100">
                  <c:v>46276</c:v>
                </c:pt>
                <c:pt idx="6101">
                  <c:v>46279</c:v>
                </c:pt>
                <c:pt idx="6102">
                  <c:v>46280</c:v>
                </c:pt>
                <c:pt idx="6103">
                  <c:v>46281</c:v>
                </c:pt>
                <c:pt idx="6104">
                  <c:v>46282</c:v>
                </c:pt>
                <c:pt idx="6105">
                  <c:v>46283</c:v>
                </c:pt>
                <c:pt idx="6106">
                  <c:v>46286</c:v>
                </c:pt>
                <c:pt idx="6107">
                  <c:v>46287</c:v>
                </c:pt>
                <c:pt idx="6108">
                  <c:v>46288</c:v>
                </c:pt>
                <c:pt idx="6109">
                  <c:v>46289</c:v>
                </c:pt>
                <c:pt idx="6110">
                  <c:v>46290</c:v>
                </c:pt>
                <c:pt idx="6111">
                  <c:v>46293</c:v>
                </c:pt>
                <c:pt idx="6112">
                  <c:v>46294</c:v>
                </c:pt>
                <c:pt idx="6113">
                  <c:v>46295</c:v>
                </c:pt>
                <c:pt idx="6114">
                  <c:v>46296</c:v>
                </c:pt>
                <c:pt idx="6115">
                  <c:v>46297</c:v>
                </c:pt>
                <c:pt idx="6116">
                  <c:v>46300</c:v>
                </c:pt>
                <c:pt idx="6117">
                  <c:v>46301</c:v>
                </c:pt>
                <c:pt idx="6118">
                  <c:v>46302</c:v>
                </c:pt>
                <c:pt idx="6119">
                  <c:v>46303</c:v>
                </c:pt>
                <c:pt idx="6120">
                  <c:v>46304</c:v>
                </c:pt>
                <c:pt idx="6121">
                  <c:v>46308</c:v>
                </c:pt>
                <c:pt idx="6122">
                  <c:v>46309</c:v>
                </c:pt>
                <c:pt idx="6123">
                  <c:v>46310</c:v>
                </c:pt>
                <c:pt idx="6124">
                  <c:v>46311</c:v>
                </c:pt>
                <c:pt idx="6125">
                  <c:v>46314</c:v>
                </c:pt>
                <c:pt idx="6126">
                  <c:v>46315</c:v>
                </c:pt>
                <c:pt idx="6127">
                  <c:v>46316</c:v>
                </c:pt>
                <c:pt idx="6128">
                  <c:v>46317</c:v>
                </c:pt>
                <c:pt idx="6129">
                  <c:v>46318</c:v>
                </c:pt>
                <c:pt idx="6130">
                  <c:v>46321</c:v>
                </c:pt>
              </c:numCache>
            </c:numRef>
          </c:cat>
          <c:val>
            <c:numRef>
              <c:f>'L1'!$G$2:$G$6132</c:f>
              <c:numCache>
                <c:formatCode>General</c:formatCode>
                <c:ptCount val="613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pt idx="4980">
                  <c:v>#N/A</c:v>
                </c:pt>
                <c:pt idx="4981">
                  <c:v>#N/A</c:v>
                </c:pt>
                <c:pt idx="4982">
                  <c:v>#N/A</c:v>
                </c:pt>
                <c:pt idx="4983">
                  <c:v>#N/A</c:v>
                </c:pt>
                <c:pt idx="4984">
                  <c:v>#N/A</c:v>
                </c:pt>
                <c:pt idx="4985">
                  <c:v>#N/A</c:v>
                </c:pt>
                <c:pt idx="4986">
                  <c:v>#N/A</c:v>
                </c:pt>
                <c:pt idx="4987">
                  <c:v>#N/A</c:v>
                </c:pt>
                <c:pt idx="4988">
                  <c:v>#N/A</c:v>
                </c:pt>
                <c:pt idx="4989">
                  <c:v>#N/A</c:v>
                </c:pt>
                <c:pt idx="4990">
                  <c:v>#N/A</c:v>
                </c:pt>
                <c:pt idx="4991">
                  <c:v>#N/A</c:v>
                </c:pt>
                <c:pt idx="4992">
                  <c:v>#N/A</c:v>
                </c:pt>
                <c:pt idx="4993">
                  <c:v>#N/A</c:v>
                </c:pt>
                <c:pt idx="4994">
                  <c:v>#N/A</c:v>
                </c:pt>
                <c:pt idx="4995">
                  <c:v>#N/A</c:v>
                </c:pt>
                <c:pt idx="4996">
                  <c:v>#N/A</c:v>
                </c:pt>
                <c:pt idx="4997">
                  <c:v>#N/A</c:v>
                </c:pt>
                <c:pt idx="4998">
                  <c:v>#N/A</c:v>
                </c:pt>
                <c:pt idx="4999">
                  <c:v>#N/A</c:v>
                </c:pt>
                <c:pt idx="5000">
                  <c:v>#N/A</c:v>
                </c:pt>
                <c:pt idx="5001">
                  <c:v>#N/A</c:v>
                </c:pt>
                <c:pt idx="5002">
                  <c:v>#N/A</c:v>
                </c:pt>
                <c:pt idx="5003">
                  <c:v>#N/A</c:v>
                </c:pt>
                <c:pt idx="5004">
                  <c:v>#N/A</c:v>
                </c:pt>
                <c:pt idx="5005">
                  <c:v>#N/A</c:v>
                </c:pt>
                <c:pt idx="5006">
                  <c:v>#N/A</c:v>
                </c:pt>
                <c:pt idx="5007">
                  <c:v>#N/A</c:v>
                </c:pt>
                <c:pt idx="5008">
                  <c:v>#N/A</c:v>
                </c:pt>
                <c:pt idx="5009">
                  <c:v>#N/A</c:v>
                </c:pt>
                <c:pt idx="5010">
                  <c:v>#N/A</c:v>
                </c:pt>
                <c:pt idx="5011">
                  <c:v>#N/A</c:v>
                </c:pt>
                <c:pt idx="5012">
                  <c:v>#N/A</c:v>
                </c:pt>
                <c:pt idx="5013">
                  <c:v>#N/A</c:v>
                </c:pt>
                <c:pt idx="5014">
                  <c:v>#N/A</c:v>
                </c:pt>
                <c:pt idx="5015">
                  <c:v>#N/A</c:v>
                </c:pt>
                <c:pt idx="5016">
                  <c:v>#N/A</c:v>
                </c:pt>
                <c:pt idx="5017">
                  <c:v>#N/A</c:v>
                </c:pt>
                <c:pt idx="5018">
                  <c:v>#N/A</c:v>
                </c:pt>
                <c:pt idx="5019">
                  <c:v>#N/A</c:v>
                </c:pt>
                <c:pt idx="5020">
                  <c:v>#N/A</c:v>
                </c:pt>
                <c:pt idx="5021">
                  <c:v>#N/A</c:v>
                </c:pt>
                <c:pt idx="5022">
                  <c:v>#N/A</c:v>
                </c:pt>
                <c:pt idx="5023">
                  <c:v>#N/A</c:v>
                </c:pt>
                <c:pt idx="5024">
                  <c:v>#N/A</c:v>
                </c:pt>
                <c:pt idx="5025">
                  <c:v>#N/A</c:v>
                </c:pt>
                <c:pt idx="5026">
                  <c:v>#N/A</c:v>
                </c:pt>
                <c:pt idx="5027">
                  <c:v>#N/A</c:v>
                </c:pt>
                <c:pt idx="5028">
                  <c:v>#N/A</c:v>
                </c:pt>
                <c:pt idx="5029">
                  <c:v>#N/A</c:v>
                </c:pt>
                <c:pt idx="5030">
                  <c:v>#N/A</c:v>
                </c:pt>
                <c:pt idx="5031">
                  <c:v>#N/A</c:v>
                </c:pt>
                <c:pt idx="5032">
                  <c:v>#N/A</c:v>
                </c:pt>
                <c:pt idx="5033">
                  <c:v>#N/A</c:v>
                </c:pt>
                <c:pt idx="5034">
                  <c:v>#N/A</c:v>
                </c:pt>
                <c:pt idx="5035">
                  <c:v>#N/A</c:v>
                </c:pt>
                <c:pt idx="5036">
                  <c:v>#N/A</c:v>
                </c:pt>
                <c:pt idx="5037">
                  <c:v>#N/A</c:v>
                </c:pt>
                <c:pt idx="5038">
                  <c:v>#N/A</c:v>
                </c:pt>
                <c:pt idx="5039">
                  <c:v>#N/A</c:v>
                </c:pt>
                <c:pt idx="5040">
                  <c:v>#N/A</c:v>
                </c:pt>
                <c:pt idx="5041">
                  <c:v>#N/A</c:v>
                </c:pt>
                <c:pt idx="5042">
                  <c:v>#N/A</c:v>
                </c:pt>
                <c:pt idx="5043">
                  <c:v>#N/A</c:v>
                </c:pt>
                <c:pt idx="5044">
                  <c:v>#N/A</c:v>
                </c:pt>
                <c:pt idx="5045">
                  <c:v>#N/A</c:v>
                </c:pt>
                <c:pt idx="5046">
                  <c:v>#N/A</c:v>
                </c:pt>
                <c:pt idx="5047">
                  <c:v>#N/A</c:v>
                </c:pt>
                <c:pt idx="5048">
                  <c:v>#N/A</c:v>
                </c:pt>
                <c:pt idx="5049">
                  <c:v>#N/A</c:v>
                </c:pt>
                <c:pt idx="5050">
                  <c:v>#N/A</c:v>
                </c:pt>
                <c:pt idx="5051">
                  <c:v>#N/A</c:v>
                </c:pt>
                <c:pt idx="5052">
                  <c:v>#N/A</c:v>
                </c:pt>
                <c:pt idx="5053">
                  <c:v>#N/A</c:v>
                </c:pt>
                <c:pt idx="5054">
                  <c:v>#N/A</c:v>
                </c:pt>
                <c:pt idx="5055">
                  <c:v>#N/A</c:v>
                </c:pt>
                <c:pt idx="5056">
                  <c:v>#N/A</c:v>
                </c:pt>
                <c:pt idx="5057">
                  <c:v>#N/A</c:v>
                </c:pt>
                <c:pt idx="5058">
                  <c:v>#N/A</c:v>
                </c:pt>
                <c:pt idx="5059">
                  <c:v>#N/A</c:v>
                </c:pt>
                <c:pt idx="5060">
                  <c:v>#N/A</c:v>
                </c:pt>
                <c:pt idx="5061">
                  <c:v>#N/A</c:v>
                </c:pt>
                <c:pt idx="5062">
                  <c:v>#N/A</c:v>
                </c:pt>
                <c:pt idx="5063">
                  <c:v>#N/A</c:v>
                </c:pt>
                <c:pt idx="5064">
                  <c:v>#N/A</c:v>
                </c:pt>
                <c:pt idx="5065">
                  <c:v>#N/A</c:v>
                </c:pt>
                <c:pt idx="5066">
                  <c:v>#N/A</c:v>
                </c:pt>
                <c:pt idx="5067">
                  <c:v>#N/A</c:v>
                </c:pt>
                <c:pt idx="5068">
                  <c:v>#N/A</c:v>
                </c:pt>
                <c:pt idx="5069">
                  <c:v>#N/A</c:v>
                </c:pt>
                <c:pt idx="5070">
                  <c:v>#N/A</c:v>
                </c:pt>
                <c:pt idx="5071">
                  <c:v>#N/A</c:v>
                </c:pt>
                <c:pt idx="5072">
                  <c:v>#N/A</c:v>
                </c:pt>
                <c:pt idx="5073">
                  <c:v>#N/A</c:v>
                </c:pt>
                <c:pt idx="5074">
                  <c:v>#N/A</c:v>
                </c:pt>
                <c:pt idx="5075">
                  <c:v>#N/A</c:v>
                </c:pt>
                <c:pt idx="5076">
                  <c:v>#N/A</c:v>
                </c:pt>
                <c:pt idx="5077">
                  <c:v>#N/A</c:v>
                </c:pt>
                <c:pt idx="5078">
                  <c:v>#N/A</c:v>
                </c:pt>
                <c:pt idx="5079">
                  <c:v>#N/A</c:v>
                </c:pt>
                <c:pt idx="5080">
                  <c:v>#N/A</c:v>
                </c:pt>
                <c:pt idx="5081">
                  <c:v>#N/A</c:v>
                </c:pt>
                <c:pt idx="5082">
                  <c:v>#N/A</c:v>
                </c:pt>
                <c:pt idx="5083">
                  <c:v>#N/A</c:v>
                </c:pt>
                <c:pt idx="5084">
                  <c:v>#N/A</c:v>
                </c:pt>
                <c:pt idx="5085">
                  <c:v>#N/A</c:v>
                </c:pt>
                <c:pt idx="5086">
                  <c:v>#N/A</c:v>
                </c:pt>
                <c:pt idx="5087">
                  <c:v>#N/A</c:v>
                </c:pt>
                <c:pt idx="5088">
                  <c:v>#N/A</c:v>
                </c:pt>
                <c:pt idx="5089">
                  <c:v>#N/A</c:v>
                </c:pt>
                <c:pt idx="5090">
                  <c:v>#N/A</c:v>
                </c:pt>
                <c:pt idx="5091">
                  <c:v>#N/A</c:v>
                </c:pt>
                <c:pt idx="5092">
                  <c:v>#N/A</c:v>
                </c:pt>
                <c:pt idx="5093">
                  <c:v>#N/A</c:v>
                </c:pt>
                <c:pt idx="5094">
                  <c:v>#N/A</c:v>
                </c:pt>
                <c:pt idx="5095">
                  <c:v>#N/A</c:v>
                </c:pt>
                <c:pt idx="5096">
                  <c:v>#N/A</c:v>
                </c:pt>
                <c:pt idx="5097">
                  <c:v>#N/A</c:v>
                </c:pt>
                <c:pt idx="5098">
                  <c:v>#N/A</c:v>
                </c:pt>
                <c:pt idx="5099">
                  <c:v>#N/A</c:v>
                </c:pt>
                <c:pt idx="5100">
                  <c:v>#N/A</c:v>
                </c:pt>
                <c:pt idx="5101">
                  <c:v>#N/A</c:v>
                </c:pt>
                <c:pt idx="5102">
                  <c:v>#N/A</c:v>
                </c:pt>
                <c:pt idx="5103">
                  <c:v>#N/A</c:v>
                </c:pt>
                <c:pt idx="5104">
                  <c:v>#N/A</c:v>
                </c:pt>
                <c:pt idx="5105">
                  <c:v>#N/A</c:v>
                </c:pt>
                <c:pt idx="5106">
                  <c:v>#N/A</c:v>
                </c:pt>
                <c:pt idx="5107">
                  <c:v>#N/A</c:v>
                </c:pt>
                <c:pt idx="5108">
                  <c:v>#N/A</c:v>
                </c:pt>
                <c:pt idx="5109">
                  <c:v>#N/A</c:v>
                </c:pt>
                <c:pt idx="5110">
                  <c:v>#N/A</c:v>
                </c:pt>
                <c:pt idx="5111">
                  <c:v>#N/A</c:v>
                </c:pt>
                <c:pt idx="5112">
                  <c:v>#N/A</c:v>
                </c:pt>
                <c:pt idx="5113">
                  <c:v>#N/A</c:v>
                </c:pt>
                <c:pt idx="5114">
                  <c:v>#N/A</c:v>
                </c:pt>
                <c:pt idx="5115">
                  <c:v>#N/A</c:v>
                </c:pt>
                <c:pt idx="5116">
                  <c:v>#N/A</c:v>
                </c:pt>
                <c:pt idx="5117">
                  <c:v>#N/A</c:v>
                </c:pt>
                <c:pt idx="5118">
                  <c:v>#N/A</c:v>
                </c:pt>
                <c:pt idx="5119">
                  <c:v>#N/A</c:v>
                </c:pt>
                <c:pt idx="5120">
                  <c:v>#N/A</c:v>
                </c:pt>
                <c:pt idx="5121">
                  <c:v>#N/A</c:v>
                </c:pt>
                <c:pt idx="5122">
                  <c:v>#N/A</c:v>
                </c:pt>
                <c:pt idx="5123">
                  <c:v>#N/A</c:v>
                </c:pt>
                <c:pt idx="5124">
                  <c:v>#N/A</c:v>
                </c:pt>
                <c:pt idx="5125">
                  <c:v>#N/A</c:v>
                </c:pt>
                <c:pt idx="5126">
                  <c:v>#N/A</c:v>
                </c:pt>
                <c:pt idx="5127">
                  <c:v>#N/A</c:v>
                </c:pt>
                <c:pt idx="5128">
                  <c:v>#N/A</c:v>
                </c:pt>
                <c:pt idx="5129">
                  <c:v>#N/A</c:v>
                </c:pt>
                <c:pt idx="5130">
                  <c:v>#N/A</c:v>
                </c:pt>
                <c:pt idx="5131">
                  <c:v>#N/A</c:v>
                </c:pt>
                <c:pt idx="5132">
                  <c:v>#N/A</c:v>
                </c:pt>
                <c:pt idx="5133">
                  <c:v>#N/A</c:v>
                </c:pt>
                <c:pt idx="5134">
                  <c:v>#N/A</c:v>
                </c:pt>
                <c:pt idx="5135">
                  <c:v>#N/A</c:v>
                </c:pt>
                <c:pt idx="5136">
                  <c:v>#N/A</c:v>
                </c:pt>
                <c:pt idx="5137">
                  <c:v>#N/A</c:v>
                </c:pt>
                <c:pt idx="5138">
                  <c:v>#N/A</c:v>
                </c:pt>
                <c:pt idx="5139">
                  <c:v>#N/A</c:v>
                </c:pt>
                <c:pt idx="5140">
                  <c:v>#N/A</c:v>
                </c:pt>
                <c:pt idx="5141">
                  <c:v>#N/A</c:v>
                </c:pt>
                <c:pt idx="5142">
                  <c:v>#N/A</c:v>
                </c:pt>
                <c:pt idx="5143">
                  <c:v>#N/A</c:v>
                </c:pt>
                <c:pt idx="5144">
                  <c:v>#N/A</c:v>
                </c:pt>
                <c:pt idx="5145">
                  <c:v>#N/A</c:v>
                </c:pt>
                <c:pt idx="5146">
                  <c:v>#N/A</c:v>
                </c:pt>
                <c:pt idx="5147">
                  <c:v>#N/A</c:v>
                </c:pt>
                <c:pt idx="5148">
                  <c:v>#N/A</c:v>
                </c:pt>
                <c:pt idx="5149">
                  <c:v>#N/A</c:v>
                </c:pt>
                <c:pt idx="5150">
                  <c:v>#N/A</c:v>
                </c:pt>
                <c:pt idx="5151">
                  <c:v>#N/A</c:v>
                </c:pt>
                <c:pt idx="5152">
                  <c:v>#N/A</c:v>
                </c:pt>
                <c:pt idx="5153">
                  <c:v>#N/A</c:v>
                </c:pt>
                <c:pt idx="5154">
                  <c:v>#N/A</c:v>
                </c:pt>
                <c:pt idx="5155">
                  <c:v>#N/A</c:v>
                </c:pt>
                <c:pt idx="5156">
                  <c:v>#N/A</c:v>
                </c:pt>
                <c:pt idx="5157">
                  <c:v>#N/A</c:v>
                </c:pt>
                <c:pt idx="5158">
                  <c:v>#N/A</c:v>
                </c:pt>
                <c:pt idx="5159">
                  <c:v>#N/A</c:v>
                </c:pt>
                <c:pt idx="5160">
                  <c:v>#N/A</c:v>
                </c:pt>
                <c:pt idx="5161">
                  <c:v>#N/A</c:v>
                </c:pt>
                <c:pt idx="5162">
                  <c:v>#N/A</c:v>
                </c:pt>
                <c:pt idx="5163">
                  <c:v>#N/A</c:v>
                </c:pt>
                <c:pt idx="5164">
                  <c:v>#N/A</c:v>
                </c:pt>
                <c:pt idx="5165">
                  <c:v>#N/A</c:v>
                </c:pt>
                <c:pt idx="5166">
                  <c:v>#N/A</c:v>
                </c:pt>
                <c:pt idx="5167">
                  <c:v>#N/A</c:v>
                </c:pt>
                <c:pt idx="5168">
                  <c:v>#N/A</c:v>
                </c:pt>
                <c:pt idx="5169">
                  <c:v>#N/A</c:v>
                </c:pt>
                <c:pt idx="5170">
                  <c:v>#N/A</c:v>
                </c:pt>
                <c:pt idx="5171">
                  <c:v>#N/A</c:v>
                </c:pt>
                <c:pt idx="5172">
                  <c:v>#N/A</c:v>
                </c:pt>
                <c:pt idx="5173">
                  <c:v>#N/A</c:v>
                </c:pt>
                <c:pt idx="5174">
                  <c:v>#N/A</c:v>
                </c:pt>
                <c:pt idx="5175">
                  <c:v>#N/A</c:v>
                </c:pt>
                <c:pt idx="5176">
                  <c:v>#N/A</c:v>
                </c:pt>
                <c:pt idx="5177">
                  <c:v>#N/A</c:v>
                </c:pt>
                <c:pt idx="5178">
                  <c:v>#N/A</c:v>
                </c:pt>
                <c:pt idx="5179">
                  <c:v>#N/A</c:v>
                </c:pt>
                <c:pt idx="5180">
                  <c:v>#N/A</c:v>
                </c:pt>
                <c:pt idx="5181">
                  <c:v>#N/A</c:v>
                </c:pt>
                <c:pt idx="5182">
                  <c:v>#N/A</c:v>
                </c:pt>
                <c:pt idx="5183">
                  <c:v>#N/A</c:v>
                </c:pt>
                <c:pt idx="5184">
                  <c:v>#N/A</c:v>
                </c:pt>
                <c:pt idx="5185">
                  <c:v>#N/A</c:v>
                </c:pt>
                <c:pt idx="5186">
                  <c:v>#N/A</c:v>
                </c:pt>
                <c:pt idx="5187">
                  <c:v>#N/A</c:v>
                </c:pt>
                <c:pt idx="5188">
                  <c:v>#N/A</c:v>
                </c:pt>
                <c:pt idx="5189">
                  <c:v>#N/A</c:v>
                </c:pt>
                <c:pt idx="5190">
                  <c:v>#N/A</c:v>
                </c:pt>
                <c:pt idx="5191">
                  <c:v>#N/A</c:v>
                </c:pt>
                <c:pt idx="5192">
                  <c:v>#N/A</c:v>
                </c:pt>
                <c:pt idx="5193">
                  <c:v>#N/A</c:v>
                </c:pt>
                <c:pt idx="5194">
                  <c:v>#N/A</c:v>
                </c:pt>
                <c:pt idx="5195">
                  <c:v>#N/A</c:v>
                </c:pt>
                <c:pt idx="5196">
                  <c:v>#N/A</c:v>
                </c:pt>
                <c:pt idx="5197">
                  <c:v>#N/A</c:v>
                </c:pt>
                <c:pt idx="5198">
                  <c:v>#N/A</c:v>
                </c:pt>
                <c:pt idx="5199">
                  <c:v>#N/A</c:v>
                </c:pt>
                <c:pt idx="5200">
                  <c:v>#N/A</c:v>
                </c:pt>
                <c:pt idx="5201">
                  <c:v>#N/A</c:v>
                </c:pt>
                <c:pt idx="5202">
                  <c:v>#N/A</c:v>
                </c:pt>
                <c:pt idx="5203">
                  <c:v>#N/A</c:v>
                </c:pt>
                <c:pt idx="5204">
                  <c:v>#N/A</c:v>
                </c:pt>
                <c:pt idx="5205">
                  <c:v>#N/A</c:v>
                </c:pt>
                <c:pt idx="5206">
                  <c:v>#N/A</c:v>
                </c:pt>
                <c:pt idx="5207">
                  <c:v>#N/A</c:v>
                </c:pt>
                <c:pt idx="5208">
                  <c:v>#N/A</c:v>
                </c:pt>
                <c:pt idx="5209">
                  <c:v>#N/A</c:v>
                </c:pt>
                <c:pt idx="5210">
                  <c:v>#N/A</c:v>
                </c:pt>
                <c:pt idx="5211">
                  <c:v>#N/A</c:v>
                </c:pt>
                <c:pt idx="5212">
                  <c:v>#N/A</c:v>
                </c:pt>
                <c:pt idx="5213">
                  <c:v>#N/A</c:v>
                </c:pt>
                <c:pt idx="5214">
                  <c:v>#N/A</c:v>
                </c:pt>
                <c:pt idx="5215">
                  <c:v>#N/A</c:v>
                </c:pt>
                <c:pt idx="5216">
                  <c:v>#N/A</c:v>
                </c:pt>
                <c:pt idx="5217">
                  <c:v>#N/A</c:v>
                </c:pt>
                <c:pt idx="5218">
                  <c:v>#N/A</c:v>
                </c:pt>
                <c:pt idx="5219">
                  <c:v>#N/A</c:v>
                </c:pt>
                <c:pt idx="5220">
                  <c:v>#N/A</c:v>
                </c:pt>
                <c:pt idx="5221">
                  <c:v>#N/A</c:v>
                </c:pt>
                <c:pt idx="5222">
                  <c:v>#N/A</c:v>
                </c:pt>
                <c:pt idx="5223">
                  <c:v>#N/A</c:v>
                </c:pt>
                <c:pt idx="5224">
                  <c:v>#N/A</c:v>
                </c:pt>
                <c:pt idx="5225">
                  <c:v>#N/A</c:v>
                </c:pt>
                <c:pt idx="5226">
                  <c:v>#N/A</c:v>
                </c:pt>
                <c:pt idx="5227">
                  <c:v>#N/A</c:v>
                </c:pt>
                <c:pt idx="5228">
                  <c:v>#N/A</c:v>
                </c:pt>
                <c:pt idx="5229">
                  <c:v>#N/A</c:v>
                </c:pt>
                <c:pt idx="5230">
                  <c:v>#N/A</c:v>
                </c:pt>
                <c:pt idx="5231">
                  <c:v>#N/A</c:v>
                </c:pt>
                <c:pt idx="5232">
                  <c:v>#N/A</c:v>
                </c:pt>
                <c:pt idx="5233">
                  <c:v>#N/A</c:v>
                </c:pt>
                <c:pt idx="5234">
                  <c:v>#N/A</c:v>
                </c:pt>
                <c:pt idx="5235">
                  <c:v>#N/A</c:v>
                </c:pt>
                <c:pt idx="5236">
                  <c:v>#N/A</c:v>
                </c:pt>
                <c:pt idx="5237">
                  <c:v>#N/A</c:v>
                </c:pt>
                <c:pt idx="5238">
                  <c:v>#N/A</c:v>
                </c:pt>
                <c:pt idx="5239">
                  <c:v>#N/A</c:v>
                </c:pt>
                <c:pt idx="5240">
                  <c:v>#N/A</c:v>
                </c:pt>
                <c:pt idx="5241">
                  <c:v>#N/A</c:v>
                </c:pt>
                <c:pt idx="5242">
                  <c:v>#N/A</c:v>
                </c:pt>
                <c:pt idx="5243">
                  <c:v>#N/A</c:v>
                </c:pt>
                <c:pt idx="5244">
                  <c:v>#N/A</c:v>
                </c:pt>
                <c:pt idx="5245">
                  <c:v>#N/A</c:v>
                </c:pt>
                <c:pt idx="5246">
                  <c:v>#N/A</c:v>
                </c:pt>
                <c:pt idx="5247">
                  <c:v>#N/A</c:v>
                </c:pt>
                <c:pt idx="5248">
                  <c:v>#N/A</c:v>
                </c:pt>
                <c:pt idx="5249">
                  <c:v>#N/A</c:v>
                </c:pt>
                <c:pt idx="5250">
                  <c:v>#N/A</c:v>
                </c:pt>
                <c:pt idx="5251">
                  <c:v>#N/A</c:v>
                </c:pt>
                <c:pt idx="5252">
                  <c:v>#N/A</c:v>
                </c:pt>
                <c:pt idx="5253">
                  <c:v>#N/A</c:v>
                </c:pt>
                <c:pt idx="5254">
                  <c:v>#N/A</c:v>
                </c:pt>
                <c:pt idx="5255">
                  <c:v>#N/A</c:v>
                </c:pt>
                <c:pt idx="5256">
                  <c:v>#N/A</c:v>
                </c:pt>
                <c:pt idx="5257">
                  <c:v>#N/A</c:v>
                </c:pt>
                <c:pt idx="5258">
                  <c:v>#N/A</c:v>
                </c:pt>
                <c:pt idx="5259">
                  <c:v>#N/A</c:v>
                </c:pt>
                <c:pt idx="5260">
                  <c:v>#N/A</c:v>
                </c:pt>
                <c:pt idx="5261">
                  <c:v>#N/A</c:v>
                </c:pt>
                <c:pt idx="5262">
                  <c:v>#N/A</c:v>
                </c:pt>
                <c:pt idx="5263">
                  <c:v>#N/A</c:v>
                </c:pt>
                <c:pt idx="5264">
                  <c:v>#N/A</c:v>
                </c:pt>
                <c:pt idx="5265">
                  <c:v>#N/A</c:v>
                </c:pt>
                <c:pt idx="5266">
                  <c:v>#N/A</c:v>
                </c:pt>
                <c:pt idx="5267">
                  <c:v>#N/A</c:v>
                </c:pt>
                <c:pt idx="5268">
                  <c:v>#N/A</c:v>
                </c:pt>
                <c:pt idx="5269">
                  <c:v>#N/A</c:v>
                </c:pt>
                <c:pt idx="5270">
                  <c:v>#N/A</c:v>
                </c:pt>
                <c:pt idx="5271">
                  <c:v>#N/A</c:v>
                </c:pt>
                <c:pt idx="5272">
                  <c:v>#N/A</c:v>
                </c:pt>
                <c:pt idx="5273">
                  <c:v>#N/A</c:v>
                </c:pt>
                <c:pt idx="5274">
                  <c:v>#N/A</c:v>
                </c:pt>
                <c:pt idx="5275">
                  <c:v>#N/A</c:v>
                </c:pt>
                <c:pt idx="5276">
                  <c:v>#N/A</c:v>
                </c:pt>
                <c:pt idx="5277">
                  <c:v>#N/A</c:v>
                </c:pt>
                <c:pt idx="5278">
                  <c:v>#N/A</c:v>
                </c:pt>
                <c:pt idx="5279">
                  <c:v>#N/A</c:v>
                </c:pt>
                <c:pt idx="5280">
                  <c:v>#N/A</c:v>
                </c:pt>
                <c:pt idx="5281">
                  <c:v>#N/A</c:v>
                </c:pt>
                <c:pt idx="5282">
                  <c:v>#N/A</c:v>
                </c:pt>
                <c:pt idx="5283">
                  <c:v>#N/A</c:v>
                </c:pt>
                <c:pt idx="5284">
                  <c:v>#N/A</c:v>
                </c:pt>
                <c:pt idx="5285">
                  <c:v>#N/A</c:v>
                </c:pt>
                <c:pt idx="5286">
                  <c:v>#N/A</c:v>
                </c:pt>
                <c:pt idx="5287">
                  <c:v>#N/A</c:v>
                </c:pt>
                <c:pt idx="5288">
                  <c:v>#N/A</c:v>
                </c:pt>
                <c:pt idx="5289">
                  <c:v>#N/A</c:v>
                </c:pt>
                <c:pt idx="5290">
                  <c:v>#N/A</c:v>
                </c:pt>
                <c:pt idx="5291">
                  <c:v>#N/A</c:v>
                </c:pt>
                <c:pt idx="5292">
                  <c:v>#N/A</c:v>
                </c:pt>
                <c:pt idx="5293">
                  <c:v>#N/A</c:v>
                </c:pt>
                <c:pt idx="5294">
                  <c:v>#N/A</c:v>
                </c:pt>
                <c:pt idx="5295">
                  <c:v>#N/A</c:v>
                </c:pt>
                <c:pt idx="5296">
                  <c:v>#N/A</c:v>
                </c:pt>
                <c:pt idx="5297">
                  <c:v>#N/A</c:v>
                </c:pt>
                <c:pt idx="5298">
                  <c:v>#N/A</c:v>
                </c:pt>
                <c:pt idx="5299">
                  <c:v>#N/A</c:v>
                </c:pt>
                <c:pt idx="5300">
                  <c:v>#N/A</c:v>
                </c:pt>
                <c:pt idx="5301">
                  <c:v>#N/A</c:v>
                </c:pt>
                <c:pt idx="5302">
                  <c:v>#N/A</c:v>
                </c:pt>
                <c:pt idx="5303">
                  <c:v>#N/A</c:v>
                </c:pt>
                <c:pt idx="5304">
                  <c:v>#N/A</c:v>
                </c:pt>
                <c:pt idx="5305">
                  <c:v>#N/A</c:v>
                </c:pt>
                <c:pt idx="5306">
                  <c:v>#N/A</c:v>
                </c:pt>
                <c:pt idx="5307">
                  <c:v>#N/A</c:v>
                </c:pt>
                <c:pt idx="5308">
                  <c:v>#N/A</c:v>
                </c:pt>
                <c:pt idx="5309">
                  <c:v>#N/A</c:v>
                </c:pt>
                <c:pt idx="5310">
                  <c:v>#N/A</c:v>
                </c:pt>
                <c:pt idx="5311">
                  <c:v>#N/A</c:v>
                </c:pt>
                <c:pt idx="5312">
                  <c:v>#N/A</c:v>
                </c:pt>
                <c:pt idx="5313">
                  <c:v>#N/A</c:v>
                </c:pt>
                <c:pt idx="5314">
                  <c:v>#N/A</c:v>
                </c:pt>
                <c:pt idx="5315">
                  <c:v>#N/A</c:v>
                </c:pt>
                <c:pt idx="5316">
                  <c:v>#N/A</c:v>
                </c:pt>
                <c:pt idx="5317">
                  <c:v>#N/A</c:v>
                </c:pt>
                <c:pt idx="5318">
                  <c:v>#N/A</c:v>
                </c:pt>
                <c:pt idx="5319">
                  <c:v>#N/A</c:v>
                </c:pt>
                <c:pt idx="5320">
                  <c:v>#N/A</c:v>
                </c:pt>
                <c:pt idx="5321">
                  <c:v>#N/A</c:v>
                </c:pt>
                <c:pt idx="5322">
                  <c:v>#N/A</c:v>
                </c:pt>
                <c:pt idx="5323">
                  <c:v>#N/A</c:v>
                </c:pt>
                <c:pt idx="5324">
                  <c:v>#N/A</c:v>
                </c:pt>
                <c:pt idx="5325">
                  <c:v>#N/A</c:v>
                </c:pt>
                <c:pt idx="5326">
                  <c:v>#N/A</c:v>
                </c:pt>
                <c:pt idx="5327">
                  <c:v>#N/A</c:v>
                </c:pt>
                <c:pt idx="5328">
                  <c:v>#N/A</c:v>
                </c:pt>
                <c:pt idx="5329">
                  <c:v>#N/A</c:v>
                </c:pt>
                <c:pt idx="5330">
                  <c:v>#N/A</c:v>
                </c:pt>
                <c:pt idx="5331">
                  <c:v>#N/A</c:v>
                </c:pt>
                <c:pt idx="5332">
                  <c:v>#N/A</c:v>
                </c:pt>
                <c:pt idx="5333">
                  <c:v>#N/A</c:v>
                </c:pt>
                <c:pt idx="5334">
                  <c:v>#N/A</c:v>
                </c:pt>
                <c:pt idx="5335">
                  <c:v>#N/A</c:v>
                </c:pt>
                <c:pt idx="5336">
                  <c:v>#N/A</c:v>
                </c:pt>
                <c:pt idx="5337">
                  <c:v>#N/A</c:v>
                </c:pt>
                <c:pt idx="5338">
                  <c:v>#N/A</c:v>
                </c:pt>
                <c:pt idx="5339">
                  <c:v>#N/A</c:v>
                </c:pt>
                <c:pt idx="5340">
                  <c:v>#N/A</c:v>
                </c:pt>
                <c:pt idx="5341">
                  <c:v>#N/A</c:v>
                </c:pt>
                <c:pt idx="5342">
                  <c:v>#N/A</c:v>
                </c:pt>
                <c:pt idx="5343">
                  <c:v>#N/A</c:v>
                </c:pt>
                <c:pt idx="5344">
                  <c:v>#N/A</c:v>
                </c:pt>
                <c:pt idx="5345">
                  <c:v>#N/A</c:v>
                </c:pt>
                <c:pt idx="5346">
                  <c:v>#N/A</c:v>
                </c:pt>
                <c:pt idx="5347">
                  <c:v>#N/A</c:v>
                </c:pt>
                <c:pt idx="5348">
                  <c:v>#N/A</c:v>
                </c:pt>
                <c:pt idx="5349">
                  <c:v>#N/A</c:v>
                </c:pt>
                <c:pt idx="5350">
                  <c:v>#N/A</c:v>
                </c:pt>
                <c:pt idx="5351">
                  <c:v>#N/A</c:v>
                </c:pt>
                <c:pt idx="5352">
                  <c:v>#N/A</c:v>
                </c:pt>
                <c:pt idx="5353">
                  <c:v>#N/A</c:v>
                </c:pt>
                <c:pt idx="5354">
                  <c:v>#N/A</c:v>
                </c:pt>
                <c:pt idx="5355">
                  <c:v>#N/A</c:v>
                </c:pt>
                <c:pt idx="5356">
                  <c:v>#N/A</c:v>
                </c:pt>
                <c:pt idx="5357">
                  <c:v>#N/A</c:v>
                </c:pt>
                <c:pt idx="5358">
                  <c:v>#N/A</c:v>
                </c:pt>
                <c:pt idx="5359">
                  <c:v>#N/A</c:v>
                </c:pt>
                <c:pt idx="5360">
                  <c:v>#N/A</c:v>
                </c:pt>
                <c:pt idx="5361">
                  <c:v>#N/A</c:v>
                </c:pt>
                <c:pt idx="5362">
                  <c:v>#N/A</c:v>
                </c:pt>
                <c:pt idx="5363">
                  <c:v>#N/A</c:v>
                </c:pt>
                <c:pt idx="5364">
                  <c:v>#N/A</c:v>
                </c:pt>
                <c:pt idx="5365">
                  <c:v>#N/A</c:v>
                </c:pt>
                <c:pt idx="5366">
                  <c:v>#N/A</c:v>
                </c:pt>
                <c:pt idx="5367">
                  <c:v>#N/A</c:v>
                </c:pt>
                <c:pt idx="5368">
                  <c:v>#N/A</c:v>
                </c:pt>
                <c:pt idx="5369">
                  <c:v>#N/A</c:v>
                </c:pt>
                <c:pt idx="5370">
                  <c:v>#N/A</c:v>
                </c:pt>
                <c:pt idx="5371">
                  <c:v>#N/A</c:v>
                </c:pt>
                <c:pt idx="5372">
                  <c:v>#N/A</c:v>
                </c:pt>
                <c:pt idx="5373">
                  <c:v>#N/A</c:v>
                </c:pt>
                <c:pt idx="5374">
                  <c:v>#N/A</c:v>
                </c:pt>
                <c:pt idx="5375">
                  <c:v>#N/A</c:v>
                </c:pt>
                <c:pt idx="5376">
                  <c:v>#N/A</c:v>
                </c:pt>
                <c:pt idx="5377">
                  <c:v>#N/A</c:v>
                </c:pt>
                <c:pt idx="5378">
                  <c:v>#N/A</c:v>
                </c:pt>
                <c:pt idx="5379">
                  <c:v>#N/A</c:v>
                </c:pt>
                <c:pt idx="5380">
                  <c:v>#N/A</c:v>
                </c:pt>
                <c:pt idx="5381">
                  <c:v>#N/A</c:v>
                </c:pt>
                <c:pt idx="5382">
                  <c:v>#N/A</c:v>
                </c:pt>
                <c:pt idx="5383">
                  <c:v>#N/A</c:v>
                </c:pt>
                <c:pt idx="5384">
                  <c:v>#N/A</c:v>
                </c:pt>
                <c:pt idx="5385">
                  <c:v>#N/A</c:v>
                </c:pt>
                <c:pt idx="5386">
                  <c:v>#N/A</c:v>
                </c:pt>
                <c:pt idx="5387">
                  <c:v>#N/A</c:v>
                </c:pt>
                <c:pt idx="5388">
                  <c:v>#N/A</c:v>
                </c:pt>
                <c:pt idx="5389">
                  <c:v>#N/A</c:v>
                </c:pt>
                <c:pt idx="5390">
                  <c:v>#N/A</c:v>
                </c:pt>
                <c:pt idx="5391">
                  <c:v>#N/A</c:v>
                </c:pt>
                <c:pt idx="5392">
                  <c:v>#N/A</c:v>
                </c:pt>
                <c:pt idx="5393">
                  <c:v>#N/A</c:v>
                </c:pt>
                <c:pt idx="5394">
                  <c:v>#N/A</c:v>
                </c:pt>
                <c:pt idx="5395">
                  <c:v>#N/A</c:v>
                </c:pt>
                <c:pt idx="5396">
                  <c:v>#N/A</c:v>
                </c:pt>
                <c:pt idx="5397">
                  <c:v>#N/A</c:v>
                </c:pt>
                <c:pt idx="5398">
                  <c:v>#N/A</c:v>
                </c:pt>
                <c:pt idx="5399">
                  <c:v>#N/A</c:v>
                </c:pt>
                <c:pt idx="5400">
                  <c:v>#N/A</c:v>
                </c:pt>
                <c:pt idx="5401">
                  <c:v>#N/A</c:v>
                </c:pt>
                <c:pt idx="5402">
                  <c:v>#N/A</c:v>
                </c:pt>
                <c:pt idx="5403">
                  <c:v>#N/A</c:v>
                </c:pt>
                <c:pt idx="5404">
                  <c:v>#N/A</c:v>
                </c:pt>
                <c:pt idx="5405">
                  <c:v>#N/A</c:v>
                </c:pt>
                <c:pt idx="5406">
                  <c:v>#N/A</c:v>
                </c:pt>
                <c:pt idx="5407">
                  <c:v>#N/A</c:v>
                </c:pt>
                <c:pt idx="5408">
                  <c:v>#N/A</c:v>
                </c:pt>
                <c:pt idx="5409">
                  <c:v>#N/A</c:v>
                </c:pt>
                <c:pt idx="5410">
                  <c:v>#N/A</c:v>
                </c:pt>
                <c:pt idx="5411">
                  <c:v>#N/A</c:v>
                </c:pt>
                <c:pt idx="5412">
                  <c:v>#N/A</c:v>
                </c:pt>
                <c:pt idx="5413">
                  <c:v>#N/A</c:v>
                </c:pt>
                <c:pt idx="5414">
                  <c:v>#N/A</c:v>
                </c:pt>
                <c:pt idx="5415">
                  <c:v>#N/A</c:v>
                </c:pt>
                <c:pt idx="5416">
                  <c:v>#N/A</c:v>
                </c:pt>
                <c:pt idx="5417">
                  <c:v>#N/A</c:v>
                </c:pt>
                <c:pt idx="5418">
                  <c:v>#N/A</c:v>
                </c:pt>
                <c:pt idx="5419">
                  <c:v>#N/A</c:v>
                </c:pt>
                <c:pt idx="5420">
                  <c:v>#N/A</c:v>
                </c:pt>
                <c:pt idx="5421">
                  <c:v>#N/A</c:v>
                </c:pt>
                <c:pt idx="5422">
                  <c:v>#N/A</c:v>
                </c:pt>
                <c:pt idx="5423">
                  <c:v>#N/A</c:v>
                </c:pt>
                <c:pt idx="5424">
                  <c:v>#N/A</c:v>
                </c:pt>
                <c:pt idx="5425">
                  <c:v>#N/A</c:v>
                </c:pt>
                <c:pt idx="5426">
                  <c:v>#N/A</c:v>
                </c:pt>
                <c:pt idx="5427">
                  <c:v>#N/A</c:v>
                </c:pt>
                <c:pt idx="5428">
                  <c:v>#N/A</c:v>
                </c:pt>
                <c:pt idx="5429">
                  <c:v>#N/A</c:v>
                </c:pt>
                <c:pt idx="5430">
                  <c:v>#N/A</c:v>
                </c:pt>
                <c:pt idx="5431">
                  <c:v>#N/A</c:v>
                </c:pt>
                <c:pt idx="5432">
                  <c:v>#N/A</c:v>
                </c:pt>
                <c:pt idx="5433">
                  <c:v>#N/A</c:v>
                </c:pt>
                <c:pt idx="5434">
                  <c:v>#N/A</c:v>
                </c:pt>
                <c:pt idx="5435">
                  <c:v>#N/A</c:v>
                </c:pt>
                <c:pt idx="5436">
                  <c:v>#N/A</c:v>
                </c:pt>
                <c:pt idx="5437">
                  <c:v>#N/A</c:v>
                </c:pt>
                <c:pt idx="5438">
                  <c:v>#N/A</c:v>
                </c:pt>
                <c:pt idx="5439">
                  <c:v>#N/A</c:v>
                </c:pt>
                <c:pt idx="5440">
                  <c:v>#N/A</c:v>
                </c:pt>
                <c:pt idx="5441">
                  <c:v>#N/A</c:v>
                </c:pt>
                <c:pt idx="5442">
                  <c:v>#N/A</c:v>
                </c:pt>
                <c:pt idx="5443">
                  <c:v>#N/A</c:v>
                </c:pt>
                <c:pt idx="5444">
                  <c:v>#N/A</c:v>
                </c:pt>
                <c:pt idx="5445">
                  <c:v>#N/A</c:v>
                </c:pt>
                <c:pt idx="5446">
                  <c:v>#N/A</c:v>
                </c:pt>
                <c:pt idx="5447">
                  <c:v>#N/A</c:v>
                </c:pt>
                <c:pt idx="5448">
                  <c:v>#N/A</c:v>
                </c:pt>
                <c:pt idx="5449">
                  <c:v>#N/A</c:v>
                </c:pt>
                <c:pt idx="5450">
                  <c:v>#N/A</c:v>
                </c:pt>
                <c:pt idx="5451">
                  <c:v>#N/A</c:v>
                </c:pt>
                <c:pt idx="5452">
                  <c:v>#N/A</c:v>
                </c:pt>
                <c:pt idx="5453">
                  <c:v>#N/A</c:v>
                </c:pt>
                <c:pt idx="5454">
                  <c:v>#N/A</c:v>
                </c:pt>
                <c:pt idx="5455">
                  <c:v>#N/A</c:v>
                </c:pt>
                <c:pt idx="5456">
                  <c:v>#N/A</c:v>
                </c:pt>
                <c:pt idx="5457">
                  <c:v>#N/A</c:v>
                </c:pt>
                <c:pt idx="5458">
                  <c:v>#N/A</c:v>
                </c:pt>
                <c:pt idx="5459">
                  <c:v>#N/A</c:v>
                </c:pt>
                <c:pt idx="5460">
                  <c:v>#N/A</c:v>
                </c:pt>
                <c:pt idx="5461">
                  <c:v>#N/A</c:v>
                </c:pt>
                <c:pt idx="5462">
                  <c:v>#N/A</c:v>
                </c:pt>
                <c:pt idx="5463">
                  <c:v>#N/A</c:v>
                </c:pt>
                <c:pt idx="5464">
                  <c:v>#N/A</c:v>
                </c:pt>
                <c:pt idx="5465">
                  <c:v>#N/A</c:v>
                </c:pt>
                <c:pt idx="5466">
                  <c:v>#N/A</c:v>
                </c:pt>
                <c:pt idx="5467">
                  <c:v>#N/A</c:v>
                </c:pt>
                <c:pt idx="5468">
                  <c:v>#N/A</c:v>
                </c:pt>
                <c:pt idx="5469">
                  <c:v>#N/A</c:v>
                </c:pt>
                <c:pt idx="5470">
                  <c:v>#N/A</c:v>
                </c:pt>
                <c:pt idx="5471">
                  <c:v>#N/A</c:v>
                </c:pt>
                <c:pt idx="5472">
                  <c:v>#N/A</c:v>
                </c:pt>
                <c:pt idx="5473">
                  <c:v>#N/A</c:v>
                </c:pt>
                <c:pt idx="5474">
                  <c:v>#N/A</c:v>
                </c:pt>
                <c:pt idx="5475">
                  <c:v>#N/A</c:v>
                </c:pt>
                <c:pt idx="5476">
                  <c:v>#N/A</c:v>
                </c:pt>
                <c:pt idx="5477">
                  <c:v>#N/A</c:v>
                </c:pt>
                <c:pt idx="5478">
                  <c:v>#N/A</c:v>
                </c:pt>
                <c:pt idx="5479">
                  <c:v>#N/A</c:v>
                </c:pt>
                <c:pt idx="5480">
                  <c:v>#N/A</c:v>
                </c:pt>
                <c:pt idx="5481">
                  <c:v>#N/A</c:v>
                </c:pt>
                <c:pt idx="5482">
                  <c:v>#N/A</c:v>
                </c:pt>
                <c:pt idx="5483">
                  <c:v>#N/A</c:v>
                </c:pt>
                <c:pt idx="5484">
                  <c:v>#N/A</c:v>
                </c:pt>
                <c:pt idx="5485">
                  <c:v>#N/A</c:v>
                </c:pt>
                <c:pt idx="5486">
                  <c:v>#N/A</c:v>
                </c:pt>
                <c:pt idx="5487">
                  <c:v>#N/A</c:v>
                </c:pt>
                <c:pt idx="5488">
                  <c:v>#N/A</c:v>
                </c:pt>
                <c:pt idx="5489">
                  <c:v>#N/A</c:v>
                </c:pt>
                <c:pt idx="5490">
                  <c:v>#N/A</c:v>
                </c:pt>
                <c:pt idx="5491">
                  <c:v>#N/A</c:v>
                </c:pt>
                <c:pt idx="5492">
                  <c:v>#N/A</c:v>
                </c:pt>
                <c:pt idx="5493">
                  <c:v>#N/A</c:v>
                </c:pt>
                <c:pt idx="5494">
                  <c:v>#N/A</c:v>
                </c:pt>
                <c:pt idx="5495">
                  <c:v>#N/A</c:v>
                </c:pt>
                <c:pt idx="5496">
                  <c:v>#N/A</c:v>
                </c:pt>
                <c:pt idx="5497">
                  <c:v>#N/A</c:v>
                </c:pt>
                <c:pt idx="5498">
                  <c:v>#N/A</c:v>
                </c:pt>
                <c:pt idx="5499">
                  <c:v>#N/A</c:v>
                </c:pt>
                <c:pt idx="5500">
                  <c:v>#N/A</c:v>
                </c:pt>
                <c:pt idx="5501">
                  <c:v>#N/A</c:v>
                </c:pt>
                <c:pt idx="5502">
                  <c:v>#N/A</c:v>
                </c:pt>
                <c:pt idx="5503">
                  <c:v>#N/A</c:v>
                </c:pt>
                <c:pt idx="5504">
                  <c:v>#N/A</c:v>
                </c:pt>
                <c:pt idx="5505">
                  <c:v>#N/A</c:v>
                </c:pt>
                <c:pt idx="5506">
                  <c:v>#N/A</c:v>
                </c:pt>
                <c:pt idx="5507">
                  <c:v>#N/A</c:v>
                </c:pt>
                <c:pt idx="5508">
                  <c:v>#N/A</c:v>
                </c:pt>
                <c:pt idx="5509">
                  <c:v>#N/A</c:v>
                </c:pt>
                <c:pt idx="5510">
                  <c:v>#N/A</c:v>
                </c:pt>
                <c:pt idx="5511">
                  <c:v>#N/A</c:v>
                </c:pt>
                <c:pt idx="5512">
                  <c:v>#N/A</c:v>
                </c:pt>
                <c:pt idx="5513">
                  <c:v>#N/A</c:v>
                </c:pt>
                <c:pt idx="5514">
                  <c:v>#N/A</c:v>
                </c:pt>
                <c:pt idx="5515">
                  <c:v>#N/A</c:v>
                </c:pt>
                <c:pt idx="5516">
                  <c:v>#N/A</c:v>
                </c:pt>
                <c:pt idx="5517">
                  <c:v>#N/A</c:v>
                </c:pt>
                <c:pt idx="5518">
                  <c:v>#N/A</c:v>
                </c:pt>
                <c:pt idx="5519">
                  <c:v>#N/A</c:v>
                </c:pt>
                <c:pt idx="5520">
                  <c:v>#N/A</c:v>
                </c:pt>
                <c:pt idx="5521">
                  <c:v>#N/A</c:v>
                </c:pt>
                <c:pt idx="5522">
                  <c:v>#N/A</c:v>
                </c:pt>
                <c:pt idx="5523">
                  <c:v>#N/A</c:v>
                </c:pt>
                <c:pt idx="5524">
                  <c:v>#N/A</c:v>
                </c:pt>
                <c:pt idx="5525">
                  <c:v>#N/A</c:v>
                </c:pt>
                <c:pt idx="5526">
                  <c:v>#N/A</c:v>
                </c:pt>
                <c:pt idx="5527">
                  <c:v>#N/A</c:v>
                </c:pt>
                <c:pt idx="5528">
                  <c:v>#N/A</c:v>
                </c:pt>
                <c:pt idx="5529">
                  <c:v>#N/A</c:v>
                </c:pt>
                <c:pt idx="5530">
                  <c:v>#N/A</c:v>
                </c:pt>
                <c:pt idx="5531">
                  <c:v>#N/A</c:v>
                </c:pt>
                <c:pt idx="5532">
                  <c:v>#N/A</c:v>
                </c:pt>
                <c:pt idx="5533">
                  <c:v>#N/A</c:v>
                </c:pt>
                <c:pt idx="5534">
                  <c:v>#N/A</c:v>
                </c:pt>
                <c:pt idx="5535">
                  <c:v>#N/A</c:v>
                </c:pt>
                <c:pt idx="5536">
                  <c:v>#N/A</c:v>
                </c:pt>
                <c:pt idx="5537">
                  <c:v>#N/A</c:v>
                </c:pt>
                <c:pt idx="5538">
                  <c:v>#N/A</c:v>
                </c:pt>
                <c:pt idx="5539">
                  <c:v>#N/A</c:v>
                </c:pt>
                <c:pt idx="5540">
                  <c:v>#N/A</c:v>
                </c:pt>
                <c:pt idx="5541">
                  <c:v>#N/A</c:v>
                </c:pt>
                <c:pt idx="5542">
                  <c:v>#N/A</c:v>
                </c:pt>
                <c:pt idx="5543">
                  <c:v>#N/A</c:v>
                </c:pt>
                <c:pt idx="5544">
                  <c:v>#N/A</c:v>
                </c:pt>
                <c:pt idx="5545">
                  <c:v>#N/A</c:v>
                </c:pt>
                <c:pt idx="5546">
                  <c:v>#N/A</c:v>
                </c:pt>
                <c:pt idx="5547">
                  <c:v>#N/A</c:v>
                </c:pt>
                <c:pt idx="5548">
                  <c:v>#N/A</c:v>
                </c:pt>
                <c:pt idx="5549">
                  <c:v>#N/A</c:v>
                </c:pt>
                <c:pt idx="5550">
                  <c:v>#N/A</c:v>
                </c:pt>
                <c:pt idx="5551">
                  <c:v>#N/A</c:v>
                </c:pt>
                <c:pt idx="5552">
                  <c:v>#N/A</c:v>
                </c:pt>
                <c:pt idx="5553">
                  <c:v>#N/A</c:v>
                </c:pt>
                <c:pt idx="5554">
                  <c:v>#N/A</c:v>
                </c:pt>
                <c:pt idx="5555">
                  <c:v>#N/A</c:v>
                </c:pt>
                <c:pt idx="5556">
                  <c:v>#N/A</c:v>
                </c:pt>
                <c:pt idx="5557">
                  <c:v>#N/A</c:v>
                </c:pt>
                <c:pt idx="5558">
                  <c:v>#N/A</c:v>
                </c:pt>
                <c:pt idx="5559">
                  <c:v>#N/A</c:v>
                </c:pt>
                <c:pt idx="5560">
                  <c:v>#N/A</c:v>
                </c:pt>
                <c:pt idx="5561">
                  <c:v>#N/A</c:v>
                </c:pt>
                <c:pt idx="5562">
                  <c:v>#N/A</c:v>
                </c:pt>
                <c:pt idx="5563">
                  <c:v>#N/A</c:v>
                </c:pt>
                <c:pt idx="5564">
                  <c:v>#N/A</c:v>
                </c:pt>
                <c:pt idx="5565">
                  <c:v>#N/A</c:v>
                </c:pt>
                <c:pt idx="5566">
                  <c:v>#N/A</c:v>
                </c:pt>
                <c:pt idx="5567">
                  <c:v>#N/A</c:v>
                </c:pt>
                <c:pt idx="5568">
                  <c:v>#N/A</c:v>
                </c:pt>
                <c:pt idx="5569">
                  <c:v>#N/A</c:v>
                </c:pt>
                <c:pt idx="5570">
                  <c:v>#N/A</c:v>
                </c:pt>
                <c:pt idx="5571">
                  <c:v>#N/A</c:v>
                </c:pt>
                <c:pt idx="5572">
                  <c:v>#N/A</c:v>
                </c:pt>
                <c:pt idx="5573">
                  <c:v>#N/A</c:v>
                </c:pt>
                <c:pt idx="5574">
                  <c:v>#N/A</c:v>
                </c:pt>
                <c:pt idx="5575">
                  <c:v>#N/A</c:v>
                </c:pt>
                <c:pt idx="5576">
                  <c:v>#N/A</c:v>
                </c:pt>
                <c:pt idx="5577">
                  <c:v>#N/A</c:v>
                </c:pt>
                <c:pt idx="5578">
                  <c:v>#N/A</c:v>
                </c:pt>
                <c:pt idx="5579">
                  <c:v>#N/A</c:v>
                </c:pt>
                <c:pt idx="5580">
                  <c:v>#N/A</c:v>
                </c:pt>
                <c:pt idx="5581">
                  <c:v>#N/A</c:v>
                </c:pt>
                <c:pt idx="5582">
                  <c:v>#N/A</c:v>
                </c:pt>
                <c:pt idx="5583">
                  <c:v>#N/A</c:v>
                </c:pt>
                <c:pt idx="5584">
                  <c:v>#N/A</c:v>
                </c:pt>
                <c:pt idx="5585">
                  <c:v>#N/A</c:v>
                </c:pt>
                <c:pt idx="5586">
                  <c:v>#N/A</c:v>
                </c:pt>
                <c:pt idx="5587">
                  <c:v>#N/A</c:v>
                </c:pt>
                <c:pt idx="5588">
                  <c:v>#N/A</c:v>
                </c:pt>
                <c:pt idx="5589">
                  <c:v>#N/A</c:v>
                </c:pt>
                <c:pt idx="5590">
                  <c:v>#N/A</c:v>
                </c:pt>
                <c:pt idx="5591">
                  <c:v>#N/A</c:v>
                </c:pt>
                <c:pt idx="5592">
                  <c:v>#N/A</c:v>
                </c:pt>
                <c:pt idx="5593">
                  <c:v>#N/A</c:v>
                </c:pt>
                <c:pt idx="5594">
                  <c:v>#N/A</c:v>
                </c:pt>
                <c:pt idx="5595">
                  <c:v>#N/A</c:v>
                </c:pt>
                <c:pt idx="5596">
                  <c:v>#N/A</c:v>
                </c:pt>
                <c:pt idx="5597">
                  <c:v>#N/A</c:v>
                </c:pt>
                <c:pt idx="5598">
                  <c:v>#N/A</c:v>
                </c:pt>
                <c:pt idx="5599">
                  <c:v>#N/A</c:v>
                </c:pt>
                <c:pt idx="5600">
                  <c:v>#N/A</c:v>
                </c:pt>
                <c:pt idx="5601">
                  <c:v>#N/A</c:v>
                </c:pt>
                <c:pt idx="5602">
                  <c:v>#N/A</c:v>
                </c:pt>
                <c:pt idx="5603">
                  <c:v>#N/A</c:v>
                </c:pt>
                <c:pt idx="5604">
                  <c:v>#N/A</c:v>
                </c:pt>
                <c:pt idx="5605">
                  <c:v>#N/A</c:v>
                </c:pt>
                <c:pt idx="5606">
                  <c:v>#N/A</c:v>
                </c:pt>
                <c:pt idx="5607">
                  <c:v>#N/A</c:v>
                </c:pt>
                <c:pt idx="5608">
                  <c:v>#N/A</c:v>
                </c:pt>
                <c:pt idx="5609">
                  <c:v>#N/A</c:v>
                </c:pt>
                <c:pt idx="5610">
                  <c:v>#N/A</c:v>
                </c:pt>
                <c:pt idx="5611">
                  <c:v>#N/A</c:v>
                </c:pt>
                <c:pt idx="5612">
                  <c:v>#N/A</c:v>
                </c:pt>
                <c:pt idx="5613">
                  <c:v>#N/A</c:v>
                </c:pt>
                <c:pt idx="5614">
                  <c:v>#N/A</c:v>
                </c:pt>
                <c:pt idx="5615">
                  <c:v>#N/A</c:v>
                </c:pt>
                <c:pt idx="5616">
                  <c:v>#N/A</c:v>
                </c:pt>
                <c:pt idx="5617">
                  <c:v>#N/A</c:v>
                </c:pt>
                <c:pt idx="5618">
                  <c:v>#N/A</c:v>
                </c:pt>
                <c:pt idx="5619">
                  <c:v>#N/A</c:v>
                </c:pt>
                <c:pt idx="5620">
                  <c:v>#N/A</c:v>
                </c:pt>
                <c:pt idx="5621">
                  <c:v>#N/A</c:v>
                </c:pt>
                <c:pt idx="5622">
                  <c:v>#N/A</c:v>
                </c:pt>
                <c:pt idx="5623">
                  <c:v>#N/A</c:v>
                </c:pt>
                <c:pt idx="5624">
                  <c:v>#N/A</c:v>
                </c:pt>
                <c:pt idx="5625">
                  <c:v>#N/A</c:v>
                </c:pt>
                <c:pt idx="5626">
                  <c:v>#N/A</c:v>
                </c:pt>
                <c:pt idx="5627">
                  <c:v>#N/A</c:v>
                </c:pt>
                <c:pt idx="5628">
                  <c:v>#N/A</c:v>
                </c:pt>
                <c:pt idx="5629">
                  <c:v>#N/A</c:v>
                </c:pt>
                <c:pt idx="5630">
                  <c:v>#N/A</c:v>
                </c:pt>
                <c:pt idx="5631">
                  <c:v>#N/A</c:v>
                </c:pt>
                <c:pt idx="5632">
                  <c:v>#N/A</c:v>
                </c:pt>
                <c:pt idx="5633">
                  <c:v>#N/A</c:v>
                </c:pt>
                <c:pt idx="5634">
                  <c:v>#N/A</c:v>
                </c:pt>
                <c:pt idx="5635">
                  <c:v>#N/A</c:v>
                </c:pt>
                <c:pt idx="5636">
                  <c:v>#N/A</c:v>
                </c:pt>
                <c:pt idx="5637">
                  <c:v>#N/A</c:v>
                </c:pt>
                <c:pt idx="5638">
                  <c:v>#N/A</c:v>
                </c:pt>
                <c:pt idx="5639">
                  <c:v>#N/A</c:v>
                </c:pt>
                <c:pt idx="5640">
                  <c:v>#N/A</c:v>
                </c:pt>
                <c:pt idx="5641">
                  <c:v>#N/A</c:v>
                </c:pt>
                <c:pt idx="5642">
                  <c:v>#N/A</c:v>
                </c:pt>
                <c:pt idx="5643">
                  <c:v>#N/A</c:v>
                </c:pt>
                <c:pt idx="5644">
                  <c:v>#N/A</c:v>
                </c:pt>
                <c:pt idx="5645">
                  <c:v>#N/A</c:v>
                </c:pt>
                <c:pt idx="5646">
                  <c:v>#N/A</c:v>
                </c:pt>
                <c:pt idx="5647">
                  <c:v>#N/A</c:v>
                </c:pt>
                <c:pt idx="5648">
                  <c:v>#N/A</c:v>
                </c:pt>
                <c:pt idx="5649">
                  <c:v>#N/A</c:v>
                </c:pt>
                <c:pt idx="5650">
                  <c:v>#N/A</c:v>
                </c:pt>
                <c:pt idx="5651">
                  <c:v>#N/A</c:v>
                </c:pt>
                <c:pt idx="5652">
                  <c:v>#N/A</c:v>
                </c:pt>
                <c:pt idx="5653">
                  <c:v>#N/A</c:v>
                </c:pt>
                <c:pt idx="5654">
                  <c:v>#N/A</c:v>
                </c:pt>
                <c:pt idx="5655">
                  <c:v>#N/A</c:v>
                </c:pt>
                <c:pt idx="5656">
                  <c:v>#N/A</c:v>
                </c:pt>
                <c:pt idx="5657">
                  <c:v>#N/A</c:v>
                </c:pt>
                <c:pt idx="5658">
                  <c:v>#N/A</c:v>
                </c:pt>
                <c:pt idx="5659">
                  <c:v>#N/A</c:v>
                </c:pt>
                <c:pt idx="5660">
                  <c:v>#N/A</c:v>
                </c:pt>
                <c:pt idx="5661">
                  <c:v>#N/A</c:v>
                </c:pt>
                <c:pt idx="5662">
                  <c:v>#N/A</c:v>
                </c:pt>
                <c:pt idx="5663">
                  <c:v>#N/A</c:v>
                </c:pt>
                <c:pt idx="5664">
                  <c:v>#N/A</c:v>
                </c:pt>
                <c:pt idx="5665">
                  <c:v>#N/A</c:v>
                </c:pt>
                <c:pt idx="5666">
                  <c:v>#N/A</c:v>
                </c:pt>
                <c:pt idx="5667">
                  <c:v>#N/A</c:v>
                </c:pt>
                <c:pt idx="5668">
                  <c:v>#N/A</c:v>
                </c:pt>
                <c:pt idx="5669">
                  <c:v>#N/A</c:v>
                </c:pt>
                <c:pt idx="5670">
                  <c:v>#N/A</c:v>
                </c:pt>
                <c:pt idx="5671">
                  <c:v>#N/A</c:v>
                </c:pt>
                <c:pt idx="5672">
                  <c:v>#N/A</c:v>
                </c:pt>
                <c:pt idx="5673">
                  <c:v>#N/A</c:v>
                </c:pt>
                <c:pt idx="5674">
                  <c:v>#N/A</c:v>
                </c:pt>
                <c:pt idx="5675">
                  <c:v>#N/A</c:v>
                </c:pt>
                <c:pt idx="5676">
                  <c:v>#N/A</c:v>
                </c:pt>
                <c:pt idx="5677">
                  <c:v>#N/A</c:v>
                </c:pt>
                <c:pt idx="5678">
                  <c:v>#N/A</c:v>
                </c:pt>
                <c:pt idx="5679">
                  <c:v>#N/A</c:v>
                </c:pt>
                <c:pt idx="5680">
                  <c:v>#N/A</c:v>
                </c:pt>
                <c:pt idx="5681">
                  <c:v>#N/A</c:v>
                </c:pt>
                <c:pt idx="5682">
                  <c:v>#N/A</c:v>
                </c:pt>
                <c:pt idx="5683">
                  <c:v>#N/A</c:v>
                </c:pt>
                <c:pt idx="5684">
                  <c:v>#N/A</c:v>
                </c:pt>
                <c:pt idx="5685">
                  <c:v>#N/A</c:v>
                </c:pt>
                <c:pt idx="5686">
                  <c:v>#N/A</c:v>
                </c:pt>
                <c:pt idx="5687">
                  <c:v>#N/A</c:v>
                </c:pt>
                <c:pt idx="5688">
                  <c:v>#N/A</c:v>
                </c:pt>
                <c:pt idx="5689">
                  <c:v>#N/A</c:v>
                </c:pt>
                <c:pt idx="5690">
                  <c:v>#N/A</c:v>
                </c:pt>
                <c:pt idx="5691">
                  <c:v>#N/A</c:v>
                </c:pt>
                <c:pt idx="5692">
                  <c:v>#N/A</c:v>
                </c:pt>
                <c:pt idx="5693">
                  <c:v>#N/A</c:v>
                </c:pt>
                <c:pt idx="5694">
                  <c:v>#N/A</c:v>
                </c:pt>
                <c:pt idx="5695">
                  <c:v>#N/A</c:v>
                </c:pt>
                <c:pt idx="5696">
                  <c:v>#N/A</c:v>
                </c:pt>
                <c:pt idx="5697">
                  <c:v>#N/A</c:v>
                </c:pt>
                <c:pt idx="5698">
                  <c:v>#N/A</c:v>
                </c:pt>
                <c:pt idx="5699">
                  <c:v>#N/A</c:v>
                </c:pt>
                <c:pt idx="5700">
                  <c:v>#N/A</c:v>
                </c:pt>
                <c:pt idx="5701">
                  <c:v>#N/A</c:v>
                </c:pt>
                <c:pt idx="5702">
                  <c:v>#N/A</c:v>
                </c:pt>
                <c:pt idx="5703">
                  <c:v>#N/A</c:v>
                </c:pt>
                <c:pt idx="5704">
                  <c:v>#N/A</c:v>
                </c:pt>
                <c:pt idx="5705">
                  <c:v>#N/A</c:v>
                </c:pt>
                <c:pt idx="5706">
                  <c:v>#N/A</c:v>
                </c:pt>
                <c:pt idx="5707">
                  <c:v>#N/A</c:v>
                </c:pt>
                <c:pt idx="5708">
                  <c:v>#N/A</c:v>
                </c:pt>
                <c:pt idx="5709">
                  <c:v>#N/A</c:v>
                </c:pt>
                <c:pt idx="5710">
                  <c:v>#N/A</c:v>
                </c:pt>
                <c:pt idx="5711">
                  <c:v>#N/A</c:v>
                </c:pt>
                <c:pt idx="5712">
                  <c:v>#N/A</c:v>
                </c:pt>
                <c:pt idx="5713">
                  <c:v>#N/A</c:v>
                </c:pt>
                <c:pt idx="5714">
                  <c:v>#N/A</c:v>
                </c:pt>
                <c:pt idx="5715">
                  <c:v>#N/A</c:v>
                </c:pt>
                <c:pt idx="5716">
                  <c:v>#N/A</c:v>
                </c:pt>
                <c:pt idx="5717">
                  <c:v>#N/A</c:v>
                </c:pt>
                <c:pt idx="5718">
                  <c:v>#N/A</c:v>
                </c:pt>
                <c:pt idx="5719">
                  <c:v>#N/A</c:v>
                </c:pt>
                <c:pt idx="5720">
                  <c:v>#N/A</c:v>
                </c:pt>
                <c:pt idx="5721">
                  <c:v>#N/A</c:v>
                </c:pt>
                <c:pt idx="5722">
                  <c:v>#N/A</c:v>
                </c:pt>
                <c:pt idx="5723">
                  <c:v>#N/A</c:v>
                </c:pt>
                <c:pt idx="5724">
                  <c:v>#N/A</c:v>
                </c:pt>
                <c:pt idx="5725">
                  <c:v>#N/A</c:v>
                </c:pt>
                <c:pt idx="5726">
                  <c:v>#N/A</c:v>
                </c:pt>
                <c:pt idx="5727">
                  <c:v>#N/A</c:v>
                </c:pt>
                <c:pt idx="5728">
                  <c:v>#N/A</c:v>
                </c:pt>
                <c:pt idx="5729">
                  <c:v>#N/A</c:v>
                </c:pt>
                <c:pt idx="5730">
                  <c:v>#N/A</c:v>
                </c:pt>
                <c:pt idx="5731">
                  <c:v>#N/A</c:v>
                </c:pt>
                <c:pt idx="5732">
                  <c:v>#N/A</c:v>
                </c:pt>
                <c:pt idx="5733">
                  <c:v>#N/A</c:v>
                </c:pt>
                <c:pt idx="5734">
                  <c:v>#N/A</c:v>
                </c:pt>
                <c:pt idx="5735">
                  <c:v>#N/A</c:v>
                </c:pt>
                <c:pt idx="5736">
                  <c:v>#N/A</c:v>
                </c:pt>
                <c:pt idx="5737">
                  <c:v>#N/A</c:v>
                </c:pt>
                <c:pt idx="5738">
                  <c:v>#N/A</c:v>
                </c:pt>
                <c:pt idx="5739">
                  <c:v>#N/A</c:v>
                </c:pt>
                <c:pt idx="5740">
                  <c:v>#N/A</c:v>
                </c:pt>
                <c:pt idx="5741">
                  <c:v>#N/A</c:v>
                </c:pt>
                <c:pt idx="5742">
                  <c:v>#N/A</c:v>
                </c:pt>
                <c:pt idx="5743">
                  <c:v>#N/A</c:v>
                </c:pt>
                <c:pt idx="5744">
                  <c:v>#N/A</c:v>
                </c:pt>
                <c:pt idx="5745">
                  <c:v>#N/A</c:v>
                </c:pt>
                <c:pt idx="5746">
                  <c:v>#N/A</c:v>
                </c:pt>
                <c:pt idx="5747">
                  <c:v>#N/A</c:v>
                </c:pt>
                <c:pt idx="5748">
                  <c:v>#N/A</c:v>
                </c:pt>
                <c:pt idx="5749">
                  <c:v>#N/A</c:v>
                </c:pt>
                <c:pt idx="5750">
                  <c:v>#N/A</c:v>
                </c:pt>
                <c:pt idx="5751">
                  <c:v>#N/A</c:v>
                </c:pt>
                <c:pt idx="5752">
                  <c:v>#N/A</c:v>
                </c:pt>
                <c:pt idx="5753">
                  <c:v>#N/A</c:v>
                </c:pt>
                <c:pt idx="5754">
                  <c:v>#N/A</c:v>
                </c:pt>
                <c:pt idx="5755">
                  <c:v>#N/A</c:v>
                </c:pt>
                <c:pt idx="5756">
                  <c:v>#N/A</c:v>
                </c:pt>
                <c:pt idx="5757">
                  <c:v>#N/A</c:v>
                </c:pt>
                <c:pt idx="5758">
                  <c:v>#N/A</c:v>
                </c:pt>
                <c:pt idx="5759">
                  <c:v>#N/A</c:v>
                </c:pt>
                <c:pt idx="5760">
                  <c:v>#N/A</c:v>
                </c:pt>
                <c:pt idx="5761">
                  <c:v>#N/A</c:v>
                </c:pt>
                <c:pt idx="5762">
                  <c:v>#N/A</c:v>
                </c:pt>
                <c:pt idx="5763">
                  <c:v>#N/A</c:v>
                </c:pt>
                <c:pt idx="5764">
                  <c:v>#N/A</c:v>
                </c:pt>
                <c:pt idx="5765">
                  <c:v>#N/A</c:v>
                </c:pt>
                <c:pt idx="5766">
                  <c:v>#N/A</c:v>
                </c:pt>
                <c:pt idx="5767">
                  <c:v>#N/A</c:v>
                </c:pt>
                <c:pt idx="5768">
                  <c:v>#N/A</c:v>
                </c:pt>
                <c:pt idx="5769">
                  <c:v>#N/A</c:v>
                </c:pt>
                <c:pt idx="5770">
                  <c:v>#N/A</c:v>
                </c:pt>
                <c:pt idx="5771">
                  <c:v>#N/A</c:v>
                </c:pt>
                <c:pt idx="5772">
                  <c:v>#N/A</c:v>
                </c:pt>
                <c:pt idx="5773">
                  <c:v>#N/A</c:v>
                </c:pt>
                <c:pt idx="5774">
                  <c:v>#N/A</c:v>
                </c:pt>
                <c:pt idx="5775">
                  <c:v>#N/A</c:v>
                </c:pt>
                <c:pt idx="5776">
                  <c:v>#N/A</c:v>
                </c:pt>
                <c:pt idx="5777">
                  <c:v>#N/A</c:v>
                </c:pt>
                <c:pt idx="5778">
                  <c:v>#N/A</c:v>
                </c:pt>
                <c:pt idx="5779">
                  <c:v>#N/A</c:v>
                </c:pt>
                <c:pt idx="5780">
                  <c:v>#N/A</c:v>
                </c:pt>
                <c:pt idx="5781">
                  <c:v>#N/A</c:v>
                </c:pt>
                <c:pt idx="5782">
                  <c:v>#N/A</c:v>
                </c:pt>
                <c:pt idx="5783">
                  <c:v>#N/A</c:v>
                </c:pt>
                <c:pt idx="5784">
                  <c:v>#N/A</c:v>
                </c:pt>
                <c:pt idx="5785">
                  <c:v>#N/A</c:v>
                </c:pt>
                <c:pt idx="5786">
                  <c:v>#N/A</c:v>
                </c:pt>
                <c:pt idx="5787">
                  <c:v>#N/A</c:v>
                </c:pt>
                <c:pt idx="5788">
                  <c:v>#N/A</c:v>
                </c:pt>
                <c:pt idx="5789">
                  <c:v>#N/A</c:v>
                </c:pt>
                <c:pt idx="5790">
                  <c:v>#N/A</c:v>
                </c:pt>
                <c:pt idx="5791">
                  <c:v>#N/A</c:v>
                </c:pt>
                <c:pt idx="5792">
                  <c:v>#N/A</c:v>
                </c:pt>
                <c:pt idx="5793">
                  <c:v>#N/A</c:v>
                </c:pt>
                <c:pt idx="5794">
                  <c:v>#N/A</c:v>
                </c:pt>
                <c:pt idx="5795">
                  <c:v>#N/A</c:v>
                </c:pt>
                <c:pt idx="5796">
                  <c:v>#N/A</c:v>
                </c:pt>
                <c:pt idx="5797">
                  <c:v>#N/A</c:v>
                </c:pt>
                <c:pt idx="5798">
                  <c:v>#N/A</c:v>
                </c:pt>
                <c:pt idx="5799">
                  <c:v>#N/A</c:v>
                </c:pt>
                <c:pt idx="5800">
                  <c:v>#N/A</c:v>
                </c:pt>
                <c:pt idx="5801">
                  <c:v>#N/A</c:v>
                </c:pt>
                <c:pt idx="5802">
                  <c:v>#N/A</c:v>
                </c:pt>
                <c:pt idx="5803">
                  <c:v>#N/A</c:v>
                </c:pt>
                <c:pt idx="5804">
                  <c:v>#N/A</c:v>
                </c:pt>
                <c:pt idx="5805">
                  <c:v>#N/A</c:v>
                </c:pt>
                <c:pt idx="5806">
                  <c:v>#N/A</c:v>
                </c:pt>
                <c:pt idx="5807">
                  <c:v>#N/A</c:v>
                </c:pt>
                <c:pt idx="5808">
                  <c:v>#N/A</c:v>
                </c:pt>
                <c:pt idx="5809">
                  <c:v>#N/A</c:v>
                </c:pt>
                <c:pt idx="5810">
                  <c:v>#N/A</c:v>
                </c:pt>
                <c:pt idx="5811">
                  <c:v>#N/A</c:v>
                </c:pt>
                <c:pt idx="5812">
                  <c:v>#N/A</c:v>
                </c:pt>
                <c:pt idx="5813">
                  <c:v>#N/A</c:v>
                </c:pt>
                <c:pt idx="5814">
                  <c:v>#N/A</c:v>
                </c:pt>
                <c:pt idx="5815">
                  <c:v>#N/A</c:v>
                </c:pt>
                <c:pt idx="5816">
                  <c:v>#N/A</c:v>
                </c:pt>
                <c:pt idx="5817">
                  <c:v>#N/A</c:v>
                </c:pt>
                <c:pt idx="5818">
                  <c:v>#N/A</c:v>
                </c:pt>
                <c:pt idx="5819">
                  <c:v>#N/A</c:v>
                </c:pt>
                <c:pt idx="5820">
                  <c:v>#N/A</c:v>
                </c:pt>
                <c:pt idx="5821">
                  <c:v>#N/A</c:v>
                </c:pt>
                <c:pt idx="5822">
                  <c:v>#N/A</c:v>
                </c:pt>
                <c:pt idx="5823">
                  <c:v>#N/A</c:v>
                </c:pt>
                <c:pt idx="5824">
                  <c:v>#N/A</c:v>
                </c:pt>
                <c:pt idx="5825">
                  <c:v>#N/A</c:v>
                </c:pt>
                <c:pt idx="5826">
                  <c:v>#N/A</c:v>
                </c:pt>
                <c:pt idx="5827">
                  <c:v>#N/A</c:v>
                </c:pt>
                <c:pt idx="5828">
                  <c:v>#N/A</c:v>
                </c:pt>
                <c:pt idx="5829">
                  <c:v>#N/A</c:v>
                </c:pt>
                <c:pt idx="5830">
                  <c:v>#N/A</c:v>
                </c:pt>
                <c:pt idx="5831">
                  <c:v>#N/A</c:v>
                </c:pt>
                <c:pt idx="5832">
                  <c:v>#N/A</c:v>
                </c:pt>
                <c:pt idx="5833">
                  <c:v>#N/A</c:v>
                </c:pt>
                <c:pt idx="5834">
                  <c:v>#N/A</c:v>
                </c:pt>
                <c:pt idx="5835">
                  <c:v>#N/A</c:v>
                </c:pt>
                <c:pt idx="5836">
                  <c:v>#N/A</c:v>
                </c:pt>
                <c:pt idx="5837">
                  <c:v>#N/A</c:v>
                </c:pt>
                <c:pt idx="5838">
                  <c:v>#N/A</c:v>
                </c:pt>
                <c:pt idx="5839">
                  <c:v>#N/A</c:v>
                </c:pt>
                <c:pt idx="5840">
                  <c:v>#N/A</c:v>
                </c:pt>
                <c:pt idx="5841">
                  <c:v>#N/A</c:v>
                </c:pt>
                <c:pt idx="5842">
                  <c:v>#N/A</c:v>
                </c:pt>
                <c:pt idx="5843">
                  <c:v>#N/A</c:v>
                </c:pt>
                <c:pt idx="5844">
                  <c:v>#N/A</c:v>
                </c:pt>
                <c:pt idx="5845">
                  <c:v>#N/A</c:v>
                </c:pt>
                <c:pt idx="5846">
                  <c:v>#N/A</c:v>
                </c:pt>
                <c:pt idx="5847">
                  <c:v>#N/A</c:v>
                </c:pt>
                <c:pt idx="5848">
                  <c:v>#N/A</c:v>
                </c:pt>
                <c:pt idx="5849">
                  <c:v>#N/A</c:v>
                </c:pt>
                <c:pt idx="5850">
                  <c:v>#N/A</c:v>
                </c:pt>
                <c:pt idx="5851">
                  <c:v>#N/A</c:v>
                </c:pt>
                <c:pt idx="5852">
                  <c:v>#N/A</c:v>
                </c:pt>
                <c:pt idx="5853">
                  <c:v>#N/A</c:v>
                </c:pt>
                <c:pt idx="5854">
                  <c:v>#N/A</c:v>
                </c:pt>
                <c:pt idx="5855">
                  <c:v>#N/A</c:v>
                </c:pt>
                <c:pt idx="5856">
                  <c:v>#N/A</c:v>
                </c:pt>
                <c:pt idx="5857">
                  <c:v>#N/A</c:v>
                </c:pt>
                <c:pt idx="5858">
                  <c:v>#N/A</c:v>
                </c:pt>
                <c:pt idx="5859">
                  <c:v>#N/A</c:v>
                </c:pt>
                <c:pt idx="5860">
                  <c:v>#N/A</c:v>
                </c:pt>
                <c:pt idx="5861">
                  <c:v>#N/A</c:v>
                </c:pt>
                <c:pt idx="5862">
                  <c:v>#N/A</c:v>
                </c:pt>
                <c:pt idx="5863">
                  <c:v>#N/A</c:v>
                </c:pt>
                <c:pt idx="5864">
                  <c:v>#N/A</c:v>
                </c:pt>
                <c:pt idx="5865">
                  <c:v>#N/A</c:v>
                </c:pt>
                <c:pt idx="5866">
                  <c:v>#N/A</c:v>
                </c:pt>
                <c:pt idx="5867">
                  <c:v>#N/A</c:v>
                </c:pt>
                <c:pt idx="5868">
                  <c:v>#N/A</c:v>
                </c:pt>
                <c:pt idx="5869">
                  <c:v>#N/A</c:v>
                </c:pt>
                <c:pt idx="5870">
                  <c:v>#N/A</c:v>
                </c:pt>
                <c:pt idx="5871">
                  <c:v>#N/A</c:v>
                </c:pt>
                <c:pt idx="5872">
                  <c:v>#N/A</c:v>
                </c:pt>
                <c:pt idx="5873">
                  <c:v>#N/A</c:v>
                </c:pt>
                <c:pt idx="5874">
                  <c:v>#N/A</c:v>
                </c:pt>
                <c:pt idx="5875">
                  <c:v>#N/A</c:v>
                </c:pt>
                <c:pt idx="5876">
                  <c:v>#N/A</c:v>
                </c:pt>
                <c:pt idx="5877">
                  <c:v>#N/A</c:v>
                </c:pt>
                <c:pt idx="5878">
                  <c:v>#N/A</c:v>
                </c:pt>
                <c:pt idx="5879">
                  <c:v>#N/A</c:v>
                </c:pt>
                <c:pt idx="5880">
                  <c:v>#N/A</c:v>
                </c:pt>
                <c:pt idx="5881">
                  <c:v>#N/A</c:v>
                </c:pt>
                <c:pt idx="5882">
                  <c:v>#N/A</c:v>
                </c:pt>
                <c:pt idx="5883">
                  <c:v>#N/A</c:v>
                </c:pt>
                <c:pt idx="5884">
                  <c:v>#N/A</c:v>
                </c:pt>
                <c:pt idx="5885">
                  <c:v>#N/A</c:v>
                </c:pt>
                <c:pt idx="5886">
                  <c:v>#N/A</c:v>
                </c:pt>
                <c:pt idx="5887">
                  <c:v>#N/A</c:v>
                </c:pt>
                <c:pt idx="5888">
                  <c:v>#N/A</c:v>
                </c:pt>
                <c:pt idx="5889">
                  <c:v>#N/A</c:v>
                </c:pt>
                <c:pt idx="5890">
                  <c:v>#N/A</c:v>
                </c:pt>
                <c:pt idx="5891">
                  <c:v>#N/A</c:v>
                </c:pt>
                <c:pt idx="5892">
                  <c:v>#N/A</c:v>
                </c:pt>
                <c:pt idx="5893">
                  <c:v>#N/A</c:v>
                </c:pt>
                <c:pt idx="5894">
                  <c:v>#N/A</c:v>
                </c:pt>
                <c:pt idx="5895">
                  <c:v>#N/A</c:v>
                </c:pt>
                <c:pt idx="5896">
                  <c:v>#N/A</c:v>
                </c:pt>
                <c:pt idx="5897">
                  <c:v>#N/A</c:v>
                </c:pt>
                <c:pt idx="5898">
                  <c:v>#N/A</c:v>
                </c:pt>
                <c:pt idx="5899">
                  <c:v>#N/A</c:v>
                </c:pt>
                <c:pt idx="5900">
                  <c:v>#N/A</c:v>
                </c:pt>
                <c:pt idx="5901">
                  <c:v>#N/A</c:v>
                </c:pt>
                <c:pt idx="5902">
                  <c:v>#N/A</c:v>
                </c:pt>
                <c:pt idx="5903">
                  <c:v>#N/A</c:v>
                </c:pt>
                <c:pt idx="5904">
                  <c:v>#N/A</c:v>
                </c:pt>
                <c:pt idx="5905">
                  <c:v>#N/A</c:v>
                </c:pt>
                <c:pt idx="5906">
                  <c:v>#N/A</c:v>
                </c:pt>
                <c:pt idx="5907">
                  <c:v>#N/A</c:v>
                </c:pt>
                <c:pt idx="5908">
                  <c:v>#N/A</c:v>
                </c:pt>
                <c:pt idx="5909">
                  <c:v>#N/A</c:v>
                </c:pt>
                <c:pt idx="5910">
                  <c:v>#N/A</c:v>
                </c:pt>
                <c:pt idx="5911">
                  <c:v>#N/A</c:v>
                </c:pt>
                <c:pt idx="5912">
                  <c:v>#N/A</c:v>
                </c:pt>
                <c:pt idx="5913">
                  <c:v>#N/A</c:v>
                </c:pt>
                <c:pt idx="5914">
                  <c:v>#N/A</c:v>
                </c:pt>
                <c:pt idx="5915">
                  <c:v>#N/A</c:v>
                </c:pt>
                <c:pt idx="5916">
                  <c:v>#N/A</c:v>
                </c:pt>
                <c:pt idx="5917">
                  <c:v>#N/A</c:v>
                </c:pt>
                <c:pt idx="5918">
                  <c:v>#N/A</c:v>
                </c:pt>
                <c:pt idx="5919">
                  <c:v>#N/A</c:v>
                </c:pt>
                <c:pt idx="5920">
                  <c:v>#N/A</c:v>
                </c:pt>
                <c:pt idx="5921">
                  <c:v>#N/A</c:v>
                </c:pt>
                <c:pt idx="5922">
                  <c:v>#N/A</c:v>
                </c:pt>
                <c:pt idx="5923">
                  <c:v>#N/A</c:v>
                </c:pt>
                <c:pt idx="5924">
                  <c:v>#N/A</c:v>
                </c:pt>
                <c:pt idx="5925">
                  <c:v>#N/A</c:v>
                </c:pt>
                <c:pt idx="5926">
                  <c:v>#N/A</c:v>
                </c:pt>
                <c:pt idx="5927">
                  <c:v>#N/A</c:v>
                </c:pt>
                <c:pt idx="5928">
                  <c:v>#N/A</c:v>
                </c:pt>
                <c:pt idx="5929">
                  <c:v>#N/A</c:v>
                </c:pt>
                <c:pt idx="5930">
                  <c:v>#N/A</c:v>
                </c:pt>
                <c:pt idx="5931">
                  <c:v>#N/A</c:v>
                </c:pt>
                <c:pt idx="5932">
                  <c:v>#N/A</c:v>
                </c:pt>
                <c:pt idx="5933">
                  <c:v>#N/A</c:v>
                </c:pt>
                <c:pt idx="5934">
                  <c:v>#N/A</c:v>
                </c:pt>
                <c:pt idx="5935">
                  <c:v>#N/A</c:v>
                </c:pt>
                <c:pt idx="5936">
                  <c:v>#N/A</c:v>
                </c:pt>
                <c:pt idx="5937">
                  <c:v>#N/A</c:v>
                </c:pt>
                <c:pt idx="5938">
                  <c:v>#N/A</c:v>
                </c:pt>
                <c:pt idx="5939">
                  <c:v>#N/A</c:v>
                </c:pt>
                <c:pt idx="5940">
                  <c:v>#N/A</c:v>
                </c:pt>
                <c:pt idx="5941">
                  <c:v>#N/A</c:v>
                </c:pt>
                <c:pt idx="5942">
                  <c:v>#N/A</c:v>
                </c:pt>
                <c:pt idx="5943">
                  <c:v>#N/A</c:v>
                </c:pt>
                <c:pt idx="5944">
                  <c:v>#N/A</c:v>
                </c:pt>
                <c:pt idx="5945">
                  <c:v>#N/A</c:v>
                </c:pt>
                <c:pt idx="5946">
                  <c:v>#N/A</c:v>
                </c:pt>
                <c:pt idx="5947">
                  <c:v>#N/A</c:v>
                </c:pt>
                <c:pt idx="5948">
                  <c:v>#N/A</c:v>
                </c:pt>
                <c:pt idx="5949">
                  <c:v>#N/A</c:v>
                </c:pt>
                <c:pt idx="5950">
                  <c:v>#N/A</c:v>
                </c:pt>
                <c:pt idx="5951">
                  <c:v>#N/A</c:v>
                </c:pt>
                <c:pt idx="5952">
                  <c:v>#N/A</c:v>
                </c:pt>
                <c:pt idx="5953">
                  <c:v>#N/A</c:v>
                </c:pt>
                <c:pt idx="5954">
                  <c:v>#N/A</c:v>
                </c:pt>
                <c:pt idx="5955">
                  <c:v>#N/A</c:v>
                </c:pt>
                <c:pt idx="5956">
                  <c:v>#N/A</c:v>
                </c:pt>
                <c:pt idx="5957">
                  <c:v>#N/A</c:v>
                </c:pt>
                <c:pt idx="5958">
                  <c:v>#N/A</c:v>
                </c:pt>
                <c:pt idx="5959">
                  <c:v>#N/A</c:v>
                </c:pt>
                <c:pt idx="5960">
                  <c:v>#N/A</c:v>
                </c:pt>
                <c:pt idx="5961">
                  <c:v>#N/A</c:v>
                </c:pt>
                <c:pt idx="5962">
                  <c:v>#N/A</c:v>
                </c:pt>
                <c:pt idx="5963">
                  <c:v>#N/A</c:v>
                </c:pt>
                <c:pt idx="5964">
                  <c:v>#N/A</c:v>
                </c:pt>
                <c:pt idx="5965">
                  <c:v>#N/A</c:v>
                </c:pt>
                <c:pt idx="5966">
                  <c:v>#N/A</c:v>
                </c:pt>
                <c:pt idx="5967">
                  <c:v>#N/A</c:v>
                </c:pt>
                <c:pt idx="5968">
                  <c:v>#N/A</c:v>
                </c:pt>
                <c:pt idx="5969">
                  <c:v>#N/A</c:v>
                </c:pt>
                <c:pt idx="5970">
                  <c:v>#N/A</c:v>
                </c:pt>
                <c:pt idx="5971">
                  <c:v>#N/A</c:v>
                </c:pt>
                <c:pt idx="5972">
                  <c:v>#N/A</c:v>
                </c:pt>
                <c:pt idx="5973">
                  <c:v>#N/A</c:v>
                </c:pt>
                <c:pt idx="5974">
                  <c:v>#N/A</c:v>
                </c:pt>
                <c:pt idx="5975">
                  <c:v>#N/A</c:v>
                </c:pt>
                <c:pt idx="5976">
                  <c:v>#N/A</c:v>
                </c:pt>
                <c:pt idx="5977">
                  <c:v>#N/A</c:v>
                </c:pt>
                <c:pt idx="5978">
                  <c:v>#N/A</c:v>
                </c:pt>
                <c:pt idx="5979">
                  <c:v>#N/A</c:v>
                </c:pt>
                <c:pt idx="5980">
                  <c:v>#N/A</c:v>
                </c:pt>
                <c:pt idx="5981">
                  <c:v>#N/A</c:v>
                </c:pt>
                <c:pt idx="5982">
                  <c:v>#N/A</c:v>
                </c:pt>
                <c:pt idx="5983">
                  <c:v>#N/A</c:v>
                </c:pt>
                <c:pt idx="5984">
                  <c:v>#N/A</c:v>
                </c:pt>
                <c:pt idx="5985">
                  <c:v>#N/A</c:v>
                </c:pt>
                <c:pt idx="5986">
                  <c:v>#N/A</c:v>
                </c:pt>
                <c:pt idx="5987">
                  <c:v>#N/A</c:v>
                </c:pt>
                <c:pt idx="5988">
                  <c:v>#N/A</c:v>
                </c:pt>
                <c:pt idx="5989">
                  <c:v>#N/A</c:v>
                </c:pt>
                <c:pt idx="5990">
                  <c:v>#N/A</c:v>
                </c:pt>
                <c:pt idx="5991">
                  <c:v>#N/A</c:v>
                </c:pt>
                <c:pt idx="5992">
                  <c:v>#N/A</c:v>
                </c:pt>
                <c:pt idx="5993">
                  <c:v>#N/A</c:v>
                </c:pt>
                <c:pt idx="5994">
                  <c:v>#N/A</c:v>
                </c:pt>
                <c:pt idx="5995">
                  <c:v>#N/A</c:v>
                </c:pt>
                <c:pt idx="5996">
                  <c:v>#N/A</c:v>
                </c:pt>
                <c:pt idx="5997">
                  <c:v>#N/A</c:v>
                </c:pt>
                <c:pt idx="5998">
                  <c:v>#N/A</c:v>
                </c:pt>
                <c:pt idx="5999">
                  <c:v>#N/A</c:v>
                </c:pt>
                <c:pt idx="6000">
                  <c:v>#N/A</c:v>
                </c:pt>
                <c:pt idx="6001">
                  <c:v>#N/A</c:v>
                </c:pt>
                <c:pt idx="6002">
                  <c:v>#N/A</c:v>
                </c:pt>
                <c:pt idx="6003">
                  <c:v>#N/A</c:v>
                </c:pt>
                <c:pt idx="6004">
                  <c:v>#N/A</c:v>
                </c:pt>
                <c:pt idx="6005">
                  <c:v>#N/A</c:v>
                </c:pt>
                <c:pt idx="6006">
                  <c:v>#N/A</c:v>
                </c:pt>
                <c:pt idx="6007">
                  <c:v>#N/A</c:v>
                </c:pt>
                <c:pt idx="6008">
                  <c:v>#N/A</c:v>
                </c:pt>
                <c:pt idx="6009">
                  <c:v>#N/A</c:v>
                </c:pt>
                <c:pt idx="6010">
                  <c:v>#N/A</c:v>
                </c:pt>
                <c:pt idx="6011">
                  <c:v>#N/A</c:v>
                </c:pt>
                <c:pt idx="6012">
                  <c:v>#N/A</c:v>
                </c:pt>
                <c:pt idx="6013">
                  <c:v>#N/A</c:v>
                </c:pt>
                <c:pt idx="6014">
                  <c:v>#N/A</c:v>
                </c:pt>
                <c:pt idx="6015">
                  <c:v>#N/A</c:v>
                </c:pt>
                <c:pt idx="6016">
                  <c:v>#N/A</c:v>
                </c:pt>
                <c:pt idx="6017">
                  <c:v>#N/A</c:v>
                </c:pt>
                <c:pt idx="6018">
                  <c:v>#N/A</c:v>
                </c:pt>
                <c:pt idx="6019">
                  <c:v>#N/A</c:v>
                </c:pt>
                <c:pt idx="6020">
                  <c:v>#N/A</c:v>
                </c:pt>
                <c:pt idx="6021">
                  <c:v>#N/A</c:v>
                </c:pt>
                <c:pt idx="6022">
                  <c:v>#N/A</c:v>
                </c:pt>
                <c:pt idx="6023">
                  <c:v>#N/A</c:v>
                </c:pt>
                <c:pt idx="6024">
                  <c:v>#N/A</c:v>
                </c:pt>
                <c:pt idx="6025">
                  <c:v>#N/A</c:v>
                </c:pt>
                <c:pt idx="6026">
                  <c:v>#N/A</c:v>
                </c:pt>
                <c:pt idx="6027">
                  <c:v>#N/A</c:v>
                </c:pt>
                <c:pt idx="6028">
                  <c:v>#N/A</c:v>
                </c:pt>
                <c:pt idx="6029">
                  <c:v>#N/A</c:v>
                </c:pt>
                <c:pt idx="6030">
                  <c:v>#N/A</c:v>
                </c:pt>
                <c:pt idx="6031">
                  <c:v>#N/A</c:v>
                </c:pt>
                <c:pt idx="6032">
                  <c:v>#N/A</c:v>
                </c:pt>
                <c:pt idx="6033">
                  <c:v>#N/A</c:v>
                </c:pt>
                <c:pt idx="6034">
                  <c:v>#N/A</c:v>
                </c:pt>
                <c:pt idx="6035">
                  <c:v>#N/A</c:v>
                </c:pt>
                <c:pt idx="6036">
                  <c:v>#N/A</c:v>
                </c:pt>
                <c:pt idx="6037">
                  <c:v>#N/A</c:v>
                </c:pt>
                <c:pt idx="6038">
                  <c:v>#N/A</c:v>
                </c:pt>
                <c:pt idx="6039">
                  <c:v>#N/A</c:v>
                </c:pt>
                <c:pt idx="6040">
                  <c:v>#N/A</c:v>
                </c:pt>
                <c:pt idx="6041">
                  <c:v>#N/A</c:v>
                </c:pt>
                <c:pt idx="6042">
                  <c:v>#N/A</c:v>
                </c:pt>
                <c:pt idx="6043">
                  <c:v>#N/A</c:v>
                </c:pt>
                <c:pt idx="6044">
                  <c:v>#N/A</c:v>
                </c:pt>
                <c:pt idx="6045">
                  <c:v>#N/A</c:v>
                </c:pt>
                <c:pt idx="6046">
                  <c:v>#N/A</c:v>
                </c:pt>
                <c:pt idx="6047">
                  <c:v>#N/A</c:v>
                </c:pt>
                <c:pt idx="6048">
                  <c:v>#N/A</c:v>
                </c:pt>
                <c:pt idx="6049">
                  <c:v>#N/A</c:v>
                </c:pt>
                <c:pt idx="6050">
                  <c:v>#N/A</c:v>
                </c:pt>
                <c:pt idx="6051">
                  <c:v>#N/A</c:v>
                </c:pt>
                <c:pt idx="6052">
                  <c:v>#N/A</c:v>
                </c:pt>
                <c:pt idx="6053">
                  <c:v>#N/A</c:v>
                </c:pt>
                <c:pt idx="6054">
                  <c:v>#N/A</c:v>
                </c:pt>
                <c:pt idx="6055">
                  <c:v>#N/A</c:v>
                </c:pt>
                <c:pt idx="6056">
                  <c:v>#N/A</c:v>
                </c:pt>
                <c:pt idx="6057">
                  <c:v>#N/A</c:v>
                </c:pt>
                <c:pt idx="6058">
                  <c:v>#N/A</c:v>
                </c:pt>
                <c:pt idx="6059">
                  <c:v>#N/A</c:v>
                </c:pt>
                <c:pt idx="6060">
                  <c:v>#N/A</c:v>
                </c:pt>
                <c:pt idx="6061">
                  <c:v>#N/A</c:v>
                </c:pt>
                <c:pt idx="6062">
                  <c:v>#N/A</c:v>
                </c:pt>
                <c:pt idx="6063">
                  <c:v>#N/A</c:v>
                </c:pt>
                <c:pt idx="6064">
                  <c:v>#N/A</c:v>
                </c:pt>
                <c:pt idx="6065">
                  <c:v>#N/A</c:v>
                </c:pt>
                <c:pt idx="6066">
                  <c:v>#N/A</c:v>
                </c:pt>
                <c:pt idx="6067">
                  <c:v>#N/A</c:v>
                </c:pt>
                <c:pt idx="6068">
                  <c:v>#N/A</c:v>
                </c:pt>
                <c:pt idx="6069">
                  <c:v>#N/A</c:v>
                </c:pt>
                <c:pt idx="6070">
                  <c:v>#N/A</c:v>
                </c:pt>
                <c:pt idx="6071">
                  <c:v>#N/A</c:v>
                </c:pt>
                <c:pt idx="6072">
                  <c:v>#N/A</c:v>
                </c:pt>
                <c:pt idx="6073">
                  <c:v>#N/A</c:v>
                </c:pt>
                <c:pt idx="6074">
                  <c:v>#N/A</c:v>
                </c:pt>
                <c:pt idx="6075">
                  <c:v>#N/A</c:v>
                </c:pt>
                <c:pt idx="6076">
                  <c:v>#N/A</c:v>
                </c:pt>
                <c:pt idx="6077">
                  <c:v>#N/A</c:v>
                </c:pt>
                <c:pt idx="6078">
                  <c:v>#N/A</c:v>
                </c:pt>
                <c:pt idx="6079">
                  <c:v>#N/A</c:v>
                </c:pt>
                <c:pt idx="6080">
                  <c:v>#N/A</c:v>
                </c:pt>
                <c:pt idx="6081">
                  <c:v>#N/A</c:v>
                </c:pt>
                <c:pt idx="6082">
                  <c:v>#N/A</c:v>
                </c:pt>
                <c:pt idx="6083">
                  <c:v>#N/A</c:v>
                </c:pt>
                <c:pt idx="6084">
                  <c:v>#N/A</c:v>
                </c:pt>
                <c:pt idx="6085">
                  <c:v>#N/A</c:v>
                </c:pt>
                <c:pt idx="6086">
                  <c:v>#N/A</c:v>
                </c:pt>
                <c:pt idx="6087">
                  <c:v>#N/A</c:v>
                </c:pt>
                <c:pt idx="6088">
                  <c:v>#N/A</c:v>
                </c:pt>
                <c:pt idx="6089">
                  <c:v>#N/A</c:v>
                </c:pt>
                <c:pt idx="6090">
                  <c:v>#N/A</c:v>
                </c:pt>
                <c:pt idx="6091">
                  <c:v>#N/A</c:v>
                </c:pt>
                <c:pt idx="6092">
                  <c:v>#N/A</c:v>
                </c:pt>
                <c:pt idx="6093">
                  <c:v>#N/A</c:v>
                </c:pt>
                <c:pt idx="6094">
                  <c:v>#N/A</c:v>
                </c:pt>
                <c:pt idx="6095">
                  <c:v>#N/A</c:v>
                </c:pt>
                <c:pt idx="6096">
                  <c:v>#N/A</c:v>
                </c:pt>
                <c:pt idx="6097">
                  <c:v>#N/A</c:v>
                </c:pt>
                <c:pt idx="6098">
                  <c:v>#N/A</c:v>
                </c:pt>
                <c:pt idx="6099">
                  <c:v>#N/A</c:v>
                </c:pt>
                <c:pt idx="6100">
                  <c:v>#N/A</c:v>
                </c:pt>
                <c:pt idx="6101">
                  <c:v>#N/A</c:v>
                </c:pt>
                <c:pt idx="6102">
                  <c:v>#N/A</c:v>
                </c:pt>
                <c:pt idx="6103">
                  <c:v>#N/A</c:v>
                </c:pt>
                <c:pt idx="6104">
                  <c:v>#N/A</c:v>
                </c:pt>
                <c:pt idx="6105">
                  <c:v>#N/A</c:v>
                </c:pt>
                <c:pt idx="6106">
                  <c:v>#N/A</c:v>
                </c:pt>
                <c:pt idx="6107">
                  <c:v>#N/A</c:v>
                </c:pt>
                <c:pt idx="6108">
                  <c:v>#N/A</c:v>
                </c:pt>
                <c:pt idx="6109">
                  <c:v>#N/A</c:v>
                </c:pt>
                <c:pt idx="6110">
                  <c:v>#N/A</c:v>
                </c:pt>
                <c:pt idx="6111">
                  <c:v>#N/A</c:v>
                </c:pt>
                <c:pt idx="6112">
                  <c:v>#N/A</c:v>
                </c:pt>
                <c:pt idx="6113">
                  <c:v>#N/A</c:v>
                </c:pt>
                <c:pt idx="6114">
                  <c:v>#N/A</c:v>
                </c:pt>
                <c:pt idx="6115">
                  <c:v>#N/A</c:v>
                </c:pt>
                <c:pt idx="6116">
                  <c:v>#N/A</c:v>
                </c:pt>
                <c:pt idx="6117">
                  <c:v>#N/A</c:v>
                </c:pt>
                <c:pt idx="6118">
                  <c:v>#N/A</c:v>
                </c:pt>
                <c:pt idx="6119">
                  <c:v>#N/A</c:v>
                </c:pt>
                <c:pt idx="6120">
                  <c:v>#N/A</c:v>
                </c:pt>
                <c:pt idx="6121">
                  <c:v>#N/A</c:v>
                </c:pt>
                <c:pt idx="6122">
                  <c:v>#N/A</c:v>
                </c:pt>
                <c:pt idx="6123">
                  <c:v>#N/A</c:v>
                </c:pt>
                <c:pt idx="6124">
                  <c:v>#N/A</c:v>
                </c:pt>
                <c:pt idx="6125">
                  <c:v>#N/A</c:v>
                </c:pt>
                <c:pt idx="6126">
                  <c:v>#N/A</c:v>
                </c:pt>
                <c:pt idx="6127">
                  <c:v>#N/A</c:v>
                </c:pt>
                <c:pt idx="6128">
                  <c:v>#N/A</c:v>
                </c:pt>
                <c:pt idx="6129">
                  <c:v>#N/A</c:v>
                </c:pt>
                <c:pt idx="6130">
                  <c:v>2.0673306469741548</c:v>
                </c:pt>
              </c:numCache>
            </c:numRef>
          </c:val>
          <c:smooth val="0"/>
          <c:extLst>
            <c:ext xmlns:c16="http://schemas.microsoft.com/office/drawing/2014/chart" uri="{C3380CC4-5D6E-409C-BE32-E72D297353CC}">
              <c16:uniqueId val="{00000006-FE79-4F56-8C61-D5CCC4ABBB15}"/>
            </c:ext>
          </c:extLst>
        </c:ser>
        <c:dLbls>
          <c:showLegendKey val="0"/>
          <c:showVal val="0"/>
          <c:showCatName val="0"/>
          <c:showSerName val="0"/>
          <c:showPercent val="0"/>
          <c:showBubbleSize val="0"/>
        </c:dLbls>
        <c:marker val="1"/>
        <c:smooth val="0"/>
        <c:axId val="50010001"/>
        <c:axId val="50010002"/>
      </c:lineChart>
      <c:dateAx>
        <c:axId val="50010001"/>
        <c:scaling>
          <c:orientation val="minMax"/>
        </c:scaling>
        <c:delete val="0"/>
        <c:axPos val="b"/>
        <c:numFmt formatCode="yyyy" sourceLinked="0"/>
        <c:majorTickMark val="none"/>
        <c:minorTickMark val="none"/>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At val="-3"/>
        <c:auto val="1"/>
        <c:lblOffset val="100"/>
        <c:baseTimeUnit val="days"/>
        <c:majorUnit val="2"/>
        <c:majorTimeUnit val="years"/>
      </c:dateAx>
      <c:valAx>
        <c:axId val="50010002"/>
        <c:scaling>
          <c:orientation val="minMax"/>
          <c:max val="6"/>
          <c:min val="-3"/>
        </c:scaling>
        <c:delete val="0"/>
        <c:axPos val="l"/>
        <c:numFmt formatCode="0" sourceLinked="0"/>
        <c:majorTickMark val="none"/>
        <c:min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midCat"/>
        <c:majorUnit val="3"/>
      </c:valAx>
      <c:spPr>
        <a:noFill/>
        <a:ln>
          <a:noFill/>
        </a:ln>
      </c:spPr>
    </c:plotArea>
    <c:legend>
      <c:legendPos val="t"/>
      <c:legendEntry>
        <c:idx val="0"/>
        <c:delete val="1"/>
      </c:legendEntry>
      <c:legendEntry>
        <c:idx val="3"/>
        <c:delete val="1"/>
      </c:legendEntry>
      <c:legendEntry>
        <c:idx val="4"/>
        <c:delete val="1"/>
      </c:legendEntry>
      <c:legendEntry>
        <c:idx val="5"/>
        <c:delete val="1"/>
      </c:legendEntry>
      <c:overlay val="0"/>
      <c:txPr>
        <a:bodyPr/>
        <a:lstStyle/>
        <a:p>
          <a:pPr>
            <a:defRPr sz="900" b="0" baseline="0">
              <a:solidFill>
                <a:srgbClr val="000000"/>
              </a:solidFill>
              <a:latin typeface="Roboto Light"/>
            </a:defRPr>
          </a:pPr>
          <a:endParaRPr lang="en-US"/>
        </a:p>
      </c:txPr>
    </c:legend>
    <c:plotVisOnly val="1"/>
    <c:dispBlanksAs val="zero"/>
    <c:showDLblsOverMax val="0"/>
  </c:chart>
  <c:spPr>
    <a:solidFill>
      <a:srgbClr val="FFFFFF"/>
    </a:solidFill>
    <a:ln>
      <a:noFill/>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Average return (%)</c:v>
          </c:tx>
          <c:invertIfNegative val="0"/>
          <c:dPt>
            <c:idx val="0"/>
            <c:invertIfNegative val="0"/>
            <c:bubble3D val="0"/>
            <c:spPr>
              <a:solidFill>
                <a:srgbClr val="8EB3DF"/>
              </a:solidFill>
              <a:ln>
                <a:noFill/>
              </a:ln>
            </c:spPr>
            <c:extLst>
              <c:ext xmlns:c16="http://schemas.microsoft.com/office/drawing/2014/chart" uri="{C3380CC4-5D6E-409C-BE32-E72D297353CC}">
                <c16:uniqueId val="{00000001-A91A-43DE-A954-E12901962865}"/>
              </c:ext>
            </c:extLst>
          </c:dPt>
          <c:dPt>
            <c:idx val="1"/>
            <c:invertIfNegative val="0"/>
            <c:bubble3D val="0"/>
            <c:spPr>
              <a:solidFill>
                <a:srgbClr val="8EB3DF"/>
              </a:solidFill>
              <a:ln>
                <a:noFill/>
              </a:ln>
            </c:spPr>
            <c:extLst>
              <c:ext xmlns:c16="http://schemas.microsoft.com/office/drawing/2014/chart" uri="{C3380CC4-5D6E-409C-BE32-E72D297353CC}">
                <c16:uniqueId val="{00000003-A91A-43DE-A954-E12901962865}"/>
              </c:ext>
            </c:extLst>
          </c:dPt>
          <c:dPt>
            <c:idx val="2"/>
            <c:invertIfNegative val="0"/>
            <c:bubble3D val="0"/>
            <c:spPr>
              <a:solidFill>
                <a:srgbClr val="1F2F44"/>
              </a:solidFill>
              <a:ln>
                <a:noFill/>
              </a:ln>
            </c:spPr>
            <c:extLst>
              <c:ext xmlns:c16="http://schemas.microsoft.com/office/drawing/2014/chart" uri="{C3380CC4-5D6E-409C-BE32-E72D297353CC}">
                <c16:uniqueId val="{00000005-A91A-43DE-A954-E12901962865}"/>
              </c:ext>
            </c:extLst>
          </c:dPt>
          <c:dPt>
            <c:idx val="3"/>
            <c:invertIfNegative val="0"/>
            <c:bubble3D val="0"/>
            <c:spPr>
              <a:solidFill>
                <a:srgbClr val="1F2F44"/>
              </a:solidFill>
              <a:ln>
                <a:noFill/>
              </a:ln>
            </c:spPr>
            <c:extLst>
              <c:ext xmlns:c16="http://schemas.microsoft.com/office/drawing/2014/chart" uri="{C3380CC4-5D6E-409C-BE32-E72D297353CC}">
                <c16:uniqueId val="{00000007-A91A-43DE-A954-E12901962865}"/>
              </c:ext>
            </c:extLst>
          </c:dPt>
          <c:dPt>
            <c:idx val="4"/>
            <c:invertIfNegative val="0"/>
            <c:bubble3D val="0"/>
            <c:spPr>
              <a:solidFill>
                <a:srgbClr val="1F2F44"/>
              </a:solidFill>
              <a:ln>
                <a:noFill/>
              </a:ln>
            </c:spPr>
            <c:extLst>
              <c:ext xmlns:c16="http://schemas.microsoft.com/office/drawing/2014/chart" uri="{C3380CC4-5D6E-409C-BE32-E72D297353CC}">
                <c16:uniqueId val="{00000009-A91A-43DE-A954-E12901962865}"/>
              </c:ext>
            </c:extLst>
          </c:dPt>
          <c:dPt>
            <c:idx val="5"/>
            <c:invertIfNegative val="0"/>
            <c:bubble3D val="0"/>
            <c:spPr>
              <a:solidFill>
                <a:srgbClr val="1F2F44"/>
              </a:solidFill>
              <a:ln>
                <a:noFill/>
              </a:ln>
            </c:spPr>
            <c:extLst>
              <c:ext xmlns:c16="http://schemas.microsoft.com/office/drawing/2014/chart" uri="{C3380CC4-5D6E-409C-BE32-E72D297353CC}">
                <c16:uniqueId val="{0000000B-A91A-43DE-A954-E12901962865}"/>
              </c:ext>
            </c:extLst>
          </c:dPt>
          <c:dPt>
            <c:idx val="6"/>
            <c:invertIfNegative val="0"/>
            <c:bubble3D val="0"/>
            <c:spPr>
              <a:solidFill>
                <a:srgbClr val="1F2F44"/>
              </a:solidFill>
              <a:ln>
                <a:noFill/>
              </a:ln>
            </c:spPr>
            <c:extLst>
              <c:ext xmlns:c16="http://schemas.microsoft.com/office/drawing/2014/chart" uri="{C3380CC4-5D6E-409C-BE32-E72D297353CC}">
                <c16:uniqueId val="{0000000D-A91A-43DE-A954-E12901962865}"/>
              </c:ext>
            </c:extLst>
          </c:dPt>
          <c:dLbls>
            <c:dLbl>
              <c:idx val="0"/>
              <c:tx>
                <c:rich>
                  <a:bodyPr/>
                  <a:lstStyle/>
                  <a:p>
                    <a:r>
                      <a:rPr lang="en-US" sz="900" b="0" baseline="0">
                        <a:solidFill>
                          <a:srgbClr val="000000"/>
                        </a:solidFill>
                        <a:latin typeface="Roboto Light"/>
                      </a:rPr>
                      <a:t>-2.1%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A91A-43DE-A954-E12901962865}"/>
                </c:ext>
              </c:extLst>
            </c:dLbl>
            <c:dLbl>
              <c:idx val="1"/>
              <c:tx>
                <c:rich>
                  <a:bodyPr/>
                  <a:lstStyle/>
                  <a:p>
                    <a:r>
                      <a:rPr lang="en-US" sz="900" b="0" baseline="0">
                        <a:solidFill>
                          <a:srgbClr val="000000"/>
                        </a:solidFill>
                        <a:latin typeface="Roboto Light"/>
                      </a:rPr>
                      <a:t>-1.0%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A91A-43DE-A954-E12901962865}"/>
                </c:ext>
              </c:extLst>
            </c:dLbl>
            <c:dLbl>
              <c:idx val="2"/>
              <c:tx>
                <c:rich>
                  <a:bodyPr/>
                  <a:lstStyle/>
                  <a:p>
                    <a:r>
                      <a:rPr lang="en-US" sz="900" b="0" baseline="0">
                        <a:solidFill>
                          <a:srgbClr val="000000"/>
                        </a:solidFill>
                        <a:latin typeface="Roboto Light"/>
                      </a:rPr>
                      <a:t>+0.1%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A91A-43DE-A954-E12901962865}"/>
                </c:ext>
              </c:extLst>
            </c:dLbl>
            <c:dLbl>
              <c:idx val="3"/>
              <c:tx>
                <c:rich>
                  <a:bodyPr/>
                  <a:lstStyle/>
                  <a:p>
                    <a:r>
                      <a:rPr lang="en-US" sz="900" b="0" baseline="0">
                        <a:solidFill>
                          <a:srgbClr val="000000"/>
                        </a:solidFill>
                        <a:latin typeface="Roboto Light"/>
                      </a:rPr>
                      <a:t>+0.5%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A91A-43DE-A954-E12901962865}"/>
                </c:ext>
              </c:extLst>
            </c:dLbl>
            <c:dLbl>
              <c:idx val="4"/>
              <c:tx>
                <c:rich>
                  <a:bodyPr/>
                  <a:lstStyle/>
                  <a:p>
                    <a:r>
                      <a:rPr lang="en-US" sz="900" b="0" baseline="0">
                        <a:solidFill>
                          <a:srgbClr val="000000"/>
                        </a:solidFill>
                        <a:latin typeface="Roboto Light"/>
                      </a:rPr>
                      <a:t>+1.1%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A91A-43DE-A954-E12901962865}"/>
                </c:ext>
              </c:extLst>
            </c:dLbl>
            <c:dLbl>
              <c:idx val="5"/>
              <c:tx>
                <c:rich>
                  <a:bodyPr/>
                  <a:lstStyle/>
                  <a:p>
                    <a:r>
                      <a:rPr lang="en-US" sz="900" b="0" baseline="0">
                        <a:solidFill>
                          <a:srgbClr val="000000"/>
                        </a:solidFill>
                        <a:latin typeface="Roboto Light"/>
                      </a:rPr>
                      <a:t>+1.2%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A91A-43DE-A954-E12901962865}"/>
                </c:ext>
              </c:extLst>
            </c:dLbl>
            <c:dLbl>
              <c:idx val="6"/>
              <c:tx>
                <c:rich>
                  <a:bodyPr/>
                  <a:lstStyle/>
                  <a:p>
                    <a:r>
                      <a:rPr lang="en-US" sz="900" b="0" baseline="0">
                        <a:solidFill>
                          <a:srgbClr val="000000"/>
                        </a:solidFill>
                        <a:latin typeface="Roboto Light"/>
                      </a:rPr>
                      <a:t>+1.4%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A91A-43DE-A954-E12901962865}"/>
                </c:ext>
              </c:extLst>
            </c:dLbl>
            <c:spPr>
              <a:noFill/>
              <a:ln>
                <a:noFill/>
              </a:ln>
              <a:effectLst/>
            </c:spPr>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'A1'!$A$2:$A$8</c:f>
              <c:strCache>
                <c:ptCount val="7"/>
                <c:pt idx="0">
                  <c:v>Ibovespa</c:v>
                </c:pt>
                <c:pt idx="1">
                  <c:v>SMLL</c:v>
                </c:pt>
                <c:pt idx="2">
                  <c:v>IMA-B 5+</c:v>
                </c:pt>
                <c:pt idx="3">
                  <c:v>IRF-M 1+</c:v>
                </c:pt>
                <c:pt idx="4">
                  <c:v>CDI</c:v>
                </c:pt>
                <c:pt idx="5">
                  <c:v>IMA-B 5</c:v>
                </c:pt>
                <c:pt idx="6">
                  <c:v>USDBRL</c:v>
                </c:pt>
              </c:strCache>
            </c:strRef>
          </c:cat>
          <c:val>
            <c:numRef>
              <c:f>'A1'!$B$2:$B$8</c:f>
              <c:numCache>
                <c:formatCode>General</c:formatCode>
                <c:ptCount val="7"/>
                <c:pt idx="0">
                  <c:v>-2.144956802866135</c:v>
                </c:pt>
                <c:pt idx="1">
                  <c:v>-0.95243233116431569</c:v>
                </c:pt>
                <c:pt idx="2">
                  <c:v>5.6855548389175281E-2</c:v>
                </c:pt>
                <c:pt idx="3">
                  <c:v>0.52016804398027661</c:v>
                </c:pt>
                <c:pt idx="4">
                  <c:v>1.087109797378748</c:v>
                </c:pt>
                <c:pt idx="5">
                  <c:v>1.1842578042721821</c:v>
                </c:pt>
                <c:pt idx="6">
                  <c:v>1.41793027879486</c:v>
                </c:pt>
              </c:numCache>
            </c:numRef>
          </c:val>
          <c:extLst>
            <c:ext xmlns:c16="http://schemas.microsoft.com/office/drawing/2014/chart" uri="{C3380CC4-5D6E-409C-BE32-E72D297353CC}">
              <c16:uniqueId val="{0000000E-A91A-43DE-A954-E12901962865}"/>
            </c:ext>
          </c:extLst>
        </c:ser>
        <c:dLbls>
          <c:showLegendKey val="0"/>
          <c:showVal val="0"/>
          <c:showCatName val="0"/>
          <c:showSerName val="0"/>
          <c:showPercent val="0"/>
          <c:showBubbleSize val="0"/>
        </c:dLbls>
        <c:gapWidth val="70"/>
        <c:axId val="50010001"/>
        <c:axId val="50010002"/>
      </c:barChart>
      <c:catAx>
        <c:axId val="50010001"/>
        <c:scaling>
          <c:orientation val="minMax"/>
        </c:scaling>
        <c:delete val="0"/>
        <c:axPos val="l"/>
        <c:numFmt formatCode="General" sourceLinked="0"/>
        <c:majorTickMark val="none"/>
        <c:minorTickMark val="none"/>
        <c:tickLblPos val="low"/>
        <c:spPr>
          <a:ln w="9525">
            <a:solidFill>
              <a:srgbClr val="7E7E7E"/>
            </a:solidFill>
          </a:ln>
        </c:spPr>
        <c:txPr>
          <a:bodyPr/>
          <a:lstStyle/>
          <a:p>
            <a:pPr>
              <a:defRPr sz="900" b="0" baseline="0">
                <a:solidFill>
                  <a:srgbClr val="000000"/>
                </a:solidFill>
                <a:latin typeface="Roboto Light"/>
              </a:defRPr>
            </a:pPr>
            <a:endParaRPr lang="en-US"/>
          </a:p>
        </c:txPr>
        <c:crossAx val="50010002"/>
        <c:crosses val="autoZero"/>
        <c:auto val="1"/>
        <c:lblAlgn val="ctr"/>
        <c:lblOffset val="100"/>
        <c:tickLblSkip val="1"/>
        <c:noMultiLvlLbl val="0"/>
      </c:catAx>
      <c:valAx>
        <c:axId val="50010002"/>
        <c:scaling>
          <c:orientation val="minMax"/>
          <c:max val="3"/>
          <c:min val="-4.2"/>
        </c:scaling>
        <c:delete val="1"/>
        <c:axPos val="b"/>
        <c:numFmt formatCode="General" sourceLinked="1"/>
        <c:majorTickMark val="out"/>
        <c:minorTickMark val="none"/>
        <c:tickLblPos val="nextTo"/>
        <c:crossAx val="50010001"/>
        <c:crosses val="autoZero"/>
        <c:crossBetween val="between"/>
      </c:valAx>
      <c:spPr>
        <a:noFill/>
        <a:ln>
          <a:noFill/>
        </a:ln>
      </c:spPr>
    </c:plotArea>
    <c:plotVisOnly val="1"/>
    <c:dispBlanksAs val="gap"/>
    <c:showDLblsOverMax val="0"/>
  </c:chart>
  <c:spPr>
    <a:solidFill>
      <a:srgbClr val="FFFFFF"/>
    </a:solidFill>
    <a:ln>
      <a:noFill/>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Excess over the Ibovespa (p.p.)</c:v>
          </c:tx>
          <c:invertIfNegative val="0"/>
          <c:dPt>
            <c:idx val="0"/>
            <c:invertIfNegative val="0"/>
            <c:bubble3D val="0"/>
            <c:spPr>
              <a:solidFill>
                <a:srgbClr val="8EB3DF"/>
              </a:solidFill>
              <a:ln>
                <a:noFill/>
              </a:ln>
            </c:spPr>
            <c:extLst>
              <c:ext xmlns:c16="http://schemas.microsoft.com/office/drawing/2014/chart" uri="{C3380CC4-5D6E-409C-BE32-E72D297353CC}">
                <c16:uniqueId val="{00000001-7719-4FE0-AFE8-DB54714328BA}"/>
              </c:ext>
            </c:extLst>
          </c:dPt>
          <c:dPt>
            <c:idx val="1"/>
            <c:invertIfNegative val="0"/>
            <c:bubble3D val="0"/>
            <c:spPr>
              <a:solidFill>
                <a:srgbClr val="8EB3DF"/>
              </a:solidFill>
              <a:ln>
                <a:noFill/>
              </a:ln>
            </c:spPr>
            <c:extLst>
              <c:ext xmlns:c16="http://schemas.microsoft.com/office/drawing/2014/chart" uri="{C3380CC4-5D6E-409C-BE32-E72D297353CC}">
                <c16:uniqueId val="{00000003-7719-4FE0-AFE8-DB54714328BA}"/>
              </c:ext>
            </c:extLst>
          </c:dPt>
          <c:dPt>
            <c:idx val="2"/>
            <c:invertIfNegative val="0"/>
            <c:bubble3D val="0"/>
            <c:spPr>
              <a:solidFill>
                <a:srgbClr val="8EB3DF"/>
              </a:solidFill>
              <a:ln>
                <a:noFill/>
              </a:ln>
            </c:spPr>
            <c:extLst>
              <c:ext xmlns:c16="http://schemas.microsoft.com/office/drawing/2014/chart" uri="{C3380CC4-5D6E-409C-BE32-E72D297353CC}">
                <c16:uniqueId val="{00000005-7719-4FE0-AFE8-DB54714328BA}"/>
              </c:ext>
            </c:extLst>
          </c:dPt>
          <c:dPt>
            <c:idx val="3"/>
            <c:invertIfNegative val="0"/>
            <c:bubble3D val="0"/>
            <c:spPr>
              <a:solidFill>
                <a:srgbClr val="8EB3DF"/>
              </a:solidFill>
              <a:ln>
                <a:noFill/>
              </a:ln>
            </c:spPr>
            <c:extLst>
              <c:ext xmlns:c16="http://schemas.microsoft.com/office/drawing/2014/chart" uri="{C3380CC4-5D6E-409C-BE32-E72D297353CC}">
                <c16:uniqueId val="{00000007-7719-4FE0-AFE8-DB54714328BA}"/>
              </c:ext>
            </c:extLst>
          </c:dPt>
          <c:dPt>
            <c:idx val="4"/>
            <c:invertIfNegative val="0"/>
            <c:bubble3D val="0"/>
            <c:spPr>
              <a:solidFill>
                <a:srgbClr val="1F2F44"/>
              </a:solidFill>
              <a:ln>
                <a:noFill/>
              </a:ln>
            </c:spPr>
            <c:extLst>
              <c:ext xmlns:c16="http://schemas.microsoft.com/office/drawing/2014/chart" uri="{C3380CC4-5D6E-409C-BE32-E72D297353CC}">
                <c16:uniqueId val="{00000009-7719-4FE0-AFE8-DB54714328BA}"/>
              </c:ext>
            </c:extLst>
          </c:dPt>
          <c:dPt>
            <c:idx val="5"/>
            <c:invertIfNegative val="0"/>
            <c:bubble3D val="0"/>
            <c:spPr>
              <a:solidFill>
                <a:srgbClr val="1F2F44"/>
              </a:solidFill>
              <a:ln>
                <a:noFill/>
              </a:ln>
            </c:spPr>
            <c:extLst>
              <c:ext xmlns:c16="http://schemas.microsoft.com/office/drawing/2014/chart" uri="{C3380CC4-5D6E-409C-BE32-E72D297353CC}">
                <c16:uniqueId val="{0000000B-7719-4FE0-AFE8-DB54714328BA}"/>
              </c:ext>
            </c:extLst>
          </c:dPt>
          <c:dPt>
            <c:idx val="6"/>
            <c:invertIfNegative val="0"/>
            <c:bubble3D val="0"/>
            <c:spPr>
              <a:solidFill>
                <a:srgbClr val="1F2F44"/>
              </a:solidFill>
              <a:ln>
                <a:noFill/>
              </a:ln>
            </c:spPr>
            <c:extLst>
              <c:ext xmlns:c16="http://schemas.microsoft.com/office/drawing/2014/chart" uri="{C3380CC4-5D6E-409C-BE32-E72D297353CC}">
                <c16:uniqueId val="{0000000D-7719-4FE0-AFE8-DB54714328BA}"/>
              </c:ext>
            </c:extLst>
          </c:dPt>
          <c:dPt>
            <c:idx val="7"/>
            <c:invertIfNegative val="0"/>
            <c:bubble3D val="0"/>
            <c:spPr>
              <a:solidFill>
                <a:srgbClr val="1F2F44"/>
              </a:solidFill>
              <a:ln>
                <a:noFill/>
              </a:ln>
            </c:spPr>
            <c:extLst>
              <c:ext xmlns:c16="http://schemas.microsoft.com/office/drawing/2014/chart" uri="{C3380CC4-5D6E-409C-BE32-E72D297353CC}">
                <c16:uniqueId val="{0000000F-7719-4FE0-AFE8-DB54714328BA}"/>
              </c:ext>
            </c:extLst>
          </c:dPt>
          <c:dPt>
            <c:idx val="8"/>
            <c:invertIfNegative val="0"/>
            <c:bubble3D val="0"/>
            <c:spPr>
              <a:solidFill>
                <a:srgbClr val="1F2F44"/>
              </a:solidFill>
              <a:ln>
                <a:noFill/>
              </a:ln>
            </c:spPr>
            <c:extLst>
              <c:ext xmlns:c16="http://schemas.microsoft.com/office/drawing/2014/chart" uri="{C3380CC4-5D6E-409C-BE32-E72D297353CC}">
                <c16:uniqueId val="{00000011-7719-4FE0-AFE8-DB54714328BA}"/>
              </c:ext>
            </c:extLst>
          </c:dPt>
          <c:dPt>
            <c:idx val="9"/>
            <c:invertIfNegative val="0"/>
            <c:bubble3D val="0"/>
            <c:spPr>
              <a:solidFill>
                <a:srgbClr val="1F2F44"/>
              </a:solidFill>
              <a:ln>
                <a:noFill/>
              </a:ln>
            </c:spPr>
            <c:extLst>
              <c:ext xmlns:c16="http://schemas.microsoft.com/office/drawing/2014/chart" uri="{C3380CC4-5D6E-409C-BE32-E72D297353CC}">
                <c16:uniqueId val="{00000013-7719-4FE0-AFE8-DB54714328BA}"/>
              </c:ext>
            </c:extLst>
          </c:dPt>
          <c:dPt>
            <c:idx val="10"/>
            <c:invertIfNegative val="0"/>
            <c:bubble3D val="0"/>
            <c:spPr>
              <a:solidFill>
                <a:srgbClr val="1F2F44"/>
              </a:solidFill>
              <a:ln>
                <a:noFill/>
              </a:ln>
            </c:spPr>
            <c:extLst>
              <c:ext xmlns:c16="http://schemas.microsoft.com/office/drawing/2014/chart" uri="{C3380CC4-5D6E-409C-BE32-E72D297353CC}">
                <c16:uniqueId val="{00000015-7719-4FE0-AFE8-DB54714328BA}"/>
              </c:ext>
            </c:extLst>
          </c:dPt>
          <c:dPt>
            <c:idx val="11"/>
            <c:invertIfNegative val="0"/>
            <c:bubble3D val="0"/>
            <c:spPr>
              <a:solidFill>
                <a:srgbClr val="1F2F44"/>
              </a:solidFill>
              <a:ln>
                <a:noFill/>
              </a:ln>
            </c:spPr>
            <c:extLst>
              <c:ext xmlns:c16="http://schemas.microsoft.com/office/drawing/2014/chart" uri="{C3380CC4-5D6E-409C-BE32-E72D297353CC}">
                <c16:uniqueId val="{00000017-7719-4FE0-AFE8-DB54714328BA}"/>
              </c:ext>
            </c:extLst>
          </c:dPt>
          <c:dPt>
            <c:idx val="12"/>
            <c:invertIfNegative val="0"/>
            <c:bubble3D val="0"/>
            <c:spPr>
              <a:solidFill>
                <a:srgbClr val="1F2F44"/>
              </a:solidFill>
              <a:ln>
                <a:noFill/>
              </a:ln>
            </c:spPr>
            <c:extLst>
              <c:ext xmlns:c16="http://schemas.microsoft.com/office/drawing/2014/chart" uri="{C3380CC4-5D6E-409C-BE32-E72D297353CC}">
                <c16:uniqueId val="{00000019-7719-4FE0-AFE8-DB54714328BA}"/>
              </c:ext>
            </c:extLst>
          </c:dPt>
          <c:dLbls>
            <c:dLbl>
              <c:idx val="0"/>
              <c:tx>
                <c:rich>
                  <a:bodyPr/>
                  <a:lstStyle/>
                  <a:p>
                    <a:r>
                      <a:rPr lang="en-US" sz="900" b="0" baseline="0">
                        <a:solidFill>
                          <a:srgbClr val="000000"/>
                        </a:solidFill>
                        <a:latin typeface="Roboto Light"/>
                      </a:rPr>
                      <a:t>-4.4%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7719-4FE0-AFE8-DB54714328BA}"/>
                </c:ext>
              </c:extLst>
            </c:dLbl>
            <c:dLbl>
              <c:idx val="1"/>
              <c:tx>
                <c:rich>
                  <a:bodyPr/>
                  <a:lstStyle/>
                  <a:p>
                    <a:r>
                      <a:rPr lang="en-US" sz="900" b="0" baseline="0">
                        <a:solidFill>
                          <a:srgbClr val="000000"/>
                        </a:solidFill>
                        <a:latin typeface="Roboto Light"/>
                      </a:rPr>
                      <a:t>-1.9%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719-4FE0-AFE8-DB54714328BA}"/>
                </c:ext>
              </c:extLst>
            </c:dLbl>
            <c:dLbl>
              <c:idx val="2"/>
              <c:tx>
                <c:rich>
                  <a:bodyPr/>
                  <a:lstStyle/>
                  <a:p>
                    <a:r>
                      <a:rPr lang="en-US" sz="900" b="0" baseline="0">
                        <a:solidFill>
                          <a:srgbClr val="000000"/>
                        </a:solidFill>
                        <a:latin typeface="Roboto Light"/>
                      </a:rPr>
                      <a:t>-1.5%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7719-4FE0-AFE8-DB54714328BA}"/>
                </c:ext>
              </c:extLst>
            </c:dLbl>
            <c:dLbl>
              <c:idx val="3"/>
              <c:tx>
                <c:rich>
                  <a:bodyPr/>
                  <a:lstStyle/>
                  <a:p>
                    <a:r>
                      <a:rPr lang="en-US" sz="900" b="0" baseline="0">
                        <a:solidFill>
                          <a:srgbClr val="000000"/>
                        </a:solidFill>
                        <a:latin typeface="Roboto Light"/>
                      </a:rPr>
                      <a:t>-0.3%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7719-4FE0-AFE8-DB54714328BA}"/>
                </c:ext>
              </c:extLst>
            </c:dLbl>
            <c:dLbl>
              <c:idx val="4"/>
              <c:tx>
                <c:rich>
                  <a:bodyPr/>
                  <a:lstStyle/>
                  <a:p>
                    <a:r>
                      <a:rPr lang="en-US" sz="900" b="0" baseline="0">
                        <a:solidFill>
                          <a:srgbClr val="000000"/>
                        </a:solidFill>
                        <a:latin typeface="Roboto Light"/>
                      </a:rPr>
                      <a:t>+0.2%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7719-4FE0-AFE8-DB54714328BA}"/>
                </c:ext>
              </c:extLst>
            </c:dLbl>
            <c:dLbl>
              <c:idx val="5"/>
              <c:tx>
                <c:rich>
                  <a:bodyPr/>
                  <a:lstStyle/>
                  <a:p>
                    <a:r>
                      <a:rPr lang="en-US" sz="900" b="0" baseline="0">
                        <a:solidFill>
                          <a:srgbClr val="000000"/>
                        </a:solidFill>
                        <a:latin typeface="Roboto Light"/>
                      </a:rPr>
                      <a:t>+0.4%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7719-4FE0-AFE8-DB54714328BA}"/>
                </c:ext>
              </c:extLst>
            </c:dLbl>
            <c:dLbl>
              <c:idx val="6"/>
              <c:tx>
                <c:rich>
                  <a:bodyPr/>
                  <a:lstStyle/>
                  <a:p>
                    <a:r>
                      <a:rPr lang="en-US" sz="900" b="0" baseline="0">
                        <a:solidFill>
                          <a:srgbClr val="000000"/>
                        </a:solidFill>
                        <a:latin typeface="Roboto Light"/>
                      </a:rPr>
                      <a:t>+0.7%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7719-4FE0-AFE8-DB54714328BA}"/>
                </c:ext>
              </c:extLst>
            </c:dLbl>
            <c:dLbl>
              <c:idx val="7"/>
              <c:tx>
                <c:rich>
                  <a:bodyPr/>
                  <a:lstStyle/>
                  <a:p>
                    <a:r>
                      <a:rPr lang="en-US" sz="900" b="0" baseline="0">
                        <a:solidFill>
                          <a:srgbClr val="000000"/>
                        </a:solidFill>
                        <a:latin typeface="Roboto Light"/>
                      </a:rPr>
                      <a:t>+0.8%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7719-4FE0-AFE8-DB54714328BA}"/>
                </c:ext>
              </c:extLst>
            </c:dLbl>
            <c:dLbl>
              <c:idx val="8"/>
              <c:tx>
                <c:rich>
                  <a:bodyPr/>
                  <a:lstStyle/>
                  <a:p>
                    <a:r>
                      <a:rPr lang="en-US" sz="900" b="0" baseline="0">
                        <a:solidFill>
                          <a:srgbClr val="000000"/>
                        </a:solidFill>
                        <a:latin typeface="Roboto Light"/>
                      </a:rPr>
                      <a:t>+1.4%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7719-4FE0-AFE8-DB54714328BA}"/>
                </c:ext>
              </c:extLst>
            </c:dLbl>
            <c:dLbl>
              <c:idx val="9"/>
              <c:tx>
                <c:rich>
                  <a:bodyPr/>
                  <a:lstStyle/>
                  <a:p>
                    <a:r>
                      <a:rPr lang="en-US" sz="900" b="0" baseline="0">
                        <a:solidFill>
                          <a:srgbClr val="000000"/>
                        </a:solidFill>
                        <a:latin typeface="Roboto Light"/>
                      </a:rPr>
                      <a:t>+1.5%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3-7719-4FE0-AFE8-DB54714328BA}"/>
                </c:ext>
              </c:extLst>
            </c:dLbl>
            <c:dLbl>
              <c:idx val="10"/>
              <c:tx>
                <c:rich>
                  <a:bodyPr/>
                  <a:lstStyle/>
                  <a:p>
                    <a:r>
                      <a:rPr lang="en-US" sz="900" b="0" baseline="0">
                        <a:solidFill>
                          <a:srgbClr val="000000"/>
                        </a:solidFill>
                        <a:latin typeface="Roboto Light"/>
                      </a:rPr>
                      <a:t>+2.0%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5-7719-4FE0-AFE8-DB54714328BA}"/>
                </c:ext>
              </c:extLst>
            </c:dLbl>
            <c:dLbl>
              <c:idx val="11"/>
              <c:tx>
                <c:rich>
                  <a:bodyPr/>
                  <a:lstStyle/>
                  <a:p>
                    <a:r>
                      <a:rPr lang="en-US" sz="900" b="0" baseline="0">
                        <a:solidFill>
                          <a:srgbClr val="000000"/>
                        </a:solidFill>
                        <a:latin typeface="Roboto Light"/>
                      </a:rPr>
                      <a:t>+2.3%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7-7719-4FE0-AFE8-DB54714328BA}"/>
                </c:ext>
              </c:extLst>
            </c:dLbl>
            <c:dLbl>
              <c:idx val="12"/>
              <c:tx>
                <c:rich>
                  <a:bodyPr/>
                  <a:lstStyle/>
                  <a:p>
                    <a:r>
                      <a:rPr lang="en-US" sz="900" b="0" baseline="0">
                        <a:solidFill>
                          <a:srgbClr val="000000"/>
                        </a:solidFill>
                        <a:latin typeface="Roboto Light"/>
                      </a:rPr>
                      <a:t>+2.7%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9-7719-4FE0-AFE8-DB54714328BA}"/>
                </c:ext>
              </c:extLst>
            </c:dLbl>
            <c:spPr>
              <a:noFill/>
              <a:ln>
                <a:noFill/>
              </a:ln>
              <a:effectLst/>
            </c:spPr>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'F5'!$A$2:$A$14</c:f>
              <c:strCache>
                <c:ptCount val="13"/>
                <c:pt idx="0">
                  <c:v>TMT</c:v>
                </c:pt>
                <c:pt idx="1">
                  <c:v>Retail</c:v>
                </c:pt>
                <c:pt idx="2">
                  <c:v>Oil &amp; Gas</c:v>
                </c:pt>
                <c:pt idx="3">
                  <c:v>Non-bank Fin.</c:v>
                </c:pt>
                <c:pt idx="4">
                  <c:v>Transportation</c:v>
                </c:pt>
                <c:pt idx="5">
                  <c:v>Banks</c:v>
                </c:pt>
                <c:pt idx="6">
                  <c:v>Health Care</c:v>
                </c:pt>
                <c:pt idx="7">
                  <c:v>Agri &amp; Food</c:v>
                </c:pt>
                <c:pt idx="8">
                  <c:v>Real Estate</c:v>
                </c:pt>
                <c:pt idx="9">
                  <c:v>Capital Goods</c:v>
                </c:pt>
                <c:pt idx="10">
                  <c:v>Utilities</c:v>
                </c:pt>
                <c:pt idx="11">
                  <c:v>Pulp &amp; Paper</c:v>
                </c:pt>
                <c:pt idx="12">
                  <c:v>Metals &amp; Mining</c:v>
                </c:pt>
              </c:strCache>
            </c:strRef>
          </c:cat>
          <c:val>
            <c:numRef>
              <c:f>'F5'!$B$2:$B$14</c:f>
              <c:numCache>
                <c:formatCode>General</c:formatCode>
                <c:ptCount val="13"/>
                <c:pt idx="0">
                  <c:v>-4.3837900396466711</c:v>
                </c:pt>
                <c:pt idx="1">
                  <c:v>-1.9293209632446049</c:v>
                </c:pt>
                <c:pt idx="2">
                  <c:v>-1.500959834766235</c:v>
                </c:pt>
                <c:pt idx="3">
                  <c:v>-0.26584839986833131</c:v>
                </c:pt>
                <c:pt idx="4">
                  <c:v>0.16607069989493459</c:v>
                </c:pt>
                <c:pt idx="5">
                  <c:v>0.40374096180867203</c:v>
                </c:pt>
                <c:pt idx="6">
                  <c:v>0.71548088231721985</c:v>
                </c:pt>
                <c:pt idx="7">
                  <c:v>0.75619259965855312</c:v>
                </c:pt>
                <c:pt idx="8">
                  <c:v>1.379663673814479</c:v>
                </c:pt>
                <c:pt idx="9">
                  <c:v>1.5476849323772901</c:v>
                </c:pt>
                <c:pt idx="10">
                  <c:v>1.997861205453493</c:v>
                </c:pt>
                <c:pt idx="11">
                  <c:v>2.334423586577091</c:v>
                </c:pt>
                <c:pt idx="12">
                  <c:v>2.66698043193965</c:v>
                </c:pt>
              </c:numCache>
            </c:numRef>
          </c:val>
          <c:extLst>
            <c:ext xmlns:c16="http://schemas.microsoft.com/office/drawing/2014/chart" uri="{C3380CC4-5D6E-409C-BE32-E72D297353CC}">
              <c16:uniqueId val="{0000001A-7719-4FE0-AFE8-DB54714328BA}"/>
            </c:ext>
          </c:extLst>
        </c:ser>
        <c:dLbls>
          <c:showLegendKey val="0"/>
          <c:showVal val="0"/>
          <c:showCatName val="0"/>
          <c:showSerName val="0"/>
          <c:showPercent val="0"/>
          <c:showBubbleSize val="0"/>
        </c:dLbls>
        <c:gapWidth val="70"/>
        <c:axId val="50010001"/>
        <c:axId val="50010002"/>
      </c:barChart>
      <c:catAx>
        <c:axId val="50010001"/>
        <c:scaling>
          <c:orientation val="minMax"/>
        </c:scaling>
        <c:delete val="0"/>
        <c:axPos val="l"/>
        <c:numFmt formatCode="General" sourceLinked="0"/>
        <c:majorTickMark val="none"/>
        <c:minorTickMark val="none"/>
        <c:tickLblPos val="low"/>
        <c:spPr>
          <a:ln w="9525">
            <a:solidFill>
              <a:srgbClr val="7E7E7E"/>
            </a:solidFill>
          </a:ln>
        </c:spPr>
        <c:txPr>
          <a:bodyPr/>
          <a:lstStyle/>
          <a:p>
            <a:pPr>
              <a:defRPr sz="900" b="0" baseline="0">
                <a:solidFill>
                  <a:srgbClr val="000000"/>
                </a:solidFill>
                <a:latin typeface="Roboto Light"/>
              </a:defRPr>
            </a:pPr>
            <a:endParaRPr lang="en-US"/>
          </a:p>
        </c:txPr>
        <c:crossAx val="50010002"/>
        <c:crosses val="autoZero"/>
        <c:auto val="1"/>
        <c:lblAlgn val="ctr"/>
        <c:lblOffset val="100"/>
        <c:tickLblSkip val="1"/>
        <c:noMultiLvlLbl val="0"/>
      </c:catAx>
      <c:valAx>
        <c:axId val="50010002"/>
        <c:scaling>
          <c:orientation val="minMax"/>
          <c:max val="5"/>
          <c:min val="-7.5"/>
        </c:scaling>
        <c:delete val="1"/>
        <c:axPos val="b"/>
        <c:numFmt formatCode="General" sourceLinked="1"/>
        <c:majorTickMark val="out"/>
        <c:minorTickMark val="none"/>
        <c:tickLblPos val="nextTo"/>
        <c:crossAx val="50010001"/>
        <c:crosses val="autoZero"/>
        <c:crossBetween val="between"/>
      </c:valAx>
      <c:spPr>
        <a:noFill/>
        <a:ln>
          <a:noFill/>
        </a:ln>
      </c:spPr>
    </c:plotArea>
    <c:plotVisOnly val="1"/>
    <c:dispBlanksAs val="gap"/>
    <c:showDLblsOverMax val="0"/>
  </c:chart>
  <c:spPr>
    <a:solidFill>
      <a:srgbClr val="FFFFFF"/>
    </a:solidFill>
    <a:ln>
      <a:noFill/>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9"/>
          <c:y val="0.15"/>
          <c:w val="0.88"/>
          <c:h val="0.71"/>
        </c:manualLayout>
      </c:layout>
      <c:areaChart>
        <c:grouping val="stacked"/>
        <c:varyColors val="0"/>
        <c:ser>
          <c:idx val="0"/>
          <c:order val="0"/>
          <c:tx>
            <c:v>Hike</c:v>
          </c:tx>
          <c:spPr>
            <a:solidFill>
              <a:srgbClr val="FFCCCC"/>
            </a:solidFill>
            <a:ln>
              <a:noFill/>
            </a:ln>
          </c:spPr>
          <c:cat>
            <c:numRef>
              <c:f>'R2'!$A$2:$A$457</c:f>
              <c:numCache>
                <c:formatCode>yyyy\-mm\-dd</c:formatCode>
                <c:ptCount val="456"/>
                <c:pt idx="0">
                  <c:v>45659</c:v>
                </c:pt>
                <c:pt idx="1">
                  <c:v>45660</c:v>
                </c:pt>
                <c:pt idx="2">
                  <c:v>45663</c:v>
                </c:pt>
                <c:pt idx="3">
                  <c:v>45664</c:v>
                </c:pt>
                <c:pt idx="4">
                  <c:v>45665</c:v>
                </c:pt>
                <c:pt idx="5">
                  <c:v>45666</c:v>
                </c:pt>
                <c:pt idx="6">
                  <c:v>45667</c:v>
                </c:pt>
                <c:pt idx="7">
                  <c:v>45670</c:v>
                </c:pt>
                <c:pt idx="8">
                  <c:v>45671</c:v>
                </c:pt>
                <c:pt idx="9">
                  <c:v>45672</c:v>
                </c:pt>
                <c:pt idx="10">
                  <c:v>45673</c:v>
                </c:pt>
                <c:pt idx="11">
                  <c:v>45674</c:v>
                </c:pt>
                <c:pt idx="12">
                  <c:v>45677</c:v>
                </c:pt>
                <c:pt idx="13">
                  <c:v>45678</c:v>
                </c:pt>
                <c:pt idx="14">
                  <c:v>45679</c:v>
                </c:pt>
                <c:pt idx="15">
                  <c:v>45680</c:v>
                </c:pt>
                <c:pt idx="16">
                  <c:v>45681</c:v>
                </c:pt>
                <c:pt idx="17">
                  <c:v>45684</c:v>
                </c:pt>
                <c:pt idx="18">
                  <c:v>45685</c:v>
                </c:pt>
                <c:pt idx="19">
                  <c:v>45686</c:v>
                </c:pt>
                <c:pt idx="20">
                  <c:v>45687</c:v>
                </c:pt>
                <c:pt idx="21">
                  <c:v>45688</c:v>
                </c:pt>
                <c:pt idx="22">
                  <c:v>45691</c:v>
                </c:pt>
                <c:pt idx="23">
                  <c:v>45692</c:v>
                </c:pt>
                <c:pt idx="24">
                  <c:v>45693</c:v>
                </c:pt>
                <c:pt idx="25">
                  <c:v>45694</c:v>
                </c:pt>
                <c:pt idx="26">
                  <c:v>45695</c:v>
                </c:pt>
                <c:pt idx="27">
                  <c:v>45698</c:v>
                </c:pt>
                <c:pt idx="28">
                  <c:v>45699</c:v>
                </c:pt>
                <c:pt idx="29">
                  <c:v>45700</c:v>
                </c:pt>
                <c:pt idx="30">
                  <c:v>45701</c:v>
                </c:pt>
                <c:pt idx="31">
                  <c:v>45702</c:v>
                </c:pt>
                <c:pt idx="32">
                  <c:v>45705</c:v>
                </c:pt>
                <c:pt idx="33">
                  <c:v>45706</c:v>
                </c:pt>
                <c:pt idx="34">
                  <c:v>45707</c:v>
                </c:pt>
                <c:pt idx="35">
                  <c:v>45708</c:v>
                </c:pt>
                <c:pt idx="36">
                  <c:v>45709</c:v>
                </c:pt>
                <c:pt idx="37">
                  <c:v>45712</c:v>
                </c:pt>
                <c:pt idx="38">
                  <c:v>45713</c:v>
                </c:pt>
                <c:pt idx="39">
                  <c:v>45714</c:v>
                </c:pt>
                <c:pt idx="40">
                  <c:v>45715</c:v>
                </c:pt>
                <c:pt idx="41">
                  <c:v>45716</c:v>
                </c:pt>
                <c:pt idx="42">
                  <c:v>45721</c:v>
                </c:pt>
                <c:pt idx="43">
                  <c:v>45722</c:v>
                </c:pt>
                <c:pt idx="44">
                  <c:v>45723</c:v>
                </c:pt>
                <c:pt idx="45">
                  <c:v>45726</c:v>
                </c:pt>
                <c:pt idx="46">
                  <c:v>45727</c:v>
                </c:pt>
                <c:pt idx="47">
                  <c:v>45728</c:v>
                </c:pt>
                <c:pt idx="48">
                  <c:v>45729</c:v>
                </c:pt>
                <c:pt idx="49">
                  <c:v>45730</c:v>
                </c:pt>
                <c:pt idx="50">
                  <c:v>45733</c:v>
                </c:pt>
                <c:pt idx="51">
                  <c:v>45734</c:v>
                </c:pt>
                <c:pt idx="52">
                  <c:v>45735</c:v>
                </c:pt>
                <c:pt idx="53">
                  <c:v>45736</c:v>
                </c:pt>
                <c:pt idx="54">
                  <c:v>45737</c:v>
                </c:pt>
                <c:pt idx="55">
                  <c:v>45740</c:v>
                </c:pt>
                <c:pt idx="56">
                  <c:v>45741</c:v>
                </c:pt>
                <c:pt idx="57">
                  <c:v>45742</c:v>
                </c:pt>
                <c:pt idx="58">
                  <c:v>45743</c:v>
                </c:pt>
                <c:pt idx="59">
                  <c:v>45744</c:v>
                </c:pt>
                <c:pt idx="60">
                  <c:v>45747</c:v>
                </c:pt>
                <c:pt idx="61">
                  <c:v>45748</c:v>
                </c:pt>
                <c:pt idx="62">
                  <c:v>45749</c:v>
                </c:pt>
                <c:pt idx="63">
                  <c:v>45750</c:v>
                </c:pt>
                <c:pt idx="64">
                  <c:v>45751</c:v>
                </c:pt>
                <c:pt idx="65">
                  <c:v>45754</c:v>
                </c:pt>
                <c:pt idx="66">
                  <c:v>45755</c:v>
                </c:pt>
                <c:pt idx="67">
                  <c:v>45756</c:v>
                </c:pt>
                <c:pt idx="68">
                  <c:v>45757</c:v>
                </c:pt>
                <c:pt idx="69">
                  <c:v>45758</c:v>
                </c:pt>
                <c:pt idx="70">
                  <c:v>45761</c:v>
                </c:pt>
                <c:pt idx="71">
                  <c:v>45762</c:v>
                </c:pt>
                <c:pt idx="72">
                  <c:v>45763</c:v>
                </c:pt>
                <c:pt idx="73">
                  <c:v>45764</c:v>
                </c:pt>
                <c:pt idx="74">
                  <c:v>45769</c:v>
                </c:pt>
                <c:pt idx="75">
                  <c:v>45770</c:v>
                </c:pt>
                <c:pt idx="76">
                  <c:v>45771</c:v>
                </c:pt>
                <c:pt idx="77">
                  <c:v>45772</c:v>
                </c:pt>
                <c:pt idx="78">
                  <c:v>45775</c:v>
                </c:pt>
                <c:pt idx="79">
                  <c:v>45776</c:v>
                </c:pt>
                <c:pt idx="80">
                  <c:v>45777</c:v>
                </c:pt>
                <c:pt idx="81">
                  <c:v>45779</c:v>
                </c:pt>
                <c:pt idx="82">
                  <c:v>45782</c:v>
                </c:pt>
                <c:pt idx="83">
                  <c:v>45783</c:v>
                </c:pt>
                <c:pt idx="84">
                  <c:v>45784</c:v>
                </c:pt>
                <c:pt idx="85">
                  <c:v>45785</c:v>
                </c:pt>
                <c:pt idx="86">
                  <c:v>45786</c:v>
                </c:pt>
                <c:pt idx="87">
                  <c:v>45789</c:v>
                </c:pt>
                <c:pt idx="88">
                  <c:v>45790</c:v>
                </c:pt>
                <c:pt idx="89">
                  <c:v>45791</c:v>
                </c:pt>
                <c:pt idx="90">
                  <c:v>45792</c:v>
                </c:pt>
                <c:pt idx="91">
                  <c:v>45793</c:v>
                </c:pt>
                <c:pt idx="92">
                  <c:v>45796</c:v>
                </c:pt>
                <c:pt idx="93">
                  <c:v>45797</c:v>
                </c:pt>
                <c:pt idx="94">
                  <c:v>45798</c:v>
                </c:pt>
                <c:pt idx="95">
                  <c:v>45799</c:v>
                </c:pt>
                <c:pt idx="96">
                  <c:v>45800</c:v>
                </c:pt>
                <c:pt idx="97">
                  <c:v>45803</c:v>
                </c:pt>
                <c:pt idx="98">
                  <c:v>45804</c:v>
                </c:pt>
                <c:pt idx="99">
                  <c:v>45805</c:v>
                </c:pt>
                <c:pt idx="100">
                  <c:v>45806</c:v>
                </c:pt>
                <c:pt idx="101">
                  <c:v>45807</c:v>
                </c:pt>
                <c:pt idx="102">
                  <c:v>45810</c:v>
                </c:pt>
                <c:pt idx="103">
                  <c:v>45811</c:v>
                </c:pt>
                <c:pt idx="104">
                  <c:v>45812</c:v>
                </c:pt>
                <c:pt idx="105">
                  <c:v>45813</c:v>
                </c:pt>
                <c:pt idx="106">
                  <c:v>45814</c:v>
                </c:pt>
                <c:pt idx="107">
                  <c:v>45817</c:v>
                </c:pt>
                <c:pt idx="108">
                  <c:v>45818</c:v>
                </c:pt>
                <c:pt idx="109">
                  <c:v>45819</c:v>
                </c:pt>
                <c:pt idx="110">
                  <c:v>45820</c:v>
                </c:pt>
                <c:pt idx="111">
                  <c:v>45821</c:v>
                </c:pt>
                <c:pt idx="112">
                  <c:v>45824</c:v>
                </c:pt>
                <c:pt idx="113">
                  <c:v>45825</c:v>
                </c:pt>
                <c:pt idx="114">
                  <c:v>45826</c:v>
                </c:pt>
                <c:pt idx="115">
                  <c:v>45828</c:v>
                </c:pt>
                <c:pt idx="116">
                  <c:v>45831</c:v>
                </c:pt>
                <c:pt idx="117">
                  <c:v>45832</c:v>
                </c:pt>
                <c:pt idx="118">
                  <c:v>45833</c:v>
                </c:pt>
                <c:pt idx="119">
                  <c:v>45834</c:v>
                </c:pt>
                <c:pt idx="120">
                  <c:v>45835</c:v>
                </c:pt>
                <c:pt idx="121">
                  <c:v>45838</c:v>
                </c:pt>
                <c:pt idx="122">
                  <c:v>45839</c:v>
                </c:pt>
                <c:pt idx="123">
                  <c:v>45840</c:v>
                </c:pt>
                <c:pt idx="124">
                  <c:v>45841</c:v>
                </c:pt>
                <c:pt idx="125">
                  <c:v>45842</c:v>
                </c:pt>
                <c:pt idx="126">
                  <c:v>45845</c:v>
                </c:pt>
                <c:pt idx="127">
                  <c:v>45846</c:v>
                </c:pt>
                <c:pt idx="128">
                  <c:v>45847</c:v>
                </c:pt>
                <c:pt idx="129">
                  <c:v>45848</c:v>
                </c:pt>
                <c:pt idx="130">
                  <c:v>45849</c:v>
                </c:pt>
                <c:pt idx="131">
                  <c:v>45852</c:v>
                </c:pt>
                <c:pt idx="132">
                  <c:v>45853</c:v>
                </c:pt>
                <c:pt idx="133">
                  <c:v>45854</c:v>
                </c:pt>
                <c:pt idx="134">
                  <c:v>45855</c:v>
                </c:pt>
                <c:pt idx="135">
                  <c:v>45856</c:v>
                </c:pt>
                <c:pt idx="136">
                  <c:v>45859</c:v>
                </c:pt>
                <c:pt idx="137">
                  <c:v>45860</c:v>
                </c:pt>
                <c:pt idx="138">
                  <c:v>45861</c:v>
                </c:pt>
                <c:pt idx="139">
                  <c:v>45862</c:v>
                </c:pt>
                <c:pt idx="140">
                  <c:v>45863</c:v>
                </c:pt>
                <c:pt idx="141">
                  <c:v>45866</c:v>
                </c:pt>
                <c:pt idx="142">
                  <c:v>45867</c:v>
                </c:pt>
                <c:pt idx="143">
                  <c:v>45868</c:v>
                </c:pt>
                <c:pt idx="144">
                  <c:v>45869</c:v>
                </c:pt>
                <c:pt idx="145">
                  <c:v>45870</c:v>
                </c:pt>
                <c:pt idx="146">
                  <c:v>45873</c:v>
                </c:pt>
                <c:pt idx="147">
                  <c:v>45874</c:v>
                </c:pt>
                <c:pt idx="148">
                  <c:v>45875</c:v>
                </c:pt>
                <c:pt idx="149">
                  <c:v>45876</c:v>
                </c:pt>
                <c:pt idx="150">
                  <c:v>45877</c:v>
                </c:pt>
                <c:pt idx="151">
                  <c:v>45880</c:v>
                </c:pt>
                <c:pt idx="152">
                  <c:v>45881</c:v>
                </c:pt>
                <c:pt idx="153">
                  <c:v>45882</c:v>
                </c:pt>
                <c:pt idx="154">
                  <c:v>45883</c:v>
                </c:pt>
                <c:pt idx="155">
                  <c:v>45884</c:v>
                </c:pt>
                <c:pt idx="156">
                  <c:v>45887</c:v>
                </c:pt>
                <c:pt idx="157">
                  <c:v>45888</c:v>
                </c:pt>
                <c:pt idx="158">
                  <c:v>45889</c:v>
                </c:pt>
                <c:pt idx="159">
                  <c:v>45890</c:v>
                </c:pt>
                <c:pt idx="160">
                  <c:v>45891</c:v>
                </c:pt>
                <c:pt idx="161">
                  <c:v>45894</c:v>
                </c:pt>
                <c:pt idx="162">
                  <c:v>45895</c:v>
                </c:pt>
                <c:pt idx="163">
                  <c:v>45896</c:v>
                </c:pt>
                <c:pt idx="164">
                  <c:v>45897</c:v>
                </c:pt>
                <c:pt idx="165">
                  <c:v>45898</c:v>
                </c:pt>
                <c:pt idx="166">
                  <c:v>45901</c:v>
                </c:pt>
                <c:pt idx="167">
                  <c:v>45902</c:v>
                </c:pt>
                <c:pt idx="168">
                  <c:v>45903</c:v>
                </c:pt>
                <c:pt idx="169">
                  <c:v>45904</c:v>
                </c:pt>
                <c:pt idx="170">
                  <c:v>45905</c:v>
                </c:pt>
                <c:pt idx="171">
                  <c:v>45908</c:v>
                </c:pt>
                <c:pt idx="172">
                  <c:v>45909</c:v>
                </c:pt>
                <c:pt idx="173">
                  <c:v>45910</c:v>
                </c:pt>
                <c:pt idx="174">
                  <c:v>45911</c:v>
                </c:pt>
                <c:pt idx="175">
                  <c:v>45912</c:v>
                </c:pt>
                <c:pt idx="176">
                  <c:v>45915</c:v>
                </c:pt>
                <c:pt idx="177">
                  <c:v>45916</c:v>
                </c:pt>
                <c:pt idx="178">
                  <c:v>45917</c:v>
                </c:pt>
                <c:pt idx="179">
                  <c:v>45918</c:v>
                </c:pt>
                <c:pt idx="180">
                  <c:v>45919</c:v>
                </c:pt>
                <c:pt idx="181">
                  <c:v>45922</c:v>
                </c:pt>
                <c:pt idx="182">
                  <c:v>45923</c:v>
                </c:pt>
                <c:pt idx="183">
                  <c:v>45924</c:v>
                </c:pt>
                <c:pt idx="184">
                  <c:v>45925</c:v>
                </c:pt>
                <c:pt idx="185">
                  <c:v>45926</c:v>
                </c:pt>
                <c:pt idx="186">
                  <c:v>45929</c:v>
                </c:pt>
                <c:pt idx="187">
                  <c:v>45930</c:v>
                </c:pt>
                <c:pt idx="188">
                  <c:v>45931</c:v>
                </c:pt>
                <c:pt idx="189">
                  <c:v>45932</c:v>
                </c:pt>
                <c:pt idx="190">
                  <c:v>45933</c:v>
                </c:pt>
                <c:pt idx="191">
                  <c:v>45936</c:v>
                </c:pt>
                <c:pt idx="192">
                  <c:v>45937</c:v>
                </c:pt>
                <c:pt idx="193">
                  <c:v>45938</c:v>
                </c:pt>
                <c:pt idx="194">
                  <c:v>45939</c:v>
                </c:pt>
                <c:pt idx="195">
                  <c:v>45940</c:v>
                </c:pt>
                <c:pt idx="196">
                  <c:v>45943</c:v>
                </c:pt>
                <c:pt idx="197">
                  <c:v>45944</c:v>
                </c:pt>
                <c:pt idx="198">
                  <c:v>45945</c:v>
                </c:pt>
                <c:pt idx="199">
                  <c:v>45946</c:v>
                </c:pt>
                <c:pt idx="200">
                  <c:v>45947</c:v>
                </c:pt>
                <c:pt idx="201">
                  <c:v>45950</c:v>
                </c:pt>
                <c:pt idx="202">
                  <c:v>45951</c:v>
                </c:pt>
                <c:pt idx="203">
                  <c:v>45952</c:v>
                </c:pt>
                <c:pt idx="204">
                  <c:v>45953</c:v>
                </c:pt>
                <c:pt idx="205">
                  <c:v>45954</c:v>
                </c:pt>
                <c:pt idx="206">
                  <c:v>45957</c:v>
                </c:pt>
                <c:pt idx="207">
                  <c:v>45958</c:v>
                </c:pt>
                <c:pt idx="208">
                  <c:v>45959</c:v>
                </c:pt>
                <c:pt idx="209">
                  <c:v>45960</c:v>
                </c:pt>
                <c:pt idx="210">
                  <c:v>45961</c:v>
                </c:pt>
                <c:pt idx="211">
                  <c:v>45964</c:v>
                </c:pt>
                <c:pt idx="212">
                  <c:v>45965</c:v>
                </c:pt>
                <c:pt idx="213">
                  <c:v>45966</c:v>
                </c:pt>
                <c:pt idx="214">
                  <c:v>45967</c:v>
                </c:pt>
                <c:pt idx="215">
                  <c:v>45968</c:v>
                </c:pt>
                <c:pt idx="216">
                  <c:v>45971</c:v>
                </c:pt>
                <c:pt idx="217">
                  <c:v>45972</c:v>
                </c:pt>
                <c:pt idx="218">
                  <c:v>45973</c:v>
                </c:pt>
                <c:pt idx="219">
                  <c:v>45974</c:v>
                </c:pt>
                <c:pt idx="220">
                  <c:v>45975</c:v>
                </c:pt>
                <c:pt idx="221">
                  <c:v>45978</c:v>
                </c:pt>
                <c:pt idx="222">
                  <c:v>45979</c:v>
                </c:pt>
                <c:pt idx="223">
                  <c:v>45980</c:v>
                </c:pt>
                <c:pt idx="224">
                  <c:v>45982</c:v>
                </c:pt>
                <c:pt idx="225">
                  <c:v>45985</c:v>
                </c:pt>
                <c:pt idx="226">
                  <c:v>45986</c:v>
                </c:pt>
                <c:pt idx="227">
                  <c:v>45987</c:v>
                </c:pt>
                <c:pt idx="228">
                  <c:v>45988</c:v>
                </c:pt>
                <c:pt idx="229">
                  <c:v>45989</c:v>
                </c:pt>
                <c:pt idx="230">
                  <c:v>45992</c:v>
                </c:pt>
                <c:pt idx="231">
                  <c:v>45993</c:v>
                </c:pt>
                <c:pt idx="232">
                  <c:v>45994</c:v>
                </c:pt>
                <c:pt idx="233">
                  <c:v>45995</c:v>
                </c:pt>
                <c:pt idx="234">
                  <c:v>45996</c:v>
                </c:pt>
                <c:pt idx="235">
                  <c:v>45999</c:v>
                </c:pt>
                <c:pt idx="236">
                  <c:v>46000</c:v>
                </c:pt>
                <c:pt idx="237">
                  <c:v>46001</c:v>
                </c:pt>
                <c:pt idx="238">
                  <c:v>46002</c:v>
                </c:pt>
                <c:pt idx="239">
                  <c:v>46003</c:v>
                </c:pt>
                <c:pt idx="240">
                  <c:v>46006</c:v>
                </c:pt>
                <c:pt idx="241">
                  <c:v>46007</c:v>
                </c:pt>
                <c:pt idx="242">
                  <c:v>46008</c:v>
                </c:pt>
                <c:pt idx="243">
                  <c:v>46009</c:v>
                </c:pt>
                <c:pt idx="244">
                  <c:v>46010</c:v>
                </c:pt>
                <c:pt idx="245">
                  <c:v>46013</c:v>
                </c:pt>
                <c:pt idx="246">
                  <c:v>46014</c:v>
                </c:pt>
                <c:pt idx="247">
                  <c:v>46017</c:v>
                </c:pt>
                <c:pt idx="248">
                  <c:v>46020</c:v>
                </c:pt>
                <c:pt idx="249">
                  <c:v>46021</c:v>
                </c:pt>
                <c:pt idx="250">
                  <c:v>46024</c:v>
                </c:pt>
                <c:pt idx="251">
                  <c:v>46027</c:v>
                </c:pt>
                <c:pt idx="252">
                  <c:v>46028</c:v>
                </c:pt>
                <c:pt idx="253">
                  <c:v>46029</c:v>
                </c:pt>
                <c:pt idx="254">
                  <c:v>46030</c:v>
                </c:pt>
                <c:pt idx="255">
                  <c:v>46031</c:v>
                </c:pt>
                <c:pt idx="256">
                  <c:v>46034</c:v>
                </c:pt>
                <c:pt idx="257">
                  <c:v>46035</c:v>
                </c:pt>
                <c:pt idx="258">
                  <c:v>46036</c:v>
                </c:pt>
                <c:pt idx="259">
                  <c:v>46037</c:v>
                </c:pt>
                <c:pt idx="260">
                  <c:v>46038</c:v>
                </c:pt>
                <c:pt idx="261">
                  <c:v>46041</c:v>
                </c:pt>
                <c:pt idx="262">
                  <c:v>46042</c:v>
                </c:pt>
                <c:pt idx="263">
                  <c:v>46043</c:v>
                </c:pt>
                <c:pt idx="264">
                  <c:v>46044</c:v>
                </c:pt>
                <c:pt idx="265">
                  <c:v>46045</c:v>
                </c:pt>
                <c:pt idx="266">
                  <c:v>46048</c:v>
                </c:pt>
                <c:pt idx="267">
                  <c:v>46049</c:v>
                </c:pt>
                <c:pt idx="268">
                  <c:v>46050</c:v>
                </c:pt>
                <c:pt idx="269">
                  <c:v>46051</c:v>
                </c:pt>
                <c:pt idx="270">
                  <c:v>46052</c:v>
                </c:pt>
                <c:pt idx="271">
                  <c:v>46055</c:v>
                </c:pt>
                <c:pt idx="272">
                  <c:v>46056</c:v>
                </c:pt>
                <c:pt idx="273">
                  <c:v>46057</c:v>
                </c:pt>
                <c:pt idx="274">
                  <c:v>46058</c:v>
                </c:pt>
                <c:pt idx="275">
                  <c:v>46059</c:v>
                </c:pt>
                <c:pt idx="276">
                  <c:v>46062</c:v>
                </c:pt>
                <c:pt idx="277">
                  <c:v>46063</c:v>
                </c:pt>
                <c:pt idx="278">
                  <c:v>46064</c:v>
                </c:pt>
                <c:pt idx="279">
                  <c:v>46065</c:v>
                </c:pt>
                <c:pt idx="280">
                  <c:v>46066</c:v>
                </c:pt>
                <c:pt idx="281">
                  <c:v>46071</c:v>
                </c:pt>
                <c:pt idx="282">
                  <c:v>46072</c:v>
                </c:pt>
                <c:pt idx="283">
                  <c:v>46073</c:v>
                </c:pt>
                <c:pt idx="284">
                  <c:v>46076</c:v>
                </c:pt>
                <c:pt idx="285">
                  <c:v>46077</c:v>
                </c:pt>
                <c:pt idx="286">
                  <c:v>46078</c:v>
                </c:pt>
                <c:pt idx="287">
                  <c:v>46079</c:v>
                </c:pt>
                <c:pt idx="288">
                  <c:v>46080</c:v>
                </c:pt>
                <c:pt idx="289">
                  <c:v>46083</c:v>
                </c:pt>
                <c:pt idx="290">
                  <c:v>46084</c:v>
                </c:pt>
                <c:pt idx="291">
                  <c:v>46085</c:v>
                </c:pt>
                <c:pt idx="292">
                  <c:v>46086</c:v>
                </c:pt>
                <c:pt idx="293">
                  <c:v>46087</c:v>
                </c:pt>
                <c:pt idx="294">
                  <c:v>46090</c:v>
                </c:pt>
                <c:pt idx="295">
                  <c:v>46091</c:v>
                </c:pt>
                <c:pt idx="296">
                  <c:v>46092</c:v>
                </c:pt>
                <c:pt idx="297">
                  <c:v>46093</c:v>
                </c:pt>
                <c:pt idx="298">
                  <c:v>46094</c:v>
                </c:pt>
                <c:pt idx="299">
                  <c:v>46097</c:v>
                </c:pt>
                <c:pt idx="300">
                  <c:v>46098</c:v>
                </c:pt>
                <c:pt idx="301">
                  <c:v>46099</c:v>
                </c:pt>
                <c:pt idx="302">
                  <c:v>46100</c:v>
                </c:pt>
                <c:pt idx="303">
                  <c:v>46101</c:v>
                </c:pt>
                <c:pt idx="304">
                  <c:v>46104</c:v>
                </c:pt>
                <c:pt idx="305">
                  <c:v>46105</c:v>
                </c:pt>
                <c:pt idx="306">
                  <c:v>46106</c:v>
                </c:pt>
                <c:pt idx="307">
                  <c:v>46107</c:v>
                </c:pt>
                <c:pt idx="308">
                  <c:v>46108</c:v>
                </c:pt>
                <c:pt idx="309">
                  <c:v>46111</c:v>
                </c:pt>
                <c:pt idx="310">
                  <c:v>46112</c:v>
                </c:pt>
                <c:pt idx="311">
                  <c:v>46113</c:v>
                </c:pt>
                <c:pt idx="312">
                  <c:v>46114</c:v>
                </c:pt>
                <c:pt idx="313">
                  <c:v>46118</c:v>
                </c:pt>
                <c:pt idx="314">
                  <c:v>46119</c:v>
                </c:pt>
                <c:pt idx="315">
                  <c:v>46120</c:v>
                </c:pt>
                <c:pt idx="316">
                  <c:v>46121</c:v>
                </c:pt>
                <c:pt idx="317">
                  <c:v>46122</c:v>
                </c:pt>
                <c:pt idx="318">
                  <c:v>46125</c:v>
                </c:pt>
                <c:pt idx="319">
                  <c:v>46126</c:v>
                </c:pt>
                <c:pt idx="320">
                  <c:v>46127</c:v>
                </c:pt>
                <c:pt idx="321">
                  <c:v>46128</c:v>
                </c:pt>
                <c:pt idx="322">
                  <c:v>46129</c:v>
                </c:pt>
                <c:pt idx="323">
                  <c:v>46132</c:v>
                </c:pt>
                <c:pt idx="324">
                  <c:v>46133</c:v>
                </c:pt>
                <c:pt idx="325">
                  <c:v>46134</c:v>
                </c:pt>
                <c:pt idx="326">
                  <c:v>46135</c:v>
                </c:pt>
                <c:pt idx="327">
                  <c:v>46136</c:v>
                </c:pt>
                <c:pt idx="328">
                  <c:v>46139</c:v>
                </c:pt>
                <c:pt idx="329">
                  <c:v>46140</c:v>
                </c:pt>
                <c:pt idx="330">
                  <c:v>46141</c:v>
                </c:pt>
                <c:pt idx="331">
                  <c:v>46142</c:v>
                </c:pt>
                <c:pt idx="332">
                  <c:v>46143</c:v>
                </c:pt>
                <c:pt idx="333">
                  <c:v>46146</c:v>
                </c:pt>
                <c:pt idx="334">
                  <c:v>46147</c:v>
                </c:pt>
                <c:pt idx="335">
                  <c:v>46148</c:v>
                </c:pt>
                <c:pt idx="336">
                  <c:v>46149</c:v>
                </c:pt>
                <c:pt idx="337">
                  <c:v>46150</c:v>
                </c:pt>
                <c:pt idx="338">
                  <c:v>46153</c:v>
                </c:pt>
                <c:pt idx="339">
                  <c:v>46154</c:v>
                </c:pt>
                <c:pt idx="340">
                  <c:v>46155</c:v>
                </c:pt>
                <c:pt idx="341">
                  <c:v>46156</c:v>
                </c:pt>
                <c:pt idx="342">
                  <c:v>46157</c:v>
                </c:pt>
                <c:pt idx="343">
                  <c:v>46160</c:v>
                </c:pt>
                <c:pt idx="344">
                  <c:v>46161</c:v>
                </c:pt>
                <c:pt idx="345">
                  <c:v>46162</c:v>
                </c:pt>
                <c:pt idx="346">
                  <c:v>46163</c:v>
                </c:pt>
                <c:pt idx="347">
                  <c:v>46164</c:v>
                </c:pt>
                <c:pt idx="348">
                  <c:v>46167</c:v>
                </c:pt>
                <c:pt idx="349">
                  <c:v>46168</c:v>
                </c:pt>
                <c:pt idx="350">
                  <c:v>46169</c:v>
                </c:pt>
                <c:pt idx="351">
                  <c:v>46170</c:v>
                </c:pt>
                <c:pt idx="352">
                  <c:v>46171</c:v>
                </c:pt>
                <c:pt idx="353">
                  <c:v>46174</c:v>
                </c:pt>
                <c:pt idx="354">
                  <c:v>46175</c:v>
                </c:pt>
                <c:pt idx="355">
                  <c:v>46176</c:v>
                </c:pt>
                <c:pt idx="356">
                  <c:v>46177</c:v>
                </c:pt>
                <c:pt idx="357">
                  <c:v>46178</c:v>
                </c:pt>
                <c:pt idx="358">
                  <c:v>46181</c:v>
                </c:pt>
                <c:pt idx="359">
                  <c:v>46182</c:v>
                </c:pt>
                <c:pt idx="360">
                  <c:v>46183</c:v>
                </c:pt>
                <c:pt idx="361">
                  <c:v>46184</c:v>
                </c:pt>
                <c:pt idx="362">
                  <c:v>46185</c:v>
                </c:pt>
                <c:pt idx="363">
                  <c:v>46188</c:v>
                </c:pt>
                <c:pt idx="364">
                  <c:v>46189</c:v>
                </c:pt>
                <c:pt idx="365">
                  <c:v>46190</c:v>
                </c:pt>
                <c:pt idx="366">
                  <c:v>46191</c:v>
                </c:pt>
                <c:pt idx="367">
                  <c:v>46192</c:v>
                </c:pt>
                <c:pt idx="368">
                  <c:v>46195</c:v>
                </c:pt>
                <c:pt idx="369">
                  <c:v>46196</c:v>
                </c:pt>
                <c:pt idx="370">
                  <c:v>46197</c:v>
                </c:pt>
                <c:pt idx="371">
                  <c:v>46198</c:v>
                </c:pt>
                <c:pt idx="372">
                  <c:v>46199</c:v>
                </c:pt>
                <c:pt idx="373">
                  <c:v>46202</c:v>
                </c:pt>
                <c:pt idx="374">
                  <c:v>46203</c:v>
                </c:pt>
                <c:pt idx="375">
                  <c:v>46204</c:v>
                </c:pt>
                <c:pt idx="376">
                  <c:v>46205</c:v>
                </c:pt>
                <c:pt idx="377">
                  <c:v>46206</c:v>
                </c:pt>
                <c:pt idx="378">
                  <c:v>46209</c:v>
                </c:pt>
                <c:pt idx="379">
                  <c:v>46210</c:v>
                </c:pt>
                <c:pt idx="380">
                  <c:v>46211</c:v>
                </c:pt>
                <c:pt idx="381">
                  <c:v>46212</c:v>
                </c:pt>
                <c:pt idx="382">
                  <c:v>46213</c:v>
                </c:pt>
                <c:pt idx="383">
                  <c:v>46216</c:v>
                </c:pt>
                <c:pt idx="384">
                  <c:v>46217</c:v>
                </c:pt>
                <c:pt idx="385">
                  <c:v>46218</c:v>
                </c:pt>
                <c:pt idx="386">
                  <c:v>46219</c:v>
                </c:pt>
                <c:pt idx="387">
                  <c:v>46220</c:v>
                </c:pt>
                <c:pt idx="388">
                  <c:v>46223</c:v>
                </c:pt>
                <c:pt idx="389">
                  <c:v>46224</c:v>
                </c:pt>
                <c:pt idx="390">
                  <c:v>46225</c:v>
                </c:pt>
                <c:pt idx="391">
                  <c:v>46226</c:v>
                </c:pt>
                <c:pt idx="392">
                  <c:v>46227</c:v>
                </c:pt>
                <c:pt idx="393">
                  <c:v>46230</c:v>
                </c:pt>
                <c:pt idx="394">
                  <c:v>46231</c:v>
                </c:pt>
                <c:pt idx="395">
                  <c:v>46232</c:v>
                </c:pt>
                <c:pt idx="396">
                  <c:v>46233</c:v>
                </c:pt>
                <c:pt idx="397">
                  <c:v>46234</c:v>
                </c:pt>
                <c:pt idx="398">
                  <c:v>46237</c:v>
                </c:pt>
                <c:pt idx="399">
                  <c:v>46238</c:v>
                </c:pt>
                <c:pt idx="400">
                  <c:v>46239</c:v>
                </c:pt>
                <c:pt idx="401">
                  <c:v>46240</c:v>
                </c:pt>
                <c:pt idx="402">
                  <c:v>46241</c:v>
                </c:pt>
                <c:pt idx="403">
                  <c:v>46244</c:v>
                </c:pt>
                <c:pt idx="404">
                  <c:v>46245</c:v>
                </c:pt>
                <c:pt idx="405">
                  <c:v>46246</c:v>
                </c:pt>
                <c:pt idx="406">
                  <c:v>46247</c:v>
                </c:pt>
                <c:pt idx="407">
                  <c:v>46248</c:v>
                </c:pt>
                <c:pt idx="408">
                  <c:v>46251</c:v>
                </c:pt>
                <c:pt idx="409">
                  <c:v>46252</c:v>
                </c:pt>
                <c:pt idx="410">
                  <c:v>46253</c:v>
                </c:pt>
                <c:pt idx="411">
                  <c:v>46254</c:v>
                </c:pt>
                <c:pt idx="412">
                  <c:v>46255</c:v>
                </c:pt>
                <c:pt idx="413">
                  <c:v>46258</c:v>
                </c:pt>
                <c:pt idx="414">
                  <c:v>46259</c:v>
                </c:pt>
                <c:pt idx="415">
                  <c:v>46260</c:v>
                </c:pt>
                <c:pt idx="416">
                  <c:v>46261</c:v>
                </c:pt>
                <c:pt idx="417">
                  <c:v>46262</c:v>
                </c:pt>
                <c:pt idx="418">
                  <c:v>46265</c:v>
                </c:pt>
                <c:pt idx="419">
                  <c:v>46266</c:v>
                </c:pt>
                <c:pt idx="420">
                  <c:v>46267</c:v>
                </c:pt>
                <c:pt idx="421">
                  <c:v>46268</c:v>
                </c:pt>
                <c:pt idx="422">
                  <c:v>46269</c:v>
                </c:pt>
                <c:pt idx="423">
                  <c:v>46273</c:v>
                </c:pt>
                <c:pt idx="424">
                  <c:v>46274</c:v>
                </c:pt>
                <c:pt idx="425">
                  <c:v>46275</c:v>
                </c:pt>
                <c:pt idx="426">
                  <c:v>46276</c:v>
                </c:pt>
                <c:pt idx="427">
                  <c:v>46279</c:v>
                </c:pt>
                <c:pt idx="428">
                  <c:v>46280</c:v>
                </c:pt>
                <c:pt idx="429">
                  <c:v>46281</c:v>
                </c:pt>
                <c:pt idx="430">
                  <c:v>46282</c:v>
                </c:pt>
                <c:pt idx="431">
                  <c:v>46283</c:v>
                </c:pt>
                <c:pt idx="432">
                  <c:v>46286</c:v>
                </c:pt>
                <c:pt idx="433">
                  <c:v>46287</c:v>
                </c:pt>
                <c:pt idx="434">
                  <c:v>46288</c:v>
                </c:pt>
                <c:pt idx="435">
                  <c:v>46289</c:v>
                </c:pt>
                <c:pt idx="436">
                  <c:v>46290</c:v>
                </c:pt>
                <c:pt idx="437">
                  <c:v>46293</c:v>
                </c:pt>
                <c:pt idx="438">
                  <c:v>46294</c:v>
                </c:pt>
                <c:pt idx="439">
                  <c:v>46295</c:v>
                </c:pt>
                <c:pt idx="440">
                  <c:v>46296</c:v>
                </c:pt>
                <c:pt idx="441">
                  <c:v>46297</c:v>
                </c:pt>
                <c:pt idx="442">
                  <c:v>46300</c:v>
                </c:pt>
                <c:pt idx="443">
                  <c:v>46301</c:v>
                </c:pt>
                <c:pt idx="444">
                  <c:v>46302</c:v>
                </c:pt>
                <c:pt idx="445">
                  <c:v>46303</c:v>
                </c:pt>
                <c:pt idx="446">
                  <c:v>46304</c:v>
                </c:pt>
                <c:pt idx="447">
                  <c:v>46308</c:v>
                </c:pt>
                <c:pt idx="448">
                  <c:v>46309</c:v>
                </c:pt>
                <c:pt idx="449">
                  <c:v>46310</c:v>
                </c:pt>
                <c:pt idx="450">
                  <c:v>46311</c:v>
                </c:pt>
                <c:pt idx="451">
                  <c:v>46314</c:v>
                </c:pt>
                <c:pt idx="452">
                  <c:v>46315</c:v>
                </c:pt>
                <c:pt idx="453">
                  <c:v>46316</c:v>
                </c:pt>
                <c:pt idx="454">
                  <c:v>46317</c:v>
                </c:pt>
                <c:pt idx="455">
                  <c:v>46321</c:v>
                </c:pt>
              </c:numCache>
            </c:numRef>
          </c:cat>
          <c:val>
            <c:numRef>
              <c:f>'R2'!$B$2:$B$457</c:f>
              <c:numCache>
                <c:formatCode>General</c:formatCode>
                <c:ptCount val="456"/>
                <c:pt idx="0">
                  <c:v>16</c:v>
                </c:pt>
                <c:pt idx="1">
                  <c:v>16</c:v>
                </c:pt>
                <c:pt idx="2">
                  <c:v>16</c:v>
                </c:pt>
                <c:pt idx="3">
                  <c:v>16</c:v>
                </c:pt>
                <c:pt idx="4">
                  <c:v>16</c:v>
                </c:pt>
                <c:pt idx="5">
                  <c:v>16</c:v>
                </c:pt>
                <c:pt idx="6">
                  <c:v>16</c:v>
                </c:pt>
                <c:pt idx="7">
                  <c:v>16</c:v>
                </c:pt>
                <c:pt idx="8">
                  <c:v>16</c:v>
                </c:pt>
                <c:pt idx="9">
                  <c:v>16</c:v>
                </c:pt>
                <c:pt idx="10">
                  <c:v>16</c:v>
                </c:pt>
                <c:pt idx="11">
                  <c:v>16</c:v>
                </c:pt>
                <c:pt idx="12">
                  <c:v>16</c:v>
                </c:pt>
                <c:pt idx="13">
                  <c:v>16</c:v>
                </c:pt>
                <c:pt idx="14">
                  <c:v>16</c:v>
                </c:pt>
                <c:pt idx="15">
                  <c:v>16</c:v>
                </c:pt>
                <c:pt idx="16">
                  <c:v>16</c:v>
                </c:pt>
                <c:pt idx="17">
                  <c:v>16</c:v>
                </c:pt>
                <c:pt idx="18">
                  <c:v>16</c:v>
                </c:pt>
                <c:pt idx="19">
                  <c:v>16</c:v>
                </c:pt>
                <c:pt idx="20">
                  <c:v>16</c:v>
                </c:pt>
                <c:pt idx="21">
                  <c:v>16</c:v>
                </c:pt>
                <c:pt idx="22">
                  <c:v>16</c:v>
                </c:pt>
                <c:pt idx="23">
                  <c:v>16</c:v>
                </c:pt>
                <c:pt idx="24">
                  <c:v>16</c:v>
                </c:pt>
                <c:pt idx="25">
                  <c:v>16</c:v>
                </c:pt>
                <c:pt idx="26">
                  <c:v>16</c:v>
                </c:pt>
                <c:pt idx="27">
                  <c:v>16</c:v>
                </c:pt>
                <c:pt idx="28">
                  <c:v>16</c:v>
                </c:pt>
                <c:pt idx="29">
                  <c:v>16</c:v>
                </c:pt>
                <c:pt idx="30">
                  <c:v>16</c:v>
                </c:pt>
                <c:pt idx="31">
                  <c:v>16</c:v>
                </c:pt>
                <c:pt idx="32">
                  <c:v>16</c:v>
                </c:pt>
                <c:pt idx="33">
                  <c:v>16</c:v>
                </c:pt>
                <c:pt idx="34">
                  <c:v>16</c:v>
                </c:pt>
                <c:pt idx="35">
                  <c:v>16</c:v>
                </c:pt>
                <c:pt idx="36">
                  <c:v>16</c:v>
                </c:pt>
                <c:pt idx="37">
                  <c:v>16</c:v>
                </c:pt>
                <c:pt idx="38">
                  <c:v>16</c:v>
                </c:pt>
                <c:pt idx="39">
                  <c:v>16</c:v>
                </c:pt>
                <c:pt idx="40">
                  <c:v>16</c:v>
                </c:pt>
                <c:pt idx="41">
                  <c:v>16</c:v>
                </c:pt>
                <c:pt idx="42">
                  <c:v>16</c:v>
                </c:pt>
                <c:pt idx="43">
                  <c:v>16</c:v>
                </c:pt>
                <c:pt idx="44">
                  <c:v>16</c:v>
                </c:pt>
                <c:pt idx="45">
                  <c:v>16</c:v>
                </c:pt>
                <c:pt idx="46">
                  <c:v>16</c:v>
                </c:pt>
                <c:pt idx="47">
                  <c:v>16</c:v>
                </c:pt>
                <c:pt idx="48">
                  <c:v>16</c:v>
                </c:pt>
                <c:pt idx="49">
                  <c:v>16</c:v>
                </c:pt>
                <c:pt idx="50">
                  <c:v>16</c:v>
                </c:pt>
                <c:pt idx="51">
                  <c:v>16</c:v>
                </c:pt>
                <c:pt idx="52">
                  <c:v>16</c:v>
                </c:pt>
                <c:pt idx="53">
                  <c:v>16</c:v>
                </c:pt>
                <c:pt idx="54">
                  <c:v>16</c:v>
                </c:pt>
                <c:pt idx="55">
                  <c:v>16</c:v>
                </c:pt>
                <c:pt idx="56">
                  <c:v>16</c:v>
                </c:pt>
                <c:pt idx="57">
                  <c:v>16</c:v>
                </c:pt>
                <c:pt idx="58">
                  <c:v>16</c:v>
                </c:pt>
                <c:pt idx="59">
                  <c:v>16</c:v>
                </c:pt>
                <c:pt idx="60">
                  <c:v>16</c:v>
                </c:pt>
                <c:pt idx="61">
                  <c:v>16</c:v>
                </c:pt>
                <c:pt idx="62">
                  <c:v>16</c:v>
                </c:pt>
                <c:pt idx="63">
                  <c:v>16</c:v>
                </c:pt>
                <c:pt idx="64">
                  <c:v>16</c:v>
                </c:pt>
                <c:pt idx="65">
                  <c:v>16</c:v>
                </c:pt>
                <c:pt idx="66">
                  <c:v>16</c:v>
                </c:pt>
                <c:pt idx="67">
                  <c:v>16</c:v>
                </c:pt>
                <c:pt idx="68">
                  <c:v>16</c:v>
                </c:pt>
                <c:pt idx="69">
                  <c:v>16</c:v>
                </c:pt>
                <c:pt idx="70">
                  <c:v>16</c:v>
                </c:pt>
                <c:pt idx="71">
                  <c:v>16</c:v>
                </c:pt>
                <c:pt idx="72">
                  <c:v>16</c:v>
                </c:pt>
                <c:pt idx="73">
                  <c:v>16</c:v>
                </c:pt>
                <c:pt idx="74">
                  <c:v>16</c:v>
                </c:pt>
                <c:pt idx="75">
                  <c:v>16</c:v>
                </c:pt>
                <c:pt idx="76">
                  <c:v>16</c:v>
                </c:pt>
                <c:pt idx="77">
                  <c:v>16</c:v>
                </c:pt>
                <c:pt idx="78">
                  <c:v>16</c:v>
                </c:pt>
                <c:pt idx="79">
                  <c:v>16</c:v>
                </c:pt>
                <c:pt idx="80">
                  <c:v>16</c:v>
                </c:pt>
                <c:pt idx="81">
                  <c:v>16</c:v>
                </c:pt>
                <c:pt idx="82">
                  <c:v>16</c:v>
                </c:pt>
                <c:pt idx="83">
                  <c:v>16</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16</c:v>
                </c:pt>
                <c:pt idx="322">
                  <c:v>16</c:v>
                </c:pt>
                <c:pt idx="323">
                  <c:v>16</c:v>
                </c:pt>
                <c:pt idx="324">
                  <c:v>16</c:v>
                </c:pt>
                <c:pt idx="325">
                  <c:v>16</c:v>
                </c:pt>
                <c:pt idx="326">
                  <c:v>16</c:v>
                </c:pt>
                <c:pt idx="327">
                  <c:v>16</c:v>
                </c:pt>
                <c:pt idx="328">
                  <c:v>16</c:v>
                </c:pt>
                <c:pt idx="329">
                  <c:v>16</c:v>
                </c:pt>
                <c:pt idx="330">
                  <c:v>16</c:v>
                </c:pt>
                <c:pt idx="331">
                  <c:v>16</c:v>
                </c:pt>
                <c:pt idx="332">
                  <c:v>16</c:v>
                </c:pt>
                <c:pt idx="333">
                  <c:v>16</c:v>
                </c:pt>
                <c:pt idx="334">
                  <c:v>16</c:v>
                </c:pt>
                <c:pt idx="335">
                  <c:v>16</c:v>
                </c:pt>
                <c:pt idx="336">
                  <c:v>16</c:v>
                </c:pt>
                <c:pt idx="337">
                  <c:v>16</c:v>
                </c:pt>
                <c:pt idx="338">
                  <c:v>16</c:v>
                </c:pt>
                <c:pt idx="339">
                  <c:v>16</c:v>
                </c:pt>
                <c:pt idx="340">
                  <c:v>16</c:v>
                </c:pt>
                <c:pt idx="341">
                  <c:v>16</c:v>
                </c:pt>
                <c:pt idx="342">
                  <c:v>16</c:v>
                </c:pt>
                <c:pt idx="343">
                  <c:v>16</c:v>
                </c:pt>
                <c:pt idx="344">
                  <c:v>16</c:v>
                </c:pt>
                <c:pt idx="345">
                  <c:v>16</c:v>
                </c:pt>
                <c:pt idx="346">
                  <c:v>16</c:v>
                </c:pt>
                <c:pt idx="347">
                  <c:v>16</c:v>
                </c:pt>
                <c:pt idx="348">
                  <c:v>16</c:v>
                </c:pt>
                <c:pt idx="349">
                  <c:v>16</c:v>
                </c:pt>
                <c:pt idx="350">
                  <c:v>16</c:v>
                </c:pt>
                <c:pt idx="351">
                  <c:v>16</c:v>
                </c:pt>
                <c:pt idx="352">
                  <c:v>16</c:v>
                </c:pt>
                <c:pt idx="353">
                  <c:v>16</c:v>
                </c:pt>
                <c:pt idx="354">
                  <c:v>16</c:v>
                </c:pt>
                <c:pt idx="355">
                  <c:v>16</c:v>
                </c:pt>
                <c:pt idx="356">
                  <c:v>16</c:v>
                </c:pt>
                <c:pt idx="357">
                  <c:v>16</c:v>
                </c:pt>
                <c:pt idx="358">
                  <c:v>16</c:v>
                </c:pt>
                <c:pt idx="359">
                  <c:v>16</c:v>
                </c:pt>
                <c:pt idx="360">
                  <c:v>16</c:v>
                </c:pt>
                <c:pt idx="361">
                  <c:v>16</c:v>
                </c:pt>
                <c:pt idx="362">
                  <c:v>16</c:v>
                </c:pt>
                <c:pt idx="363">
                  <c:v>16</c:v>
                </c:pt>
                <c:pt idx="364">
                  <c:v>16</c:v>
                </c:pt>
                <c:pt idx="365">
                  <c:v>16</c:v>
                </c:pt>
                <c:pt idx="366">
                  <c:v>16</c:v>
                </c:pt>
                <c:pt idx="367">
                  <c:v>16</c:v>
                </c:pt>
                <c:pt idx="368">
                  <c:v>16</c:v>
                </c:pt>
                <c:pt idx="369">
                  <c:v>16</c:v>
                </c:pt>
                <c:pt idx="370">
                  <c:v>16</c:v>
                </c:pt>
                <c:pt idx="371">
                  <c:v>16</c:v>
                </c:pt>
                <c:pt idx="372">
                  <c:v>16</c:v>
                </c:pt>
                <c:pt idx="373">
                  <c:v>16</c:v>
                </c:pt>
                <c:pt idx="374">
                  <c:v>16</c:v>
                </c:pt>
                <c:pt idx="375">
                  <c:v>16</c:v>
                </c:pt>
                <c:pt idx="376">
                  <c:v>16</c:v>
                </c:pt>
                <c:pt idx="377">
                  <c:v>16</c:v>
                </c:pt>
                <c:pt idx="378">
                  <c:v>16</c:v>
                </c:pt>
                <c:pt idx="379">
                  <c:v>16</c:v>
                </c:pt>
                <c:pt idx="380">
                  <c:v>16</c:v>
                </c:pt>
                <c:pt idx="381">
                  <c:v>16</c:v>
                </c:pt>
                <c:pt idx="382">
                  <c:v>16</c:v>
                </c:pt>
                <c:pt idx="383">
                  <c:v>16</c:v>
                </c:pt>
                <c:pt idx="384">
                  <c:v>16</c:v>
                </c:pt>
                <c:pt idx="385">
                  <c:v>16</c:v>
                </c:pt>
                <c:pt idx="386">
                  <c:v>16</c:v>
                </c:pt>
                <c:pt idx="387">
                  <c:v>16</c:v>
                </c:pt>
                <c:pt idx="388">
                  <c:v>16</c:v>
                </c:pt>
                <c:pt idx="389">
                  <c:v>16</c:v>
                </c:pt>
                <c:pt idx="390">
                  <c:v>16</c:v>
                </c:pt>
                <c:pt idx="391">
                  <c:v>16</c:v>
                </c:pt>
                <c:pt idx="392">
                  <c:v>16</c:v>
                </c:pt>
                <c:pt idx="393">
                  <c:v>16</c:v>
                </c:pt>
                <c:pt idx="394">
                  <c:v>16</c:v>
                </c:pt>
                <c:pt idx="395">
                  <c:v>16</c:v>
                </c:pt>
                <c:pt idx="396">
                  <c:v>16</c:v>
                </c:pt>
                <c:pt idx="397">
                  <c:v>16</c:v>
                </c:pt>
                <c:pt idx="398">
                  <c:v>16</c:v>
                </c:pt>
                <c:pt idx="399">
                  <c:v>16</c:v>
                </c:pt>
                <c:pt idx="400">
                  <c:v>16</c:v>
                </c:pt>
                <c:pt idx="401">
                  <c:v>16</c:v>
                </c:pt>
                <c:pt idx="402">
                  <c:v>16</c:v>
                </c:pt>
                <c:pt idx="403">
                  <c:v>16</c:v>
                </c:pt>
                <c:pt idx="404">
                  <c:v>16</c:v>
                </c:pt>
                <c:pt idx="405">
                  <c:v>16</c:v>
                </c:pt>
                <c:pt idx="406">
                  <c:v>16</c:v>
                </c:pt>
                <c:pt idx="407">
                  <c:v>16</c:v>
                </c:pt>
                <c:pt idx="408">
                  <c:v>16</c:v>
                </c:pt>
                <c:pt idx="409">
                  <c:v>16</c:v>
                </c:pt>
                <c:pt idx="410">
                  <c:v>16</c:v>
                </c:pt>
                <c:pt idx="411">
                  <c:v>16</c:v>
                </c:pt>
                <c:pt idx="412">
                  <c:v>16</c:v>
                </c:pt>
                <c:pt idx="413">
                  <c:v>16</c:v>
                </c:pt>
                <c:pt idx="414">
                  <c:v>16</c:v>
                </c:pt>
                <c:pt idx="415">
                  <c:v>16</c:v>
                </c:pt>
                <c:pt idx="416">
                  <c:v>16</c:v>
                </c:pt>
                <c:pt idx="417">
                  <c:v>16</c:v>
                </c:pt>
                <c:pt idx="418">
                  <c:v>16</c:v>
                </c:pt>
                <c:pt idx="419">
                  <c:v>16</c:v>
                </c:pt>
                <c:pt idx="420">
                  <c:v>16</c:v>
                </c:pt>
                <c:pt idx="421">
                  <c:v>16</c:v>
                </c:pt>
                <c:pt idx="422">
                  <c:v>16</c:v>
                </c:pt>
                <c:pt idx="423">
                  <c:v>16</c:v>
                </c:pt>
                <c:pt idx="424">
                  <c:v>16</c:v>
                </c:pt>
                <c:pt idx="425">
                  <c:v>16</c:v>
                </c:pt>
                <c:pt idx="426">
                  <c:v>16</c:v>
                </c:pt>
                <c:pt idx="427">
                  <c:v>16</c:v>
                </c:pt>
                <c:pt idx="428">
                  <c:v>16</c:v>
                </c:pt>
                <c:pt idx="429">
                  <c:v>16</c:v>
                </c:pt>
                <c:pt idx="430">
                  <c:v>16</c:v>
                </c:pt>
                <c:pt idx="431">
                  <c:v>16</c:v>
                </c:pt>
                <c:pt idx="432">
                  <c:v>16</c:v>
                </c:pt>
                <c:pt idx="433">
                  <c:v>16</c:v>
                </c:pt>
                <c:pt idx="434">
                  <c:v>16</c:v>
                </c:pt>
                <c:pt idx="435">
                  <c:v>16</c:v>
                </c:pt>
                <c:pt idx="436">
                  <c:v>16</c:v>
                </c:pt>
                <c:pt idx="437">
                  <c:v>16</c:v>
                </c:pt>
                <c:pt idx="438">
                  <c:v>16</c:v>
                </c:pt>
                <c:pt idx="439">
                  <c:v>16</c:v>
                </c:pt>
                <c:pt idx="440">
                  <c:v>16</c:v>
                </c:pt>
                <c:pt idx="441">
                  <c:v>16</c:v>
                </c:pt>
                <c:pt idx="442">
                  <c:v>16</c:v>
                </c:pt>
                <c:pt idx="443">
                  <c:v>16</c:v>
                </c:pt>
                <c:pt idx="444">
                  <c:v>16</c:v>
                </c:pt>
                <c:pt idx="445">
                  <c:v>16</c:v>
                </c:pt>
                <c:pt idx="446">
                  <c:v>16</c:v>
                </c:pt>
                <c:pt idx="447">
                  <c:v>16</c:v>
                </c:pt>
                <c:pt idx="448">
                  <c:v>16</c:v>
                </c:pt>
                <c:pt idx="449">
                  <c:v>16</c:v>
                </c:pt>
                <c:pt idx="450">
                  <c:v>16</c:v>
                </c:pt>
                <c:pt idx="451">
                  <c:v>16</c:v>
                </c:pt>
                <c:pt idx="452">
                  <c:v>16</c:v>
                </c:pt>
                <c:pt idx="453">
                  <c:v>16</c:v>
                </c:pt>
                <c:pt idx="454">
                  <c:v>16</c:v>
                </c:pt>
                <c:pt idx="455">
                  <c:v>16</c:v>
                </c:pt>
              </c:numCache>
            </c:numRef>
          </c:val>
          <c:extLst>
            <c:ext xmlns:c16="http://schemas.microsoft.com/office/drawing/2014/chart" uri="{C3380CC4-5D6E-409C-BE32-E72D297353CC}">
              <c16:uniqueId val="{00000000-BDF1-4F25-9B82-6AE199C542F6}"/>
            </c:ext>
          </c:extLst>
        </c:ser>
        <c:ser>
          <c:idx val="1"/>
          <c:order val="1"/>
          <c:tx>
            <c:v>Cut</c:v>
          </c:tx>
          <c:spPr>
            <a:solidFill>
              <a:srgbClr val="E1FFE1"/>
            </a:solidFill>
            <a:ln>
              <a:noFill/>
            </a:ln>
          </c:spPr>
          <c:cat>
            <c:numRef>
              <c:f>'R2'!$A$2:$A$457</c:f>
              <c:numCache>
                <c:formatCode>yyyy\-mm\-dd</c:formatCode>
                <c:ptCount val="456"/>
                <c:pt idx="0">
                  <c:v>45659</c:v>
                </c:pt>
                <c:pt idx="1">
                  <c:v>45660</c:v>
                </c:pt>
                <c:pt idx="2">
                  <c:v>45663</c:v>
                </c:pt>
                <c:pt idx="3">
                  <c:v>45664</c:v>
                </c:pt>
                <c:pt idx="4">
                  <c:v>45665</c:v>
                </c:pt>
                <c:pt idx="5">
                  <c:v>45666</c:v>
                </c:pt>
                <c:pt idx="6">
                  <c:v>45667</c:v>
                </c:pt>
                <c:pt idx="7">
                  <c:v>45670</c:v>
                </c:pt>
                <c:pt idx="8">
                  <c:v>45671</c:v>
                </c:pt>
                <c:pt idx="9">
                  <c:v>45672</c:v>
                </c:pt>
                <c:pt idx="10">
                  <c:v>45673</c:v>
                </c:pt>
                <c:pt idx="11">
                  <c:v>45674</c:v>
                </c:pt>
                <c:pt idx="12">
                  <c:v>45677</c:v>
                </c:pt>
                <c:pt idx="13">
                  <c:v>45678</c:v>
                </c:pt>
                <c:pt idx="14">
                  <c:v>45679</c:v>
                </c:pt>
                <c:pt idx="15">
                  <c:v>45680</c:v>
                </c:pt>
                <c:pt idx="16">
                  <c:v>45681</c:v>
                </c:pt>
                <c:pt idx="17">
                  <c:v>45684</c:v>
                </c:pt>
                <c:pt idx="18">
                  <c:v>45685</c:v>
                </c:pt>
                <c:pt idx="19">
                  <c:v>45686</c:v>
                </c:pt>
                <c:pt idx="20">
                  <c:v>45687</c:v>
                </c:pt>
                <c:pt idx="21">
                  <c:v>45688</c:v>
                </c:pt>
                <c:pt idx="22">
                  <c:v>45691</c:v>
                </c:pt>
                <c:pt idx="23">
                  <c:v>45692</c:v>
                </c:pt>
                <c:pt idx="24">
                  <c:v>45693</c:v>
                </c:pt>
                <c:pt idx="25">
                  <c:v>45694</c:v>
                </c:pt>
                <c:pt idx="26">
                  <c:v>45695</c:v>
                </c:pt>
                <c:pt idx="27">
                  <c:v>45698</c:v>
                </c:pt>
                <c:pt idx="28">
                  <c:v>45699</c:v>
                </c:pt>
                <c:pt idx="29">
                  <c:v>45700</c:v>
                </c:pt>
                <c:pt idx="30">
                  <c:v>45701</c:v>
                </c:pt>
                <c:pt idx="31">
                  <c:v>45702</c:v>
                </c:pt>
                <c:pt idx="32">
                  <c:v>45705</c:v>
                </c:pt>
                <c:pt idx="33">
                  <c:v>45706</c:v>
                </c:pt>
                <c:pt idx="34">
                  <c:v>45707</c:v>
                </c:pt>
                <c:pt idx="35">
                  <c:v>45708</c:v>
                </c:pt>
                <c:pt idx="36">
                  <c:v>45709</c:v>
                </c:pt>
                <c:pt idx="37">
                  <c:v>45712</c:v>
                </c:pt>
                <c:pt idx="38">
                  <c:v>45713</c:v>
                </c:pt>
                <c:pt idx="39">
                  <c:v>45714</c:v>
                </c:pt>
                <c:pt idx="40">
                  <c:v>45715</c:v>
                </c:pt>
                <c:pt idx="41">
                  <c:v>45716</c:v>
                </c:pt>
                <c:pt idx="42">
                  <c:v>45721</c:v>
                </c:pt>
                <c:pt idx="43">
                  <c:v>45722</c:v>
                </c:pt>
                <c:pt idx="44">
                  <c:v>45723</c:v>
                </c:pt>
                <c:pt idx="45">
                  <c:v>45726</c:v>
                </c:pt>
                <c:pt idx="46">
                  <c:v>45727</c:v>
                </c:pt>
                <c:pt idx="47">
                  <c:v>45728</c:v>
                </c:pt>
                <c:pt idx="48">
                  <c:v>45729</c:v>
                </c:pt>
                <c:pt idx="49">
                  <c:v>45730</c:v>
                </c:pt>
                <c:pt idx="50">
                  <c:v>45733</c:v>
                </c:pt>
                <c:pt idx="51">
                  <c:v>45734</c:v>
                </c:pt>
                <c:pt idx="52">
                  <c:v>45735</c:v>
                </c:pt>
                <c:pt idx="53">
                  <c:v>45736</c:v>
                </c:pt>
                <c:pt idx="54">
                  <c:v>45737</c:v>
                </c:pt>
                <c:pt idx="55">
                  <c:v>45740</c:v>
                </c:pt>
                <c:pt idx="56">
                  <c:v>45741</c:v>
                </c:pt>
                <c:pt idx="57">
                  <c:v>45742</c:v>
                </c:pt>
                <c:pt idx="58">
                  <c:v>45743</c:v>
                </c:pt>
                <c:pt idx="59">
                  <c:v>45744</c:v>
                </c:pt>
                <c:pt idx="60">
                  <c:v>45747</c:v>
                </c:pt>
                <c:pt idx="61">
                  <c:v>45748</c:v>
                </c:pt>
                <c:pt idx="62">
                  <c:v>45749</c:v>
                </c:pt>
                <c:pt idx="63">
                  <c:v>45750</c:v>
                </c:pt>
                <c:pt idx="64">
                  <c:v>45751</c:v>
                </c:pt>
                <c:pt idx="65">
                  <c:v>45754</c:v>
                </c:pt>
                <c:pt idx="66">
                  <c:v>45755</c:v>
                </c:pt>
                <c:pt idx="67">
                  <c:v>45756</c:v>
                </c:pt>
                <c:pt idx="68">
                  <c:v>45757</c:v>
                </c:pt>
                <c:pt idx="69">
                  <c:v>45758</c:v>
                </c:pt>
                <c:pt idx="70">
                  <c:v>45761</c:v>
                </c:pt>
                <c:pt idx="71">
                  <c:v>45762</c:v>
                </c:pt>
                <c:pt idx="72">
                  <c:v>45763</c:v>
                </c:pt>
                <c:pt idx="73">
                  <c:v>45764</c:v>
                </c:pt>
                <c:pt idx="74">
                  <c:v>45769</c:v>
                </c:pt>
                <c:pt idx="75">
                  <c:v>45770</c:v>
                </c:pt>
                <c:pt idx="76">
                  <c:v>45771</c:v>
                </c:pt>
                <c:pt idx="77">
                  <c:v>45772</c:v>
                </c:pt>
                <c:pt idx="78">
                  <c:v>45775</c:v>
                </c:pt>
                <c:pt idx="79">
                  <c:v>45776</c:v>
                </c:pt>
                <c:pt idx="80">
                  <c:v>45777</c:v>
                </c:pt>
                <c:pt idx="81">
                  <c:v>45779</c:v>
                </c:pt>
                <c:pt idx="82">
                  <c:v>45782</c:v>
                </c:pt>
                <c:pt idx="83">
                  <c:v>45783</c:v>
                </c:pt>
                <c:pt idx="84">
                  <c:v>45784</c:v>
                </c:pt>
                <c:pt idx="85">
                  <c:v>45785</c:v>
                </c:pt>
                <c:pt idx="86">
                  <c:v>45786</c:v>
                </c:pt>
                <c:pt idx="87">
                  <c:v>45789</c:v>
                </c:pt>
                <c:pt idx="88">
                  <c:v>45790</c:v>
                </c:pt>
                <c:pt idx="89">
                  <c:v>45791</c:v>
                </c:pt>
                <c:pt idx="90">
                  <c:v>45792</c:v>
                </c:pt>
                <c:pt idx="91">
                  <c:v>45793</c:v>
                </c:pt>
                <c:pt idx="92">
                  <c:v>45796</c:v>
                </c:pt>
                <c:pt idx="93">
                  <c:v>45797</c:v>
                </c:pt>
                <c:pt idx="94">
                  <c:v>45798</c:v>
                </c:pt>
                <c:pt idx="95">
                  <c:v>45799</c:v>
                </c:pt>
                <c:pt idx="96">
                  <c:v>45800</c:v>
                </c:pt>
                <c:pt idx="97">
                  <c:v>45803</c:v>
                </c:pt>
                <c:pt idx="98">
                  <c:v>45804</c:v>
                </c:pt>
                <c:pt idx="99">
                  <c:v>45805</c:v>
                </c:pt>
                <c:pt idx="100">
                  <c:v>45806</c:v>
                </c:pt>
                <c:pt idx="101">
                  <c:v>45807</c:v>
                </c:pt>
                <c:pt idx="102">
                  <c:v>45810</c:v>
                </c:pt>
                <c:pt idx="103">
                  <c:v>45811</c:v>
                </c:pt>
                <c:pt idx="104">
                  <c:v>45812</c:v>
                </c:pt>
                <c:pt idx="105">
                  <c:v>45813</c:v>
                </c:pt>
                <c:pt idx="106">
                  <c:v>45814</c:v>
                </c:pt>
                <c:pt idx="107">
                  <c:v>45817</c:v>
                </c:pt>
                <c:pt idx="108">
                  <c:v>45818</c:v>
                </c:pt>
                <c:pt idx="109">
                  <c:v>45819</c:v>
                </c:pt>
                <c:pt idx="110">
                  <c:v>45820</c:v>
                </c:pt>
                <c:pt idx="111">
                  <c:v>45821</c:v>
                </c:pt>
                <c:pt idx="112">
                  <c:v>45824</c:v>
                </c:pt>
                <c:pt idx="113">
                  <c:v>45825</c:v>
                </c:pt>
                <c:pt idx="114">
                  <c:v>45826</c:v>
                </c:pt>
                <c:pt idx="115">
                  <c:v>45828</c:v>
                </c:pt>
                <c:pt idx="116">
                  <c:v>45831</c:v>
                </c:pt>
                <c:pt idx="117">
                  <c:v>45832</c:v>
                </c:pt>
                <c:pt idx="118">
                  <c:v>45833</c:v>
                </c:pt>
                <c:pt idx="119">
                  <c:v>45834</c:v>
                </c:pt>
                <c:pt idx="120">
                  <c:v>45835</c:v>
                </c:pt>
                <c:pt idx="121">
                  <c:v>45838</c:v>
                </c:pt>
                <c:pt idx="122">
                  <c:v>45839</c:v>
                </c:pt>
                <c:pt idx="123">
                  <c:v>45840</c:v>
                </c:pt>
                <c:pt idx="124">
                  <c:v>45841</c:v>
                </c:pt>
                <c:pt idx="125">
                  <c:v>45842</c:v>
                </c:pt>
                <c:pt idx="126">
                  <c:v>45845</c:v>
                </c:pt>
                <c:pt idx="127">
                  <c:v>45846</c:v>
                </c:pt>
                <c:pt idx="128">
                  <c:v>45847</c:v>
                </c:pt>
                <c:pt idx="129">
                  <c:v>45848</c:v>
                </c:pt>
                <c:pt idx="130">
                  <c:v>45849</c:v>
                </c:pt>
                <c:pt idx="131">
                  <c:v>45852</c:v>
                </c:pt>
                <c:pt idx="132">
                  <c:v>45853</c:v>
                </c:pt>
                <c:pt idx="133">
                  <c:v>45854</c:v>
                </c:pt>
                <c:pt idx="134">
                  <c:v>45855</c:v>
                </c:pt>
                <c:pt idx="135">
                  <c:v>45856</c:v>
                </c:pt>
                <c:pt idx="136">
                  <c:v>45859</c:v>
                </c:pt>
                <c:pt idx="137">
                  <c:v>45860</c:v>
                </c:pt>
                <c:pt idx="138">
                  <c:v>45861</c:v>
                </c:pt>
                <c:pt idx="139">
                  <c:v>45862</c:v>
                </c:pt>
                <c:pt idx="140">
                  <c:v>45863</c:v>
                </c:pt>
                <c:pt idx="141">
                  <c:v>45866</c:v>
                </c:pt>
                <c:pt idx="142">
                  <c:v>45867</c:v>
                </c:pt>
                <c:pt idx="143">
                  <c:v>45868</c:v>
                </c:pt>
                <c:pt idx="144">
                  <c:v>45869</c:v>
                </c:pt>
                <c:pt idx="145">
                  <c:v>45870</c:v>
                </c:pt>
                <c:pt idx="146">
                  <c:v>45873</c:v>
                </c:pt>
                <c:pt idx="147">
                  <c:v>45874</c:v>
                </c:pt>
                <c:pt idx="148">
                  <c:v>45875</c:v>
                </c:pt>
                <c:pt idx="149">
                  <c:v>45876</c:v>
                </c:pt>
                <c:pt idx="150">
                  <c:v>45877</c:v>
                </c:pt>
                <c:pt idx="151">
                  <c:v>45880</c:v>
                </c:pt>
                <c:pt idx="152">
                  <c:v>45881</c:v>
                </c:pt>
                <c:pt idx="153">
                  <c:v>45882</c:v>
                </c:pt>
                <c:pt idx="154">
                  <c:v>45883</c:v>
                </c:pt>
                <c:pt idx="155">
                  <c:v>45884</c:v>
                </c:pt>
                <c:pt idx="156">
                  <c:v>45887</c:v>
                </c:pt>
                <c:pt idx="157">
                  <c:v>45888</c:v>
                </c:pt>
                <c:pt idx="158">
                  <c:v>45889</c:v>
                </c:pt>
                <c:pt idx="159">
                  <c:v>45890</c:v>
                </c:pt>
                <c:pt idx="160">
                  <c:v>45891</c:v>
                </c:pt>
                <c:pt idx="161">
                  <c:v>45894</c:v>
                </c:pt>
                <c:pt idx="162">
                  <c:v>45895</c:v>
                </c:pt>
                <c:pt idx="163">
                  <c:v>45896</c:v>
                </c:pt>
                <c:pt idx="164">
                  <c:v>45897</c:v>
                </c:pt>
                <c:pt idx="165">
                  <c:v>45898</c:v>
                </c:pt>
                <c:pt idx="166">
                  <c:v>45901</c:v>
                </c:pt>
                <c:pt idx="167">
                  <c:v>45902</c:v>
                </c:pt>
                <c:pt idx="168">
                  <c:v>45903</c:v>
                </c:pt>
                <c:pt idx="169">
                  <c:v>45904</c:v>
                </c:pt>
                <c:pt idx="170">
                  <c:v>45905</c:v>
                </c:pt>
                <c:pt idx="171">
                  <c:v>45908</c:v>
                </c:pt>
                <c:pt idx="172">
                  <c:v>45909</c:v>
                </c:pt>
                <c:pt idx="173">
                  <c:v>45910</c:v>
                </c:pt>
                <c:pt idx="174">
                  <c:v>45911</c:v>
                </c:pt>
                <c:pt idx="175">
                  <c:v>45912</c:v>
                </c:pt>
                <c:pt idx="176">
                  <c:v>45915</c:v>
                </c:pt>
                <c:pt idx="177">
                  <c:v>45916</c:v>
                </c:pt>
                <c:pt idx="178">
                  <c:v>45917</c:v>
                </c:pt>
                <c:pt idx="179">
                  <c:v>45918</c:v>
                </c:pt>
                <c:pt idx="180">
                  <c:v>45919</c:v>
                </c:pt>
                <c:pt idx="181">
                  <c:v>45922</c:v>
                </c:pt>
                <c:pt idx="182">
                  <c:v>45923</c:v>
                </c:pt>
                <c:pt idx="183">
                  <c:v>45924</c:v>
                </c:pt>
                <c:pt idx="184">
                  <c:v>45925</c:v>
                </c:pt>
                <c:pt idx="185">
                  <c:v>45926</c:v>
                </c:pt>
                <c:pt idx="186">
                  <c:v>45929</c:v>
                </c:pt>
                <c:pt idx="187">
                  <c:v>45930</c:v>
                </c:pt>
                <c:pt idx="188">
                  <c:v>45931</c:v>
                </c:pt>
                <c:pt idx="189">
                  <c:v>45932</c:v>
                </c:pt>
                <c:pt idx="190">
                  <c:v>45933</c:v>
                </c:pt>
                <c:pt idx="191">
                  <c:v>45936</c:v>
                </c:pt>
                <c:pt idx="192">
                  <c:v>45937</c:v>
                </c:pt>
                <c:pt idx="193">
                  <c:v>45938</c:v>
                </c:pt>
                <c:pt idx="194">
                  <c:v>45939</c:v>
                </c:pt>
                <c:pt idx="195">
                  <c:v>45940</c:v>
                </c:pt>
                <c:pt idx="196">
                  <c:v>45943</c:v>
                </c:pt>
                <c:pt idx="197">
                  <c:v>45944</c:v>
                </c:pt>
                <c:pt idx="198">
                  <c:v>45945</c:v>
                </c:pt>
                <c:pt idx="199">
                  <c:v>45946</c:v>
                </c:pt>
                <c:pt idx="200">
                  <c:v>45947</c:v>
                </c:pt>
                <c:pt idx="201">
                  <c:v>45950</c:v>
                </c:pt>
                <c:pt idx="202">
                  <c:v>45951</c:v>
                </c:pt>
                <c:pt idx="203">
                  <c:v>45952</c:v>
                </c:pt>
                <c:pt idx="204">
                  <c:v>45953</c:v>
                </c:pt>
                <c:pt idx="205">
                  <c:v>45954</c:v>
                </c:pt>
                <c:pt idx="206">
                  <c:v>45957</c:v>
                </c:pt>
                <c:pt idx="207">
                  <c:v>45958</c:v>
                </c:pt>
                <c:pt idx="208">
                  <c:v>45959</c:v>
                </c:pt>
                <c:pt idx="209">
                  <c:v>45960</c:v>
                </c:pt>
                <c:pt idx="210">
                  <c:v>45961</c:v>
                </c:pt>
                <c:pt idx="211">
                  <c:v>45964</c:v>
                </c:pt>
                <c:pt idx="212">
                  <c:v>45965</c:v>
                </c:pt>
                <c:pt idx="213">
                  <c:v>45966</c:v>
                </c:pt>
                <c:pt idx="214">
                  <c:v>45967</c:v>
                </c:pt>
                <c:pt idx="215">
                  <c:v>45968</c:v>
                </c:pt>
                <c:pt idx="216">
                  <c:v>45971</c:v>
                </c:pt>
                <c:pt idx="217">
                  <c:v>45972</c:v>
                </c:pt>
                <c:pt idx="218">
                  <c:v>45973</c:v>
                </c:pt>
                <c:pt idx="219">
                  <c:v>45974</c:v>
                </c:pt>
                <c:pt idx="220">
                  <c:v>45975</c:v>
                </c:pt>
                <c:pt idx="221">
                  <c:v>45978</c:v>
                </c:pt>
                <c:pt idx="222">
                  <c:v>45979</c:v>
                </c:pt>
                <c:pt idx="223">
                  <c:v>45980</c:v>
                </c:pt>
                <c:pt idx="224">
                  <c:v>45982</c:v>
                </c:pt>
                <c:pt idx="225">
                  <c:v>45985</c:v>
                </c:pt>
                <c:pt idx="226">
                  <c:v>45986</c:v>
                </c:pt>
                <c:pt idx="227">
                  <c:v>45987</c:v>
                </c:pt>
                <c:pt idx="228">
                  <c:v>45988</c:v>
                </c:pt>
                <c:pt idx="229">
                  <c:v>45989</c:v>
                </c:pt>
                <c:pt idx="230">
                  <c:v>45992</c:v>
                </c:pt>
                <c:pt idx="231">
                  <c:v>45993</c:v>
                </c:pt>
                <c:pt idx="232">
                  <c:v>45994</c:v>
                </c:pt>
                <c:pt idx="233">
                  <c:v>45995</c:v>
                </c:pt>
                <c:pt idx="234">
                  <c:v>45996</c:v>
                </c:pt>
                <c:pt idx="235">
                  <c:v>45999</c:v>
                </c:pt>
                <c:pt idx="236">
                  <c:v>46000</c:v>
                </c:pt>
                <c:pt idx="237">
                  <c:v>46001</c:v>
                </c:pt>
                <c:pt idx="238">
                  <c:v>46002</c:v>
                </c:pt>
                <c:pt idx="239">
                  <c:v>46003</c:v>
                </c:pt>
                <c:pt idx="240">
                  <c:v>46006</c:v>
                </c:pt>
                <c:pt idx="241">
                  <c:v>46007</c:v>
                </c:pt>
                <c:pt idx="242">
                  <c:v>46008</c:v>
                </c:pt>
                <c:pt idx="243">
                  <c:v>46009</c:v>
                </c:pt>
                <c:pt idx="244">
                  <c:v>46010</c:v>
                </c:pt>
                <c:pt idx="245">
                  <c:v>46013</c:v>
                </c:pt>
                <c:pt idx="246">
                  <c:v>46014</c:v>
                </c:pt>
                <c:pt idx="247">
                  <c:v>46017</c:v>
                </c:pt>
                <c:pt idx="248">
                  <c:v>46020</c:v>
                </c:pt>
                <c:pt idx="249">
                  <c:v>46021</c:v>
                </c:pt>
                <c:pt idx="250">
                  <c:v>46024</c:v>
                </c:pt>
                <c:pt idx="251">
                  <c:v>46027</c:v>
                </c:pt>
                <c:pt idx="252">
                  <c:v>46028</c:v>
                </c:pt>
                <c:pt idx="253">
                  <c:v>46029</c:v>
                </c:pt>
                <c:pt idx="254">
                  <c:v>46030</c:v>
                </c:pt>
                <c:pt idx="255">
                  <c:v>46031</c:v>
                </c:pt>
                <c:pt idx="256">
                  <c:v>46034</c:v>
                </c:pt>
                <c:pt idx="257">
                  <c:v>46035</c:v>
                </c:pt>
                <c:pt idx="258">
                  <c:v>46036</c:v>
                </c:pt>
                <c:pt idx="259">
                  <c:v>46037</c:v>
                </c:pt>
                <c:pt idx="260">
                  <c:v>46038</c:v>
                </c:pt>
                <c:pt idx="261">
                  <c:v>46041</c:v>
                </c:pt>
                <c:pt idx="262">
                  <c:v>46042</c:v>
                </c:pt>
                <c:pt idx="263">
                  <c:v>46043</c:v>
                </c:pt>
                <c:pt idx="264">
                  <c:v>46044</c:v>
                </c:pt>
                <c:pt idx="265">
                  <c:v>46045</c:v>
                </c:pt>
                <c:pt idx="266">
                  <c:v>46048</c:v>
                </c:pt>
                <c:pt idx="267">
                  <c:v>46049</c:v>
                </c:pt>
                <c:pt idx="268">
                  <c:v>46050</c:v>
                </c:pt>
                <c:pt idx="269">
                  <c:v>46051</c:v>
                </c:pt>
                <c:pt idx="270">
                  <c:v>46052</c:v>
                </c:pt>
                <c:pt idx="271">
                  <c:v>46055</c:v>
                </c:pt>
                <c:pt idx="272">
                  <c:v>46056</c:v>
                </c:pt>
                <c:pt idx="273">
                  <c:v>46057</c:v>
                </c:pt>
                <c:pt idx="274">
                  <c:v>46058</c:v>
                </c:pt>
                <c:pt idx="275">
                  <c:v>46059</c:v>
                </c:pt>
                <c:pt idx="276">
                  <c:v>46062</c:v>
                </c:pt>
                <c:pt idx="277">
                  <c:v>46063</c:v>
                </c:pt>
                <c:pt idx="278">
                  <c:v>46064</c:v>
                </c:pt>
                <c:pt idx="279">
                  <c:v>46065</c:v>
                </c:pt>
                <c:pt idx="280">
                  <c:v>46066</c:v>
                </c:pt>
                <c:pt idx="281">
                  <c:v>46071</c:v>
                </c:pt>
                <c:pt idx="282">
                  <c:v>46072</c:v>
                </c:pt>
                <c:pt idx="283">
                  <c:v>46073</c:v>
                </c:pt>
                <c:pt idx="284">
                  <c:v>46076</c:v>
                </c:pt>
                <c:pt idx="285">
                  <c:v>46077</c:v>
                </c:pt>
                <c:pt idx="286">
                  <c:v>46078</c:v>
                </c:pt>
                <c:pt idx="287">
                  <c:v>46079</c:v>
                </c:pt>
                <c:pt idx="288">
                  <c:v>46080</c:v>
                </c:pt>
                <c:pt idx="289">
                  <c:v>46083</c:v>
                </c:pt>
                <c:pt idx="290">
                  <c:v>46084</c:v>
                </c:pt>
                <c:pt idx="291">
                  <c:v>46085</c:v>
                </c:pt>
                <c:pt idx="292">
                  <c:v>46086</c:v>
                </c:pt>
                <c:pt idx="293">
                  <c:v>46087</c:v>
                </c:pt>
                <c:pt idx="294">
                  <c:v>46090</c:v>
                </c:pt>
                <c:pt idx="295">
                  <c:v>46091</c:v>
                </c:pt>
                <c:pt idx="296">
                  <c:v>46092</c:v>
                </c:pt>
                <c:pt idx="297">
                  <c:v>46093</c:v>
                </c:pt>
                <c:pt idx="298">
                  <c:v>46094</c:v>
                </c:pt>
                <c:pt idx="299">
                  <c:v>46097</c:v>
                </c:pt>
                <c:pt idx="300">
                  <c:v>46098</c:v>
                </c:pt>
                <c:pt idx="301">
                  <c:v>46099</c:v>
                </c:pt>
                <c:pt idx="302">
                  <c:v>46100</c:v>
                </c:pt>
                <c:pt idx="303">
                  <c:v>46101</c:v>
                </c:pt>
                <c:pt idx="304">
                  <c:v>46104</c:v>
                </c:pt>
                <c:pt idx="305">
                  <c:v>46105</c:v>
                </c:pt>
                <c:pt idx="306">
                  <c:v>46106</c:v>
                </c:pt>
                <c:pt idx="307">
                  <c:v>46107</c:v>
                </c:pt>
                <c:pt idx="308">
                  <c:v>46108</c:v>
                </c:pt>
                <c:pt idx="309">
                  <c:v>46111</c:v>
                </c:pt>
                <c:pt idx="310">
                  <c:v>46112</c:v>
                </c:pt>
                <c:pt idx="311">
                  <c:v>46113</c:v>
                </c:pt>
                <c:pt idx="312">
                  <c:v>46114</c:v>
                </c:pt>
                <c:pt idx="313">
                  <c:v>46118</c:v>
                </c:pt>
                <c:pt idx="314">
                  <c:v>46119</c:v>
                </c:pt>
                <c:pt idx="315">
                  <c:v>46120</c:v>
                </c:pt>
                <c:pt idx="316">
                  <c:v>46121</c:v>
                </c:pt>
                <c:pt idx="317">
                  <c:v>46122</c:v>
                </c:pt>
                <c:pt idx="318">
                  <c:v>46125</c:v>
                </c:pt>
                <c:pt idx="319">
                  <c:v>46126</c:v>
                </c:pt>
                <c:pt idx="320">
                  <c:v>46127</c:v>
                </c:pt>
                <c:pt idx="321">
                  <c:v>46128</c:v>
                </c:pt>
                <c:pt idx="322">
                  <c:v>46129</c:v>
                </c:pt>
                <c:pt idx="323">
                  <c:v>46132</c:v>
                </c:pt>
                <c:pt idx="324">
                  <c:v>46133</c:v>
                </c:pt>
                <c:pt idx="325">
                  <c:v>46134</c:v>
                </c:pt>
                <c:pt idx="326">
                  <c:v>46135</c:v>
                </c:pt>
                <c:pt idx="327">
                  <c:v>46136</c:v>
                </c:pt>
                <c:pt idx="328">
                  <c:v>46139</c:v>
                </c:pt>
                <c:pt idx="329">
                  <c:v>46140</c:v>
                </c:pt>
                <c:pt idx="330">
                  <c:v>46141</c:v>
                </c:pt>
                <c:pt idx="331">
                  <c:v>46142</c:v>
                </c:pt>
                <c:pt idx="332">
                  <c:v>46143</c:v>
                </c:pt>
                <c:pt idx="333">
                  <c:v>46146</c:v>
                </c:pt>
                <c:pt idx="334">
                  <c:v>46147</c:v>
                </c:pt>
                <c:pt idx="335">
                  <c:v>46148</c:v>
                </c:pt>
                <c:pt idx="336">
                  <c:v>46149</c:v>
                </c:pt>
                <c:pt idx="337">
                  <c:v>46150</c:v>
                </c:pt>
                <c:pt idx="338">
                  <c:v>46153</c:v>
                </c:pt>
                <c:pt idx="339">
                  <c:v>46154</c:v>
                </c:pt>
                <c:pt idx="340">
                  <c:v>46155</c:v>
                </c:pt>
                <c:pt idx="341">
                  <c:v>46156</c:v>
                </c:pt>
                <c:pt idx="342">
                  <c:v>46157</c:v>
                </c:pt>
                <c:pt idx="343">
                  <c:v>46160</c:v>
                </c:pt>
                <c:pt idx="344">
                  <c:v>46161</c:v>
                </c:pt>
                <c:pt idx="345">
                  <c:v>46162</c:v>
                </c:pt>
                <c:pt idx="346">
                  <c:v>46163</c:v>
                </c:pt>
                <c:pt idx="347">
                  <c:v>46164</c:v>
                </c:pt>
                <c:pt idx="348">
                  <c:v>46167</c:v>
                </c:pt>
                <c:pt idx="349">
                  <c:v>46168</c:v>
                </c:pt>
                <c:pt idx="350">
                  <c:v>46169</c:v>
                </c:pt>
                <c:pt idx="351">
                  <c:v>46170</c:v>
                </c:pt>
                <c:pt idx="352">
                  <c:v>46171</c:v>
                </c:pt>
                <c:pt idx="353">
                  <c:v>46174</c:v>
                </c:pt>
                <c:pt idx="354">
                  <c:v>46175</c:v>
                </c:pt>
                <c:pt idx="355">
                  <c:v>46176</c:v>
                </c:pt>
                <c:pt idx="356">
                  <c:v>46177</c:v>
                </c:pt>
                <c:pt idx="357">
                  <c:v>46178</c:v>
                </c:pt>
                <c:pt idx="358">
                  <c:v>46181</c:v>
                </c:pt>
                <c:pt idx="359">
                  <c:v>46182</c:v>
                </c:pt>
                <c:pt idx="360">
                  <c:v>46183</c:v>
                </c:pt>
                <c:pt idx="361">
                  <c:v>46184</c:v>
                </c:pt>
                <c:pt idx="362">
                  <c:v>46185</c:v>
                </c:pt>
                <c:pt idx="363">
                  <c:v>46188</c:v>
                </c:pt>
                <c:pt idx="364">
                  <c:v>46189</c:v>
                </c:pt>
                <c:pt idx="365">
                  <c:v>46190</c:v>
                </c:pt>
                <c:pt idx="366">
                  <c:v>46191</c:v>
                </c:pt>
                <c:pt idx="367">
                  <c:v>46192</c:v>
                </c:pt>
                <c:pt idx="368">
                  <c:v>46195</c:v>
                </c:pt>
                <c:pt idx="369">
                  <c:v>46196</c:v>
                </c:pt>
                <c:pt idx="370">
                  <c:v>46197</c:v>
                </c:pt>
                <c:pt idx="371">
                  <c:v>46198</c:v>
                </c:pt>
                <c:pt idx="372">
                  <c:v>46199</c:v>
                </c:pt>
                <c:pt idx="373">
                  <c:v>46202</c:v>
                </c:pt>
                <c:pt idx="374">
                  <c:v>46203</c:v>
                </c:pt>
                <c:pt idx="375">
                  <c:v>46204</c:v>
                </c:pt>
                <c:pt idx="376">
                  <c:v>46205</c:v>
                </c:pt>
                <c:pt idx="377">
                  <c:v>46206</c:v>
                </c:pt>
                <c:pt idx="378">
                  <c:v>46209</c:v>
                </c:pt>
                <c:pt idx="379">
                  <c:v>46210</c:v>
                </c:pt>
                <c:pt idx="380">
                  <c:v>46211</c:v>
                </c:pt>
                <c:pt idx="381">
                  <c:v>46212</c:v>
                </c:pt>
                <c:pt idx="382">
                  <c:v>46213</c:v>
                </c:pt>
                <c:pt idx="383">
                  <c:v>46216</c:v>
                </c:pt>
                <c:pt idx="384">
                  <c:v>46217</c:v>
                </c:pt>
                <c:pt idx="385">
                  <c:v>46218</c:v>
                </c:pt>
                <c:pt idx="386">
                  <c:v>46219</c:v>
                </c:pt>
                <c:pt idx="387">
                  <c:v>46220</c:v>
                </c:pt>
                <c:pt idx="388">
                  <c:v>46223</c:v>
                </c:pt>
                <c:pt idx="389">
                  <c:v>46224</c:v>
                </c:pt>
                <c:pt idx="390">
                  <c:v>46225</c:v>
                </c:pt>
                <c:pt idx="391">
                  <c:v>46226</c:v>
                </c:pt>
                <c:pt idx="392">
                  <c:v>46227</c:v>
                </c:pt>
                <c:pt idx="393">
                  <c:v>46230</c:v>
                </c:pt>
                <c:pt idx="394">
                  <c:v>46231</c:v>
                </c:pt>
                <c:pt idx="395">
                  <c:v>46232</c:v>
                </c:pt>
                <c:pt idx="396">
                  <c:v>46233</c:v>
                </c:pt>
                <c:pt idx="397">
                  <c:v>46234</c:v>
                </c:pt>
                <c:pt idx="398">
                  <c:v>46237</c:v>
                </c:pt>
                <c:pt idx="399">
                  <c:v>46238</c:v>
                </c:pt>
                <c:pt idx="400">
                  <c:v>46239</c:v>
                </c:pt>
                <c:pt idx="401">
                  <c:v>46240</c:v>
                </c:pt>
                <c:pt idx="402">
                  <c:v>46241</c:v>
                </c:pt>
                <c:pt idx="403">
                  <c:v>46244</c:v>
                </c:pt>
                <c:pt idx="404">
                  <c:v>46245</c:v>
                </c:pt>
                <c:pt idx="405">
                  <c:v>46246</c:v>
                </c:pt>
                <c:pt idx="406">
                  <c:v>46247</c:v>
                </c:pt>
                <c:pt idx="407">
                  <c:v>46248</c:v>
                </c:pt>
                <c:pt idx="408">
                  <c:v>46251</c:v>
                </c:pt>
                <c:pt idx="409">
                  <c:v>46252</c:v>
                </c:pt>
                <c:pt idx="410">
                  <c:v>46253</c:v>
                </c:pt>
                <c:pt idx="411">
                  <c:v>46254</c:v>
                </c:pt>
                <c:pt idx="412">
                  <c:v>46255</c:v>
                </c:pt>
                <c:pt idx="413">
                  <c:v>46258</c:v>
                </c:pt>
                <c:pt idx="414">
                  <c:v>46259</c:v>
                </c:pt>
                <c:pt idx="415">
                  <c:v>46260</c:v>
                </c:pt>
                <c:pt idx="416">
                  <c:v>46261</c:v>
                </c:pt>
                <c:pt idx="417">
                  <c:v>46262</c:v>
                </c:pt>
                <c:pt idx="418">
                  <c:v>46265</c:v>
                </c:pt>
                <c:pt idx="419">
                  <c:v>46266</c:v>
                </c:pt>
                <c:pt idx="420">
                  <c:v>46267</c:v>
                </c:pt>
                <c:pt idx="421">
                  <c:v>46268</c:v>
                </c:pt>
                <c:pt idx="422">
                  <c:v>46269</c:v>
                </c:pt>
                <c:pt idx="423">
                  <c:v>46273</c:v>
                </c:pt>
                <c:pt idx="424">
                  <c:v>46274</c:v>
                </c:pt>
                <c:pt idx="425">
                  <c:v>46275</c:v>
                </c:pt>
                <c:pt idx="426">
                  <c:v>46276</c:v>
                </c:pt>
                <c:pt idx="427">
                  <c:v>46279</c:v>
                </c:pt>
                <c:pt idx="428">
                  <c:v>46280</c:v>
                </c:pt>
                <c:pt idx="429">
                  <c:v>46281</c:v>
                </c:pt>
                <c:pt idx="430">
                  <c:v>46282</c:v>
                </c:pt>
                <c:pt idx="431">
                  <c:v>46283</c:v>
                </c:pt>
                <c:pt idx="432">
                  <c:v>46286</c:v>
                </c:pt>
                <c:pt idx="433">
                  <c:v>46287</c:v>
                </c:pt>
                <c:pt idx="434">
                  <c:v>46288</c:v>
                </c:pt>
                <c:pt idx="435">
                  <c:v>46289</c:v>
                </c:pt>
                <c:pt idx="436">
                  <c:v>46290</c:v>
                </c:pt>
                <c:pt idx="437">
                  <c:v>46293</c:v>
                </c:pt>
                <c:pt idx="438">
                  <c:v>46294</c:v>
                </c:pt>
                <c:pt idx="439">
                  <c:v>46295</c:v>
                </c:pt>
                <c:pt idx="440">
                  <c:v>46296</c:v>
                </c:pt>
                <c:pt idx="441">
                  <c:v>46297</c:v>
                </c:pt>
                <c:pt idx="442">
                  <c:v>46300</c:v>
                </c:pt>
                <c:pt idx="443">
                  <c:v>46301</c:v>
                </c:pt>
                <c:pt idx="444">
                  <c:v>46302</c:v>
                </c:pt>
                <c:pt idx="445">
                  <c:v>46303</c:v>
                </c:pt>
                <c:pt idx="446">
                  <c:v>46304</c:v>
                </c:pt>
                <c:pt idx="447">
                  <c:v>46308</c:v>
                </c:pt>
                <c:pt idx="448">
                  <c:v>46309</c:v>
                </c:pt>
                <c:pt idx="449">
                  <c:v>46310</c:v>
                </c:pt>
                <c:pt idx="450">
                  <c:v>46311</c:v>
                </c:pt>
                <c:pt idx="451">
                  <c:v>46314</c:v>
                </c:pt>
                <c:pt idx="452">
                  <c:v>46315</c:v>
                </c:pt>
                <c:pt idx="453">
                  <c:v>46316</c:v>
                </c:pt>
                <c:pt idx="454">
                  <c:v>46317</c:v>
                </c:pt>
                <c:pt idx="455">
                  <c:v>46321</c:v>
                </c:pt>
              </c:numCache>
            </c:numRef>
          </c:cat>
          <c:val>
            <c:numRef>
              <c:f>'R2'!$C$2:$C$457</c:f>
              <c:numCache>
                <c:formatCode>General</c:formatCode>
                <c:ptCount val="4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16</c:v>
                </c:pt>
                <c:pt idx="85">
                  <c:v>16</c:v>
                </c:pt>
                <c:pt idx="86">
                  <c:v>16</c:v>
                </c:pt>
                <c:pt idx="87">
                  <c:v>16</c:v>
                </c:pt>
                <c:pt idx="88">
                  <c:v>16</c:v>
                </c:pt>
                <c:pt idx="89">
                  <c:v>16</c:v>
                </c:pt>
                <c:pt idx="90">
                  <c:v>16</c:v>
                </c:pt>
                <c:pt idx="91">
                  <c:v>16</c:v>
                </c:pt>
                <c:pt idx="92">
                  <c:v>16</c:v>
                </c:pt>
                <c:pt idx="93">
                  <c:v>16</c:v>
                </c:pt>
                <c:pt idx="94">
                  <c:v>16</c:v>
                </c:pt>
                <c:pt idx="95">
                  <c:v>16</c:v>
                </c:pt>
                <c:pt idx="96">
                  <c:v>16</c:v>
                </c:pt>
                <c:pt idx="97">
                  <c:v>16</c:v>
                </c:pt>
                <c:pt idx="98">
                  <c:v>16</c:v>
                </c:pt>
                <c:pt idx="99">
                  <c:v>16</c:v>
                </c:pt>
                <c:pt idx="100">
                  <c:v>16</c:v>
                </c:pt>
                <c:pt idx="101">
                  <c:v>16</c:v>
                </c:pt>
                <c:pt idx="102">
                  <c:v>16</c:v>
                </c:pt>
                <c:pt idx="103">
                  <c:v>16</c:v>
                </c:pt>
                <c:pt idx="104">
                  <c:v>16</c:v>
                </c:pt>
                <c:pt idx="105">
                  <c:v>16</c:v>
                </c:pt>
                <c:pt idx="106">
                  <c:v>16</c:v>
                </c:pt>
                <c:pt idx="107">
                  <c:v>16</c:v>
                </c:pt>
                <c:pt idx="108">
                  <c:v>16</c:v>
                </c:pt>
                <c:pt idx="109">
                  <c:v>16</c:v>
                </c:pt>
                <c:pt idx="110">
                  <c:v>16</c:v>
                </c:pt>
                <c:pt idx="111">
                  <c:v>16</c:v>
                </c:pt>
                <c:pt idx="112">
                  <c:v>16</c:v>
                </c:pt>
                <c:pt idx="113">
                  <c:v>16</c:v>
                </c:pt>
                <c:pt idx="114">
                  <c:v>16</c:v>
                </c:pt>
                <c:pt idx="115">
                  <c:v>16</c:v>
                </c:pt>
                <c:pt idx="116">
                  <c:v>16</c:v>
                </c:pt>
                <c:pt idx="117">
                  <c:v>16</c:v>
                </c:pt>
                <c:pt idx="118">
                  <c:v>16</c:v>
                </c:pt>
                <c:pt idx="119">
                  <c:v>16</c:v>
                </c:pt>
                <c:pt idx="120">
                  <c:v>16</c:v>
                </c:pt>
                <c:pt idx="121">
                  <c:v>16</c:v>
                </c:pt>
                <c:pt idx="122">
                  <c:v>16</c:v>
                </c:pt>
                <c:pt idx="123">
                  <c:v>16</c:v>
                </c:pt>
                <c:pt idx="124">
                  <c:v>16</c:v>
                </c:pt>
                <c:pt idx="125">
                  <c:v>16</c:v>
                </c:pt>
                <c:pt idx="126">
                  <c:v>16</c:v>
                </c:pt>
                <c:pt idx="127">
                  <c:v>16</c:v>
                </c:pt>
                <c:pt idx="128">
                  <c:v>16</c:v>
                </c:pt>
                <c:pt idx="129">
                  <c:v>16</c:v>
                </c:pt>
                <c:pt idx="130">
                  <c:v>16</c:v>
                </c:pt>
                <c:pt idx="131">
                  <c:v>16</c:v>
                </c:pt>
                <c:pt idx="132">
                  <c:v>16</c:v>
                </c:pt>
                <c:pt idx="133">
                  <c:v>16</c:v>
                </c:pt>
                <c:pt idx="134">
                  <c:v>16</c:v>
                </c:pt>
                <c:pt idx="135">
                  <c:v>16</c:v>
                </c:pt>
                <c:pt idx="136">
                  <c:v>16</c:v>
                </c:pt>
                <c:pt idx="137">
                  <c:v>16</c:v>
                </c:pt>
                <c:pt idx="138">
                  <c:v>16</c:v>
                </c:pt>
                <c:pt idx="139">
                  <c:v>16</c:v>
                </c:pt>
                <c:pt idx="140">
                  <c:v>16</c:v>
                </c:pt>
                <c:pt idx="141">
                  <c:v>16</c:v>
                </c:pt>
                <c:pt idx="142">
                  <c:v>16</c:v>
                </c:pt>
                <c:pt idx="143">
                  <c:v>16</c:v>
                </c:pt>
                <c:pt idx="144">
                  <c:v>16</c:v>
                </c:pt>
                <c:pt idx="145">
                  <c:v>16</c:v>
                </c:pt>
                <c:pt idx="146">
                  <c:v>16</c:v>
                </c:pt>
                <c:pt idx="147">
                  <c:v>16</c:v>
                </c:pt>
                <c:pt idx="148">
                  <c:v>16</c:v>
                </c:pt>
                <c:pt idx="149">
                  <c:v>16</c:v>
                </c:pt>
                <c:pt idx="150">
                  <c:v>16</c:v>
                </c:pt>
                <c:pt idx="151">
                  <c:v>16</c:v>
                </c:pt>
                <c:pt idx="152">
                  <c:v>16</c:v>
                </c:pt>
                <c:pt idx="153">
                  <c:v>16</c:v>
                </c:pt>
                <c:pt idx="154">
                  <c:v>16</c:v>
                </c:pt>
                <c:pt idx="155">
                  <c:v>16</c:v>
                </c:pt>
                <c:pt idx="156">
                  <c:v>16</c:v>
                </c:pt>
                <c:pt idx="157">
                  <c:v>16</c:v>
                </c:pt>
                <c:pt idx="158">
                  <c:v>16</c:v>
                </c:pt>
                <c:pt idx="159">
                  <c:v>16</c:v>
                </c:pt>
                <c:pt idx="160">
                  <c:v>16</c:v>
                </c:pt>
                <c:pt idx="161">
                  <c:v>16</c:v>
                </c:pt>
                <c:pt idx="162">
                  <c:v>16</c:v>
                </c:pt>
                <c:pt idx="163">
                  <c:v>16</c:v>
                </c:pt>
                <c:pt idx="164">
                  <c:v>16</c:v>
                </c:pt>
                <c:pt idx="165">
                  <c:v>16</c:v>
                </c:pt>
                <c:pt idx="166">
                  <c:v>16</c:v>
                </c:pt>
                <c:pt idx="167">
                  <c:v>16</c:v>
                </c:pt>
                <c:pt idx="168">
                  <c:v>16</c:v>
                </c:pt>
                <c:pt idx="169">
                  <c:v>16</c:v>
                </c:pt>
                <c:pt idx="170">
                  <c:v>16</c:v>
                </c:pt>
                <c:pt idx="171">
                  <c:v>16</c:v>
                </c:pt>
                <c:pt idx="172">
                  <c:v>16</c:v>
                </c:pt>
                <c:pt idx="173">
                  <c:v>16</c:v>
                </c:pt>
                <c:pt idx="174">
                  <c:v>16</c:v>
                </c:pt>
                <c:pt idx="175">
                  <c:v>16</c:v>
                </c:pt>
                <c:pt idx="176">
                  <c:v>16</c:v>
                </c:pt>
                <c:pt idx="177">
                  <c:v>16</c:v>
                </c:pt>
                <c:pt idx="178">
                  <c:v>16</c:v>
                </c:pt>
                <c:pt idx="179">
                  <c:v>16</c:v>
                </c:pt>
                <c:pt idx="180">
                  <c:v>16</c:v>
                </c:pt>
                <c:pt idx="181">
                  <c:v>16</c:v>
                </c:pt>
                <c:pt idx="182">
                  <c:v>16</c:v>
                </c:pt>
                <c:pt idx="183">
                  <c:v>16</c:v>
                </c:pt>
                <c:pt idx="184">
                  <c:v>16</c:v>
                </c:pt>
                <c:pt idx="185">
                  <c:v>16</c:v>
                </c:pt>
                <c:pt idx="186">
                  <c:v>16</c:v>
                </c:pt>
                <c:pt idx="187">
                  <c:v>16</c:v>
                </c:pt>
                <c:pt idx="188">
                  <c:v>16</c:v>
                </c:pt>
                <c:pt idx="189">
                  <c:v>16</c:v>
                </c:pt>
                <c:pt idx="190">
                  <c:v>16</c:v>
                </c:pt>
                <c:pt idx="191">
                  <c:v>16</c:v>
                </c:pt>
                <c:pt idx="192">
                  <c:v>16</c:v>
                </c:pt>
                <c:pt idx="193">
                  <c:v>16</c:v>
                </c:pt>
                <c:pt idx="194">
                  <c:v>16</c:v>
                </c:pt>
                <c:pt idx="195">
                  <c:v>16</c:v>
                </c:pt>
                <c:pt idx="196">
                  <c:v>16</c:v>
                </c:pt>
                <c:pt idx="197">
                  <c:v>16</c:v>
                </c:pt>
                <c:pt idx="198">
                  <c:v>16</c:v>
                </c:pt>
                <c:pt idx="199">
                  <c:v>16</c:v>
                </c:pt>
                <c:pt idx="200">
                  <c:v>16</c:v>
                </c:pt>
                <c:pt idx="201">
                  <c:v>16</c:v>
                </c:pt>
                <c:pt idx="202">
                  <c:v>16</c:v>
                </c:pt>
                <c:pt idx="203">
                  <c:v>16</c:v>
                </c:pt>
                <c:pt idx="204">
                  <c:v>16</c:v>
                </c:pt>
                <c:pt idx="205">
                  <c:v>16</c:v>
                </c:pt>
                <c:pt idx="206">
                  <c:v>16</c:v>
                </c:pt>
                <c:pt idx="207">
                  <c:v>16</c:v>
                </c:pt>
                <c:pt idx="208">
                  <c:v>16</c:v>
                </c:pt>
                <c:pt idx="209">
                  <c:v>16</c:v>
                </c:pt>
                <c:pt idx="210">
                  <c:v>16</c:v>
                </c:pt>
                <c:pt idx="211">
                  <c:v>16</c:v>
                </c:pt>
                <c:pt idx="212">
                  <c:v>16</c:v>
                </c:pt>
                <c:pt idx="213">
                  <c:v>16</c:v>
                </c:pt>
                <c:pt idx="214">
                  <c:v>16</c:v>
                </c:pt>
                <c:pt idx="215">
                  <c:v>16</c:v>
                </c:pt>
                <c:pt idx="216">
                  <c:v>16</c:v>
                </c:pt>
                <c:pt idx="217">
                  <c:v>16</c:v>
                </c:pt>
                <c:pt idx="218">
                  <c:v>16</c:v>
                </c:pt>
                <c:pt idx="219">
                  <c:v>16</c:v>
                </c:pt>
                <c:pt idx="220">
                  <c:v>16</c:v>
                </c:pt>
                <c:pt idx="221">
                  <c:v>16</c:v>
                </c:pt>
                <c:pt idx="222">
                  <c:v>16</c:v>
                </c:pt>
                <c:pt idx="223">
                  <c:v>16</c:v>
                </c:pt>
                <c:pt idx="224">
                  <c:v>16</c:v>
                </c:pt>
                <c:pt idx="225">
                  <c:v>16</c:v>
                </c:pt>
                <c:pt idx="226">
                  <c:v>16</c:v>
                </c:pt>
                <c:pt idx="227">
                  <c:v>16</c:v>
                </c:pt>
                <c:pt idx="228">
                  <c:v>16</c:v>
                </c:pt>
                <c:pt idx="229">
                  <c:v>16</c:v>
                </c:pt>
                <c:pt idx="230">
                  <c:v>16</c:v>
                </c:pt>
                <c:pt idx="231">
                  <c:v>16</c:v>
                </c:pt>
                <c:pt idx="232">
                  <c:v>16</c:v>
                </c:pt>
                <c:pt idx="233">
                  <c:v>16</c:v>
                </c:pt>
                <c:pt idx="234">
                  <c:v>16</c:v>
                </c:pt>
                <c:pt idx="235">
                  <c:v>16</c:v>
                </c:pt>
                <c:pt idx="236">
                  <c:v>16</c:v>
                </c:pt>
                <c:pt idx="237">
                  <c:v>16</c:v>
                </c:pt>
                <c:pt idx="238">
                  <c:v>16</c:v>
                </c:pt>
                <c:pt idx="239">
                  <c:v>16</c:v>
                </c:pt>
                <c:pt idx="240">
                  <c:v>16</c:v>
                </c:pt>
                <c:pt idx="241">
                  <c:v>16</c:v>
                </c:pt>
                <c:pt idx="242">
                  <c:v>16</c:v>
                </c:pt>
                <c:pt idx="243">
                  <c:v>16</c:v>
                </c:pt>
                <c:pt idx="244">
                  <c:v>16</c:v>
                </c:pt>
                <c:pt idx="245">
                  <c:v>16</c:v>
                </c:pt>
                <c:pt idx="246">
                  <c:v>16</c:v>
                </c:pt>
                <c:pt idx="247">
                  <c:v>16</c:v>
                </c:pt>
                <c:pt idx="248">
                  <c:v>16</c:v>
                </c:pt>
                <c:pt idx="249">
                  <c:v>16</c:v>
                </c:pt>
                <c:pt idx="250">
                  <c:v>16</c:v>
                </c:pt>
                <c:pt idx="251">
                  <c:v>16</c:v>
                </c:pt>
                <c:pt idx="252">
                  <c:v>16</c:v>
                </c:pt>
                <c:pt idx="253">
                  <c:v>16</c:v>
                </c:pt>
                <c:pt idx="254">
                  <c:v>16</c:v>
                </c:pt>
                <c:pt idx="255">
                  <c:v>16</c:v>
                </c:pt>
                <c:pt idx="256">
                  <c:v>16</c:v>
                </c:pt>
                <c:pt idx="257">
                  <c:v>16</c:v>
                </c:pt>
                <c:pt idx="258">
                  <c:v>16</c:v>
                </c:pt>
                <c:pt idx="259">
                  <c:v>16</c:v>
                </c:pt>
                <c:pt idx="260">
                  <c:v>16</c:v>
                </c:pt>
                <c:pt idx="261">
                  <c:v>16</c:v>
                </c:pt>
                <c:pt idx="262">
                  <c:v>16</c:v>
                </c:pt>
                <c:pt idx="263">
                  <c:v>16</c:v>
                </c:pt>
                <c:pt idx="264">
                  <c:v>16</c:v>
                </c:pt>
                <c:pt idx="265">
                  <c:v>16</c:v>
                </c:pt>
                <c:pt idx="266">
                  <c:v>16</c:v>
                </c:pt>
                <c:pt idx="267">
                  <c:v>16</c:v>
                </c:pt>
                <c:pt idx="268">
                  <c:v>16</c:v>
                </c:pt>
                <c:pt idx="269">
                  <c:v>16</c:v>
                </c:pt>
                <c:pt idx="270">
                  <c:v>16</c:v>
                </c:pt>
                <c:pt idx="271">
                  <c:v>16</c:v>
                </c:pt>
                <c:pt idx="272">
                  <c:v>16</c:v>
                </c:pt>
                <c:pt idx="273">
                  <c:v>16</c:v>
                </c:pt>
                <c:pt idx="274">
                  <c:v>16</c:v>
                </c:pt>
                <c:pt idx="275">
                  <c:v>16</c:v>
                </c:pt>
                <c:pt idx="276">
                  <c:v>16</c:v>
                </c:pt>
                <c:pt idx="277">
                  <c:v>16</c:v>
                </c:pt>
                <c:pt idx="278">
                  <c:v>16</c:v>
                </c:pt>
                <c:pt idx="279">
                  <c:v>16</c:v>
                </c:pt>
                <c:pt idx="280">
                  <c:v>16</c:v>
                </c:pt>
                <c:pt idx="281">
                  <c:v>16</c:v>
                </c:pt>
                <c:pt idx="282">
                  <c:v>16</c:v>
                </c:pt>
                <c:pt idx="283">
                  <c:v>16</c:v>
                </c:pt>
                <c:pt idx="284">
                  <c:v>16</c:v>
                </c:pt>
                <c:pt idx="285">
                  <c:v>16</c:v>
                </c:pt>
                <c:pt idx="286">
                  <c:v>16</c:v>
                </c:pt>
                <c:pt idx="287">
                  <c:v>16</c:v>
                </c:pt>
                <c:pt idx="288">
                  <c:v>16</c:v>
                </c:pt>
                <c:pt idx="289">
                  <c:v>16</c:v>
                </c:pt>
                <c:pt idx="290">
                  <c:v>16</c:v>
                </c:pt>
                <c:pt idx="291">
                  <c:v>16</c:v>
                </c:pt>
                <c:pt idx="292">
                  <c:v>16</c:v>
                </c:pt>
                <c:pt idx="293">
                  <c:v>16</c:v>
                </c:pt>
                <c:pt idx="294">
                  <c:v>16</c:v>
                </c:pt>
                <c:pt idx="295">
                  <c:v>16</c:v>
                </c:pt>
                <c:pt idx="296">
                  <c:v>16</c:v>
                </c:pt>
                <c:pt idx="297">
                  <c:v>16</c:v>
                </c:pt>
                <c:pt idx="298">
                  <c:v>16</c:v>
                </c:pt>
                <c:pt idx="299">
                  <c:v>16</c:v>
                </c:pt>
                <c:pt idx="300">
                  <c:v>16</c:v>
                </c:pt>
                <c:pt idx="301">
                  <c:v>16</c:v>
                </c:pt>
                <c:pt idx="302">
                  <c:v>16</c:v>
                </c:pt>
                <c:pt idx="303">
                  <c:v>16</c:v>
                </c:pt>
                <c:pt idx="304">
                  <c:v>16</c:v>
                </c:pt>
                <c:pt idx="305">
                  <c:v>16</c:v>
                </c:pt>
                <c:pt idx="306">
                  <c:v>16</c:v>
                </c:pt>
                <c:pt idx="307">
                  <c:v>16</c:v>
                </c:pt>
                <c:pt idx="308">
                  <c:v>16</c:v>
                </c:pt>
                <c:pt idx="309">
                  <c:v>16</c:v>
                </c:pt>
                <c:pt idx="310">
                  <c:v>16</c:v>
                </c:pt>
                <c:pt idx="311">
                  <c:v>16</c:v>
                </c:pt>
                <c:pt idx="312">
                  <c:v>16</c:v>
                </c:pt>
                <c:pt idx="313">
                  <c:v>16</c:v>
                </c:pt>
                <c:pt idx="314">
                  <c:v>16</c:v>
                </c:pt>
                <c:pt idx="315">
                  <c:v>16</c:v>
                </c:pt>
                <c:pt idx="316">
                  <c:v>16</c:v>
                </c:pt>
                <c:pt idx="317">
                  <c:v>16</c:v>
                </c:pt>
                <c:pt idx="318">
                  <c:v>16</c:v>
                </c:pt>
                <c:pt idx="319">
                  <c:v>16</c:v>
                </c:pt>
                <c:pt idx="320">
                  <c:v>16</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numCache>
            </c:numRef>
          </c:val>
          <c:extLst>
            <c:ext xmlns:c16="http://schemas.microsoft.com/office/drawing/2014/chart" uri="{C3380CC4-5D6E-409C-BE32-E72D297353CC}">
              <c16:uniqueId val="{00000001-BDF1-4F25-9B82-6AE199C542F6}"/>
            </c:ext>
          </c:extLst>
        </c:ser>
        <c:dLbls>
          <c:showLegendKey val="0"/>
          <c:showVal val="0"/>
          <c:showCatName val="0"/>
          <c:showSerName val="0"/>
          <c:showPercent val="0"/>
          <c:showBubbleSize val="0"/>
        </c:dLbls>
        <c:axId val="50020001"/>
        <c:axId val="50020002"/>
      </c:areaChart>
      <c:lineChart>
        <c:grouping val="standard"/>
        <c:varyColors val="0"/>
        <c:ser>
          <c:idx val="2"/>
          <c:order val="2"/>
          <c:tx>
            <c:v>360d Swap Pré-DI</c:v>
          </c:tx>
          <c:spPr>
            <a:ln w="28575">
              <a:solidFill>
                <a:srgbClr val="1F2F44"/>
              </a:solidFill>
            </a:ln>
          </c:spPr>
          <c:marker>
            <c:symbol val="none"/>
          </c:marker>
          <c:cat>
            <c:numRef>
              <c:f>'R2'!$A$2:$A$457</c:f>
              <c:numCache>
                <c:formatCode>yyyy\-mm\-dd</c:formatCode>
                <c:ptCount val="456"/>
                <c:pt idx="0">
                  <c:v>45659</c:v>
                </c:pt>
                <c:pt idx="1">
                  <c:v>45660</c:v>
                </c:pt>
                <c:pt idx="2">
                  <c:v>45663</c:v>
                </c:pt>
                <c:pt idx="3">
                  <c:v>45664</c:v>
                </c:pt>
                <c:pt idx="4">
                  <c:v>45665</c:v>
                </c:pt>
                <c:pt idx="5">
                  <c:v>45666</c:v>
                </c:pt>
                <c:pt idx="6">
                  <c:v>45667</c:v>
                </c:pt>
                <c:pt idx="7">
                  <c:v>45670</c:v>
                </c:pt>
                <c:pt idx="8">
                  <c:v>45671</c:v>
                </c:pt>
                <c:pt idx="9">
                  <c:v>45672</c:v>
                </c:pt>
                <c:pt idx="10">
                  <c:v>45673</c:v>
                </c:pt>
                <c:pt idx="11">
                  <c:v>45674</c:v>
                </c:pt>
                <c:pt idx="12">
                  <c:v>45677</c:v>
                </c:pt>
                <c:pt idx="13">
                  <c:v>45678</c:v>
                </c:pt>
                <c:pt idx="14">
                  <c:v>45679</c:v>
                </c:pt>
                <c:pt idx="15">
                  <c:v>45680</c:v>
                </c:pt>
                <c:pt idx="16">
                  <c:v>45681</c:v>
                </c:pt>
                <c:pt idx="17">
                  <c:v>45684</c:v>
                </c:pt>
                <c:pt idx="18">
                  <c:v>45685</c:v>
                </c:pt>
                <c:pt idx="19">
                  <c:v>45686</c:v>
                </c:pt>
                <c:pt idx="20">
                  <c:v>45687</c:v>
                </c:pt>
                <c:pt idx="21">
                  <c:v>45688</c:v>
                </c:pt>
                <c:pt idx="22">
                  <c:v>45691</c:v>
                </c:pt>
                <c:pt idx="23">
                  <c:v>45692</c:v>
                </c:pt>
                <c:pt idx="24">
                  <c:v>45693</c:v>
                </c:pt>
                <c:pt idx="25">
                  <c:v>45694</c:v>
                </c:pt>
                <c:pt idx="26">
                  <c:v>45695</c:v>
                </c:pt>
                <c:pt idx="27">
                  <c:v>45698</c:v>
                </c:pt>
                <c:pt idx="28">
                  <c:v>45699</c:v>
                </c:pt>
                <c:pt idx="29">
                  <c:v>45700</c:v>
                </c:pt>
                <c:pt idx="30">
                  <c:v>45701</c:v>
                </c:pt>
                <c:pt idx="31">
                  <c:v>45702</c:v>
                </c:pt>
                <c:pt idx="32">
                  <c:v>45705</c:v>
                </c:pt>
                <c:pt idx="33">
                  <c:v>45706</c:v>
                </c:pt>
                <c:pt idx="34">
                  <c:v>45707</c:v>
                </c:pt>
                <c:pt idx="35">
                  <c:v>45708</c:v>
                </c:pt>
                <c:pt idx="36">
                  <c:v>45709</c:v>
                </c:pt>
                <c:pt idx="37">
                  <c:v>45712</c:v>
                </c:pt>
                <c:pt idx="38">
                  <c:v>45713</c:v>
                </c:pt>
                <c:pt idx="39">
                  <c:v>45714</c:v>
                </c:pt>
                <c:pt idx="40">
                  <c:v>45715</c:v>
                </c:pt>
                <c:pt idx="41">
                  <c:v>45716</c:v>
                </c:pt>
                <c:pt idx="42">
                  <c:v>45721</c:v>
                </c:pt>
                <c:pt idx="43">
                  <c:v>45722</c:v>
                </c:pt>
                <c:pt idx="44">
                  <c:v>45723</c:v>
                </c:pt>
                <c:pt idx="45">
                  <c:v>45726</c:v>
                </c:pt>
                <c:pt idx="46">
                  <c:v>45727</c:v>
                </c:pt>
                <c:pt idx="47">
                  <c:v>45728</c:v>
                </c:pt>
                <c:pt idx="48">
                  <c:v>45729</c:v>
                </c:pt>
                <c:pt idx="49">
                  <c:v>45730</c:v>
                </c:pt>
                <c:pt idx="50">
                  <c:v>45733</c:v>
                </c:pt>
                <c:pt idx="51">
                  <c:v>45734</c:v>
                </c:pt>
                <c:pt idx="52">
                  <c:v>45735</c:v>
                </c:pt>
                <c:pt idx="53">
                  <c:v>45736</c:v>
                </c:pt>
                <c:pt idx="54">
                  <c:v>45737</c:v>
                </c:pt>
                <c:pt idx="55">
                  <c:v>45740</c:v>
                </c:pt>
                <c:pt idx="56">
                  <c:v>45741</c:v>
                </c:pt>
                <c:pt idx="57">
                  <c:v>45742</c:v>
                </c:pt>
                <c:pt idx="58">
                  <c:v>45743</c:v>
                </c:pt>
                <c:pt idx="59">
                  <c:v>45744</c:v>
                </c:pt>
                <c:pt idx="60">
                  <c:v>45747</c:v>
                </c:pt>
                <c:pt idx="61">
                  <c:v>45748</c:v>
                </c:pt>
                <c:pt idx="62">
                  <c:v>45749</c:v>
                </c:pt>
                <c:pt idx="63">
                  <c:v>45750</c:v>
                </c:pt>
                <c:pt idx="64">
                  <c:v>45751</c:v>
                </c:pt>
                <c:pt idx="65">
                  <c:v>45754</c:v>
                </c:pt>
                <c:pt idx="66">
                  <c:v>45755</c:v>
                </c:pt>
                <c:pt idx="67">
                  <c:v>45756</c:v>
                </c:pt>
                <c:pt idx="68">
                  <c:v>45757</c:v>
                </c:pt>
                <c:pt idx="69">
                  <c:v>45758</c:v>
                </c:pt>
                <c:pt idx="70">
                  <c:v>45761</c:v>
                </c:pt>
                <c:pt idx="71">
                  <c:v>45762</c:v>
                </c:pt>
                <c:pt idx="72">
                  <c:v>45763</c:v>
                </c:pt>
                <c:pt idx="73">
                  <c:v>45764</c:v>
                </c:pt>
                <c:pt idx="74">
                  <c:v>45769</c:v>
                </c:pt>
                <c:pt idx="75">
                  <c:v>45770</c:v>
                </c:pt>
                <c:pt idx="76">
                  <c:v>45771</c:v>
                </c:pt>
                <c:pt idx="77">
                  <c:v>45772</c:v>
                </c:pt>
                <c:pt idx="78">
                  <c:v>45775</c:v>
                </c:pt>
                <c:pt idx="79">
                  <c:v>45776</c:v>
                </c:pt>
                <c:pt idx="80">
                  <c:v>45777</c:v>
                </c:pt>
                <c:pt idx="81">
                  <c:v>45779</c:v>
                </c:pt>
                <c:pt idx="82">
                  <c:v>45782</c:v>
                </c:pt>
                <c:pt idx="83">
                  <c:v>45783</c:v>
                </c:pt>
                <c:pt idx="84">
                  <c:v>45784</c:v>
                </c:pt>
                <c:pt idx="85">
                  <c:v>45785</c:v>
                </c:pt>
                <c:pt idx="86">
                  <c:v>45786</c:v>
                </c:pt>
                <c:pt idx="87">
                  <c:v>45789</c:v>
                </c:pt>
                <c:pt idx="88">
                  <c:v>45790</c:v>
                </c:pt>
                <c:pt idx="89">
                  <c:v>45791</c:v>
                </c:pt>
                <c:pt idx="90">
                  <c:v>45792</c:v>
                </c:pt>
                <c:pt idx="91">
                  <c:v>45793</c:v>
                </c:pt>
                <c:pt idx="92">
                  <c:v>45796</c:v>
                </c:pt>
                <c:pt idx="93">
                  <c:v>45797</c:v>
                </c:pt>
                <c:pt idx="94">
                  <c:v>45798</c:v>
                </c:pt>
                <c:pt idx="95">
                  <c:v>45799</c:v>
                </c:pt>
                <c:pt idx="96">
                  <c:v>45800</c:v>
                </c:pt>
                <c:pt idx="97">
                  <c:v>45803</c:v>
                </c:pt>
                <c:pt idx="98">
                  <c:v>45804</c:v>
                </c:pt>
                <c:pt idx="99">
                  <c:v>45805</c:v>
                </c:pt>
                <c:pt idx="100">
                  <c:v>45806</c:v>
                </c:pt>
                <c:pt idx="101">
                  <c:v>45807</c:v>
                </c:pt>
                <c:pt idx="102">
                  <c:v>45810</c:v>
                </c:pt>
                <c:pt idx="103">
                  <c:v>45811</c:v>
                </c:pt>
                <c:pt idx="104">
                  <c:v>45812</c:v>
                </c:pt>
                <c:pt idx="105">
                  <c:v>45813</c:v>
                </c:pt>
                <c:pt idx="106">
                  <c:v>45814</c:v>
                </c:pt>
                <c:pt idx="107">
                  <c:v>45817</c:v>
                </c:pt>
                <c:pt idx="108">
                  <c:v>45818</c:v>
                </c:pt>
                <c:pt idx="109">
                  <c:v>45819</c:v>
                </c:pt>
                <c:pt idx="110">
                  <c:v>45820</c:v>
                </c:pt>
                <c:pt idx="111">
                  <c:v>45821</c:v>
                </c:pt>
                <c:pt idx="112">
                  <c:v>45824</c:v>
                </c:pt>
                <c:pt idx="113">
                  <c:v>45825</c:v>
                </c:pt>
                <c:pt idx="114">
                  <c:v>45826</c:v>
                </c:pt>
                <c:pt idx="115">
                  <c:v>45828</c:v>
                </c:pt>
                <c:pt idx="116">
                  <c:v>45831</c:v>
                </c:pt>
                <c:pt idx="117">
                  <c:v>45832</c:v>
                </c:pt>
                <c:pt idx="118">
                  <c:v>45833</c:v>
                </c:pt>
                <c:pt idx="119">
                  <c:v>45834</c:v>
                </c:pt>
                <c:pt idx="120">
                  <c:v>45835</c:v>
                </c:pt>
                <c:pt idx="121">
                  <c:v>45838</c:v>
                </c:pt>
                <c:pt idx="122">
                  <c:v>45839</c:v>
                </c:pt>
                <c:pt idx="123">
                  <c:v>45840</c:v>
                </c:pt>
                <c:pt idx="124">
                  <c:v>45841</c:v>
                </c:pt>
                <c:pt idx="125">
                  <c:v>45842</c:v>
                </c:pt>
                <c:pt idx="126">
                  <c:v>45845</c:v>
                </c:pt>
                <c:pt idx="127">
                  <c:v>45846</c:v>
                </c:pt>
                <c:pt idx="128">
                  <c:v>45847</c:v>
                </c:pt>
                <c:pt idx="129">
                  <c:v>45848</c:v>
                </c:pt>
                <c:pt idx="130">
                  <c:v>45849</c:v>
                </c:pt>
                <c:pt idx="131">
                  <c:v>45852</c:v>
                </c:pt>
                <c:pt idx="132">
                  <c:v>45853</c:v>
                </c:pt>
                <c:pt idx="133">
                  <c:v>45854</c:v>
                </c:pt>
                <c:pt idx="134">
                  <c:v>45855</c:v>
                </c:pt>
                <c:pt idx="135">
                  <c:v>45856</c:v>
                </c:pt>
                <c:pt idx="136">
                  <c:v>45859</c:v>
                </c:pt>
                <c:pt idx="137">
                  <c:v>45860</c:v>
                </c:pt>
                <c:pt idx="138">
                  <c:v>45861</c:v>
                </c:pt>
                <c:pt idx="139">
                  <c:v>45862</c:v>
                </c:pt>
                <c:pt idx="140">
                  <c:v>45863</c:v>
                </c:pt>
                <c:pt idx="141">
                  <c:v>45866</c:v>
                </c:pt>
                <c:pt idx="142">
                  <c:v>45867</c:v>
                </c:pt>
                <c:pt idx="143">
                  <c:v>45868</c:v>
                </c:pt>
                <c:pt idx="144">
                  <c:v>45869</c:v>
                </c:pt>
                <c:pt idx="145">
                  <c:v>45870</c:v>
                </c:pt>
                <c:pt idx="146">
                  <c:v>45873</c:v>
                </c:pt>
                <c:pt idx="147">
                  <c:v>45874</c:v>
                </c:pt>
                <c:pt idx="148">
                  <c:v>45875</c:v>
                </c:pt>
                <c:pt idx="149">
                  <c:v>45876</c:v>
                </c:pt>
                <c:pt idx="150">
                  <c:v>45877</c:v>
                </c:pt>
                <c:pt idx="151">
                  <c:v>45880</c:v>
                </c:pt>
                <c:pt idx="152">
                  <c:v>45881</c:v>
                </c:pt>
                <c:pt idx="153">
                  <c:v>45882</c:v>
                </c:pt>
                <c:pt idx="154">
                  <c:v>45883</c:v>
                </c:pt>
                <c:pt idx="155">
                  <c:v>45884</c:v>
                </c:pt>
                <c:pt idx="156">
                  <c:v>45887</c:v>
                </c:pt>
                <c:pt idx="157">
                  <c:v>45888</c:v>
                </c:pt>
                <c:pt idx="158">
                  <c:v>45889</c:v>
                </c:pt>
                <c:pt idx="159">
                  <c:v>45890</c:v>
                </c:pt>
                <c:pt idx="160">
                  <c:v>45891</c:v>
                </c:pt>
                <c:pt idx="161">
                  <c:v>45894</c:v>
                </c:pt>
                <c:pt idx="162">
                  <c:v>45895</c:v>
                </c:pt>
                <c:pt idx="163">
                  <c:v>45896</c:v>
                </c:pt>
                <c:pt idx="164">
                  <c:v>45897</c:v>
                </c:pt>
                <c:pt idx="165">
                  <c:v>45898</c:v>
                </c:pt>
                <c:pt idx="166">
                  <c:v>45901</c:v>
                </c:pt>
                <c:pt idx="167">
                  <c:v>45902</c:v>
                </c:pt>
                <c:pt idx="168">
                  <c:v>45903</c:v>
                </c:pt>
                <c:pt idx="169">
                  <c:v>45904</c:v>
                </c:pt>
                <c:pt idx="170">
                  <c:v>45905</c:v>
                </c:pt>
                <c:pt idx="171">
                  <c:v>45908</c:v>
                </c:pt>
                <c:pt idx="172">
                  <c:v>45909</c:v>
                </c:pt>
                <c:pt idx="173">
                  <c:v>45910</c:v>
                </c:pt>
                <c:pt idx="174">
                  <c:v>45911</c:v>
                </c:pt>
                <c:pt idx="175">
                  <c:v>45912</c:v>
                </c:pt>
                <c:pt idx="176">
                  <c:v>45915</c:v>
                </c:pt>
                <c:pt idx="177">
                  <c:v>45916</c:v>
                </c:pt>
                <c:pt idx="178">
                  <c:v>45917</c:v>
                </c:pt>
                <c:pt idx="179">
                  <c:v>45918</c:v>
                </c:pt>
                <c:pt idx="180">
                  <c:v>45919</c:v>
                </c:pt>
                <c:pt idx="181">
                  <c:v>45922</c:v>
                </c:pt>
                <c:pt idx="182">
                  <c:v>45923</c:v>
                </c:pt>
                <c:pt idx="183">
                  <c:v>45924</c:v>
                </c:pt>
                <c:pt idx="184">
                  <c:v>45925</c:v>
                </c:pt>
                <c:pt idx="185">
                  <c:v>45926</c:v>
                </c:pt>
                <c:pt idx="186">
                  <c:v>45929</c:v>
                </c:pt>
                <c:pt idx="187">
                  <c:v>45930</c:v>
                </c:pt>
                <c:pt idx="188">
                  <c:v>45931</c:v>
                </c:pt>
                <c:pt idx="189">
                  <c:v>45932</c:v>
                </c:pt>
                <c:pt idx="190">
                  <c:v>45933</c:v>
                </c:pt>
                <c:pt idx="191">
                  <c:v>45936</c:v>
                </c:pt>
                <c:pt idx="192">
                  <c:v>45937</c:v>
                </c:pt>
                <c:pt idx="193">
                  <c:v>45938</c:v>
                </c:pt>
                <c:pt idx="194">
                  <c:v>45939</c:v>
                </c:pt>
                <c:pt idx="195">
                  <c:v>45940</c:v>
                </c:pt>
                <c:pt idx="196">
                  <c:v>45943</c:v>
                </c:pt>
                <c:pt idx="197">
                  <c:v>45944</c:v>
                </c:pt>
                <c:pt idx="198">
                  <c:v>45945</c:v>
                </c:pt>
                <c:pt idx="199">
                  <c:v>45946</c:v>
                </c:pt>
                <c:pt idx="200">
                  <c:v>45947</c:v>
                </c:pt>
                <c:pt idx="201">
                  <c:v>45950</c:v>
                </c:pt>
                <c:pt idx="202">
                  <c:v>45951</c:v>
                </c:pt>
                <c:pt idx="203">
                  <c:v>45952</c:v>
                </c:pt>
                <c:pt idx="204">
                  <c:v>45953</c:v>
                </c:pt>
                <c:pt idx="205">
                  <c:v>45954</c:v>
                </c:pt>
                <c:pt idx="206">
                  <c:v>45957</c:v>
                </c:pt>
                <c:pt idx="207">
                  <c:v>45958</c:v>
                </c:pt>
                <c:pt idx="208">
                  <c:v>45959</c:v>
                </c:pt>
                <c:pt idx="209">
                  <c:v>45960</c:v>
                </c:pt>
                <c:pt idx="210">
                  <c:v>45961</c:v>
                </c:pt>
                <c:pt idx="211">
                  <c:v>45964</c:v>
                </c:pt>
                <c:pt idx="212">
                  <c:v>45965</c:v>
                </c:pt>
                <c:pt idx="213">
                  <c:v>45966</c:v>
                </c:pt>
                <c:pt idx="214">
                  <c:v>45967</c:v>
                </c:pt>
                <c:pt idx="215">
                  <c:v>45968</c:v>
                </c:pt>
                <c:pt idx="216">
                  <c:v>45971</c:v>
                </c:pt>
                <c:pt idx="217">
                  <c:v>45972</c:v>
                </c:pt>
                <c:pt idx="218">
                  <c:v>45973</c:v>
                </c:pt>
                <c:pt idx="219">
                  <c:v>45974</c:v>
                </c:pt>
                <c:pt idx="220">
                  <c:v>45975</c:v>
                </c:pt>
                <c:pt idx="221">
                  <c:v>45978</c:v>
                </c:pt>
                <c:pt idx="222">
                  <c:v>45979</c:v>
                </c:pt>
                <c:pt idx="223">
                  <c:v>45980</c:v>
                </c:pt>
                <c:pt idx="224">
                  <c:v>45982</c:v>
                </c:pt>
                <c:pt idx="225">
                  <c:v>45985</c:v>
                </c:pt>
                <c:pt idx="226">
                  <c:v>45986</c:v>
                </c:pt>
                <c:pt idx="227">
                  <c:v>45987</c:v>
                </c:pt>
                <c:pt idx="228">
                  <c:v>45988</c:v>
                </c:pt>
                <c:pt idx="229">
                  <c:v>45989</c:v>
                </c:pt>
                <c:pt idx="230">
                  <c:v>45992</c:v>
                </c:pt>
                <c:pt idx="231">
                  <c:v>45993</c:v>
                </c:pt>
                <c:pt idx="232">
                  <c:v>45994</c:v>
                </c:pt>
                <c:pt idx="233">
                  <c:v>45995</c:v>
                </c:pt>
                <c:pt idx="234">
                  <c:v>45996</c:v>
                </c:pt>
                <c:pt idx="235">
                  <c:v>45999</c:v>
                </c:pt>
                <c:pt idx="236">
                  <c:v>46000</c:v>
                </c:pt>
                <c:pt idx="237">
                  <c:v>46001</c:v>
                </c:pt>
                <c:pt idx="238">
                  <c:v>46002</c:v>
                </c:pt>
                <c:pt idx="239">
                  <c:v>46003</c:v>
                </c:pt>
                <c:pt idx="240">
                  <c:v>46006</c:v>
                </c:pt>
                <c:pt idx="241">
                  <c:v>46007</c:v>
                </c:pt>
                <c:pt idx="242">
                  <c:v>46008</c:v>
                </c:pt>
                <c:pt idx="243">
                  <c:v>46009</c:v>
                </c:pt>
                <c:pt idx="244">
                  <c:v>46010</c:v>
                </c:pt>
                <c:pt idx="245">
                  <c:v>46013</c:v>
                </c:pt>
                <c:pt idx="246">
                  <c:v>46014</c:v>
                </c:pt>
                <c:pt idx="247">
                  <c:v>46017</c:v>
                </c:pt>
                <c:pt idx="248">
                  <c:v>46020</c:v>
                </c:pt>
                <c:pt idx="249">
                  <c:v>46021</c:v>
                </c:pt>
                <c:pt idx="250">
                  <c:v>46024</c:v>
                </c:pt>
                <c:pt idx="251">
                  <c:v>46027</c:v>
                </c:pt>
                <c:pt idx="252">
                  <c:v>46028</c:v>
                </c:pt>
                <c:pt idx="253">
                  <c:v>46029</c:v>
                </c:pt>
                <c:pt idx="254">
                  <c:v>46030</c:v>
                </c:pt>
                <c:pt idx="255">
                  <c:v>46031</c:v>
                </c:pt>
                <c:pt idx="256">
                  <c:v>46034</c:v>
                </c:pt>
                <c:pt idx="257">
                  <c:v>46035</c:v>
                </c:pt>
                <c:pt idx="258">
                  <c:v>46036</c:v>
                </c:pt>
                <c:pt idx="259">
                  <c:v>46037</c:v>
                </c:pt>
                <c:pt idx="260">
                  <c:v>46038</c:v>
                </c:pt>
                <c:pt idx="261">
                  <c:v>46041</c:v>
                </c:pt>
                <c:pt idx="262">
                  <c:v>46042</c:v>
                </c:pt>
                <c:pt idx="263">
                  <c:v>46043</c:v>
                </c:pt>
                <c:pt idx="264">
                  <c:v>46044</c:v>
                </c:pt>
                <c:pt idx="265">
                  <c:v>46045</c:v>
                </c:pt>
                <c:pt idx="266">
                  <c:v>46048</c:v>
                </c:pt>
                <c:pt idx="267">
                  <c:v>46049</c:v>
                </c:pt>
                <c:pt idx="268">
                  <c:v>46050</c:v>
                </c:pt>
                <c:pt idx="269">
                  <c:v>46051</c:v>
                </c:pt>
                <c:pt idx="270">
                  <c:v>46052</c:v>
                </c:pt>
                <c:pt idx="271">
                  <c:v>46055</c:v>
                </c:pt>
                <c:pt idx="272">
                  <c:v>46056</c:v>
                </c:pt>
                <c:pt idx="273">
                  <c:v>46057</c:v>
                </c:pt>
                <c:pt idx="274">
                  <c:v>46058</c:v>
                </c:pt>
                <c:pt idx="275">
                  <c:v>46059</c:v>
                </c:pt>
                <c:pt idx="276">
                  <c:v>46062</c:v>
                </c:pt>
                <c:pt idx="277">
                  <c:v>46063</c:v>
                </c:pt>
                <c:pt idx="278">
                  <c:v>46064</c:v>
                </c:pt>
                <c:pt idx="279">
                  <c:v>46065</c:v>
                </c:pt>
                <c:pt idx="280">
                  <c:v>46066</c:v>
                </c:pt>
                <c:pt idx="281">
                  <c:v>46071</c:v>
                </c:pt>
                <c:pt idx="282">
                  <c:v>46072</c:v>
                </c:pt>
                <c:pt idx="283">
                  <c:v>46073</c:v>
                </c:pt>
                <c:pt idx="284">
                  <c:v>46076</c:v>
                </c:pt>
                <c:pt idx="285">
                  <c:v>46077</c:v>
                </c:pt>
                <c:pt idx="286">
                  <c:v>46078</c:v>
                </c:pt>
                <c:pt idx="287">
                  <c:v>46079</c:v>
                </c:pt>
                <c:pt idx="288">
                  <c:v>46080</c:v>
                </c:pt>
                <c:pt idx="289">
                  <c:v>46083</c:v>
                </c:pt>
                <c:pt idx="290">
                  <c:v>46084</c:v>
                </c:pt>
                <c:pt idx="291">
                  <c:v>46085</c:v>
                </c:pt>
                <c:pt idx="292">
                  <c:v>46086</c:v>
                </c:pt>
                <c:pt idx="293">
                  <c:v>46087</c:v>
                </c:pt>
                <c:pt idx="294">
                  <c:v>46090</c:v>
                </c:pt>
                <c:pt idx="295">
                  <c:v>46091</c:v>
                </c:pt>
                <c:pt idx="296">
                  <c:v>46092</c:v>
                </c:pt>
                <c:pt idx="297">
                  <c:v>46093</c:v>
                </c:pt>
                <c:pt idx="298">
                  <c:v>46094</c:v>
                </c:pt>
                <c:pt idx="299">
                  <c:v>46097</c:v>
                </c:pt>
                <c:pt idx="300">
                  <c:v>46098</c:v>
                </c:pt>
                <c:pt idx="301">
                  <c:v>46099</c:v>
                </c:pt>
                <c:pt idx="302">
                  <c:v>46100</c:v>
                </c:pt>
                <c:pt idx="303">
                  <c:v>46101</c:v>
                </c:pt>
                <c:pt idx="304">
                  <c:v>46104</c:v>
                </c:pt>
                <c:pt idx="305">
                  <c:v>46105</c:v>
                </c:pt>
                <c:pt idx="306">
                  <c:v>46106</c:v>
                </c:pt>
                <c:pt idx="307">
                  <c:v>46107</c:v>
                </c:pt>
                <c:pt idx="308">
                  <c:v>46108</c:v>
                </c:pt>
                <c:pt idx="309">
                  <c:v>46111</c:v>
                </c:pt>
                <c:pt idx="310">
                  <c:v>46112</c:v>
                </c:pt>
                <c:pt idx="311">
                  <c:v>46113</c:v>
                </c:pt>
                <c:pt idx="312">
                  <c:v>46114</c:v>
                </c:pt>
                <c:pt idx="313">
                  <c:v>46118</c:v>
                </c:pt>
                <c:pt idx="314">
                  <c:v>46119</c:v>
                </c:pt>
                <c:pt idx="315">
                  <c:v>46120</c:v>
                </c:pt>
                <c:pt idx="316">
                  <c:v>46121</c:v>
                </c:pt>
                <c:pt idx="317">
                  <c:v>46122</c:v>
                </c:pt>
                <c:pt idx="318">
                  <c:v>46125</c:v>
                </c:pt>
                <c:pt idx="319">
                  <c:v>46126</c:v>
                </c:pt>
                <c:pt idx="320">
                  <c:v>46127</c:v>
                </c:pt>
                <c:pt idx="321">
                  <c:v>46128</c:v>
                </c:pt>
                <c:pt idx="322">
                  <c:v>46129</c:v>
                </c:pt>
                <c:pt idx="323">
                  <c:v>46132</c:v>
                </c:pt>
                <c:pt idx="324">
                  <c:v>46133</c:v>
                </c:pt>
                <c:pt idx="325">
                  <c:v>46134</c:v>
                </c:pt>
                <c:pt idx="326">
                  <c:v>46135</c:v>
                </c:pt>
                <c:pt idx="327">
                  <c:v>46136</c:v>
                </c:pt>
                <c:pt idx="328">
                  <c:v>46139</c:v>
                </c:pt>
                <c:pt idx="329">
                  <c:v>46140</c:v>
                </c:pt>
                <c:pt idx="330">
                  <c:v>46141</c:v>
                </c:pt>
                <c:pt idx="331">
                  <c:v>46142</c:v>
                </c:pt>
                <c:pt idx="332">
                  <c:v>46143</c:v>
                </c:pt>
                <c:pt idx="333">
                  <c:v>46146</c:v>
                </c:pt>
                <c:pt idx="334">
                  <c:v>46147</c:v>
                </c:pt>
                <c:pt idx="335">
                  <c:v>46148</c:v>
                </c:pt>
                <c:pt idx="336">
                  <c:v>46149</c:v>
                </c:pt>
                <c:pt idx="337">
                  <c:v>46150</c:v>
                </c:pt>
                <c:pt idx="338">
                  <c:v>46153</c:v>
                </c:pt>
                <c:pt idx="339">
                  <c:v>46154</c:v>
                </c:pt>
                <c:pt idx="340">
                  <c:v>46155</c:v>
                </c:pt>
                <c:pt idx="341">
                  <c:v>46156</c:v>
                </c:pt>
                <c:pt idx="342">
                  <c:v>46157</c:v>
                </c:pt>
                <c:pt idx="343">
                  <c:v>46160</c:v>
                </c:pt>
                <c:pt idx="344">
                  <c:v>46161</c:v>
                </c:pt>
                <c:pt idx="345">
                  <c:v>46162</c:v>
                </c:pt>
                <c:pt idx="346">
                  <c:v>46163</c:v>
                </c:pt>
                <c:pt idx="347">
                  <c:v>46164</c:v>
                </c:pt>
                <c:pt idx="348">
                  <c:v>46167</c:v>
                </c:pt>
                <c:pt idx="349">
                  <c:v>46168</c:v>
                </c:pt>
                <c:pt idx="350">
                  <c:v>46169</c:v>
                </c:pt>
                <c:pt idx="351">
                  <c:v>46170</c:v>
                </c:pt>
                <c:pt idx="352">
                  <c:v>46171</c:v>
                </c:pt>
                <c:pt idx="353">
                  <c:v>46174</c:v>
                </c:pt>
                <c:pt idx="354">
                  <c:v>46175</c:v>
                </c:pt>
                <c:pt idx="355">
                  <c:v>46176</c:v>
                </c:pt>
                <c:pt idx="356">
                  <c:v>46177</c:v>
                </c:pt>
                <c:pt idx="357">
                  <c:v>46178</c:v>
                </c:pt>
                <c:pt idx="358">
                  <c:v>46181</c:v>
                </c:pt>
                <c:pt idx="359">
                  <c:v>46182</c:v>
                </c:pt>
                <c:pt idx="360">
                  <c:v>46183</c:v>
                </c:pt>
                <c:pt idx="361">
                  <c:v>46184</c:v>
                </c:pt>
                <c:pt idx="362">
                  <c:v>46185</c:v>
                </c:pt>
                <c:pt idx="363">
                  <c:v>46188</c:v>
                </c:pt>
                <c:pt idx="364">
                  <c:v>46189</c:v>
                </c:pt>
                <c:pt idx="365">
                  <c:v>46190</c:v>
                </c:pt>
                <c:pt idx="366">
                  <c:v>46191</c:v>
                </c:pt>
                <c:pt idx="367">
                  <c:v>46192</c:v>
                </c:pt>
                <c:pt idx="368">
                  <c:v>46195</c:v>
                </c:pt>
                <c:pt idx="369">
                  <c:v>46196</c:v>
                </c:pt>
                <c:pt idx="370">
                  <c:v>46197</c:v>
                </c:pt>
                <c:pt idx="371">
                  <c:v>46198</c:v>
                </c:pt>
                <c:pt idx="372">
                  <c:v>46199</c:v>
                </c:pt>
                <c:pt idx="373">
                  <c:v>46202</c:v>
                </c:pt>
                <c:pt idx="374">
                  <c:v>46203</c:v>
                </c:pt>
                <c:pt idx="375">
                  <c:v>46204</c:v>
                </c:pt>
                <c:pt idx="376">
                  <c:v>46205</c:v>
                </c:pt>
                <c:pt idx="377">
                  <c:v>46206</c:v>
                </c:pt>
                <c:pt idx="378">
                  <c:v>46209</c:v>
                </c:pt>
                <c:pt idx="379">
                  <c:v>46210</c:v>
                </c:pt>
                <c:pt idx="380">
                  <c:v>46211</c:v>
                </c:pt>
                <c:pt idx="381">
                  <c:v>46212</c:v>
                </c:pt>
                <c:pt idx="382">
                  <c:v>46213</c:v>
                </c:pt>
                <c:pt idx="383">
                  <c:v>46216</c:v>
                </c:pt>
                <c:pt idx="384">
                  <c:v>46217</c:v>
                </c:pt>
                <c:pt idx="385">
                  <c:v>46218</c:v>
                </c:pt>
                <c:pt idx="386">
                  <c:v>46219</c:v>
                </c:pt>
                <c:pt idx="387">
                  <c:v>46220</c:v>
                </c:pt>
                <c:pt idx="388">
                  <c:v>46223</c:v>
                </c:pt>
                <c:pt idx="389">
                  <c:v>46224</c:v>
                </c:pt>
                <c:pt idx="390">
                  <c:v>46225</c:v>
                </c:pt>
                <c:pt idx="391">
                  <c:v>46226</c:v>
                </c:pt>
                <c:pt idx="392">
                  <c:v>46227</c:v>
                </c:pt>
                <c:pt idx="393">
                  <c:v>46230</c:v>
                </c:pt>
                <c:pt idx="394">
                  <c:v>46231</c:v>
                </c:pt>
                <c:pt idx="395">
                  <c:v>46232</c:v>
                </c:pt>
                <c:pt idx="396">
                  <c:v>46233</c:v>
                </c:pt>
                <c:pt idx="397">
                  <c:v>46234</c:v>
                </c:pt>
                <c:pt idx="398">
                  <c:v>46237</c:v>
                </c:pt>
                <c:pt idx="399">
                  <c:v>46238</c:v>
                </c:pt>
                <c:pt idx="400">
                  <c:v>46239</c:v>
                </c:pt>
                <c:pt idx="401">
                  <c:v>46240</c:v>
                </c:pt>
                <c:pt idx="402">
                  <c:v>46241</c:v>
                </c:pt>
                <c:pt idx="403">
                  <c:v>46244</c:v>
                </c:pt>
                <c:pt idx="404">
                  <c:v>46245</c:v>
                </c:pt>
                <c:pt idx="405">
                  <c:v>46246</c:v>
                </c:pt>
                <c:pt idx="406">
                  <c:v>46247</c:v>
                </c:pt>
                <c:pt idx="407">
                  <c:v>46248</c:v>
                </c:pt>
                <c:pt idx="408">
                  <c:v>46251</c:v>
                </c:pt>
                <c:pt idx="409">
                  <c:v>46252</c:v>
                </c:pt>
                <c:pt idx="410">
                  <c:v>46253</c:v>
                </c:pt>
                <c:pt idx="411">
                  <c:v>46254</c:v>
                </c:pt>
                <c:pt idx="412">
                  <c:v>46255</c:v>
                </c:pt>
                <c:pt idx="413">
                  <c:v>46258</c:v>
                </c:pt>
                <c:pt idx="414">
                  <c:v>46259</c:v>
                </c:pt>
                <c:pt idx="415">
                  <c:v>46260</c:v>
                </c:pt>
                <c:pt idx="416">
                  <c:v>46261</c:v>
                </c:pt>
                <c:pt idx="417">
                  <c:v>46262</c:v>
                </c:pt>
                <c:pt idx="418">
                  <c:v>46265</c:v>
                </c:pt>
                <c:pt idx="419">
                  <c:v>46266</c:v>
                </c:pt>
                <c:pt idx="420">
                  <c:v>46267</c:v>
                </c:pt>
                <c:pt idx="421">
                  <c:v>46268</c:v>
                </c:pt>
                <c:pt idx="422">
                  <c:v>46269</c:v>
                </c:pt>
                <c:pt idx="423">
                  <c:v>46273</c:v>
                </c:pt>
                <c:pt idx="424">
                  <c:v>46274</c:v>
                </c:pt>
                <c:pt idx="425">
                  <c:v>46275</c:v>
                </c:pt>
                <c:pt idx="426">
                  <c:v>46276</c:v>
                </c:pt>
                <c:pt idx="427">
                  <c:v>46279</c:v>
                </c:pt>
                <c:pt idx="428">
                  <c:v>46280</c:v>
                </c:pt>
                <c:pt idx="429">
                  <c:v>46281</c:v>
                </c:pt>
                <c:pt idx="430">
                  <c:v>46282</c:v>
                </c:pt>
                <c:pt idx="431">
                  <c:v>46283</c:v>
                </c:pt>
                <c:pt idx="432">
                  <c:v>46286</c:v>
                </c:pt>
                <c:pt idx="433">
                  <c:v>46287</c:v>
                </c:pt>
                <c:pt idx="434">
                  <c:v>46288</c:v>
                </c:pt>
                <c:pt idx="435">
                  <c:v>46289</c:v>
                </c:pt>
                <c:pt idx="436">
                  <c:v>46290</c:v>
                </c:pt>
                <c:pt idx="437">
                  <c:v>46293</c:v>
                </c:pt>
                <c:pt idx="438">
                  <c:v>46294</c:v>
                </c:pt>
                <c:pt idx="439">
                  <c:v>46295</c:v>
                </c:pt>
                <c:pt idx="440">
                  <c:v>46296</c:v>
                </c:pt>
                <c:pt idx="441">
                  <c:v>46297</c:v>
                </c:pt>
                <c:pt idx="442">
                  <c:v>46300</c:v>
                </c:pt>
                <c:pt idx="443">
                  <c:v>46301</c:v>
                </c:pt>
                <c:pt idx="444">
                  <c:v>46302</c:v>
                </c:pt>
                <c:pt idx="445">
                  <c:v>46303</c:v>
                </c:pt>
                <c:pt idx="446">
                  <c:v>46304</c:v>
                </c:pt>
                <c:pt idx="447">
                  <c:v>46308</c:v>
                </c:pt>
                <c:pt idx="448">
                  <c:v>46309</c:v>
                </c:pt>
                <c:pt idx="449">
                  <c:v>46310</c:v>
                </c:pt>
                <c:pt idx="450">
                  <c:v>46311</c:v>
                </c:pt>
                <c:pt idx="451">
                  <c:v>46314</c:v>
                </c:pt>
                <c:pt idx="452">
                  <c:v>46315</c:v>
                </c:pt>
                <c:pt idx="453">
                  <c:v>46316</c:v>
                </c:pt>
                <c:pt idx="454">
                  <c:v>46317</c:v>
                </c:pt>
                <c:pt idx="455">
                  <c:v>46321</c:v>
                </c:pt>
              </c:numCache>
            </c:numRef>
          </c:cat>
          <c:val>
            <c:numRef>
              <c:f>'R2'!$D$2:$D$457</c:f>
              <c:numCache>
                <c:formatCode>General</c:formatCode>
                <c:ptCount val="456"/>
                <c:pt idx="0">
                  <c:v>15.17</c:v>
                </c:pt>
                <c:pt idx="1">
                  <c:v>15.06</c:v>
                </c:pt>
                <c:pt idx="2">
                  <c:v>14.99</c:v>
                </c:pt>
                <c:pt idx="3">
                  <c:v>15.03</c:v>
                </c:pt>
                <c:pt idx="4">
                  <c:v>14.99</c:v>
                </c:pt>
                <c:pt idx="5">
                  <c:v>14.95</c:v>
                </c:pt>
                <c:pt idx="6">
                  <c:v>15.07</c:v>
                </c:pt>
                <c:pt idx="7">
                  <c:v>14.96</c:v>
                </c:pt>
                <c:pt idx="8">
                  <c:v>14.92</c:v>
                </c:pt>
                <c:pt idx="9">
                  <c:v>14.85</c:v>
                </c:pt>
                <c:pt idx="10">
                  <c:v>14.93</c:v>
                </c:pt>
                <c:pt idx="11">
                  <c:v>14.99</c:v>
                </c:pt>
                <c:pt idx="12">
                  <c:v>14.96</c:v>
                </c:pt>
                <c:pt idx="13">
                  <c:v>14.98</c:v>
                </c:pt>
                <c:pt idx="14">
                  <c:v>14.94</c:v>
                </c:pt>
                <c:pt idx="15">
                  <c:v>15.07</c:v>
                </c:pt>
                <c:pt idx="16">
                  <c:v>15.18</c:v>
                </c:pt>
                <c:pt idx="17">
                  <c:v>15.2</c:v>
                </c:pt>
                <c:pt idx="18">
                  <c:v>15.19</c:v>
                </c:pt>
                <c:pt idx="19">
                  <c:v>15.26</c:v>
                </c:pt>
                <c:pt idx="20">
                  <c:v>14.9</c:v>
                </c:pt>
                <c:pt idx="21">
                  <c:v>14.95</c:v>
                </c:pt>
                <c:pt idx="22">
                  <c:v>14.96</c:v>
                </c:pt>
                <c:pt idx="23">
                  <c:v>14.97</c:v>
                </c:pt>
                <c:pt idx="24">
                  <c:v>15.03</c:v>
                </c:pt>
                <c:pt idx="25">
                  <c:v>15.01</c:v>
                </c:pt>
                <c:pt idx="26">
                  <c:v>15.11</c:v>
                </c:pt>
                <c:pt idx="27">
                  <c:v>15.07</c:v>
                </c:pt>
                <c:pt idx="28">
                  <c:v>15</c:v>
                </c:pt>
                <c:pt idx="29">
                  <c:v>14.97</c:v>
                </c:pt>
                <c:pt idx="30">
                  <c:v>14.9</c:v>
                </c:pt>
                <c:pt idx="31">
                  <c:v>14.86</c:v>
                </c:pt>
                <c:pt idx="32">
                  <c:v>14.72</c:v>
                </c:pt>
                <c:pt idx="33">
                  <c:v>14.72</c:v>
                </c:pt>
                <c:pt idx="34">
                  <c:v>14.75</c:v>
                </c:pt>
                <c:pt idx="35">
                  <c:v>14.7</c:v>
                </c:pt>
                <c:pt idx="36">
                  <c:v>14.53</c:v>
                </c:pt>
                <c:pt idx="37">
                  <c:v>14.66</c:v>
                </c:pt>
                <c:pt idx="38">
                  <c:v>14.62</c:v>
                </c:pt>
                <c:pt idx="39">
                  <c:v>14.8</c:v>
                </c:pt>
                <c:pt idx="40">
                  <c:v>14.86</c:v>
                </c:pt>
                <c:pt idx="41">
                  <c:v>15.03</c:v>
                </c:pt>
                <c:pt idx="42">
                  <c:v>14.86</c:v>
                </c:pt>
                <c:pt idx="43">
                  <c:v>14.85</c:v>
                </c:pt>
                <c:pt idx="44">
                  <c:v>14.78</c:v>
                </c:pt>
                <c:pt idx="45">
                  <c:v>14.86</c:v>
                </c:pt>
                <c:pt idx="46">
                  <c:v>14.76</c:v>
                </c:pt>
                <c:pt idx="47">
                  <c:v>14.77</c:v>
                </c:pt>
                <c:pt idx="48">
                  <c:v>14.76</c:v>
                </c:pt>
                <c:pt idx="49">
                  <c:v>14.79</c:v>
                </c:pt>
                <c:pt idx="50">
                  <c:v>14.78</c:v>
                </c:pt>
                <c:pt idx="51">
                  <c:v>14.76</c:v>
                </c:pt>
                <c:pt idx="52">
                  <c:v>14.74</c:v>
                </c:pt>
                <c:pt idx="53">
                  <c:v>14.91</c:v>
                </c:pt>
                <c:pt idx="54">
                  <c:v>15</c:v>
                </c:pt>
                <c:pt idx="55">
                  <c:v>15.09</c:v>
                </c:pt>
                <c:pt idx="56">
                  <c:v>15.19</c:v>
                </c:pt>
                <c:pt idx="57">
                  <c:v>15.24</c:v>
                </c:pt>
                <c:pt idx="58">
                  <c:v>15.09</c:v>
                </c:pt>
                <c:pt idx="59">
                  <c:v>15.18</c:v>
                </c:pt>
                <c:pt idx="60">
                  <c:v>15.09</c:v>
                </c:pt>
                <c:pt idx="61">
                  <c:v>15.03</c:v>
                </c:pt>
                <c:pt idx="62">
                  <c:v>15.05</c:v>
                </c:pt>
                <c:pt idx="63">
                  <c:v>14.77</c:v>
                </c:pt>
                <c:pt idx="64">
                  <c:v>14.66</c:v>
                </c:pt>
                <c:pt idx="65">
                  <c:v>14.63</c:v>
                </c:pt>
                <c:pt idx="66">
                  <c:v>14.72</c:v>
                </c:pt>
                <c:pt idx="67">
                  <c:v>14.81</c:v>
                </c:pt>
                <c:pt idx="68">
                  <c:v>14.78</c:v>
                </c:pt>
                <c:pt idx="69">
                  <c:v>14.73</c:v>
                </c:pt>
                <c:pt idx="70">
                  <c:v>14.62</c:v>
                </c:pt>
                <c:pt idx="71">
                  <c:v>14.67</c:v>
                </c:pt>
                <c:pt idx="72">
                  <c:v>14.64</c:v>
                </c:pt>
                <c:pt idx="73">
                  <c:v>14.67</c:v>
                </c:pt>
                <c:pt idx="74">
                  <c:v>14.64</c:v>
                </c:pt>
                <c:pt idx="75">
                  <c:v>14.54</c:v>
                </c:pt>
                <c:pt idx="76">
                  <c:v>14.41</c:v>
                </c:pt>
                <c:pt idx="77">
                  <c:v>14.48</c:v>
                </c:pt>
                <c:pt idx="78">
                  <c:v>14.49</c:v>
                </c:pt>
                <c:pt idx="79">
                  <c:v>14.53</c:v>
                </c:pt>
                <c:pt idx="80">
                  <c:v>14.48</c:v>
                </c:pt>
                <c:pt idx="81">
                  <c:v>14.53</c:v>
                </c:pt>
                <c:pt idx="82">
                  <c:v>14.59</c:v>
                </c:pt>
                <c:pt idx="83">
                  <c:v>14.54</c:v>
                </c:pt>
                <c:pt idx="84">
                  <c:v>14.59</c:v>
                </c:pt>
                <c:pt idx="85">
                  <c:v>14.61</c:v>
                </c:pt>
                <c:pt idx="86">
                  <c:v>14.63</c:v>
                </c:pt>
                <c:pt idx="87">
                  <c:v>14.64</c:v>
                </c:pt>
                <c:pt idx="88">
                  <c:v>14.63</c:v>
                </c:pt>
                <c:pt idx="89">
                  <c:v>14.67</c:v>
                </c:pt>
                <c:pt idx="90">
                  <c:v>14.69</c:v>
                </c:pt>
                <c:pt idx="91">
                  <c:v>14.58</c:v>
                </c:pt>
                <c:pt idx="92">
                  <c:v>14.52</c:v>
                </c:pt>
                <c:pt idx="93">
                  <c:v>14.56</c:v>
                </c:pt>
                <c:pt idx="94">
                  <c:v>14.59</c:v>
                </c:pt>
                <c:pt idx="95">
                  <c:v>14.57</c:v>
                </c:pt>
                <c:pt idx="96">
                  <c:v>14.56</c:v>
                </c:pt>
                <c:pt idx="97">
                  <c:v>14.52</c:v>
                </c:pt>
                <c:pt idx="98">
                  <c:v>14.46</c:v>
                </c:pt>
                <c:pt idx="99">
                  <c:v>14.51</c:v>
                </c:pt>
                <c:pt idx="100">
                  <c:v>14.56</c:v>
                </c:pt>
                <c:pt idx="101">
                  <c:v>14.64</c:v>
                </c:pt>
                <c:pt idx="102">
                  <c:v>14.65</c:v>
                </c:pt>
                <c:pt idx="103">
                  <c:v>14.67</c:v>
                </c:pt>
                <c:pt idx="104">
                  <c:v>14.7</c:v>
                </c:pt>
                <c:pt idx="105">
                  <c:v>14.82</c:v>
                </c:pt>
                <c:pt idx="106">
                  <c:v>14.8</c:v>
                </c:pt>
                <c:pt idx="107">
                  <c:v>14.72</c:v>
                </c:pt>
                <c:pt idx="108">
                  <c:v>14.67</c:v>
                </c:pt>
                <c:pt idx="109">
                  <c:v>14.74</c:v>
                </c:pt>
                <c:pt idx="110">
                  <c:v>14.72</c:v>
                </c:pt>
                <c:pt idx="111">
                  <c:v>14.67</c:v>
                </c:pt>
                <c:pt idx="112">
                  <c:v>14.7</c:v>
                </c:pt>
                <c:pt idx="113">
                  <c:v>14.72</c:v>
                </c:pt>
                <c:pt idx="114">
                  <c:v>14.73</c:v>
                </c:pt>
                <c:pt idx="115">
                  <c:v>14.81</c:v>
                </c:pt>
                <c:pt idx="116">
                  <c:v>14.8</c:v>
                </c:pt>
                <c:pt idx="117">
                  <c:v>14.75</c:v>
                </c:pt>
                <c:pt idx="118">
                  <c:v>14.76</c:v>
                </c:pt>
                <c:pt idx="119">
                  <c:v>14.73</c:v>
                </c:pt>
                <c:pt idx="120">
                  <c:v>14.74</c:v>
                </c:pt>
                <c:pt idx="121">
                  <c:v>14.69</c:v>
                </c:pt>
                <c:pt idx="122">
                  <c:v>14.68</c:v>
                </c:pt>
                <c:pt idx="123">
                  <c:v>14.67</c:v>
                </c:pt>
                <c:pt idx="124">
                  <c:v>14.67</c:v>
                </c:pt>
                <c:pt idx="125">
                  <c:v>14.7</c:v>
                </c:pt>
                <c:pt idx="126">
                  <c:v>14.7</c:v>
                </c:pt>
                <c:pt idx="127">
                  <c:v>14.69</c:v>
                </c:pt>
                <c:pt idx="128">
                  <c:v>14.68</c:v>
                </c:pt>
                <c:pt idx="129">
                  <c:v>14.77</c:v>
                </c:pt>
                <c:pt idx="130">
                  <c:v>14.8</c:v>
                </c:pt>
                <c:pt idx="131">
                  <c:v>14.77</c:v>
                </c:pt>
                <c:pt idx="132">
                  <c:v>14.79</c:v>
                </c:pt>
                <c:pt idx="133">
                  <c:v>14.79</c:v>
                </c:pt>
                <c:pt idx="134">
                  <c:v>14.78</c:v>
                </c:pt>
                <c:pt idx="135">
                  <c:v>14.81</c:v>
                </c:pt>
                <c:pt idx="136">
                  <c:v>14.76</c:v>
                </c:pt>
                <c:pt idx="137">
                  <c:v>14.72</c:v>
                </c:pt>
                <c:pt idx="138">
                  <c:v>14.7</c:v>
                </c:pt>
                <c:pt idx="139">
                  <c:v>14.71</c:v>
                </c:pt>
                <c:pt idx="140">
                  <c:v>14.7</c:v>
                </c:pt>
                <c:pt idx="141">
                  <c:v>14.68</c:v>
                </c:pt>
                <c:pt idx="142">
                  <c:v>14.63</c:v>
                </c:pt>
                <c:pt idx="143">
                  <c:v>14.69</c:v>
                </c:pt>
                <c:pt idx="144">
                  <c:v>14.76</c:v>
                </c:pt>
                <c:pt idx="145">
                  <c:v>14.65</c:v>
                </c:pt>
                <c:pt idx="146">
                  <c:v>14.62</c:v>
                </c:pt>
                <c:pt idx="147">
                  <c:v>14.62</c:v>
                </c:pt>
                <c:pt idx="148">
                  <c:v>14.61</c:v>
                </c:pt>
                <c:pt idx="149">
                  <c:v>14.57</c:v>
                </c:pt>
                <c:pt idx="150">
                  <c:v>14.59</c:v>
                </c:pt>
                <c:pt idx="151">
                  <c:v>14.55</c:v>
                </c:pt>
                <c:pt idx="152">
                  <c:v>14.46</c:v>
                </c:pt>
                <c:pt idx="153">
                  <c:v>14.43</c:v>
                </c:pt>
                <c:pt idx="154">
                  <c:v>14.44</c:v>
                </c:pt>
                <c:pt idx="155">
                  <c:v>14.42</c:v>
                </c:pt>
                <c:pt idx="156">
                  <c:v>14.43</c:v>
                </c:pt>
                <c:pt idx="157">
                  <c:v>14.53</c:v>
                </c:pt>
                <c:pt idx="158">
                  <c:v>14.47</c:v>
                </c:pt>
                <c:pt idx="159">
                  <c:v>14.51</c:v>
                </c:pt>
                <c:pt idx="160">
                  <c:v>14.41</c:v>
                </c:pt>
                <c:pt idx="161">
                  <c:v>14.36</c:v>
                </c:pt>
                <c:pt idx="162">
                  <c:v>14.4</c:v>
                </c:pt>
                <c:pt idx="163">
                  <c:v>14.39</c:v>
                </c:pt>
                <c:pt idx="164">
                  <c:v>14.36</c:v>
                </c:pt>
                <c:pt idx="165">
                  <c:v>14.39</c:v>
                </c:pt>
                <c:pt idx="166">
                  <c:v>14.35</c:v>
                </c:pt>
                <c:pt idx="167">
                  <c:v>14.39</c:v>
                </c:pt>
                <c:pt idx="168">
                  <c:v>14.38</c:v>
                </c:pt>
                <c:pt idx="169">
                  <c:v>14.36</c:v>
                </c:pt>
                <c:pt idx="170">
                  <c:v>14.34</c:v>
                </c:pt>
                <c:pt idx="171">
                  <c:v>14.32</c:v>
                </c:pt>
                <c:pt idx="172">
                  <c:v>14.34</c:v>
                </c:pt>
                <c:pt idx="173">
                  <c:v>14.37</c:v>
                </c:pt>
                <c:pt idx="174">
                  <c:v>14.39</c:v>
                </c:pt>
                <c:pt idx="175">
                  <c:v>14.39</c:v>
                </c:pt>
                <c:pt idx="176">
                  <c:v>14.35</c:v>
                </c:pt>
                <c:pt idx="177">
                  <c:v>14.32</c:v>
                </c:pt>
                <c:pt idx="178">
                  <c:v>14.29</c:v>
                </c:pt>
                <c:pt idx="179">
                  <c:v>14.34</c:v>
                </c:pt>
                <c:pt idx="180">
                  <c:v>14.34</c:v>
                </c:pt>
                <c:pt idx="181">
                  <c:v>14.37</c:v>
                </c:pt>
                <c:pt idx="182">
                  <c:v>14.32</c:v>
                </c:pt>
                <c:pt idx="183">
                  <c:v>14.34</c:v>
                </c:pt>
                <c:pt idx="184">
                  <c:v>14.38</c:v>
                </c:pt>
                <c:pt idx="185">
                  <c:v>14.36</c:v>
                </c:pt>
                <c:pt idx="186">
                  <c:v>14.36</c:v>
                </c:pt>
                <c:pt idx="187">
                  <c:v>14.34</c:v>
                </c:pt>
                <c:pt idx="188">
                  <c:v>14.35</c:v>
                </c:pt>
                <c:pt idx="189">
                  <c:v>14.37</c:v>
                </c:pt>
                <c:pt idx="190">
                  <c:v>14.39</c:v>
                </c:pt>
                <c:pt idx="191">
                  <c:v>14.35</c:v>
                </c:pt>
                <c:pt idx="192">
                  <c:v>14.39</c:v>
                </c:pt>
                <c:pt idx="193">
                  <c:v>14.37</c:v>
                </c:pt>
                <c:pt idx="194">
                  <c:v>14.3</c:v>
                </c:pt>
                <c:pt idx="195">
                  <c:v>14.27</c:v>
                </c:pt>
                <c:pt idx="196">
                  <c:v>14.26</c:v>
                </c:pt>
                <c:pt idx="197">
                  <c:v>14.25</c:v>
                </c:pt>
                <c:pt idx="198">
                  <c:v>14.28</c:v>
                </c:pt>
                <c:pt idx="199">
                  <c:v>14.27</c:v>
                </c:pt>
                <c:pt idx="200">
                  <c:v>14.27</c:v>
                </c:pt>
                <c:pt idx="201">
                  <c:v>14.23</c:v>
                </c:pt>
                <c:pt idx="202">
                  <c:v>14.19</c:v>
                </c:pt>
                <c:pt idx="203">
                  <c:v>14.15</c:v>
                </c:pt>
                <c:pt idx="204">
                  <c:v>14.14</c:v>
                </c:pt>
                <c:pt idx="205">
                  <c:v>14.09</c:v>
                </c:pt>
                <c:pt idx="206">
                  <c:v>14.07</c:v>
                </c:pt>
                <c:pt idx="207">
                  <c:v>14.08</c:v>
                </c:pt>
                <c:pt idx="208">
                  <c:v>14.07</c:v>
                </c:pt>
                <c:pt idx="209">
                  <c:v>14.15</c:v>
                </c:pt>
                <c:pt idx="210">
                  <c:v>14.09</c:v>
                </c:pt>
                <c:pt idx="211">
                  <c:v>14.11</c:v>
                </c:pt>
                <c:pt idx="212">
                  <c:v>14.08</c:v>
                </c:pt>
                <c:pt idx="213">
                  <c:v>14.06</c:v>
                </c:pt>
                <c:pt idx="214">
                  <c:v>14.09</c:v>
                </c:pt>
                <c:pt idx="215">
                  <c:v>14.09</c:v>
                </c:pt>
                <c:pt idx="216">
                  <c:v>14.04</c:v>
                </c:pt>
                <c:pt idx="217">
                  <c:v>13.88</c:v>
                </c:pt>
                <c:pt idx="218">
                  <c:v>13.87</c:v>
                </c:pt>
                <c:pt idx="219">
                  <c:v>13.86</c:v>
                </c:pt>
                <c:pt idx="220">
                  <c:v>13.83</c:v>
                </c:pt>
                <c:pt idx="221">
                  <c:v>13.84</c:v>
                </c:pt>
                <c:pt idx="222">
                  <c:v>13.82</c:v>
                </c:pt>
                <c:pt idx="223">
                  <c:v>13.82</c:v>
                </c:pt>
                <c:pt idx="224">
                  <c:v>13.82</c:v>
                </c:pt>
                <c:pt idx="225">
                  <c:v>13.73</c:v>
                </c:pt>
                <c:pt idx="226">
                  <c:v>13.69</c:v>
                </c:pt>
                <c:pt idx="227">
                  <c:v>13.7</c:v>
                </c:pt>
                <c:pt idx="228">
                  <c:v>13.71</c:v>
                </c:pt>
                <c:pt idx="229">
                  <c:v>13.75</c:v>
                </c:pt>
                <c:pt idx="230">
                  <c:v>13.76</c:v>
                </c:pt>
                <c:pt idx="231">
                  <c:v>13.73</c:v>
                </c:pt>
                <c:pt idx="232">
                  <c:v>13.73</c:v>
                </c:pt>
                <c:pt idx="233">
                  <c:v>13.69</c:v>
                </c:pt>
                <c:pt idx="234">
                  <c:v>13.96</c:v>
                </c:pt>
                <c:pt idx="235">
                  <c:v>13.86</c:v>
                </c:pt>
                <c:pt idx="236">
                  <c:v>13.83</c:v>
                </c:pt>
                <c:pt idx="237">
                  <c:v>13.85</c:v>
                </c:pt>
                <c:pt idx="238">
                  <c:v>13.85</c:v>
                </c:pt>
                <c:pt idx="239">
                  <c:v>13.75</c:v>
                </c:pt>
                <c:pt idx="240">
                  <c:v>13.72</c:v>
                </c:pt>
                <c:pt idx="241">
                  <c:v>13.76</c:v>
                </c:pt>
                <c:pt idx="242">
                  <c:v>13.9</c:v>
                </c:pt>
                <c:pt idx="243">
                  <c:v>13.9</c:v>
                </c:pt>
                <c:pt idx="244">
                  <c:v>13.84</c:v>
                </c:pt>
                <c:pt idx="245">
                  <c:v>13.89</c:v>
                </c:pt>
                <c:pt idx="246">
                  <c:v>13.88</c:v>
                </c:pt>
                <c:pt idx="247">
                  <c:v>13.79</c:v>
                </c:pt>
                <c:pt idx="248">
                  <c:v>13.81</c:v>
                </c:pt>
                <c:pt idx="249">
                  <c:v>13.83</c:v>
                </c:pt>
                <c:pt idx="250">
                  <c:v>13.73</c:v>
                </c:pt>
                <c:pt idx="251">
                  <c:v>13.71</c:v>
                </c:pt>
                <c:pt idx="252">
                  <c:v>13.74</c:v>
                </c:pt>
                <c:pt idx="253">
                  <c:v>13.69</c:v>
                </c:pt>
                <c:pt idx="254">
                  <c:v>13.72</c:v>
                </c:pt>
                <c:pt idx="255">
                  <c:v>13.76</c:v>
                </c:pt>
                <c:pt idx="256">
                  <c:v>13.73</c:v>
                </c:pt>
                <c:pt idx="257">
                  <c:v>13.68</c:v>
                </c:pt>
                <c:pt idx="258">
                  <c:v>13.71</c:v>
                </c:pt>
                <c:pt idx="259">
                  <c:v>13.73</c:v>
                </c:pt>
                <c:pt idx="260">
                  <c:v>13.79</c:v>
                </c:pt>
                <c:pt idx="261">
                  <c:v>13.72</c:v>
                </c:pt>
                <c:pt idx="262">
                  <c:v>13.76</c:v>
                </c:pt>
                <c:pt idx="263">
                  <c:v>13.7</c:v>
                </c:pt>
                <c:pt idx="264">
                  <c:v>13.65</c:v>
                </c:pt>
                <c:pt idx="265">
                  <c:v>13.65</c:v>
                </c:pt>
                <c:pt idx="266">
                  <c:v>13.62</c:v>
                </c:pt>
                <c:pt idx="267">
                  <c:v>13.51</c:v>
                </c:pt>
                <c:pt idx="268">
                  <c:v>13.44</c:v>
                </c:pt>
                <c:pt idx="269">
                  <c:v>13.39</c:v>
                </c:pt>
                <c:pt idx="270">
                  <c:v>13.39</c:v>
                </c:pt>
                <c:pt idx="271">
                  <c:v>13.36</c:v>
                </c:pt>
                <c:pt idx="272">
                  <c:v>13.32</c:v>
                </c:pt>
                <c:pt idx="273">
                  <c:v>13.31</c:v>
                </c:pt>
                <c:pt idx="274">
                  <c:v>13.28</c:v>
                </c:pt>
                <c:pt idx="275">
                  <c:v>13.25</c:v>
                </c:pt>
                <c:pt idx="276">
                  <c:v>13.23</c:v>
                </c:pt>
                <c:pt idx="277">
                  <c:v>13.26</c:v>
                </c:pt>
                <c:pt idx="278">
                  <c:v>13.21</c:v>
                </c:pt>
                <c:pt idx="279">
                  <c:v>13.19</c:v>
                </c:pt>
                <c:pt idx="280">
                  <c:v>13.19</c:v>
                </c:pt>
                <c:pt idx="281">
                  <c:v>13.16</c:v>
                </c:pt>
                <c:pt idx="282">
                  <c:v>13.16</c:v>
                </c:pt>
                <c:pt idx="283">
                  <c:v>13.11</c:v>
                </c:pt>
                <c:pt idx="284">
                  <c:v>13.08</c:v>
                </c:pt>
                <c:pt idx="285">
                  <c:v>13.06</c:v>
                </c:pt>
                <c:pt idx="286">
                  <c:v>13.07</c:v>
                </c:pt>
                <c:pt idx="287">
                  <c:v>13.02</c:v>
                </c:pt>
                <c:pt idx="288">
                  <c:v>13.13</c:v>
                </c:pt>
                <c:pt idx="289">
                  <c:v>13.15</c:v>
                </c:pt>
                <c:pt idx="290">
                  <c:v>13.29</c:v>
                </c:pt>
                <c:pt idx="291">
                  <c:v>13.23</c:v>
                </c:pt>
                <c:pt idx="292">
                  <c:v>13.36</c:v>
                </c:pt>
                <c:pt idx="293">
                  <c:v>13.52</c:v>
                </c:pt>
                <c:pt idx="294">
                  <c:v>13.61</c:v>
                </c:pt>
                <c:pt idx="295">
                  <c:v>13.4</c:v>
                </c:pt>
                <c:pt idx="296">
                  <c:v>13.51</c:v>
                </c:pt>
                <c:pt idx="297">
                  <c:v>13.79</c:v>
                </c:pt>
                <c:pt idx="298">
                  <c:v>14.22</c:v>
                </c:pt>
                <c:pt idx="299">
                  <c:v>13.97</c:v>
                </c:pt>
                <c:pt idx="300">
                  <c:v>14.06</c:v>
                </c:pt>
                <c:pt idx="301">
                  <c:v>14.04</c:v>
                </c:pt>
                <c:pt idx="302">
                  <c:v>13.93</c:v>
                </c:pt>
                <c:pt idx="303">
                  <c:v>14.36</c:v>
                </c:pt>
                <c:pt idx="304">
                  <c:v>14.08</c:v>
                </c:pt>
                <c:pt idx="305">
                  <c:v>14.12</c:v>
                </c:pt>
                <c:pt idx="306">
                  <c:v>14.02</c:v>
                </c:pt>
                <c:pt idx="307">
                  <c:v>14.29</c:v>
                </c:pt>
                <c:pt idx="308">
                  <c:v>14.35</c:v>
                </c:pt>
                <c:pt idx="309">
                  <c:v>14.27</c:v>
                </c:pt>
                <c:pt idx="310">
                  <c:v>13.99</c:v>
                </c:pt>
                <c:pt idx="311">
                  <c:v>13.94</c:v>
                </c:pt>
                <c:pt idx="312">
                  <c:v>13.96</c:v>
                </c:pt>
                <c:pt idx="313">
                  <c:v>14.08</c:v>
                </c:pt>
                <c:pt idx="314">
                  <c:v>14.17</c:v>
                </c:pt>
                <c:pt idx="315">
                  <c:v>13.8</c:v>
                </c:pt>
                <c:pt idx="316">
                  <c:v>13.76</c:v>
                </c:pt>
                <c:pt idx="317">
                  <c:v>13.91</c:v>
                </c:pt>
                <c:pt idx="318">
                  <c:v>13.92</c:v>
                </c:pt>
                <c:pt idx="319">
                  <c:v>13.81</c:v>
                </c:pt>
                <c:pt idx="320">
                  <c:v>13.77</c:v>
                </c:pt>
                <c:pt idx="321">
                  <c:v>13.89</c:v>
                </c:pt>
                <c:pt idx="322">
                  <c:v>13.68</c:v>
                </c:pt>
                <c:pt idx="323">
                  <c:v>13.89</c:v>
                </c:pt>
                <c:pt idx="324">
                  <c:v>13.89</c:v>
                </c:pt>
                <c:pt idx="325">
                  <c:v>13.81</c:v>
                </c:pt>
                <c:pt idx="326">
                  <c:v>14</c:v>
                </c:pt>
                <c:pt idx="327">
                  <c:v>13.98</c:v>
                </c:pt>
                <c:pt idx="328">
                  <c:v>13.98</c:v>
                </c:pt>
                <c:pt idx="329">
                  <c:v>14.02</c:v>
                </c:pt>
                <c:pt idx="330">
                  <c:v>14.02</c:v>
                </c:pt>
                <c:pt idx="331">
                  <c:v>14.04</c:v>
                </c:pt>
                <c:pt idx="332">
                  <c:v>14.04</c:v>
                </c:pt>
                <c:pt idx="333">
                  <c:v>14.04</c:v>
                </c:pt>
                <c:pt idx="334">
                  <c:v>14.05</c:v>
                </c:pt>
                <c:pt idx="335">
                  <c:v>13.89</c:v>
                </c:pt>
                <c:pt idx="336">
                  <c:v>13.92</c:v>
                </c:pt>
                <c:pt idx="337">
                  <c:v>13.91</c:v>
                </c:pt>
                <c:pt idx="338">
                  <c:v>14</c:v>
                </c:pt>
                <c:pt idx="339">
                  <c:v>14.03</c:v>
                </c:pt>
                <c:pt idx="340">
                  <c:v>14.17</c:v>
                </c:pt>
                <c:pt idx="341">
                  <c:v>14.12</c:v>
                </c:pt>
                <c:pt idx="342">
                  <c:v>14.21</c:v>
                </c:pt>
                <c:pt idx="343">
                  <c:v>14.13</c:v>
                </c:pt>
                <c:pt idx="344">
                  <c:v>14.12</c:v>
                </c:pt>
                <c:pt idx="345">
                  <c:v>14</c:v>
                </c:pt>
                <c:pt idx="346">
                  <c:v>13.97</c:v>
                </c:pt>
                <c:pt idx="347">
                  <c:v>14</c:v>
                </c:pt>
                <c:pt idx="348">
                  <c:v>13.89</c:v>
                </c:pt>
                <c:pt idx="349">
                  <c:v>13.98</c:v>
                </c:pt>
                <c:pt idx="350">
                  <c:v>13.99</c:v>
                </c:pt>
                <c:pt idx="351">
                  <c:v>13.98</c:v>
                </c:pt>
                <c:pt idx="352">
                  <c:v>14.03</c:v>
                </c:pt>
                <c:pt idx="353">
                  <c:v>14.15</c:v>
                </c:pt>
                <c:pt idx="354">
                  <c:v>14.16</c:v>
                </c:pt>
                <c:pt idx="355">
                  <c:v>14.37</c:v>
                </c:pt>
                <c:pt idx="356">
                  <c:v>14.37</c:v>
                </c:pt>
                <c:pt idx="357">
                  <c:v>14.55</c:v>
                </c:pt>
                <c:pt idx="358">
                  <c:v>14.73</c:v>
                </c:pt>
                <c:pt idx="359">
                  <c:v>14.82</c:v>
                </c:pt>
                <c:pt idx="360">
                  <c:v>14.81</c:v>
                </c:pt>
                <c:pt idx="361">
                  <c:v>14.56</c:v>
                </c:pt>
                <c:pt idx="362">
                  <c:v>14.55</c:v>
                </c:pt>
                <c:pt idx="363">
                  <c:v>14.21309589041096</c:v>
                </c:pt>
                <c:pt idx="364">
                  <c:v>14.312509241139381</c:v>
                </c:pt>
                <c:pt idx="365">
                  <c:v>14.40290889323766</c:v>
                </c:pt>
                <c:pt idx="366">
                  <c:v>14.42487018917156</c:v>
                </c:pt>
                <c:pt idx="367">
                  <c:v>14.46200956729724</c:v>
                </c:pt>
                <c:pt idx="368">
                  <c:v>14.42062839747771</c:v>
                </c:pt>
                <c:pt idx="369">
                  <c:v>14.32478147423353</c:v>
                </c:pt>
                <c:pt idx="370">
                  <c:v>14.09561948249619</c:v>
                </c:pt>
                <c:pt idx="371">
                  <c:v>14.07111502500544</c:v>
                </c:pt>
                <c:pt idx="372">
                  <c:v>14.10504892367906</c:v>
                </c:pt>
                <c:pt idx="373">
                  <c:v>14.104297890845841</c:v>
                </c:pt>
                <c:pt idx="374">
                  <c:v>14.024368775820831</c:v>
                </c:pt>
                <c:pt idx="375">
                  <c:v>14.057973907371171</c:v>
                </c:pt>
                <c:pt idx="376">
                  <c:v>14.11196260056534</c:v>
                </c:pt>
                <c:pt idx="377">
                  <c:v>14.069869101978689</c:v>
                </c:pt>
                <c:pt idx="378">
                  <c:v>14.08947423352903</c:v>
                </c:pt>
                <c:pt idx="379">
                  <c:v>14.17927114590128</c:v>
                </c:pt>
                <c:pt idx="380">
                  <c:v>14.133889976081759</c:v>
                </c:pt>
                <c:pt idx="381">
                  <c:v>13.922508806262231</c:v>
                </c:pt>
                <c:pt idx="382">
                  <c:v>13.973100239182431</c:v>
                </c:pt>
                <c:pt idx="383">
                  <c:v>14.0390889323766</c:v>
                </c:pt>
                <c:pt idx="384">
                  <c:v>13.951872146118721</c:v>
                </c:pt>
                <c:pt idx="385">
                  <c:v>13.910792346162211</c:v>
                </c:pt>
                <c:pt idx="386">
                  <c:v>13.96694542291803</c:v>
                </c:pt>
                <c:pt idx="387">
                  <c:v>14.10178343118069</c:v>
                </c:pt>
                <c:pt idx="388">
                  <c:v>14.040895412046099</c:v>
                </c:pt>
                <c:pt idx="389">
                  <c:v>14.11926766688411</c:v>
                </c:pt>
                <c:pt idx="390">
                  <c:v>14.20728375733855</c:v>
                </c:pt>
                <c:pt idx="391">
                  <c:v>14.231162861491629</c:v>
                </c:pt>
                <c:pt idx="392">
                  <c:v>14.039699499891279</c:v>
                </c:pt>
                <c:pt idx="393">
                  <c:v>13.94714024787997</c:v>
                </c:pt>
                <c:pt idx="394">
                  <c:v>14.028197434224831</c:v>
                </c:pt>
                <c:pt idx="395">
                  <c:v>13.9062957164601</c:v>
                </c:pt>
                <c:pt idx="396">
                  <c:v>13.92538030006523</c:v>
                </c:pt>
                <c:pt idx="397">
                  <c:v>13.841040226136119</c:v>
                </c:pt>
                <c:pt idx="398">
                  <c:v>13.816070015220699</c:v>
                </c:pt>
                <c:pt idx="399">
                  <c:v>13.81857925636008</c:v>
                </c:pt>
                <c:pt idx="400">
                  <c:v>13.868732333115901</c:v>
                </c:pt>
                <c:pt idx="401">
                  <c:v>13.832584040008699</c:v>
                </c:pt>
                <c:pt idx="402">
                  <c:v>13.82964122635356</c:v>
                </c:pt>
                <c:pt idx="403">
                  <c:v>13.853109371602519</c:v>
                </c:pt>
                <c:pt idx="404">
                  <c:v>13.86485148945423</c:v>
                </c:pt>
                <c:pt idx="405">
                  <c:v>13.91470319634703</c:v>
                </c:pt>
                <c:pt idx="406">
                  <c:v>13.89263709502066</c:v>
                </c:pt>
                <c:pt idx="407">
                  <c:v>13.943475103283321</c:v>
                </c:pt>
                <c:pt idx="408">
                  <c:v>13.91362818003914</c:v>
                </c:pt>
                <c:pt idx="409">
                  <c:v>13.88528810611002</c:v>
                </c:pt>
                <c:pt idx="410">
                  <c:v>13.88535899108502</c:v>
                </c:pt>
                <c:pt idx="411">
                  <c:v>13.914580560991521</c:v>
                </c:pt>
                <c:pt idx="412">
                  <c:v>13.89328158295282</c:v>
                </c:pt>
                <c:pt idx="413">
                  <c:v>13.852941509023699</c:v>
                </c:pt>
                <c:pt idx="414">
                  <c:v>13.799889106327459</c:v>
                </c:pt>
                <c:pt idx="415">
                  <c:v>13.81417916938465</c:v>
                </c:pt>
                <c:pt idx="416">
                  <c:v>13.77115416394868</c:v>
                </c:pt>
                <c:pt idx="417">
                  <c:v>13.762019569471621</c:v>
                </c:pt>
                <c:pt idx="418">
                  <c:v>13.80444661883018</c:v>
                </c:pt>
                <c:pt idx="419">
                  <c:v>13.722380517503799</c:v>
                </c:pt>
                <c:pt idx="420">
                  <c:v>13.679711676451401</c:v>
                </c:pt>
                <c:pt idx="421">
                  <c:v>13.69605653402914</c:v>
                </c:pt>
                <c:pt idx="422">
                  <c:v>13.675771254620569</c:v>
                </c:pt>
                <c:pt idx="423">
                  <c:v>13.68800652315721</c:v>
                </c:pt>
                <c:pt idx="424">
                  <c:v>13.737556860187</c:v>
                </c:pt>
                <c:pt idx="425">
                  <c:v>13.685518156120891</c:v>
                </c:pt>
                <c:pt idx="426">
                  <c:v>13.77991780821918</c:v>
                </c:pt>
                <c:pt idx="427">
                  <c:v>13.710755816481839</c:v>
                </c:pt>
                <c:pt idx="428">
                  <c:v>13.73359382474451</c:v>
                </c:pt>
                <c:pt idx="429">
                  <c:v>13.69870580560992</c:v>
                </c:pt>
                <c:pt idx="430">
                  <c:v>13.7056260056534</c:v>
                </c:pt>
                <c:pt idx="431">
                  <c:v>13.676765383779079</c:v>
                </c:pt>
                <c:pt idx="432">
                  <c:v>13.657356816699281</c:v>
                </c:pt>
                <c:pt idx="433">
                  <c:v>13.646222222222219</c:v>
                </c:pt>
                <c:pt idx="434">
                  <c:v>13.66653968253968</c:v>
                </c:pt>
                <c:pt idx="435">
                  <c:v>13.75444618395303</c:v>
                </c:pt>
                <c:pt idx="436">
                  <c:v>13.75983213742118</c:v>
                </c:pt>
                <c:pt idx="437">
                  <c:v>13.696149597738639</c:v>
                </c:pt>
                <c:pt idx="438">
                  <c:v>13.63654924983692</c:v>
                </c:pt>
                <c:pt idx="439">
                  <c:v>13.605524244400961</c:v>
                </c:pt>
                <c:pt idx="440">
                  <c:v>13.563978691019789</c:v>
                </c:pt>
                <c:pt idx="441">
                  <c:v>12.914515329419441</c:v>
                </c:pt>
                <c:pt idx="442">
                  <c:v>12.83962731028485</c:v>
                </c:pt>
                <c:pt idx="443">
                  <c:v>12.85671189388998</c:v>
                </c:pt>
                <c:pt idx="444">
                  <c:v>12.86119373776908</c:v>
                </c:pt>
                <c:pt idx="445">
                  <c:v>12.790141335072841</c:v>
                </c:pt>
                <c:pt idx="446">
                  <c:v>12.87013002826702</c:v>
                </c:pt>
                <c:pt idx="447">
                  <c:v>12.960337899543379</c:v>
                </c:pt>
                <c:pt idx="448">
                  <c:v>13.010710154381391</c:v>
                </c:pt>
                <c:pt idx="449">
                  <c:v>13.141027614698849</c:v>
                </c:pt>
                <c:pt idx="450">
                  <c:v>13.048988910632749</c:v>
                </c:pt>
                <c:pt idx="451">
                  <c:v>13.00284061752555</c:v>
                </c:pt>
                <c:pt idx="452">
                  <c:v>12.970747118938901</c:v>
                </c:pt>
                <c:pt idx="453">
                  <c:v>13.045475538160471</c:v>
                </c:pt>
                <c:pt idx="454">
                  <c:v>13.07258751902588</c:v>
                </c:pt>
                <c:pt idx="455">
                  <c:v>14.670000869754301</c:v>
                </c:pt>
              </c:numCache>
            </c:numRef>
          </c:val>
          <c:smooth val="0"/>
          <c:extLst>
            <c:ext xmlns:c16="http://schemas.microsoft.com/office/drawing/2014/chart" uri="{C3380CC4-5D6E-409C-BE32-E72D297353CC}">
              <c16:uniqueId val="{00000002-BDF1-4F25-9B82-6AE199C542F6}"/>
            </c:ext>
          </c:extLst>
        </c:ser>
        <c:ser>
          <c:idx val="3"/>
          <c:order val="3"/>
          <c:tx>
            <c:v>Oct 26</c:v>
          </c:tx>
          <c:spPr>
            <a:ln>
              <a:noFill/>
            </a:ln>
          </c:spPr>
          <c:marker>
            <c:symbol val="circle"/>
            <c:size val="6"/>
            <c:spPr>
              <a:solidFill>
                <a:srgbClr val="F9C113"/>
              </a:solidFill>
              <a:ln>
                <a:solidFill>
                  <a:srgbClr val="1F2F44"/>
                </a:solidFill>
              </a:ln>
            </c:spPr>
          </c:marker>
          <c:cat>
            <c:numRef>
              <c:f>'R2'!$A$2:$A$457</c:f>
              <c:numCache>
                <c:formatCode>yyyy\-mm\-dd</c:formatCode>
                <c:ptCount val="456"/>
                <c:pt idx="0">
                  <c:v>45659</c:v>
                </c:pt>
                <c:pt idx="1">
                  <c:v>45660</c:v>
                </c:pt>
                <c:pt idx="2">
                  <c:v>45663</c:v>
                </c:pt>
                <c:pt idx="3">
                  <c:v>45664</c:v>
                </c:pt>
                <c:pt idx="4">
                  <c:v>45665</c:v>
                </c:pt>
                <c:pt idx="5">
                  <c:v>45666</c:v>
                </c:pt>
                <c:pt idx="6">
                  <c:v>45667</c:v>
                </c:pt>
                <c:pt idx="7">
                  <c:v>45670</c:v>
                </c:pt>
                <c:pt idx="8">
                  <c:v>45671</c:v>
                </c:pt>
                <c:pt idx="9">
                  <c:v>45672</c:v>
                </c:pt>
                <c:pt idx="10">
                  <c:v>45673</c:v>
                </c:pt>
                <c:pt idx="11">
                  <c:v>45674</c:v>
                </c:pt>
                <c:pt idx="12">
                  <c:v>45677</c:v>
                </c:pt>
                <c:pt idx="13">
                  <c:v>45678</c:v>
                </c:pt>
                <c:pt idx="14">
                  <c:v>45679</c:v>
                </c:pt>
                <c:pt idx="15">
                  <c:v>45680</c:v>
                </c:pt>
                <c:pt idx="16">
                  <c:v>45681</c:v>
                </c:pt>
                <c:pt idx="17">
                  <c:v>45684</c:v>
                </c:pt>
                <c:pt idx="18">
                  <c:v>45685</c:v>
                </c:pt>
                <c:pt idx="19">
                  <c:v>45686</c:v>
                </c:pt>
                <c:pt idx="20">
                  <c:v>45687</c:v>
                </c:pt>
                <c:pt idx="21">
                  <c:v>45688</c:v>
                </c:pt>
                <c:pt idx="22">
                  <c:v>45691</c:v>
                </c:pt>
                <c:pt idx="23">
                  <c:v>45692</c:v>
                </c:pt>
                <c:pt idx="24">
                  <c:v>45693</c:v>
                </c:pt>
                <c:pt idx="25">
                  <c:v>45694</c:v>
                </c:pt>
                <c:pt idx="26">
                  <c:v>45695</c:v>
                </c:pt>
                <c:pt idx="27">
                  <c:v>45698</c:v>
                </c:pt>
                <c:pt idx="28">
                  <c:v>45699</c:v>
                </c:pt>
                <c:pt idx="29">
                  <c:v>45700</c:v>
                </c:pt>
                <c:pt idx="30">
                  <c:v>45701</c:v>
                </c:pt>
                <c:pt idx="31">
                  <c:v>45702</c:v>
                </c:pt>
                <c:pt idx="32">
                  <c:v>45705</c:v>
                </c:pt>
                <c:pt idx="33">
                  <c:v>45706</c:v>
                </c:pt>
                <c:pt idx="34">
                  <c:v>45707</c:v>
                </c:pt>
                <c:pt idx="35">
                  <c:v>45708</c:v>
                </c:pt>
                <c:pt idx="36">
                  <c:v>45709</c:v>
                </c:pt>
                <c:pt idx="37">
                  <c:v>45712</c:v>
                </c:pt>
                <c:pt idx="38">
                  <c:v>45713</c:v>
                </c:pt>
                <c:pt idx="39">
                  <c:v>45714</c:v>
                </c:pt>
                <c:pt idx="40">
                  <c:v>45715</c:v>
                </c:pt>
                <c:pt idx="41">
                  <c:v>45716</c:v>
                </c:pt>
                <c:pt idx="42">
                  <c:v>45721</c:v>
                </c:pt>
                <c:pt idx="43">
                  <c:v>45722</c:v>
                </c:pt>
                <c:pt idx="44">
                  <c:v>45723</c:v>
                </c:pt>
                <c:pt idx="45">
                  <c:v>45726</c:v>
                </c:pt>
                <c:pt idx="46">
                  <c:v>45727</c:v>
                </c:pt>
                <c:pt idx="47">
                  <c:v>45728</c:v>
                </c:pt>
                <c:pt idx="48">
                  <c:v>45729</c:v>
                </c:pt>
                <c:pt idx="49">
                  <c:v>45730</c:v>
                </c:pt>
                <c:pt idx="50">
                  <c:v>45733</c:v>
                </c:pt>
                <c:pt idx="51">
                  <c:v>45734</c:v>
                </c:pt>
                <c:pt idx="52">
                  <c:v>45735</c:v>
                </c:pt>
                <c:pt idx="53">
                  <c:v>45736</c:v>
                </c:pt>
                <c:pt idx="54">
                  <c:v>45737</c:v>
                </c:pt>
                <c:pt idx="55">
                  <c:v>45740</c:v>
                </c:pt>
                <c:pt idx="56">
                  <c:v>45741</c:v>
                </c:pt>
                <c:pt idx="57">
                  <c:v>45742</c:v>
                </c:pt>
                <c:pt idx="58">
                  <c:v>45743</c:v>
                </c:pt>
                <c:pt idx="59">
                  <c:v>45744</c:v>
                </c:pt>
                <c:pt idx="60">
                  <c:v>45747</c:v>
                </c:pt>
                <c:pt idx="61">
                  <c:v>45748</c:v>
                </c:pt>
                <c:pt idx="62">
                  <c:v>45749</c:v>
                </c:pt>
                <c:pt idx="63">
                  <c:v>45750</c:v>
                </c:pt>
                <c:pt idx="64">
                  <c:v>45751</c:v>
                </c:pt>
                <c:pt idx="65">
                  <c:v>45754</c:v>
                </c:pt>
                <c:pt idx="66">
                  <c:v>45755</c:v>
                </c:pt>
                <c:pt idx="67">
                  <c:v>45756</c:v>
                </c:pt>
                <c:pt idx="68">
                  <c:v>45757</c:v>
                </c:pt>
                <c:pt idx="69">
                  <c:v>45758</c:v>
                </c:pt>
                <c:pt idx="70">
                  <c:v>45761</c:v>
                </c:pt>
                <c:pt idx="71">
                  <c:v>45762</c:v>
                </c:pt>
                <c:pt idx="72">
                  <c:v>45763</c:v>
                </c:pt>
                <c:pt idx="73">
                  <c:v>45764</c:v>
                </c:pt>
                <c:pt idx="74">
                  <c:v>45769</c:v>
                </c:pt>
                <c:pt idx="75">
                  <c:v>45770</c:v>
                </c:pt>
                <c:pt idx="76">
                  <c:v>45771</c:v>
                </c:pt>
                <c:pt idx="77">
                  <c:v>45772</c:v>
                </c:pt>
                <c:pt idx="78">
                  <c:v>45775</c:v>
                </c:pt>
                <c:pt idx="79">
                  <c:v>45776</c:v>
                </c:pt>
                <c:pt idx="80">
                  <c:v>45777</c:v>
                </c:pt>
                <c:pt idx="81">
                  <c:v>45779</c:v>
                </c:pt>
                <c:pt idx="82">
                  <c:v>45782</c:v>
                </c:pt>
                <c:pt idx="83">
                  <c:v>45783</c:v>
                </c:pt>
                <c:pt idx="84">
                  <c:v>45784</c:v>
                </c:pt>
                <c:pt idx="85">
                  <c:v>45785</c:v>
                </c:pt>
                <c:pt idx="86">
                  <c:v>45786</c:v>
                </c:pt>
                <c:pt idx="87">
                  <c:v>45789</c:v>
                </c:pt>
                <c:pt idx="88">
                  <c:v>45790</c:v>
                </c:pt>
                <c:pt idx="89">
                  <c:v>45791</c:v>
                </c:pt>
                <c:pt idx="90">
                  <c:v>45792</c:v>
                </c:pt>
                <c:pt idx="91">
                  <c:v>45793</c:v>
                </c:pt>
                <c:pt idx="92">
                  <c:v>45796</c:v>
                </c:pt>
                <c:pt idx="93">
                  <c:v>45797</c:v>
                </c:pt>
                <c:pt idx="94">
                  <c:v>45798</c:v>
                </c:pt>
                <c:pt idx="95">
                  <c:v>45799</c:v>
                </c:pt>
                <c:pt idx="96">
                  <c:v>45800</c:v>
                </c:pt>
                <c:pt idx="97">
                  <c:v>45803</c:v>
                </c:pt>
                <c:pt idx="98">
                  <c:v>45804</c:v>
                </c:pt>
                <c:pt idx="99">
                  <c:v>45805</c:v>
                </c:pt>
                <c:pt idx="100">
                  <c:v>45806</c:v>
                </c:pt>
                <c:pt idx="101">
                  <c:v>45807</c:v>
                </c:pt>
                <c:pt idx="102">
                  <c:v>45810</c:v>
                </c:pt>
                <c:pt idx="103">
                  <c:v>45811</c:v>
                </c:pt>
                <c:pt idx="104">
                  <c:v>45812</c:v>
                </c:pt>
                <c:pt idx="105">
                  <c:v>45813</c:v>
                </c:pt>
                <c:pt idx="106">
                  <c:v>45814</c:v>
                </c:pt>
                <c:pt idx="107">
                  <c:v>45817</c:v>
                </c:pt>
                <c:pt idx="108">
                  <c:v>45818</c:v>
                </c:pt>
                <c:pt idx="109">
                  <c:v>45819</c:v>
                </c:pt>
                <c:pt idx="110">
                  <c:v>45820</c:v>
                </c:pt>
                <c:pt idx="111">
                  <c:v>45821</c:v>
                </c:pt>
                <c:pt idx="112">
                  <c:v>45824</c:v>
                </c:pt>
                <c:pt idx="113">
                  <c:v>45825</c:v>
                </c:pt>
                <c:pt idx="114">
                  <c:v>45826</c:v>
                </c:pt>
                <c:pt idx="115">
                  <c:v>45828</c:v>
                </c:pt>
                <c:pt idx="116">
                  <c:v>45831</c:v>
                </c:pt>
                <c:pt idx="117">
                  <c:v>45832</c:v>
                </c:pt>
                <c:pt idx="118">
                  <c:v>45833</c:v>
                </c:pt>
                <c:pt idx="119">
                  <c:v>45834</c:v>
                </c:pt>
                <c:pt idx="120">
                  <c:v>45835</c:v>
                </c:pt>
                <c:pt idx="121">
                  <c:v>45838</c:v>
                </c:pt>
                <c:pt idx="122">
                  <c:v>45839</c:v>
                </c:pt>
                <c:pt idx="123">
                  <c:v>45840</c:v>
                </c:pt>
                <c:pt idx="124">
                  <c:v>45841</c:v>
                </c:pt>
                <c:pt idx="125">
                  <c:v>45842</c:v>
                </c:pt>
                <c:pt idx="126">
                  <c:v>45845</c:v>
                </c:pt>
                <c:pt idx="127">
                  <c:v>45846</c:v>
                </c:pt>
                <c:pt idx="128">
                  <c:v>45847</c:v>
                </c:pt>
                <c:pt idx="129">
                  <c:v>45848</c:v>
                </c:pt>
                <c:pt idx="130">
                  <c:v>45849</c:v>
                </c:pt>
                <c:pt idx="131">
                  <c:v>45852</c:v>
                </c:pt>
                <c:pt idx="132">
                  <c:v>45853</c:v>
                </c:pt>
                <c:pt idx="133">
                  <c:v>45854</c:v>
                </c:pt>
                <c:pt idx="134">
                  <c:v>45855</c:v>
                </c:pt>
                <c:pt idx="135">
                  <c:v>45856</c:v>
                </c:pt>
                <c:pt idx="136">
                  <c:v>45859</c:v>
                </c:pt>
                <c:pt idx="137">
                  <c:v>45860</c:v>
                </c:pt>
                <c:pt idx="138">
                  <c:v>45861</c:v>
                </c:pt>
                <c:pt idx="139">
                  <c:v>45862</c:v>
                </c:pt>
                <c:pt idx="140">
                  <c:v>45863</c:v>
                </c:pt>
                <c:pt idx="141">
                  <c:v>45866</c:v>
                </c:pt>
                <c:pt idx="142">
                  <c:v>45867</c:v>
                </c:pt>
                <c:pt idx="143">
                  <c:v>45868</c:v>
                </c:pt>
                <c:pt idx="144">
                  <c:v>45869</c:v>
                </c:pt>
                <c:pt idx="145">
                  <c:v>45870</c:v>
                </c:pt>
                <c:pt idx="146">
                  <c:v>45873</c:v>
                </c:pt>
                <c:pt idx="147">
                  <c:v>45874</c:v>
                </c:pt>
                <c:pt idx="148">
                  <c:v>45875</c:v>
                </c:pt>
                <c:pt idx="149">
                  <c:v>45876</c:v>
                </c:pt>
                <c:pt idx="150">
                  <c:v>45877</c:v>
                </c:pt>
                <c:pt idx="151">
                  <c:v>45880</c:v>
                </c:pt>
                <c:pt idx="152">
                  <c:v>45881</c:v>
                </c:pt>
                <c:pt idx="153">
                  <c:v>45882</c:v>
                </c:pt>
                <c:pt idx="154">
                  <c:v>45883</c:v>
                </c:pt>
                <c:pt idx="155">
                  <c:v>45884</c:v>
                </c:pt>
                <c:pt idx="156">
                  <c:v>45887</c:v>
                </c:pt>
                <c:pt idx="157">
                  <c:v>45888</c:v>
                </c:pt>
                <c:pt idx="158">
                  <c:v>45889</c:v>
                </c:pt>
                <c:pt idx="159">
                  <c:v>45890</c:v>
                </c:pt>
                <c:pt idx="160">
                  <c:v>45891</c:v>
                </c:pt>
                <c:pt idx="161">
                  <c:v>45894</c:v>
                </c:pt>
                <c:pt idx="162">
                  <c:v>45895</c:v>
                </c:pt>
                <c:pt idx="163">
                  <c:v>45896</c:v>
                </c:pt>
                <c:pt idx="164">
                  <c:v>45897</c:v>
                </c:pt>
                <c:pt idx="165">
                  <c:v>45898</c:v>
                </c:pt>
                <c:pt idx="166">
                  <c:v>45901</c:v>
                </c:pt>
                <c:pt idx="167">
                  <c:v>45902</c:v>
                </c:pt>
                <c:pt idx="168">
                  <c:v>45903</c:v>
                </c:pt>
                <c:pt idx="169">
                  <c:v>45904</c:v>
                </c:pt>
                <c:pt idx="170">
                  <c:v>45905</c:v>
                </c:pt>
                <c:pt idx="171">
                  <c:v>45908</c:v>
                </c:pt>
                <c:pt idx="172">
                  <c:v>45909</c:v>
                </c:pt>
                <c:pt idx="173">
                  <c:v>45910</c:v>
                </c:pt>
                <c:pt idx="174">
                  <c:v>45911</c:v>
                </c:pt>
                <c:pt idx="175">
                  <c:v>45912</c:v>
                </c:pt>
                <c:pt idx="176">
                  <c:v>45915</c:v>
                </c:pt>
                <c:pt idx="177">
                  <c:v>45916</c:v>
                </c:pt>
                <c:pt idx="178">
                  <c:v>45917</c:v>
                </c:pt>
                <c:pt idx="179">
                  <c:v>45918</c:v>
                </c:pt>
                <c:pt idx="180">
                  <c:v>45919</c:v>
                </c:pt>
                <c:pt idx="181">
                  <c:v>45922</c:v>
                </c:pt>
                <c:pt idx="182">
                  <c:v>45923</c:v>
                </c:pt>
                <c:pt idx="183">
                  <c:v>45924</c:v>
                </c:pt>
                <c:pt idx="184">
                  <c:v>45925</c:v>
                </c:pt>
                <c:pt idx="185">
                  <c:v>45926</c:v>
                </c:pt>
                <c:pt idx="186">
                  <c:v>45929</c:v>
                </c:pt>
                <c:pt idx="187">
                  <c:v>45930</c:v>
                </c:pt>
                <c:pt idx="188">
                  <c:v>45931</c:v>
                </c:pt>
                <c:pt idx="189">
                  <c:v>45932</c:v>
                </c:pt>
                <c:pt idx="190">
                  <c:v>45933</c:v>
                </c:pt>
                <c:pt idx="191">
                  <c:v>45936</c:v>
                </c:pt>
                <c:pt idx="192">
                  <c:v>45937</c:v>
                </c:pt>
                <c:pt idx="193">
                  <c:v>45938</c:v>
                </c:pt>
                <c:pt idx="194">
                  <c:v>45939</c:v>
                </c:pt>
                <c:pt idx="195">
                  <c:v>45940</c:v>
                </c:pt>
                <c:pt idx="196">
                  <c:v>45943</c:v>
                </c:pt>
                <c:pt idx="197">
                  <c:v>45944</c:v>
                </c:pt>
                <c:pt idx="198">
                  <c:v>45945</c:v>
                </c:pt>
                <c:pt idx="199">
                  <c:v>45946</c:v>
                </c:pt>
                <c:pt idx="200">
                  <c:v>45947</c:v>
                </c:pt>
                <c:pt idx="201">
                  <c:v>45950</c:v>
                </c:pt>
                <c:pt idx="202">
                  <c:v>45951</c:v>
                </c:pt>
                <c:pt idx="203">
                  <c:v>45952</c:v>
                </c:pt>
                <c:pt idx="204">
                  <c:v>45953</c:v>
                </c:pt>
                <c:pt idx="205">
                  <c:v>45954</c:v>
                </c:pt>
                <c:pt idx="206">
                  <c:v>45957</c:v>
                </c:pt>
                <c:pt idx="207">
                  <c:v>45958</c:v>
                </c:pt>
                <c:pt idx="208">
                  <c:v>45959</c:v>
                </c:pt>
                <c:pt idx="209">
                  <c:v>45960</c:v>
                </c:pt>
                <c:pt idx="210">
                  <c:v>45961</c:v>
                </c:pt>
                <c:pt idx="211">
                  <c:v>45964</c:v>
                </c:pt>
                <c:pt idx="212">
                  <c:v>45965</c:v>
                </c:pt>
                <c:pt idx="213">
                  <c:v>45966</c:v>
                </c:pt>
                <c:pt idx="214">
                  <c:v>45967</c:v>
                </c:pt>
                <c:pt idx="215">
                  <c:v>45968</c:v>
                </c:pt>
                <c:pt idx="216">
                  <c:v>45971</c:v>
                </c:pt>
                <c:pt idx="217">
                  <c:v>45972</c:v>
                </c:pt>
                <c:pt idx="218">
                  <c:v>45973</c:v>
                </c:pt>
                <c:pt idx="219">
                  <c:v>45974</c:v>
                </c:pt>
                <c:pt idx="220">
                  <c:v>45975</c:v>
                </c:pt>
                <c:pt idx="221">
                  <c:v>45978</c:v>
                </c:pt>
                <c:pt idx="222">
                  <c:v>45979</c:v>
                </c:pt>
                <c:pt idx="223">
                  <c:v>45980</c:v>
                </c:pt>
                <c:pt idx="224">
                  <c:v>45982</c:v>
                </c:pt>
                <c:pt idx="225">
                  <c:v>45985</c:v>
                </c:pt>
                <c:pt idx="226">
                  <c:v>45986</c:v>
                </c:pt>
                <c:pt idx="227">
                  <c:v>45987</c:v>
                </c:pt>
                <c:pt idx="228">
                  <c:v>45988</c:v>
                </c:pt>
                <c:pt idx="229">
                  <c:v>45989</c:v>
                </c:pt>
                <c:pt idx="230">
                  <c:v>45992</c:v>
                </c:pt>
                <c:pt idx="231">
                  <c:v>45993</c:v>
                </c:pt>
                <c:pt idx="232">
                  <c:v>45994</c:v>
                </c:pt>
                <c:pt idx="233">
                  <c:v>45995</c:v>
                </c:pt>
                <c:pt idx="234">
                  <c:v>45996</c:v>
                </c:pt>
                <c:pt idx="235">
                  <c:v>45999</c:v>
                </c:pt>
                <c:pt idx="236">
                  <c:v>46000</c:v>
                </c:pt>
                <c:pt idx="237">
                  <c:v>46001</c:v>
                </c:pt>
                <c:pt idx="238">
                  <c:v>46002</c:v>
                </c:pt>
                <c:pt idx="239">
                  <c:v>46003</c:v>
                </c:pt>
                <c:pt idx="240">
                  <c:v>46006</c:v>
                </c:pt>
                <c:pt idx="241">
                  <c:v>46007</c:v>
                </c:pt>
                <c:pt idx="242">
                  <c:v>46008</c:v>
                </c:pt>
                <c:pt idx="243">
                  <c:v>46009</c:v>
                </c:pt>
                <c:pt idx="244">
                  <c:v>46010</c:v>
                </c:pt>
                <c:pt idx="245">
                  <c:v>46013</c:v>
                </c:pt>
                <c:pt idx="246">
                  <c:v>46014</c:v>
                </c:pt>
                <c:pt idx="247">
                  <c:v>46017</c:v>
                </c:pt>
                <c:pt idx="248">
                  <c:v>46020</c:v>
                </c:pt>
                <c:pt idx="249">
                  <c:v>46021</c:v>
                </c:pt>
                <c:pt idx="250">
                  <c:v>46024</c:v>
                </c:pt>
                <c:pt idx="251">
                  <c:v>46027</c:v>
                </c:pt>
                <c:pt idx="252">
                  <c:v>46028</c:v>
                </c:pt>
                <c:pt idx="253">
                  <c:v>46029</c:v>
                </c:pt>
                <c:pt idx="254">
                  <c:v>46030</c:v>
                </c:pt>
                <c:pt idx="255">
                  <c:v>46031</c:v>
                </c:pt>
                <c:pt idx="256">
                  <c:v>46034</c:v>
                </c:pt>
                <c:pt idx="257">
                  <c:v>46035</c:v>
                </c:pt>
                <c:pt idx="258">
                  <c:v>46036</c:v>
                </c:pt>
                <c:pt idx="259">
                  <c:v>46037</c:v>
                </c:pt>
                <c:pt idx="260">
                  <c:v>46038</c:v>
                </c:pt>
                <c:pt idx="261">
                  <c:v>46041</c:v>
                </c:pt>
                <c:pt idx="262">
                  <c:v>46042</c:v>
                </c:pt>
                <c:pt idx="263">
                  <c:v>46043</c:v>
                </c:pt>
                <c:pt idx="264">
                  <c:v>46044</c:v>
                </c:pt>
                <c:pt idx="265">
                  <c:v>46045</c:v>
                </c:pt>
                <c:pt idx="266">
                  <c:v>46048</c:v>
                </c:pt>
                <c:pt idx="267">
                  <c:v>46049</c:v>
                </c:pt>
                <c:pt idx="268">
                  <c:v>46050</c:v>
                </c:pt>
                <c:pt idx="269">
                  <c:v>46051</c:v>
                </c:pt>
                <c:pt idx="270">
                  <c:v>46052</c:v>
                </c:pt>
                <c:pt idx="271">
                  <c:v>46055</c:v>
                </c:pt>
                <c:pt idx="272">
                  <c:v>46056</c:v>
                </c:pt>
                <c:pt idx="273">
                  <c:v>46057</c:v>
                </c:pt>
                <c:pt idx="274">
                  <c:v>46058</c:v>
                </c:pt>
                <c:pt idx="275">
                  <c:v>46059</c:v>
                </c:pt>
                <c:pt idx="276">
                  <c:v>46062</c:v>
                </c:pt>
                <c:pt idx="277">
                  <c:v>46063</c:v>
                </c:pt>
                <c:pt idx="278">
                  <c:v>46064</c:v>
                </c:pt>
                <c:pt idx="279">
                  <c:v>46065</c:v>
                </c:pt>
                <c:pt idx="280">
                  <c:v>46066</c:v>
                </c:pt>
                <c:pt idx="281">
                  <c:v>46071</c:v>
                </c:pt>
                <c:pt idx="282">
                  <c:v>46072</c:v>
                </c:pt>
                <c:pt idx="283">
                  <c:v>46073</c:v>
                </c:pt>
                <c:pt idx="284">
                  <c:v>46076</c:v>
                </c:pt>
                <c:pt idx="285">
                  <c:v>46077</c:v>
                </c:pt>
                <c:pt idx="286">
                  <c:v>46078</c:v>
                </c:pt>
                <c:pt idx="287">
                  <c:v>46079</c:v>
                </c:pt>
                <c:pt idx="288">
                  <c:v>46080</c:v>
                </c:pt>
                <c:pt idx="289">
                  <c:v>46083</c:v>
                </c:pt>
                <c:pt idx="290">
                  <c:v>46084</c:v>
                </c:pt>
                <c:pt idx="291">
                  <c:v>46085</c:v>
                </c:pt>
                <c:pt idx="292">
                  <c:v>46086</c:v>
                </c:pt>
                <c:pt idx="293">
                  <c:v>46087</c:v>
                </c:pt>
                <c:pt idx="294">
                  <c:v>46090</c:v>
                </c:pt>
                <c:pt idx="295">
                  <c:v>46091</c:v>
                </c:pt>
                <c:pt idx="296">
                  <c:v>46092</c:v>
                </c:pt>
                <c:pt idx="297">
                  <c:v>46093</c:v>
                </c:pt>
                <c:pt idx="298">
                  <c:v>46094</c:v>
                </c:pt>
                <c:pt idx="299">
                  <c:v>46097</c:v>
                </c:pt>
                <c:pt idx="300">
                  <c:v>46098</c:v>
                </c:pt>
                <c:pt idx="301">
                  <c:v>46099</c:v>
                </c:pt>
                <c:pt idx="302">
                  <c:v>46100</c:v>
                </c:pt>
                <c:pt idx="303">
                  <c:v>46101</c:v>
                </c:pt>
                <c:pt idx="304">
                  <c:v>46104</c:v>
                </c:pt>
                <c:pt idx="305">
                  <c:v>46105</c:v>
                </c:pt>
                <c:pt idx="306">
                  <c:v>46106</c:v>
                </c:pt>
                <c:pt idx="307">
                  <c:v>46107</c:v>
                </c:pt>
                <c:pt idx="308">
                  <c:v>46108</c:v>
                </c:pt>
                <c:pt idx="309">
                  <c:v>46111</c:v>
                </c:pt>
                <c:pt idx="310">
                  <c:v>46112</c:v>
                </c:pt>
                <c:pt idx="311">
                  <c:v>46113</c:v>
                </c:pt>
                <c:pt idx="312">
                  <c:v>46114</c:v>
                </c:pt>
                <c:pt idx="313">
                  <c:v>46118</c:v>
                </c:pt>
                <c:pt idx="314">
                  <c:v>46119</c:v>
                </c:pt>
                <c:pt idx="315">
                  <c:v>46120</c:v>
                </c:pt>
                <c:pt idx="316">
                  <c:v>46121</c:v>
                </c:pt>
                <c:pt idx="317">
                  <c:v>46122</c:v>
                </c:pt>
                <c:pt idx="318">
                  <c:v>46125</c:v>
                </c:pt>
                <c:pt idx="319">
                  <c:v>46126</c:v>
                </c:pt>
                <c:pt idx="320">
                  <c:v>46127</c:v>
                </c:pt>
                <c:pt idx="321">
                  <c:v>46128</c:v>
                </c:pt>
                <c:pt idx="322">
                  <c:v>46129</c:v>
                </c:pt>
                <c:pt idx="323">
                  <c:v>46132</c:v>
                </c:pt>
                <c:pt idx="324">
                  <c:v>46133</c:v>
                </c:pt>
                <c:pt idx="325">
                  <c:v>46134</c:v>
                </c:pt>
                <c:pt idx="326">
                  <c:v>46135</c:v>
                </c:pt>
                <c:pt idx="327">
                  <c:v>46136</c:v>
                </c:pt>
                <c:pt idx="328">
                  <c:v>46139</c:v>
                </c:pt>
                <c:pt idx="329">
                  <c:v>46140</c:v>
                </c:pt>
                <c:pt idx="330">
                  <c:v>46141</c:v>
                </c:pt>
                <c:pt idx="331">
                  <c:v>46142</c:v>
                </c:pt>
                <c:pt idx="332">
                  <c:v>46143</c:v>
                </c:pt>
                <c:pt idx="333">
                  <c:v>46146</c:v>
                </c:pt>
                <c:pt idx="334">
                  <c:v>46147</c:v>
                </c:pt>
                <c:pt idx="335">
                  <c:v>46148</c:v>
                </c:pt>
                <c:pt idx="336">
                  <c:v>46149</c:v>
                </c:pt>
                <c:pt idx="337">
                  <c:v>46150</c:v>
                </c:pt>
                <c:pt idx="338">
                  <c:v>46153</c:v>
                </c:pt>
                <c:pt idx="339">
                  <c:v>46154</c:v>
                </c:pt>
                <c:pt idx="340">
                  <c:v>46155</c:v>
                </c:pt>
                <c:pt idx="341">
                  <c:v>46156</c:v>
                </c:pt>
                <c:pt idx="342">
                  <c:v>46157</c:v>
                </c:pt>
                <c:pt idx="343">
                  <c:v>46160</c:v>
                </c:pt>
                <c:pt idx="344">
                  <c:v>46161</c:v>
                </c:pt>
                <c:pt idx="345">
                  <c:v>46162</c:v>
                </c:pt>
                <c:pt idx="346">
                  <c:v>46163</c:v>
                </c:pt>
                <c:pt idx="347">
                  <c:v>46164</c:v>
                </c:pt>
                <c:pt idx="348">
                  <c:v>46167</c:v>
                </c:pt>
                <c:pt idx="349">
                  <c:v>46168</c:v>
                </c:pt>
                <c:pt idx="350">
                  <c:v>46169</c:v>
                </c:pt>
                <c:pt idx="351">
                  <c:v>46170</c:v>
                </c:pt>
                <c:pt idx="352">
                  <c:v>46171</c:v>
                </c:pt>
                <c:pt idx="353">
                  <c:v>46174</c:v>
                </c:pt>
                <c:pt idx="354">
                  <c:v>46175</c:v>
                </c:pt>
                <c:pt idx="355">
                  <c:v>46176</c:v>
                </c:pt>
                <c:pt idx="356">
                  <c:v>46177</c:v>
                </c:pt>
                <c:pt idx="357">
                  <c:v>46178</c:v>
                </c:pt>
                <c:pt idx="358">
                  <c:v>46181</c:v>
                </c:pt>
                <c:pt idx="359">
                  <c:v>46182</c:v>
                </c:pt>
                <c:pt idx="360">
                  <c:v>46183</c:v>
                </c:pt>
                <c:pt idx="361">
                  <c:v>46184</c:v>
                </c:pt>
                <c:pt idx="362">
                  <c:v>46185</c:v>
                </c:pt>
                <c:pt idx="363">
                  <c:v>46188</c:v>
                </c:pt>
                <c:pt idx="364">
                  <c:v>46189</c:v>
                </c:pt>
                <c:pt idx="365">
                  <c:v>46190</c:v>
                </c:pt>
                <c:pt idx="366">
                  <c:v>46191</c:v>
                </c:pt>
                <c:pt idx="367">
                  <c:v>46192</c:v>
                </c:pt>
                <c:pt idx="368">
                  <c:v>46195</c:v>
                </c:pt>
                <c:pt idx="369">
                  <c:v>46196</c:v>
                </c:pt>
                <c:pt idx="370">
                  <c:v>46197</c:v>
                </c:pt>
                <c:pt idx="371">
                  <c:v>46198</c:v>
                </c:pt>
                <c:pt idx="372">
                  <c:v>46199</c:v>
                </c:pt>
                <c:pt idx="373">
                  <c:v>46202</c:v>
                </c:pt>
                <c:pt idx="374">
                  <c:v>46203</c:v>
                </c:pt>
                <c:pt idx="375">
                  <c:v>46204</c:v>
                </c:pt>
                <c:pt idx="376">
                  <c:v>46205</c:v>
                </c:pt>
                <c:pt idx="377">
                  <c:v>46206</c:v>
                </c:pt>
                <c:pt idx="378">
                  <c:v>46209</c:v>
                </c:pt>
                <c:pt idx="379">
                  <c:v>46210</c:v>
                </c:pt>
                <c:pt idx="380">
                  <c:v>46211</c:v>
                </c:pt>
                <c:pt idx="381">
                  <c:v>46212</c:v>
                </c:pt>
                <c:pt idx="382">
                  <c:v>46213</c:v>
                </c:pt>
                <c:pt idx="383">
                  <c:v>46216</c:v>
                </c:pt>
                <c:pt idx="384">
                  <c:v>46217</c:v>
                </c:pt>
                <c:pt idx="385">
                  <c:v>46218</c:v>
                </c:pt>
                <c:pt idx="386">
                  <c:v>46219</c:v>
                </c:pt>
                <c:pt idx="387">
                  <c:v>46220</c:v>
                </c:pt>
                <c:pt idx="388">
                  <c:v>46223</c:v>
                </c:pt>
                <c:pt idx="389">
                  <c:v>46224</c:v>
                </c:pt>
                <c:pt idx="390">
                  <c:v>46225</c:v>
                </c:pt>
                <c:pt idx="391">
                  <c:v>46226</c:v>
                </c:pt>
                <c:pt idx="392">
                  <c:v>46227</c:v>
                </c:pt>
                <c:pt idx="393">
                  <c:v>46230</c:v>
                </c:pt>
                <c:pt idx="394">
                  <c:v>46231</c:v>
                </c:pt>
                <c:pt idx="395">
                  <c:v>46232</c:v>
                </c:pt>
                <c:pt idx="396">
                  <c:v>46233</c:v>
                </c:pt>
                <c:pt idx="397">
                  <c:v>46234</c:v>
                </c:pt>
                <c:pt idx="398">
                  <c:v>46237</c:v>
                </c:pt>
                <c:pt idx="399">
                  <c:v>46238</c:v>
                </c:pt>
                <c:pt idx="400">
                  <c:v>46239</c:v>
                </c:pt>
                <c:pt idx="401">
                  <c:v>46240</c:v>
                </c:pt>
                <c:pt idx="402">
                  <c:v>46241</c:v>
                </c:pt>
                <c:pt idx="403">
                  <c:v>46244</c:v>
                </c:pt>
                <c:pt idx="404">
                  <c:v>46245</c:v>
                </c:pt>
                <c:pt idx="405">
                  <c:v>46246</c:v>
                </c:pt>
                <c:pt idx="406">
                  <c:v>46247</c:v>
                </c:pt>
                <c:pt idx="407">
                  <c:v>46248</c:v>
                </c:pt>
                <c:pt idx="408">
                  <c:v>46251</c:v>
                </c:pt>
                <c:pt idx="409">
                  <c:v>46252</c:v>
                </c:pt>
                <c:pt idx="410">
                  <c:v>46253</c:v>
                </c:pt>
                <c:pt idx="411">
                  <c:v>46254</c:v>
                </c:pt>
                <c:pt idx="412">
                  <c:v>46255</c:v>
                </c:pt>
                <c:pt idx="413">
                  <c:v>46258</c:v>
                </c:pt>
                <c:pt idx="414">
                  <c:v>46259</c:v>
                </c:pt>
                <c:pt idx="415">
                  <c:v>46260</c:v>
                </c:pt>
                <c:pt idx="416">
                  <c:v>46261</c:v>
                </c:pt>
                <c:pt idx="417">
                  <c:v>46262</c:v>
                </c:pt>
                <c:pt idx="418">
                  <c:v>46265</c:v>
                </c:pt>
                <c:pt idx="419">
                  <c:v>46266</c:v>
                </c:pt>
                <c:pt idx="420">
                  <c:v>46267</c:v>
                </c:pt>
                <c:pt idx="421">
                  <c:v>46268</c:v>
                </c:pt>
                <c:pt idx="422">
                  <c:v>46269</c:v>
                </c:pt>
                <c:pt idx="423">
                  <c:v>46273</c:v>
                </c:pt>
                <c:pt idx="424">
                  <c:v>46274</c:v>
                </c:pt>
                <c:pt idx="425">
                  <c:v>46275</c:v>
                </c:pt>
                <c:pt idx="426">
                  <c:v>46276</c:v>
                </c:pt>
                <c:pt idx="427">
                  <c:v>46279</c:v>
                </c:pt>
                <c:pt idx="428">
                  <c:v>46280</c:v>
                </c:pt>
                <c:pt idx="429">
                  <c:v>46281</c:v>
                </c:pt>
                <c:pt idx="430">
                  <c:v>46282</c:v>
                </c:pt>
                <c:pt idx="431">
                  <c:v>46283</c:v>
                </c:pt>
                <c:pt idx="432">
                  <c:v>46286</c:v>
                </c:pt>
                <c:pt idx="433">
                  <c:v>46287</c:v>
                </c:pt>
                <c:pt idx="434">
                  <c:v>46288</c:v>
                </c:pt>
                <c:pt idx="435">
                  <c:v>46289</c:v>
                </c:pt>
                <c:pt idx="436">
                  <c:v>46290</c:v>
                </c:pt>
                <c:pt idx="437">
                  <c:v>46293</c:v>
                </c:pt>
                <c:pt idx="438">
                  <c:v>46294</c:v>
                </c:pt>
                <c:pt idx="439">
                  <c:v>46295</c:v>
                </c:pt>
                <c:pt idx="440">
                  <c:v>46296</c:v>
                </c:pt>
                <c:pt idx="441">
                  <c:v>46297</c:v>
                </c:pt>
                <c:pt idx="442">
                  <c:v>46300</c:v>
                </c:pt>
                <c:pt idx="443">
                  <c:v>46301</c:v>
                </c:pt>
                <c:pt idx="444">
                  <c:v>46302</c:v>
                </c:pt>
                <c:pt idx="445">
                  <c:v>46303</c:v>
                </c:pt>
                <c:pt idx="446">
                  <c:v>46304</c:v>
                </c:pt>
                <c:pt idx="447">
                  <c:v>46308</c:v>
                </c:pt>
                <c:pt idx="448">
                  <c:v>46309</c:v>
                </c:pt>
                <c:pt idx="449">
                  <c:v>46310</c:v>
                </c:pt>
                <c:pt idx="450">
                  <c:v>46311</c:v>
                </c:pt>
                <c:pt idx="451">
                  <c:v>46314</c:v>
                </c:pt>
                <c:pt idx="452">
                  <c:v>46315</c:v>
                </c:pt>
                <c:pt idx="453">
                  <c:v>46316</c:v>
                </c:pt>
                <c:pt idx="454">
                  <c:v>46317</c:v>
                </c:pt>
                <c:pt idx="455">
                  <c:v>46321</c:v>
                </c:pt>
              </c:numCache>
            </c:numRef>
          </c:cat>
          <c:val>
            <c:numRef>
              <c:f>'R2'!$E$2:$E$457</c:f>
              <c:numCache>
                <c:formatCode>General</c:formatCode>
                <c:ptCount val="456"/>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14.670000869754301</c:v>
                </c:pt>
              </c:numCache>
            </c:numRef>
          </c:val>
          <c:smooth val="0"/>
          <c:extLst>
            <c:ext xmlns:c16="http://schemas.microsoft.com/office/drawing/2014/chart" uri="{C3380CC4-5D6E-409C-BE32-E72D297353CC}">
              <c16:uniqueId val="{00000003-BDF1-4F25-9B82-6AE199C542F6}"/>
            </c:ext>
          </c:extLst>
        </c:ser>
        <c:dLbls>
          <c:showLegendKey val="0"/>
          <c:showVal val="0"/>
          <c:showCatName val="0"/>
          <c:showSerName val="0"/>
          <c:showPercent val="0"/>
          <c:showBubbleSize val="0"/>
        </c:dLbls>
        <c:marker val="1"/>
        <c:smooth val="0"/>
        <c:axId val="50020001"/>
        <c:axId val="50020002"/>
      </c:lineChart>
      <c:dateAx>
        <c:axId val="50020001"/>
        <c:scaling>
          <c:orientation val="minMax"/>
        </c:scaling>
        <c:delete val="0"/>
        <c:axPos val="b"/>
        <c:numFmt formatCode="[$-409]mmm\-yy" sourceLinked="0"/>
        <c:majorTickMark val="none"/>
        <c:minorTickMark val="none"/>
        <c:tickLblPos val="low"/>
        <c:spPr>
          <a:ln w="9525">
            <a:solidFill>
              <a:srgbClr val="D9D9D9"/>
            </a:solidFill>
          </a:ln>
        </c:spPr>
        <c:txPr>
          <a:bodyPr/>
          <a:lstStyle/>
          <a:p>
            <a:pPr>
              <a:defRPr sz="900" b="0" baseline="0">
                <a:solidFill>
                  <a:srgbClr val="000000"/>
                </a:solidFill>
                <a:latin typeface="Roboto Light"/>
              </a:defRPr>
            </a:pPr>
            <a:endParaRPr lang="en-US"/>
          </a:p>
        </c:txPr>
        <c:crossAx val="50020002"/>
        <c:crosses val="autoZero"/>
        <c:auto val="1"/>
        <c:lblOffset val="100"/>
        <c:baseTimeUnit val="days"/>
        <c:majorUnit val="6"/>
        <c:majorTimeUnit val="months"/>
      </c:dateAx>
      <c:valAx>
        <c:axId val="50020002"/>
        <c:scaling>
          <c:orientation val="minMax"/>
          <c:max val="16"/>
          <c:min val="12"/>
        </c:scaling>
        <c:delete val="0"/>
        <c:axPos val="l"/>
        <c:numFmt formatCode="0" sourceLinked="0"/>
        <c:majorTickMark val="none"/>
        <c:minorTickMark val="none"/>
        <c:tickLblPos val="nextTo"/>
        <c:spPr>
          <a:ln>
            <a:noFill/>
          </a:ln>
        </c:spPr>
        <c:txPr>
          <a:bodyPr/>
          <a:lstStyle/>
          <a:p>
            <a:pPr>
              <a:defRPr sz="900" b="0" baseline="0">
                <a:solidFill>
                  <a:srgbClr val="000000"/>
                </a:solidFill>
                <a:latin typeface="Roboto Light"/>
              </a:defRPr>
            </a:pPr>
            <a:endParaRPr lang="en-US"/>
          </a:p>
        </c:txPr>
        <c:crossAx val="50020001"/>
        <c:crosses val="autoZero"/>
        <c:crossBetween val="midCat"/>
        <c:majorUnit val="1"/>
      </c:valAx>
      <c:spPr>
        <a:noFill/>
        <a:ln>
          <a:noFill/>
        </a:ln>
      </c:spPr>
    </c:plotArea>
    <c:legend>
      <c:legendPos val="t"/>
      <c:legendEntry>
        <c:idx val="3"/>
        <c:delete val="1"/>
      </c:legendEntry>
      <c:layout>
        <c:manualLayout>
          <c:xMode val="edge"/>
          <c:yMode val="edge"/>
          <c:x val="0.02"/>
          <c:y val="0"/>
          <c:w val="0.96"/>
          <c:h val="0.12"/>
        </c:manualLayout>
      </c:layout>
      <c:overlay val="0"/>
      <c:txPr>
        <a:bodyPr/>
        <a:lstStyle/>
        <a:p>
          <a:pPr>
            <a:defRPr sz="900" b="0" baseline="0">
              <a:solidFill>
                <a:srgbClr val="000000"/>
              </a:solidFill>
              <a:latin typeface="Roboto Light"/>
            </a:defRPr>
          </a:pPr>
          <a:endParaRPr lang="en-US"/>
        </a:p>
      </c:txPr>
    </c:legend>
    <c:plotVisOnly val="1"/>
    <c:dispBlanksAs val="zero"/>
    <c:showDLblsOverMax val="0"/>
  </c:chart>
  <c:spPr>
    <a:solidFill>
      <a:srgbClr val="FFFFFF"/>
    </a:solidFill>
    <a:ln>
      <a:noFill/>
    </a:ln>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9"/>
          <c:y val="0.32999999999999996"/>
          <c:w val="0.88"/>
          <c:h val="0.53"/>
        </c:manualLayout>
      </c:layout>
      <c:lineChart>
        <c:grouping val="standard"/>
        <c:varyColors val="0"/>
        <c:ser>
          <c:idx val="0"/>
          <c:order val="0"/>
          <c:tx>
            <c:v>YoY</c:v>
          </c:tx>
          <c:spPr>
            <a:ln w="28575">
              <a:solidFill>
                <a:srgbClr val="8EB3DF"/>
              </a:solidFill>
              <a:prstDash val="solid"/>
            </a:ln>
          </c:spPr>
          <c:marker>
            <c:symbol val="none"/>
          </c:marker>
          <c:cat>
            <c:numRef>
              <c:f>'R3'!$A$2:$A$61</c:f>
              <c:numCache>
                <c:formatCode>yyyy\-mm\-dd</c:formatCode>
                <c:ptCount val="60"/>
                <c:pt idx="0">
                  <c:v>44927</c:v>
                </c:pt>
                <c:pt idx="1">
                  <c:v>44958</c:v>
                </c:pt>
                <c:pt idx="2">
                  <c:v>44986</c:v>
                </c:pt>
                <c:pt idx="3">
                  <c:v>45017</c:v>
                </c:pt>
                <c:pt idx="4">
                  <c:v>45047</c:v>
                </c:pt>
                <c:pt idx="5">
                  <c:v>45078</c:v>
                </c:pt>
                <c:pt idx="6">
                  <c:v>45108</c:v>
                </c:pt>
                <c:pt idx="7">
                  <c:v>45139</c:v>
                </c:pt>
                <c:pt idx="8">
                  <c:v>45170</c:v>
                </c:pt>
                <c:pt idx="9">
                  <c:v>45200</c:v>
                </c:pt>
                <c:pt idx="10">
                  <c:v>45231</c:v>
                </c:pt>
                <c:pt idx="11">
                  <c:v>45261</c:v>
                </c:pt>
                <c:pt idx="12">
                  <c:v>45292</c:v>
                </c:pt>
                <c:pt idx="13">
                  <c:v>45323</c:v>
                </c:pt>
                <c:pt idx="14">
                  <c:v>45352</c:v>
                </c:pt>
                <c:pt idx="15">
                  <c:v>45383</c:v>
                </c:pt>
                <c:pt idx="16">
                  <c:v>45413</c:v>
                </c:pt>
                <c:pt idx="17">
                  <c:v>45444</c:v>
                </c:pt>
                <c:pt idx="18">
                  <c:v>45474</c:v>
                </c:pt>
                <c:pt idx="19">
                  <c:v>45505</c:v>
                </c:pt>
                <c:pt idx="20">
                  <c:v>45536</c:v>
                </c:pt>
                <c:pt idx="21">
                  <c:v>45566</c:v>
                </c:pt>
                <c:pt idx="22">
                  <c:v>45597</c:v>
                </c:pt>
                <c:pt idx="23">
                  <c:v>45627</c:v>
                </c:pt>
                <c:pt idx="24">
                  <c:v>45658</c:v>
                </c:pt>
                <c:pt idx="25">
                  <c:v>45689</c:v>
                </c:pt>
                <c:pt idx="26">
                  <c:v>45717</c:v>
                </c:pt>
                <c:pt idx="27">
                  <c:v>45748</c:v>
                </c:pt>
                <c:pt idx="28">
                  <c:v>45778</c:v>
                </c:pt>
                <c:pt idx="29">
                  <c:v>45809</c:v>
                </c:pt>
                <c:pt idx="30">
                  <c:v>45839</c:v>
                </c:pt>
                <c:pt idx="31">
                  <c:v>45870</c:v>
                </c:pt>
                <c:pt idx="32">
                  <c:v>45901</c:v>
                </c:pt>
                <c:pt idx="33">
                  <c:v>45931</c:v>
                </c:pt>
                <c:pt idx="34">
                  <c:v>45962</c:v>
                </c:pt>
                <c:pt idx="35">
                  <c:v>45992</c:v>
                </c:pt>
                <c:pt idx="36">
                  <c:v>46023</c:v>
                </c:pt>
                <c:pt idx="37">
                  <c:v>46054</c:v>
                </c:pt>
                <c:pt idx="38">
                  <c:v>46082</c:v>
                </c:pt>
                <c:pt idx="39">
                  <c:v>46113</c:v>
                </c:pt>
                <c:pt idx="40">
                  <c:v>46143</c:v>
                </c:pt>
                <c:pt idx="41">
                  <c:v>46174</c:v>
                </c:pt>
                <c:pt idx="42">
                  <c:v>46204</c:v>
                </c:pt>
                <c:pt idx="43">
                  <c:v>46235</c:v>
                </c:pt>
                <c:pt idx="44">
                  <c:v>46266</c:v>
                </c:pt>
                <c:pt idx="45">
                  <c:v>46296</c:v>
                </c:pt>
                <c:pt idx="46">
                  <c:v>46327</c:v>
                </c:pt>
                <c:pt idx="47">
                  <c:v>46357</c:v>
                </c:pt>
                <c:pt idx="48">
                  <c:v>46388</c:v>
                </c:pt>
                <c:pt idx="49">
                  <c:v>46419</c:v>
                </c:pt>
                <c:pt idx="50">
                  <c:v>46447</c:v>
                </c:pt>
                <c:pt idx="51">
                  <c:v>46478</c:v>
                </c:pt>
                <c:pt idx="52">
                  <c:v>46508</c:v>
                </c:pt>
                <c:pt idx="53">
                  <c:v>46539</c:v>
                </c:pt>
                <c:pt idx="54">
                  <c:v>46569</c:v>
                </c:pt>
                <c:pt idx="55">
                  <c:v>46600</c:v>
                </c:pt>
                <c:pt idx="56">
                  <c:v>46631</c:v>
                </c:pt>
                <c:pt idx="57">
                  <c:v>46661</c:v>
                </c:pt>
                <c:pt idx="58">
                  <c:v>46692</c:v>
                </c:pt>
                <c:pt idx="59">
                  <c:v>46722</c:v>
                </c:pt>
              </c:numCache>
            </c:numRef>
          </c:cat>
          <c:val>
            <c:numRef>
              <c:f>'R3'!$B$2:$B$61</c:f>
              <c:numCache>
                <c:formatCode>General</c:formatCode>
                <c:ptCount val="60"/>
                <c:pt idx="0">
                  <c:v>5.7743202924146697E-2</c:v>
                </c:pt>
                <c:pt idx="1">
                  <c:v>5.5963019333441721E-2</c:v>
                </c:pt>
                <c:pt idx="2">
                  <c:v>4.6506944273478901E-2</c:v>
                </c:pt>
                <c:pt idx="3">
                  <c:v>4.1847057820648237E-2</c:v>
                </c:pt>
                <c:pt idx="4">
                  <c:v>3.9358321940515362E-2</c:v>
                </c:pt>
                <c:pt idx="5">
                  <c:v>3.1615014684576392E-2</c:v>
                </c:pt>
                <c:pt idx="6">
                  <c:v>3.992443888662689E-2</c:v>
                </c:pt>
                <c:pt idx="7">
                  <c:v>4.6082160875216882E-2</c:v>
                </c:pt>
                <c:pt idx="8">
                  <c:v>5.1852346297755807E-2</c:v>
                </c:pt>
                <c:pt idx="9">
                  <c:v>4.8192456435898423E-2</c:v>
                </c:pt>
                <c:pt idx="10">
                  <c:v>4.683537029570628E-2</c:v>
                </c:pt>
                <c:pt idx="11">
                  <c:v>4.6211139305667233E-2</c:v>
                </c:pt>
                <c:pt idx="12">
                  <c:v>4.5066374306924173E-2</c:v>
                </c:pt>
                <c:pt idx="13">
                  <c:v>4.4962738212685371E-2</c:v>
                </c:pt>
                <c:pt idx="14">
                  <c:v>3.925596126881703E-2</c:v>
                </c:pt>
                <c:pt idx="15">
                  <c:v>3.6880164915652942E-2</c:v>
                </c:pt>
                <c:pt idx="16">
                  <c:v>3.9259516785657977E-2</c:v>
                </c:pt>
                <c:pt idx="17">
                  <c:v>4.227578239682539E-2</c:v>
                </c:pt>
                <c:pt idx="18">
                  <c:v>4.498245142821955E-2</c:v>
                </c:pt>
                <c:pt idx="19">
                  <c:v>4.2375990160564703E-2</c:v>
                </c:pt>
                <c:pt idx="20">
                  <c:v>4.4247401273958882E-2</c:v>
                </c:pt>
                <c:pt idx="21">
                  <c:v>4.7580992339478552E-2</c:v>
                </c:pt>
                <c:pt idx="22">
                  <c:v>4.8730113890708797E-2</c:v>
                </c:pt>
                <c:pt idx="23">
                  <c:v>4.8312957918596133E-2</c:v>
                </c:pt>
                <c:pt idx="24">
                  <c:v>4.5598743926773537E-2</c:v>
                </c:pt>
                <c:pt idx="25">
                  <c:v>5.0576304147787583E-2</c:v>
                </c:pt>
                <c:pt idx="26">
                  <c:v>5.4771896416748511E-2</c:v>
                </c:pt>
                <c:pt idx="27">
                  <c:v>5.5297285884977621E-2</c:v>
                </c:pt>
                <c:pt idx="28">
                  <c:v>5.3196355592552758E-2</c:v>
                </c:pt>
                <c:pt idx="29">
                  <c:v>5.3511652375985097E-2</c:v>
                </c:pt>
                <c:pt idx="30">
                  <c:v>5.2252224220126209E-2</c:v>
                </c:pt>
                <c:pt idx="31">
                  <c:v>5.1305007775039213E-2</c:v>
                </c:pt>
                <c:pt idx="32">
                  <c:v>5.172368758697643E-2</c:v>
                </c:pt>
                <c:pt idx="33">
                  <c:v>4.6808113470370623E-2</c:v>
                </c:pt>
                <c:pt idx="34">
                  <c:v>4.4618356484328332E-2</c:v>
                </c:pt>
                <c:pt idx="35">
                  <c:v>4.2643849045689082E-2</c:v>
                </c:pt>
                <c:pt idx="36">
                  <c:v>4.4413512128134817E-2</c:v>
                </c:pt>
                <c:pt idx="37">
                  <c:v>3.8124969611125881E-2</c:v>
                </c:pt>
                <c:pt idx="38">
                  <c:v>4.1428469912195398E-2</c:v>
                </c:pt>
                <c:pt idx="39">
                  <c:v>4.3917196714733819E-2</c:v>
                </c:pt>
                <c:pt idx="40">
                  <c:v>4.7249068876600082E-2</c:v>
                </c:pt>
                <c:pt idx="41">
                  <c:v>4.6413275525541531E-2</c:v>
                </c:pt>
                <c:pt idx="42">
                  <c:v>4.4430246178345678E-2</c:v>
                </c:pt>
                <c:pt idx="43">
                  <c:v>4.2234527370682562E-2</c:v>
                </c:pt>
                <c:pt idx="44">
                  <c:v>4.5761196750718991E-2</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numCache>
            </c:numRef>
          </c:val>
          <c:smooth val="0"/>
          <c:extLst>
            <c:ext xmlns:c16="http://schemas.microsoft.com/office/drawing/2014/chart" uri="{C3380CC4-5D6E-409C-BE32-E72D297353CC}">
              <c16:uniqueId val="{00000000-74C1-4E07-A59D-3DB5DD531AAE}"/>
            </c:ext>
          </c:extLst>
        </c:ser>
        <c:ser>
          <c:idx val="1"/>
          <c:order val="1"/>
          <c:tx>
            <c:v>YoY (breakeven)</c:v>
          </c:tx>
          <c:spPr>
            <a:ln w="28575">
              <a:solidFill>
                <a:srgbClr val="8EB3DF"/>
              </a:solidFill>
              <a:prstDash val="dash"/>
            </a:ln>
          </c:spPr>
          <c:marker>
            <c:symbol val="none"/>
          </c:marker>
          <c:cat>
            <c:numRef>
              <c:f>'R3'!$A$2:$A$61</c:f>
              <c:numCache>
                <c:formatCode>yyyy\-mm\-dd</c:formatCode>
                <c:ptCount val="60"/>
                <c:pt idx="0">
                  <c:v>44927</c:v>
                </c:pt>
                <c:pt idx="1">
                  <c:v>44958</c:v>
                </c:pt>
                <c:pt idx="2">
                  <c:v>44986</c:v>
                </c:pt>
                <c:pt idx="3">
                  <c:v>45017</c:v>
                </c:pt>
                <c:pt idx="4">
                  <c:v>45047</c:v>
                </c:pt>
                <c:pt idx="5">
                  <c:v>45078</c:v>
                </c:pt>
                <c:pt idx="6">
                  <c:v>45108</c:v>
                </c:pt>
                <c:pt idx="7">
                  <c:v>45139</c:v>
                </c:pt>
                <c:pt idx="8">
                  <c:v>45170</c:v>
                </c:pt>
                <c:pt idx="9">
                  <c:v>45200</c:v>
                </c:pt>
                <c:pt idx="10">
                  <c:v>45231</c:v>
                </c:pt>
                <c:pt idx="11">
                  <c:v>45261</c:v>
                </c:pt>
                <c:pt idx="12">
                  <c:v>45292</c:v>
                </c:pt>
                <c:pt idx="13">
                  <c:v>45323</c:v>
                </c:pt>
                <c:pt idx="14">
                  <c:v>45352</c:v>
                </c:pt>
                <c:pt idx="15">
                  <c:v>45383</c:v>
                </c:pt>
                <c:pt idx="16">
                  <c:v>45413</c:v>
                </c:pt>
                <c:pt idx="17">
                  <c:v>45444</c:v>
                </c:pt>
                <c:pt idx="18">
                  <c:v>45474</c:v>
                </c:pt>
                <c:pt idx="19">
                  <c:v>45505</c:v>
                </c:pt>
                <c:pt idx="20">
                  <c:v>45536</c:v>
                </c:pt>
                <c:pt idx="21">
                  <c:v>45566</c:v>
                </c:pt>
                <c:pt idx="22">
                  <c:v>45597</c:v>
                </c:pt>
                <c:pt idx="23">
                  <c:v>45627</c:v>
                </c:pt>
                <c:pt idx="24">
                  <c:v>45658</c:v>
                </c:pt>
                <c:pt idx="25">
                  <c:v>45689</c:v>
                </c:pt>
                <c:pt idx="26">
                  <c:v>45717</c:v>
                </c:pt>
                <c:pt idx="27">
                  <c:v>45748</c:v>
                </c:pt>
                <c:pt idx="28">
                  <c:v>45778</c:v>
                </c:pt>
                <c:pt idx="29">
                  <c:v>45809</c:v>
                </c:pt>
                <c:pt idx="30">
                  <c:v>45839</c:v>
                </c:pt>
                <c:pt idx="31">
                  <c:v>45870</c:v>
                </c:pt>
                <c:pt idx="32">
                  <c:v>45901</c:v>
                </c:pt>
                <c:pt idx="33">
                  <c:v>45931</c:v>
                </c:pt>
                <c:pt idx="34">
                  <c:v>45962</c:v>
                </c:pt>
                <c:pt idx="35">
                  <c:v>45992</c:v>
                </c:pt>
                <c:pt idx="36">
                  <c:v>46023</c:v>
                </c:pt>
                <c:pt idx="37">
                  <c:v>46054</c:v>
                </c:pt>
                <c:pt idx="38">
                  <c:v>46082</c:v>
                </c:pt>
                <c:pt idx="39">
                  <c:v>46113</c:v>
                </c:pt>
                <c:pt idx="40">
                  <c:v>46143</c:v>
                </c:pt>
                <c:pt idx="41">
                  <c:v>46174</c:v>
                </c:pt>
                <c:pt idx="42">
                  <c:v>46204</c:v>
                </c:pt>
                <c:pt idx="43">
                  <c:v>46235</c:v>
                </c:pt>
                <c:pt idx="44">
                  <c:v>46266</c:v>
                </c:pt>
                <c:pt idx="45">
                  <c:v>46296</c:v>
                </c:pt>
                <c:pt idx="46">
                  <c:v>46327</c:v>
                </c:pt>
                <c:pt idx="47">
                  <c:v>46357</c:v>
                </c:pt>
                <c:pt idx="48">
                  <c:v>46388</c:v>
                </c:pt>
                <c:pt idx="49">
                  <c:v>46419</c:v>
                </c:pt>
                <c:pt idx="50">
                  <c:v>46447</c:v>
                </c:pt>
                <c:pt idx="51">
                  <c:v>46478</c:v>
                </c:pt>
                <c:pt idx="52">
                  <c:v>46508</c:v>
                </c:pt>
                <c:pt idx="53">
                  <c:v>46539</c:v>
                </c:pt>
                <c:pt idx="54">
                  <c:v>46569</c:v>
                </c:pt>
                <c:pt idx="55">
                  <c:v>46600</c:v>
                </c:pt>
                <c:pt idx="56">
                  <c:v>46631</c:v>
                </c:pt>
                <c:pt idx="57">
                  <c:v>46661</c:v>
                </c:pt>
                <c:pt idx="58">
                  <c:v>46692</c:v>
                </c:pt>
                <c:pt idx="59">
                  <c:v>46722</c:v>
                </c:pt>
              </c:numCache>
            </c:numRef>
          </c:cat>
          <c:val>
            <c:numRef>
              <c:f>'R3'!$C$2:$C$61</c:f>
              <c:numCache>
                <c:formatCode>General</c:formatCode>
                <c:ptCount val="6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4.5761196750718991E-2</c:v>
                </c:pt>
                <c:pt idx="45">
                  <c:v>4.9903302777188019E-2</c:v>
                </c:pt>
                <c:pt idx="46">
                  <c:v>5.3638872390018522E-2</c:v>
                </c:pt>
                <c:pt idx="47">
                  <c:v>5.8432301713235317E-2</c:v>
                </c:pt>
                <c:pt idx="48">
                  <c:v>6.254072113934428E-2</c:v>
                </c:pt>
                <c:pt idx="49">
                  <c:v>6.4560727576886467E-2</c:v>
                </c:pt>
                <c:pt idx="50">
                  <c:v>6.1877605506445388E-2</c:v>
                </c:pt>
                <c:pt idx="51">
                  <c:v>6.1523629535536813E-2</c:v>
                </c:pt>
                <c:pt idx="52">
                  <c:v>6.0852834237653967E-2</c:v>
                </c:pt>
                <c:pt idx="53">
                  <c:v>6.3780789580698105E-2</c:v>
                </c:pt>
                <c:pt idx="54">
                  <c:v>6.7569896000263086E-2</c:v>
                </c:pt>
                <c:pt idx="55">
                  <c:v>7.4551102083560306E-2</c:v>
                </c:pt>
                <c:pt idx="56">
                  <c:v>7.0996000000000059E-2</c:v>
                </c:pt>
                <c:pt idx="57">
                  <c:v>7.0455058546438298E-2</c:v>
                </c:pt>
                <c:pt idx="58">
                  <c:v>6.874344154072265E-2</c:v>
                </c:pt>
                <c:pt idx="59">
                  <c:v>6.6720679015325648E-2</c:v>
                </c:pt>
              </c:numCache>
            </c:numRef>
          </c:val>
          <c:smooth val="0"/>
          <c:extLst>
            <c:ext xmlns:c16="http://schemas.microsoft.com/office/drawing/2014/chart" uri="{C3380CC4-5D6E-409C-BE32-E72D297353CC}">
              <c16:uniqueId val="{00000001-74C1-4E07-A59D-3DB5DD531AAE}"/>
            </c:ext>
          </c:extLst>
        </c:ser>
        <c:ser>
          <c:idx val="2"/>
          <c:order val="2"/>
          <c:tx>
            <c:v>3y mov. avg.</c:v>
          </c:tx>
          <c:spPr>
            <a:ln w="28575">
              <a:solidFill>
                <a:srgbClr val="1F2F44"/>
              </a:solidFill>
              <a:prstDash val="solid"/>
            </a:ln>
          </c:spPr>
          <c:marker>
            <c:symbol val="none"/>
          </c:marker>
          <c:cat>
            <c:numRef>
              <c:f>'R3'!$A$2:$A$61</c:f>
              <c:numCache>
                <c:formatCode>yyyy\-mm\-dd</c:formatCode>
                <c:ptCount val="60"/>
                <c:pt idx="0">
                  <c:v>44927</c:v>
                </c:pt>
                <c:pt idx="1">
                  <c:v>44958</c:v>
                </c:pt>
                <c:pt idx="2">
                  <c:v>44986</c:v>
                </c:pt>
                <c:pt idx="3">
                  <c:v>45017</c:v>
                </c:pt>
                <c:pt idx="4">
                  <c:v>45047</c:v>
                </c:pt>
                <c:pt idx="5">
                  <c:v>45078</c:v>
                </c:pt>
                <c:pt idx="6">
                  <c:v>45108</c:v>
                </c:pt>
                <c:pt idx="7">
                  <c:v>45139</c:v>
                </c:pt>
                <c:pt idx="8">
                  <c:v>45170</c:v>
                </c:pt>
                <c:pt idx="9">
                  <c:v>45200</c:v>
                </c:pt>
                <c:pt idx="10">
                  <c:v>45231</c:v>
                </c:pt>
                <c:pt idx="11">
                  <c:v>45261</c:v>
                </c:pt>
                <c:pt idx="12">
                  <c:v>45292</c:v>
                </c:pt>
                <c:pt idx="13">
                  <c:v>45323</c:v>
                </c:pt>
                <c:pt idx="14">
                  <c:v>45352</c:v>
                </c:pt>
                <c:pt idx="15">
                  <c:v>45383</c:v>
                </c:pt>
                <c:pt idx="16">
                  <c:v>45413</c:v>
                </c:pt>
                <c:pt idx="17">
                  <c:v>45444</c:v>
                </c:pt>
                <c:pt idx="18">
                  <c:v>45474</c:v>
                </c:pt>
                <c:pt idx="19">
                  <c:v>45505</c:v>
                </c:pt>
                <c:pt idx="20">
                  <c:v>45536</c:v>
                </c:pt>
                <c:pt idx="21">
                  <c:v>45566</c:v>
                </c:pt>
                <c:pt idx="22">
                  <c:v>45597</c:v>
                </c:pt>
                <c:pt idx="23">
                  <c:v>45627</c:v>
                </c:pt>
                <c:pt idx="24">
                  <c:v>45658</c:v>
                </c:pt>
                <c:pt idx="25">
                  <c:v>45689</c:v>
                </c:pt>
                <c:pt idx="26">
                  <c:v>45717</c:v>
                </c:pt>
                <c:pt idx="27">
                  <c:v>45748</c:v>
                </c:pt>
                <c:pt idx="28">
                  <c:v>45778</c:v>
                </c:pt>
                <c:pt idx="29">
                  <c:v>45809</c:v>
                </c:pt>
                <c:pt idx="30">
                  <c:v>45839</c:v>
                </c:pt>
                <c:pt idx="31">
                  <c:v>45870</c:v>
                </c:pt>
                <c:pt idx="32">
                  <c:v>45901</c:v>
                </c:pt>
                <c:pt idx="33">
                  <c:v>45931</c:v>
                </c:pt>
                <c:pt idx="34">
                  <c:v>45962</c:v>
                </c:pt>
                <c:pt idx="35">
                  <c:v>45992</c:v>
                </c:pt>
                <c:pt idx="36">
                  <c:v>46023</c:v>
                </c:pt>
                <c:pt idx="37">
                  <c:v>46054</c:v>
                </c:pt>
                <c:pt idx="38">
                  <c:v>46082</c:v>
                </c:pt>
                <c:pt idx="39">
                  <c:v>46113</c:v>
                </c:pt>
                <c:pt idx="40">
                  <c:v>46143</c:v>
                </c:pt>
                <c:pt idx="41">
                  <c:v>46174</c:v>
                </c:pt>
                <c:pt idx="42">
                  <c:v>46204</c:v>
                </c:pt>
                <c:pt idx="43">
                  <c:v>46235</c:v>
                </c:pt>
                <c:pt idx="44">
                  <c:v>46266</c:v>
                </c:pt>
                <c:pt idx="45">
                  <c:v>46296</c:v>
                </c:pt>
                <c:pt idx="46">
                  <c:v>46327</c:v>
                </c:pt>
                <c:pt idx="47">
                  <c:v>46357</c:v>
                </c:pt>
                <c:pt idx="48">
                  <c:v>46388</c:v>
                </c:pt>
                <c:pt idx="49">
                  <c:v>46419</c:v>
                </c:pt>
                <c:pt idx="50">
                  <c:v>46447</c:v>
                </c:pt>
                <c:pt idx="51">
                  <c:v>46478</c:v>
                </c:pt>
                <c:pt idx="52">
                  <c:v>46508</c:v>
                </c:pt>
                <c:pt idx="53">
                  <c:v>46539</c:v>
                </c:pt>
                <c:pt idx="54">
                  <c:v>46569</c:v>
                </c:pt>
                <c:pt idx="55">
                  <c:v>46600</c:v>
                </c:pt>
                <c:pt idx="56">
                  <c:v>46631</c:v>
                </c:pt>
                <c:pt idx="57">
                  <c:v>46661</c:v>
                </c:pt>
                <c:pt idx="58">
                  <c:v>46692</c:v>
                </c:pt>
                <c:pt idx="59">
                  <c:v>46722</c:v>
                </c:pt>
              </c:numCache>
            </c:numRef>
          </c:cat>
          <c:val>
            <c:numRef>
              <c:f>'R3'!$D$2:$D$61</c:f>
              <c:numCache>
                <c:formatCode>General</c:formatCode>
                <c:ptCount val="60"/>
                <c:pt idx="0">
                  <c:v>6.8751398047017132E-2</c:v>
                </c:pt>
                <c:pt idx="1">
                  <c:v>7.0843934500094852E-2</c:v>
                </c:pt>
                <c:pt idx="2">
                  <c:v>7.3121954056466251E-2</c:v>
                </c:pt>
                <c:pt idx="3">
                  <c:v>7.6412991686289455E-2</c:v>
                </c:pt>
                <c:pt idx="4">
                  <c:v>7.8605577719343955E-2</c:v>
                </c:pt>
                <c:pt idx="5">
                  <c:v>7.7384947278293259E-2</c:v>
                </c:pt>
                <c:pt idx="6">
                  <c:v>7.6525445559440408E-2</c:v>
                </c:pt>
                <c:pt idx="7">
                  <c:v>7.6489646103274911E-2</c:v>
                </c:pt>
                <c:pt idx="8">
                  <c:v>7.5133054941622923E-2</c:v>
                </c:pt>
                <c:pt idx="9">
                  <c:v>7.2925529542659628E-2</c:v>
                </c:pt>
                <c:pt idx="10">
                  <c:v>7.0758786662898476E-2</c:v>
                </c:pt>
                <c:pt idx="11">
                  <c:v>6.7969420200373998E-2</c:v>
                </c:pt>
                <c:pt idx="12">
                  <c:v>6.8572752780634794E-2</c:v>
                </c:pt>
                <c:pt idx="13">
                  <c:v>6.8466796136134489E-2</c:v>
                </c:pt>
                <c:pt idx="14">
                  <c:v>6.5742728184692067E-2</c:v>
                </c:pt>
                <c:pt idx="15">
                  <c:v>6.599057533971675E-2</c:v>
                </c:pt>
                <c:pt idx="16">
                  <c:v>6.4685077830475057E-2</c:v>
                </c:pt>
                <c:pt idx="17">
                  <c:v>6.3554200274479569E-2</c:v>
                </c:pt>
                <c:pt idx="18">
                  <c:v>6.1513634771845897E-2</c:v>
                </c:pt>
                <c:pt idx="19">
                  <c:v>5.8382411706427773E-2</c:v>
                </c:pt>
                <c:pt idx="20">
                  <c:v>5.5865440465257647E-2</c:v>
                </c:pt>
                <c:pt idx="21">
                  <c:v>5.3461462129197779E-2</c:v>
                </c:pt>
                <c:pt idx="22">
                  <c:v>5.1509893206076678E-2</c:v>
                </c:pt>
                <c:pt idx="23">
                  <c:v>5.0778662168296629E-2</c:v>
                </c:pt>
                <c:pt idx="24">
                  <c:v>4.9453153220341717E-2</c:v>
                </c:pt>
                <c:pt idx="25">
                  <c:v>5.0491086003688013E-2</c:v>
                </c:pt>
                <c:pt idx="26">
                  <c:v>4.6825748266726253E-2</c:v>
                </c:pt>
                <c:pt idx="27">
                  <c:v>4.4645936236352053E-2</c:v>
                </c:pt>
                <c:pt idx="28">
                  <c:v>4.3917597200072933E-2</c:v>
                </c:pt>
                <c:pt idx="29">
                  <c:v>4.2429152423854033E-2</c:v>
                </c:pt>
                <c:pt idx="30">
                  <c:v>4.5707472444012957E-2</c:v>
                </c:pt>
                <c:pt idx="31">
                  <c:v>4.658131336978677E-2</c:v>
                </c:pt>
                <c:pt idx="32">
                  <c:v>4.9268446242060497E-2</c:v>
                </c:pt>
                <c:pt idx="33">
                  <c:v>4.7527034261791952E-2</c:v>
                </c:pt>
                <c:pt idx="34">
                  <c:v>4.6726598010299547E-2</c:v>
                </c:pt>
                <c:pt idx="35">
                  <c:v>4.5720029383943477E-2</c:v>
                </c:pt>
                <c:pt idx="36">
                  <c:v>4.5026097709715662E-2</c:v>
                </c:pt>
                <c:pt idx="37">
                  <c:v>4.4542257261960261E-2</c:v>
                </c:pt>
                <c:pt idx="38">
                  <c:v>4.5129661235368657E-2</c:v>
                </c:pt>
                <c:pt idx="39">
                  <c:v>4.5337378554012098E-2</c:v>
                </c:pt>
                <c:pt idx="40">
                  <c:v>4.6552726720383568E-2</c:v>
                </c:pt>
                <c:pt idx="41">
                  <c:v>4.7389969258840647E-2</c:v>
                </c:pt>
                <c:pt idx="42">
                  <c:v>4.7215584458365052E-2</c:v>
                </c:pt>
                <c:pt idx="43">
                  <c:v>4.5296580453458857E-2</c:v>
                </c:pt>
                <c:pt idx="44">
                  <c:v>4.7239128510556887E-2</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numCache>
            </c:numRef>
          </c:val>
          <c:smooth val="0"/>
          <c:extLst>
            <c:ext xmlns:c16="http://schemas.microsoft.com/office/drawing/2014/chart" uri="{C3380CC4-5D6E-409C-BE32-E72D297353CC}">
              <c16:uniqueId val="{00000002-74C1-4E07-A59D-3DB5DD531AAE}"/>
            </c:ext>
          </c:extLst>
        </c:ser>
        <c:ser>
          <c:idx val="3"/>
          <c:order val="3"/>
          <c:tx>
            <c:v>3y mov. avg. (breakeven)</c:v>
          </c:tx>
          <c:spPr>
            <a:ln w="28575">
              <a:solidFill>
                <a:srgbClr val="1F2F44"/>
              </a:solidFill>
              <a:prstDash val="dash"/>
            </a:ln>
          </c:spPr>
          <c:marker>
            <c:symbol val="none"/>
          </c:marker>
          <c:cat>
            <c:numRef>
              <c:f>'R3'!$A$2:$A$61</c:f>
              <c:numCache>
                <c:formatCode>yyyy\-mm\-dd</c:formatCode>
                <c:ptCount val="60"/>
                <c:pt idx="0">
                  <c:v>44927</c:v>
                </c:pt>
                <c:pt idx="1">
                  <c:v>44958</c:v>
                </c:pt>
                <c:pt idx="2">
                  <c:v>44986</c:v>
                </c:pt>
                <c:pt idx="3">
                  <c:v>45017</c:v>
                </c:pt>
                <c:pt idx="4">
                  <c:v>45047</c:v>
                </c:pt>
                <c:pt idx="5">
                  <c:v>45078</c:v>
                </c:pt>
                <c:pt idx="6">
                  <c:v>45108</c:v>
                </c:pt>
                <c:pt idx="7">
                  <c:v>45139</c:v>
                </c:pt>
                <c:pt idx="8">
                  <c:v>45170</c:v>
                </c:pt>
                <c:pt idx="9">
                  <c:v>45200</c:v>
                </c:pt>
                <c:pt idx="10">
                  <c:v>45231</c:v>
                </c:pt>
                <c:pt idx="11">
                  <c:v>45261</c:v>
                </c:pt>
                <c:pt idx="12">
                  <c:v>45292</c:v>
                </c:pt>
                <c:pt idx="13">
                  <c:v>45323</c:v>
                </c:pt>
                <c:pt idx="14">
                  <c:v>45352</c:v>
                </c:pt>
                <c:pt idx="15">
                  <c:v>45383</c:v>
                </c:pt>
                <c:pt idx="16">
                  <c:v>45413</c:v>
                </c:pt>
                <c:pt idx="17">
                  <c:v>45444</c:v>
                </c:pt>
                <c:pt idx="18">
                  <c:v>45474</c:v>
                </c:pt>
                <c:pt idx="19">
                  <c:v>45505</c:v>
                </c:pt>
                <c:pt idx="20">
                  <c:v>45536</c:v>
                </c:pt>
                <c:pt idx="21">
                  <c:v>45566</c:v>
                </c:pt>
                <c:pt idx="22">
                  <c:v>45597</c:v>
                </c:pt>
                <c:pt idx="23">
                  <c:v>45627</c:v>
                </c:pt>
                <c:pt idx="24">
                  <c:v>45658</c:v>
                </c:pt>
                <c:pt idx="25">
                  <c:v>45689</c:v>
                </c:pt>
                <c:pt idx="26">
                  <c:v>45717</c:v>
                </c:pt>
                <c:pt idx="27">
                  <c:v>45748</c:v>
                </c:pt>
                <c:pt idx="28">
                  <c:v>45778</c:v>
                </c:pt>
                <c:pt idx="29">
                  <c:v>45809</c:v>
                </c:pt>
                <c:pt idx="30">
                  <c:v>45839</c:v>
                </c:pt>
                <c:pt idx="31">
                  <c:v>45870</c:v>
                </c:pt>
                <c:pt idx="32">
                  <c:v>45901</c:v>
                </c:pt>
                <c:pt idx="33">
                  <c:v>45931</c:v>
                </c:pt>
                <c:pt idx="34">
                  <c:v>45962</c:v>
                </c:pt>
                <c:pt idx="35">
                  <c:v>45992</c:v>
                </c:pt>
                <c:pt idx="36">
                  <c:v>46023</c:v>
                </c:pt>
                <c:pt idx="37">
                  <c:v>46054</c:v>
                </c:pt>
                <c:pt idx="38">
                  <c:v>46082</c:v>
                </c:pt>
                <c:pt idx="39">
                  <c:v>46113</c:v>
                </c:pt>
                <c:pt idx="40">
                  <c:v>46143</c:v>
                </c:pt>
                <c:pt idx="41">
                  <c:v>46174</c:v>
                </c:pt>
                <c:pt idx="42">
                  <c:v>46204</c:v>
                </c:pt>
                <c:pt idx="43">
                  <c:v>46235</c:v>
                </c:pt>
                <c:pt idx="44">
                  <c:v>46266</c:v>
                </c:pt>
                <c:pt idx="45">
                  <c:v>46296</c:v>
                </c:pt>
                <c:pt idx="46">
                  <c:v>46327</c:v>
                </c:pt>
                <c:pt idx="47">
                  <c:v>46357</c:v>
                </c:pt>
                <c:pt idx="48">
                  <c:v>46388</c:v>
                </c:pt>
                <c:pt idx="49">
                  <c:v>46419</c:v>
                </c:pt>
                <c:pt idx="50">
                  <c:v>46447</c:v>
                </c:pt>
                <c:pt idx="51">
                  <c:v>46478</c:v>
                </c:pt>
                <c:pt idx="52">
                  <c:v>46508</c:v>
                </c:pt>
                <c:pt idx="53">
                  <c:v>46539</c:v>
                </c:pt>
                <c:pt idx="54">
                  <c:v>46569</c:v>
                </c:pt>
                <c:pt idx="55">
                  <c:v>46600</c:v>
                </c:pt>
                <c:pt idx="56">
                  <c:v>46631</c:v>
                </c:pt>
                <c:pt idx="57">
                  <c:v>46661</c:v>
                </c:pt>
                <c:pt idx="58">
                  <c:v>46692</c:v>
                </c:pt>
                <c:pt idx="59">
                  <c:v>46722</c:v>
                </c:pt>
              </c:numCache>
            </c:numRef>
          </c:cat>
          <c:val>
            <c:numRef>
              <c:f>'R3'!$E$2:$E$61</c:f>
              <c:numCache>
                <c:formatCode>General</c:formatCode>
                <c:ptCount val="6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4.7239128510556887E-2</c:v>
                </c:pt>
                <c:pt idx="45">
                  <c:v>4.8096644553128787E-2</c:v>
                </c:pt>
                <c:pt idx="46">
                  <c:v>4.8989301601201518E-2</c:v>
                </c:pt>
                <c:pt idx="47">
                  <c:v>4.9776085262100762E-2</c:v>
                </c:pt>
                <c:pt idx="48">
                  <c:v>5.0818489990111633E-2</c:v>
                </c:pt>
                <c:pt idx="49">
                  <c:v>5.103188881444054E-2</c:v>
                </c:pt>
                <c:pt idx="50">
                  <c:v>5.2658461772729037E-2</c:v>
                </c:pt>
                <c:pt idx="51">
                  <c:v>5.3554111701367368E-2</c:v>
                </c:pt>
                <c:pt idx="52">
                  <c:v>5.3751381918754282E-2</c:v>
                </c:pt>
                <c:pt idx="53">
                  <c:v>5.4544495700533213E-2</c:v>
                </c:pt>
                <c:pt idx="54">
                  <c:v>5.4707102242636203E-2</c:v>
                </c:pt>
                <c:pt idx="55">
                  <c:v>5.5942867833433503E-2</c:v>
                </c:pt>
                <c:pt idx="56">
                  <c:v>5.6105592748578743E-2</c:v>
                </c:pt>
                <c:pt idx="57">
                  <c:v>5.5670227603687339E-2</c:v>
                </c:pt>
                <c:pt idx="58">
                  <c:v>5.5620057624417907E-2</c:v>
                </c:pt>
                <c:pt idx="59">
                  <c:v>5.5884938589193522E-2</c:v>
                </c:pt>
              </c:numCache>
            </c:numRef>
          </c:val>
          <c:smooth val="0"/>
          <c:extLst>
            <c:ext xmlns:c16="http://schemas.microsoft.com/office/drawing/2014/chart" uri="{C3380CC4-5D6E-409C-BE32-E72D297353CC}">
              <c16:uniqueId val="{00000003-74C1-4E07-A59D-3DB5DD531AAE}"/>
            </c:ext>
          </c:extLst>
        </c:ser>
        <c:dLbls>
          <c:showLegendKey val="0"/>
          <c:showVal val="0"/>
          <c:showCatName val="0"/>
          <c:showSerName val="0"/>
          <c:showPercent val="0"/>
          <c:showBubbleSize val="0"/>
        </c:dLbls>
        <c:smooth val="0"/>
        <c:axId val="50030001"/>
        <c:axId val="50030002"/>
      </c:lineChart>
      <c:dateAx>
        <c:axId val="50030001"/>
        <c:scaling>
          <c:orientation val="minMax"/>
        </c:scaling>
        <c:delete val="0"/>
        <c:axPos val="b"/>
        <c:numFmt formatCode="[$-409]mmm\-yy" sourceLinked="0"/>
        <c:majorTickMark val="none"/>
        <c:minorTickMark val="none"/>
        <c:tickLblPos val="low"/>
        <c:spPr>
          <a:ln w="9525">
            <a:solidFill>
              <a:srgbClr val="D9D9D9"/>
            </a:solidFill>
          </a:ln>
        </c:spPr>
        <c:txPr>
          <a:bodyPr/>
          <a:lstStyle/>
          <a:p>
            <a:pPr>
              <a:defRPr sz="900" b="0" baseline="0">
                <a:solidFill>
                  <a:srgbClr val="000000"/>
                </a:solidFill>
                <a:latin typeface="Roboto Light"/>
              </a:defRPr>
            </a:pPr>
            <a:endParaRPr lang="en-US"/>
          </a:p>
        </c:txPr>
        <c:crossAx val="50030002"/>
        <c:crosses val="autoZero"/>
        <c:auto val="1"/>
        <c:lblOffset val="100"/>
        <c:baseTimeUnit val="months"/>
        <c:majorUnit val="12"/>
        <c:majorTimeUnit val="months"/>
      </c:dateAx>
      <c:valAx>
        <c:axId val="50030002"/>
        <c:scaling>
          <c:orientation val="minMax"/>
          <c:max val="0.08"/>
          <c:min val="0.03"/>
        </c:scaling>
        <c:delete val="0"/>
        <c:axPos val="l"/>
        <c:numFmt formatCode="0%" sourceLinked="0"/>
        <c:majorTickMark val="none"/>
        <c:minorTickMark val="none"/>
        <c:tickLblPos val="nextTo"/>
        <c:spPr>
          <a:ln>
            <a:noFill/>
          </a:ln>
        </c:spPr>
        <c:txPr>
          <a:bodyPr/>
          <a:lstStyle/>
          <a:p>
            <a:pPr>
              <a:defRPr sz="900" b="0" baseline="0">
                <a:solidFill>
                  <a:srgbClr val="000000"/>
                </a:solidFill>
                <a:latin typeface="Roboto Light"/>
              </a:defRPr>
            </a:pPr>
            <a:endParaRPr lang="en-US"/>
          </a:p>
        </c:txPr>
        <c:crossAx val="50030001"/>
        <c:crosses val="autoZero"/>
        <c:crossBetween val="between"/>
        <c:majorUnit val="0.01"/>
      </c:valAx>
      <c:spPr>
        <a:noFill/>
        <a:ln>
          <a:noFill/>
        </a:ln>
      </c:spPr>
    </c:plotArea>
    <c:legend>
      <c:legendPos val="t"/>
      <c:layout>
        <c:manualLayout>
          <c:xMode val="edge"/>
          <c:yMode val="edge"/>
          <c:x val="0"/>
          <c:y val="0"/>
          <c:w val="1"/>
          <c:h val="0.3"/>
        </c:manualLayout>
      </c:layout>
      <c:overlay val="0"/>
      <c:txPr>
        <a:bodyPr/>
        <a:lstStyle/>
        <a:p>
          <a:pPr>
            <a:defRPr sz="7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9302001312335956E-3"/>
          <c:y val="0"/>
          <c:w val="0.99706979986876643"/>
          <c:h val="0.86458232464057427"/>
        </c:manualLayout>
      </c:layout>
      <c:barChart>
        <c:barDir val="col"/>
        <c:grouping val="clustered"/>
        <c:varyColors val="0"/>
        <c:ser>
          <c:idx val="0"/>
          <c:order val="0"/>
          <c:tx>
            <c:v>Average annualized real return (%)</c:v>
          </c:tx>
          <c:invertIfNegative val="0"/>
          <c:dPt>
            <c:idx val="0"/>
            <c:invertIfNegative val="0"/>
            <c:bubble3D val="0"/>
            <c:spPr>
              <a:solidFill>
                <a:srgbClr val="707971"/>
              </a:solidFill>
              <a:ln>
                <a:noFill/>
              </a:ln>
            </c:spPr>
            <c:extLst>
              <c:ext xmlns:c16="http://schemas.microsoft.com/office/drawing/2014/chart" uri="{C3380CC4-5D6E-409C-BE32-E72D297353CC}">
                <c16:uniqueId val="{00000001-8251-423D-874E-8D9328EA8547}"/>
              </c:ext>
            </c:extLst>
          </c:dPt>
          <c:dPt>
            <c:idx val="1"/>
            <c:invertIfNegative val="0"/>
            <c:bubble3D val="0"/>
            <c:spPr>
              <a:solidFill>
                <a:srgbClr val="1F2F44"/>
              </a:solidFill>
              <a:ln>
                <a:noFill/>
              </a:ln>
            </c:spPr>
            <c:extLst>
              <c:ext xmlns:c16="http://schemas.microsoft.com/office/drawing/2014/chart" uri="{C3380CC4-5D6E-409C-BE32-E72D297353CC}">
                <c16:uniqueId val="{00000003-8251-423D-874E-8D9328EA8547}"/>
              </c:ext>
            </c:extLst>
          </c:dPt>
          <c:dPt>
            <c:idx val="2"/>
            <c:invertIfNegative val="0"/>
            <c:bubble3D val="0"/>
            <c:spPr>
              <a:solidFill>
                <a:srgbClr val="8EB3DF"/>
              </a:solidFill>
              <a:ln>
                <a:noFill/>
              </a:ln>
            </c:spPr>
            <c:extLst>
              <c:ext xmlns:c16="http://schemas.microsoft.com/office/drawing/2014/chart" uri="{C3380CC4-5D6E-409C-BE32-E72D297353CC}">
                <c16:uniqueId val="{00000005-8251-423D-874E-8D9328EA8547}"/>
              </c:ext>
            </c:extLst>
          </c:dPt>
          <c:dPt>
            <c:idx val="3"/>
            <c:invertIfNegative val="0"/>
            <c:bubble3D val="0"/>
            <c:spPr>
              <a:solidFill>
                <a:srgbClr val="F9C113"/>
              </a:solidFill>
              <a:ln>
                <a:noFill/>
              </a:ln>
            </c:spPr>
            <c:extLst>
              <c:ext xmlns:c16="http://schemas.microsoft.com/office/drawing/2014/chart" uri="{C3380CC4-5D6E-409C-BE32-E72D297353CC}">
                <c16:uniqueId val="{00000007-8251-423D-874E-8D9328EA8547}"/>
              </c:ext>
            </c:extLst>
          </c:dPt>
          <c:dLbls>
            <c:dLbl>
              <c:idx val="0"/>
              <c:tx>
                <c:rich>
                  <a:bodyPr/>
                  <a:lstStyle/>
                  <a:p>
                    <a:r>
                      <a:rPr lang="en-US" sz="900" b="1" baseline="0">
                        <a:solidFill>
                          <a:srgbClr val="707971"/>
                        </a:solidFill>
                        <a:latin typeface="Roboto Light"/>
                      </a:rPr>
                      <a:t>+11.2%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251-423D-874E-8D9328EA8547}"/>
                </c:ext>
              </c:extLst>
            </c:dLbl>
            <c:dLbl>
              <c:idx val="1"/>
              <c:tx>
                <c:rich>
                  <a:bodyPr/>
                  <a:lstStyle/>
                  <a:p>
                    <a:r>
                      <a:rPr lang="en-US" sz="900" b="1" baseline="0">
                        <a:solidFill>
                          <a:srgbClr val="1F2F44"/>
                        </a:solidFill>
                        <a:latin typeface="Roboto Light"/>
                      </a:rPr>
                      <a:t>+9.7%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251-423D-874E-8D9328EA8547}"/>
                </c:ext>
              </c:extLst>
            </c:dLbl>
            <c:dLbl>
              <c:idx val="2"/>
              <c:tx>
                <c:rich>
                  <a:bodyPr/>
                  <a:lstStyle/>
                  <a:p>
                    <a:r>
                      <a:rPr lang="en-US" sz="900" b="1" baseline="0">
                        <a:solidFill>
                          <a:srgbClr val="8EB3DF"/>
                        </a:solidFill>
                        <a:latin typeface="Roboto Light"/>
                      </a:rPr>
                      <a:t>+7.6%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8251-423D-874E-8D9328EA8547}"/>
                </c:ext>
              </c:extLst>
            </c:dLbl>
            <c:dLbl>
              <c:idx val="3"/>
              <c:tx>
                <c:rich>
                  <a:bodyPr/>
                  <a:lstStyle/>
                  <a:p>
                    <a:r>
                      <a:rPr lang="en-US" sz="900" b="1" baseline="0">
                        <a:solidFill>
                          <a:srgbClr val="F9C113"/>
                        </a:solidFill>
                        <a:latin typeface="Roboto Light"/>
                      </a:rPr>
                      <a:t>-17.5%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8251-423D-874E-8D9328EA8547}"/>
                </c:ext>
              </c:extLst>
            </c:dLbl>
            <c:spPr>
              <a:noFill/>
              <a:ln>
                <a:noFill/>
              </a:ln>
              <a:effectLst/>
            </c:spPr>
            <c:txPr>
              <a:bodyPr/>
              <a:lstStyle/>
              <a:p>
                <a:pPr>
                  <a:defRPr sz="900" b="1" baseline="0">
                    <a:solidFill>
                      <a:srgbClr val="000000"/>
                    </a:solidFill>
                    <a:latin typeface="Roboto Ligh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'R1'!$A$2:$A$5</c:f>
              <c:strCache>
                <c:ptCount val="4"/>
                <c:pt idx="0">
                  <c:v>Infl. down
Rates down</c:v>
                </c:pt>
                <c:pt idx="1">
                  <c:v>Infl. down
Rates up</c:v>
                </c:pt>
                <c:pt idx="2">
                  <c:v>Infl. up
Rates down</c:v>
                </c:pt>
                <c:pt idx="3">
                  <c:v>Infl. up
Rates up</c:v>
                </c:pt>
              </c:strCache>
            </c:strRef>
          </c:cat>
          <c:val>
            <c:numRef>
              <c:f>'R1'!$B$2:$B$5</c:f>
              <c:numCache>
                <c:formatCode>General</c:formatCode>
                <c:ptCount val="4"/>
                <c:pt idx="0">
                  <c:v>11.2</c:v>
                </c:pt>
                <c:pt idx="1">
                  <c:v>9.6999999999999993</c:v>
                </c:pt>
                <c:pt idx="2">
                  <c:v>7.6</c:v>
                </c:pt>
                <c:pt idx="3">
                  <c:v>-17.5</c:v>
                </c:pt>
              </c:numCache>
            </c:numRef>
          </c:val>
          <c:extLst>
            <c:ext xmlns:c16="http://schemas.microsoft.com/office/drawing/2014/chart" uri="{C3380CC4-5D6E-409C-BE32-E72D297353CC}">
              <c16:uniqueId val="{00000008-8251-423D-874E-8D9328EA8547}"/>
            </c:ext>
          </c:extLst>
        </c:ser>
        <c:dLbls>
          <c:showLegendKey val="0"/>
          <c:showVal val="0"/>
          <c:showCatName val="0"/>
          <c:showSerName val="0"/>
          <c:showPercent val="0"/>
          <c:showBubbleSize val="0"/>
        </c:dLbls>
        <c:gapWidth val="70"/>
        <c:axId val="50010001"/>
        <c:axId val="50010002"/>
      </c:barChart>
      <c:catAx>
        <c:axId val="50010001"/>
        <c:scaling>
          <c:orientation val="minMax"/>
        </c:scaling>
        <c:delete val="0"/>
        <c:axPos val="b"/>
        <c:numFmt formatCode="General" sourceLinked="0"/>
        <c:majorTickMark val="none"/>
        <c:minorTickMark val="none"/>
        <c:tickLblPos val="low"/>
        <c:spPr>
          <a:ln w="9525">
            <a:solidFill>
              <a:srgbClr val="7E7E7E"/>
            </a:solidFill>
          </a:ln>
        </c:spPr>
        <c:txPr>
          <a:bodyPr rot="0" vert="horz"/>
          <a:lstStyle/>
          <a:p>
            <a:pPr>
              <a:defRPr sz="800" b="0" baseline="0">
                <a:solidFill>
                  <a:srgbClr val="000000"/>
                </a:solidFill>
                <a:latin typeface="Roboto Light"/>
              </a:defRPr>
            </a:pPr>
            <a:endParaRPr lang="en-US"/>
          </a:p>
        </c:txPr>
        <c:crossAx val="50010002"/>
        <c:crosses val="autoZero"/>
        <c:auto val="1"/>
        <c:lblAlgn val="ctr"/>
        <c:lblOffset val="100"/>
        <c:tickLblSkip val="1"/>
        <c:noMultiLvlLbl val="0"/>
      </c:catAx>
      <c:valAx>
        <c:axId val="50010002"/>
        <c:scaling>
          <c:orientation val="minMax"/>
          <c:max val="24"/>
          <c:min val="-24"/>
        </c:scaling>
        <c:delete val="1"/>
        <c:axPos val="l"/>
        <c:numFmt formatCode="General" sourceLinked="1"/>
        <c:majorTickMark val="out"/>
        <c:minorTickMark val="none"/>
        <c:tickLblPos val="nextTo"/>
        <c:crossAx val="50010001"/>
        <c:crosses val="autoZero"/>
        <c:crossBetween val="between"/>
      </c:valAx>
      <c:spPr>
        <a:noFill/>
        <a:ln>
          <a:noFill/>
        </a:ln>
      </c:spPr>
    </c:plotArea>
    <c:plotVisOnly val="1"/>
    <c:dispBlanksAs val="gap"/>
    <c:showDLblsOverMax val="0"/>
  </c:chart>
  <c:spPr>
    <a:solidFill>
      <a:srgbClr val="FFFFFF"/>
    </a:solidFill>
    <a:ln>
      <a:noFill/>
    </a:ln>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1744928368328956"/>
          <c:y val="3.3405873725142407E-2"/>
          <c:w val="0.68255071631671038"/>
          <c:h val="0.93350066522763042"/>
        </c:manualLayout>
      </c:layout>
      <c:barChart>
        <c:barDir val="bar"/>
        <c:grouping val="clustered"/>
        <c:varyColors val="0"/>
        <c:ser>
          <c:idx val="0"/>
          <c:order val="0"/>
          <c:tx>
            <c:v>Excess over the Ibovespa (p.p.)</c:v>
          </c:tx>
          <c:invertIfNegative val="0"/>
          <c:dPt>
            <c:idx val="0"/>
            <c:invertIfNegative val="0"/>
            <c:bubble3D val="0"/>
            <c:spPr>
              <a:solidFill>
                <a:srgbClr val="8EB3DF"/>
              </a:solidFill>
              <a:ln>
                <a:noFill/>
              </a:ln>
            </c:spPr>
            <c:extLst>
              <c:ext xmlns:c16="http://schemas.microsoft.com/office/drawing/2014/chart" uri="{C3380CC4-5D6E-409C-BE32-E72D297353CC}">
                <c16:uniqueId val="{00000001-3F35-459D-838F-16E4D3035850}"/>
              </c:ext>
            </c:extLst>
          </c:dPt>
          <c:dPt>
            <c:idx val="1"/>
            <c:invertIfNegative val="0"/>
            <c:bubble3D val="0"/>
            <c:spPr>
              <a:solidFill>
                <a:srgbClr val="8EB3DF"/>
              </a:solidFill>
              <a:ln>
                <a:noFill/>
              </a:ln>
            </c:spPr>
            <c:extLst>
              <c:ext xmlns:c16="http://schemas.microsoft.com/office/drawing/2014/chart" uri="{C3380CC4-5D6E-409C-BE32-E72D297353CC}">
                <c16:uniqueId val="{00000003-3F35-459D-838F-16E4D3035850}"/>
              </c:ext>
            </c:extLst>
          </c:dPt>
          <c:dPt>
            <c:idx val="2"/>
            <c:invertIfNegative val="0"/>
            <c:bubble3D val="0"/>
            <c:spPr>
              <a:solidFill>
                <a:srgbClr val="8EB3DF"/>
              </a:solidFill>
              <a:ln>
                <a:noFill/>
              </a:ln>
            </c:spPr>
            <c:extLst>
              <c:ext xmlns:c16="http://schemas.microsoft.com/office/drawing/2014/chart" uri="{C3380CC4-5D6E-409C-BE32-E72D297353CC}">
                <c16:uniqueId val="{00000005-3F35-459D-838F-16E4D3035850}"/>
              </c:ext>
            </c:extLst>
          </c:dPt>
          <c:dPt>
            <c:idx val="3"/>
            <c:invertIfNegative val="0"/>
            <c:bubble3D val="0"/>
            <c:spPr>
              <a:solidFill>
                <a:srgbClr val="8EB3DF"/>
              </a:solidFill>
              <a:ln>
                <a:noFill/>
              </a:ln>
            </c:spPr>
            <c:extLst>
              <c:ext xmlns:c16="http://schemas.microsoft.com/office/drawing/2014/chart" uri="{C3380CC4-5D6E-409C-BE32-E72D297353CC}">
                <c16:uniqueId val="{00000007-3F35-459D-838F-16E4D3035850}"/>
              </c:ext>
            </c:extLst>
          </c:dPt>
          <c:dPt>
            <c:idx val="4"/>
            <c:invertIfNegative val="0"/>
            <c:bubble3D val="0"/>
            <c:spPr>
              <a:solidFill>
                <a:srgbClr val="8EB3DF"/>
              </a:solidFill>
              <a:ln>
                <a:noFill/>
              </a:ln>
            </c:spPr>
            <c:extLst>
              <c:ext xmlns:c16="http://schemas.microsoft.com/office/drawing/2014/chart" uri="{C3380CC4-5D6E-409C-BE32-E72D297353CC}">
                <c16:uniqueId val="{00000009-3F35-459D-838F-16E4D3035850}"/>
              </c:ext>
            </c:extLst>
          </c:dPt>
          <c:dPt>
            <c:idx val="5"/>
            <c:invertIfNegative val="0"/>
            <c:bubble3D val="0"/>
            <c:spPr>
              <a:solidFill>
                <a:srgbClr val="8EB3DF"/>
              </a:solidFill>
              <a:ln>
                <a:noFill/>
              </a:ln>
            </c:spPr>
            <c:extLst>
              <c:ext xmlns:c16="http://schemas.microsoft.com/office/drawing/2014/chart" uri="{C3380CC4-5D6E-409C-BE32-E72D297353CC}">
                <c16:uniqueId val="{0000000B-3F35-459D-838F-16E4D3035850}"/>
              </c:ext>
            </c:extLst>
          </c:dPt>
          <c:dPt>
            <c:idx val="6"/>
            <c:invertIfNegative val="0"/>
            <c:bubble3D val="0"/>
            <c:spPr>
              <a:solidFill>
                <a:srgbClr val="1F2F44"/>
              </a:solidFill>
              <a:ln>
                <a:noFill/>
              </a:ln>
            </c:spPr>
            <c:extLst>
              <c:ext xmlns:c16="http://schemas.microsoft.com/office/drawing/2014/chart" uri="{C3380CC4-5D6E-409C-BE32-E72D297353CC}">
                <c16:uniqueId val="{0000000D-3F35-459D-838F-16E4D3035850}"/>
              </c:ext>
            </c:extLst>
          </c:dPt>
          <c:dPt>
            <c:idx val="7"/>
            <c:invertIfNegative val="0"/>
            <c:bubble3D val="0"/>
            <c:spPr>
              <a:solidFill>
                <a:srgbClr val="1F2F44"/>
              </a:solidFill>
              <a:ln>
                <a:noFill/>
              </a:ln>
            </c:spPr>
            <c:extLst>
              <c:ext xmlns:c16="http://schemas.microsoft.com/office/drawing/2014/chart" uri="{C3380CC4-5D6E-409C-BE32-E72D297353CC}">
                <c16:uniqueId val="{0000000F-3F35-459D-838F-16E4D3035850}"/>
              </c:ext>
            </c:extLst>
          </c:dPt>
          <c:dPt>
            <c:idx val="8"/>
            <c:invertIfNegative val="0"/>
            <c:bubble3D val="0"/>
            <c:spPr>
              <a:solidFill>
                <a:srgbClr val="1F2F44"/>
              </a:solidFill>
              <a:ln>
                <a:noFill/>
              </a:ln>
            </c:spPr>
            <c:extLst>
              <c:ext xmlns:c16="http://schemas.microsoft.com/office/drawing/2014/chart" uri="{C3380CC4-5D6E-409C-BE32-E72D297353CC}">
                <c16:uniqueId val="{00000011-3F35-459D-838F-16E4D3035850}"/>
              </c:ext>
            </c:extLst>
          </c:dPt>
          <c:dPt>
            <c:idx val="9"/>
            <c:invertIfNegative val="0"/>
            <c:bubble3D val="0"/>
            <c:spPr>
              <a:solidFill>
                <a:srgbClr val="1F2F44"/>
              </a:solidFill>
              <a:ln>
                <a:noFill/>
              </a:ln>
            </c:spPr>
            <c:extLst>
              <c:ext xmlns:c16="http://schemas.microsoft.com/office/drawing/2014/chart" uri="{C3380CC4-5D6E-409C-BE32-E72D297353CC}">
                <c16:uniqueId val="{00000013-3F35-459D-838F-16E4D3035850}"/>
              </c:ext>
            </c:extLst>
          </c:dPt>
          <c:dPt>
            <c:idx val="10"/>
            <c:invertIfNegative val="0"/>
            <c:bubble3D val="0"/>
            <c:spPr>
              <a:solidFill>
                <a:srgbClr val="1F2F44"/>
              </a:solidFill>
              <a:ln>
                <a:noFill/>
              </a:ln>
            </c:spPr>
            <c:extLst>
              <c:ext xmlns:c16="http://schemas.microsoft.com/office/drawing/2014/chart" uri="{C3380CC4-5D6E-409C-BE32-E72D297353CC}">
                <c16:uniqueId val="{00000015-3F35-459D-838F-16E4D3035850}"/>
              </c:ext>
            </c:extLst>
          </c:dPt>
          <c:dPt>
            <c:idx val="11"/>
            <c:invertIfNegative val="0"/>
            <c:bubble3D val="0"/>
            <c:spPr>
              <a:solidFill>
                <a:srgbClr val="1F2F44"/>
              </a:solidFill>
              <a:ln>
                <a:noFill/>
              </a:ln>
            </c:spPr>
            <c:extLst>
              <c:ext xmlns:c16="http://schemas.microsoft.com/office/drawing/2014/chart" uri="{C3380CC4-5D6E-409C-BE32-E72D297353CC}">
                <c16:uniqueId val="{00000017-3F35-459D-838F-16E4D3035850}"/>
              </c:ext>
            </c:extLst>
          </c:dPt>
          <c:dPt>
            <c:idx val="12"/>
            <c:invertIfNegative val="0"/>
            <c:bubble3D val="0"/>
            <c:spPr>
              <a:solidFill>
                <a:srgbClr val="1F2F44"/>
              </a:solidFill>
              <a:ln>
                <a:noFill/>
              </a:ln>
            </c:spPr>
            <c:extLst>
              <c:ext xmlns:c16="http://schemas.microsoft.com/office/drawing/2014/chart" uri="{C3380CC4-5D6E-409C-BE32-E72D297353CC}">
                <c16:uniqueId val="{00000019-3F35-459D-838F-16E4D3035850}"/>
              </c:ext>
            </c:extLst>
          </c:dPt>
          <c:dPt>
            <c:idx val="13"/>
            <c:invertIfNegative val="0"/>
            <c:bubble3D val="0"/>
            <c:spPr>
              <a:solidFill>
                <a:srgbClr val="1F2F44"/>
              </a:solidFill>
              <a:ln>
                <a:noFill/>
              </a:ln>
            </c:spPr>
            <c:extLst>
              <c:ext xmlns:c16="http://schemas.microsoft.com/office/drawing/2014/chart" uri="{C3380CC4-5D6E-409C-BE32-E72D297353CC}">
                <c16:uniqueId val="{0000001B-3F35-459D-838F-16E4D3035850}"/>
              </c:ext>
            </c:extLst>
          </c:dPt>
          <c:dLbls>
            <c:dLbl>
              <c:idx val="0"/>
              <c:tx>
                <c:rich>
                  <a:bodyPr/>
                  <a:lstStyle/>
                  <a:p>
                    <a:r>
                      <a:rPr lang="en-US" sz="900" b="0" baseline="0">
                        <a:solidFill>
                          <a:srgbClr val="000000"/>
                        </a:solidFill>
                        <a:latin typeface="Roboto Light"/>
                      </a:rPr>
                      <a:t>-17.7%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F35-459D-838F-16E4D3035850}"/>
                </c:ext>
              </c:extLst>
            </c:dLbl>
            <c:dLbl>
              <c:idx val="1"/>
              <c:tx>
                <c:rich>
                  <a:bodyPr/>
                  <a:lstStyle/>
                  <a:p>
                    <a:r>
                      <a:rPr lang="en-US" sz="900" b="0" baseline="0">
                        <a:solidFill>
                          <a:srgbClr val="000000"/>
                        </a:solidFill>
                        <a:latin typeface="Roboto Light"/>
                      </a:rPr>
                      <a:t>-16.1%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F35-459D-838F-16E4D3035850}"/>
                </c:ext>
              </c:extLst>
            </c:dLbl>
            <c:dLbl>
              <c:idx val="2"/>
              <c:tx>
                <c:rich>
                  <a:bodyPr/>
                  <a:lstStyle/>
                  <a:p>
                    <a:r>
                      <a:rPr lang="en-US" sz="900" b="0" baseline="0">
                        <a:solidFill>
                          <a:srgbClr val="000000"/>
                        </a:solidFill>
                        <a:latin typeface="Roboto Light"/>
                      </a:rPr>
                      <a:t>-11.9%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F35-459D-838F-16E4D3035850}"/>
                </c:ext>
              </c:extLst>
            </c:dLbl>
            <c:dLbl>
              <c:idx val="3"/>
              <c:tx>
                <c:rich>
                  <a:bodyPr/>
                  <a:lstStyle/>
                  <a:p>
                    <a:r>
                      <a:rPr lang="en-US" sz="900" b="0" baseline="0">
                        <a:solidFill>
                          <a:srgbClr val="000000"/>
                        </a:solidFill>
                        <a:latin typeface="Roboto Light"/>
                      </a:rPr>
                      <a:t>-11.6%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3F35-459D-838F-16E4D3035850}"/>
                </c:ext>
              </c:extLst>
            </c:dLbl>
            <c:dLbl>
              <c:idx val="4"/>
              <c:tx>
                <c:rich>
                  <a:bodyPr/>
                  <a:lstStyle/>
                  <a:p>
                    <a:r>
                      <a:rPr lang="en-US" sz="900" b="0" baseline="0">
                        <a:solidFill>
                          <a:srgbClr val="000000"/>
                        </a:solidFill>
                        <a:latin typeface="Roboto Light"/>
                      </a:rPr>
                      <a:t>-11.0%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3F35-459D-838F-16E4D3035850}"/>
                </c:ext>
              </c:extLst>
            </c:dLbl>
            <c:dLbl>
              <c:idx val="5"/>
              <c:tx>
                <c:rich>
                  <a:bodyPr/>
                  <a:lstStyle/>
                  <a:p>
                    <a:r>
                      <a:rPr lang="en-US" sz="900" b="0" baseline="0">
                        <a:solidFill>
                          <a:srgbClr val="000000"/>
                        </a:solidFill>
                        <a:latin typeface="Roboto Light"/>
                      </a:rPr>
                      <a:t>-10.5%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3F35-459D-838F-16E4D3035850}"/>
                </c:ext>
              </c:extLst>
            </c:dLbl>
            <c:dLbl>
              <c:idx val="6"/>
              <c:tx>
                <c:rich>
                  <a:bodyPr/>
                  <a:lstStyle/>
                  <a:p>
                    <a:r>
                      <a:rPr lang="en-US" sz="900" b="0" baseline="0">
                        <a:solidFill>
                          <a:srgbClr val="000000"/>
                        </a:solidFill>
                        <a:latin typeface="Roboto Light"/>
                      </a:rPr>
                      <a:t>+0.3%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3F35-459D-838F-16E4D3035850}"/>
                </c:ext>
              </c:extLst>
            </c:dLbl>
            <c:dLbl>
              <c:idx val="7"/>
              <c:tx>
                <c:rich>
                  <a:bodyPr/>
                  <a:lstStyle/>
                  <a:p>
                    <a:r>
                      <a:rPr lang="en-US" sz="900" b="0" baseline="0">
                        <a:solidFill>
                          <a:srgbClr val="000000"/>
                        </a:solidFill>
                        <a:latin typeface="Roboto Light"/>
                      </a:rPr>
                      <a:t>+2.0%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3F35-459D-838F-16E4D3035850}"/>
                </c:ext>
              </c:extLst>
            </c:dLbl>
            <c:dLbl>
              <c:idx val="8"/>
              <c:tx>
                <c:rich>
                  <a:bodyPr/>
                  <a:lstStyle/>
                  <a:p>
                    <a:r>
                      <a:rPr lang="en-US" sz="900" b="0" baseline="0">
                        <a:solidFill>
                          <a:srgbClr val="000000"/>
                        </a:solidFill>
                        <a:latin typeface="Roboto Light"/>
                      </a:rPr>
                      <a:t>+2.6%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3F35-459D-838F-16E4D3035850}"/>
                </c:ext>
              </c:extLst>
            </c:dLbl>
            <c:dLbl>
              <c:idx val="9"/>
              <c:tx>
                <c:rich>
                  <a:bodyPr/>
                  <a:lstStyle/>
                  <a:p>
                    <a:r>
                      <a:rPr lang="en-US" sz="900" b="0" baseline="0">
                        <a:solidFill>
                          <a:srgbClr val="000000"/>
                        </a:solidFill>
                        <a:latin typeface="Roboto Light"/>
                      </a:rPr>
                      <a:t>+4.4%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3-3F35-459D-838F-16E4D3035850}"/>
                </c:ext>
              </c:extLst>
            </c:dLbl>
            <c:dLbl>
              <c:idx val="10"/>
              <c:tx>
                <c:rich>
                  <a:bodyPr/>
                  <a:lstStyle/>
                  <a:p>
                    <a:r>
                      <a:rPr lang="en-US" sz="900" b="0" baseline="0">
                        <a:solidFill>
                          <a:srgbClr val="000000"/>
                        </a:solidFill>
                        <a:latin typeface="Roboto Light"/>
                      </a:rPr>
                      <a:t>+5.5%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5-3F35-459D-838F-16E4D3035850}"/>
                </c:ext>
              </c:extLst>
            </c:dLbl>
            <c:dLbl>
              <c:idx val="11"/>
              <c:tx>
                <c:rich>
                  <a:bodyPr/>
                  <a:lstStyle/>
                  <a:p>
                    <a:r>
                      <a:rPr lang="en-US" sz="900" b="0" baseline="0">
                        <a:solidFill>
                          <a:srgbClr val="000000"/>
                        </a:solidFill>
                        <a:latin typeface="Roboto Light"/>
                      </a:rPr>
                      <a:t>+7.7%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7-3F35-459D-838F-16E4D3035850}"/>
                </c:ext>
              </c:extLst>
            </c:dLbl>
            <c:dLbl>
              <c:idx val="12"/>
              <c:tx>
                <c:rich>
                  <a:bodyPr/>
                  <a:lstStyle/>
                  <a:p>
                    <a:r>
                      <a:rPr lang="en-US" sz="900" b="0" baseline="0">
                        <a:solidFill>
                          <a:srgbClr val="000000"/>
                        </a:solidFill>
                        <a:latin typeface="Roboto Light"/>
                      </a:rPr>
                      <a:t>+13.7%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9-3F35-459D-838F-16E4D3035850}"/>
                </c:ext>
              </c:extLst>
            </c:dLbl>
            <c:dLbl>
              <c:idx val="13"/>
              <c:tx>
                <c:rich>
                  <a:bodyPr/>
                  <a:lstStyle/>
                  <a:p>
                    <a:r>
                      <a:rPr lang="en-US" sz="900" b="0" baseline="0">
                        <a:solidFill>
                          <a:srgbClr val="000000"/>
                        </a:solidFill>
                        <a:latin typeface="Roboto Light"/>
                      </a:rPr>
                      <a:t>+14.8%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B-3F35-459D-838F-16E4D3035850}"/>
                </c:ext>
              </c:extLst>
            </c:dLbl>
            <c:spPr>
              <a:noFill/>
              <a:ln>
                <a:noFill/>
              </a:ln>
              <a:effectLst/>
            </c:spPr>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'R4'!$A$2:$A$15</c:f>
              <c:strCache>
                <c:ptCount val="14"/>
                <c:pt idx="0">
                  <c:v>Education</c:v>
                </c:pt>
                <c:pt idx="1">
                  <c:v>Real Estate</c:v>
                </c:pt>
                <c:pt idx="2">
                  <c:v>Retail</c:v>
                </c:pt>
                <c:pt idx="3">
                  <c:v>Transportation</c:v>
                </c:pt>
                <c:pt idx="4">
                  <c:v>Health Care</c:v>
                </c:pt>
                <c:pt idx="5">
                  <c:v>Metals &amp; Mining</c:v>
                </c:pt>
                <c:pt idx="6">
                  <c:v>Oil &amp; Gas</c:v>
                </c:pt>
                <c:pt idx="7">
                  <c:v>TMT</c:v>
                </c:pt>
                <c:pt idx="8">
                  <c:v>Pulp &amp; Paper</c:v>
                </c:pt>
                <c:pt idx="9">
                  <c:v>Non-bank Fin.</c:v>
                </c:pt>
                <c:pt idx="10">
                  <c:v>Banks</c:v>
                </c:pt>
                <c:pt idx="11">
                  <c:v>Capital Goods</c:v>
                </c:pt>
                <c:pt idx="12">
                  <c:v>Agri &amp; Food</c:v>
                </c:pt>
                <c:pt idx="13">
                  <c:v>Utilities</c:v>
                </c:pt>
              </c:strCache>
            </c:strRef>
          </c:cat>
          <c:val>
            <c:numRef>
              <c:f>'R4'!$B$2:$B$15</c:f>
              <c:numCache>
                <c:formatCode>General</c:formatCode>
                <c:ptCount val="14"/>
                <c:pt idx="0">
                  <c:v>-17.729797569059009</c:v>
                </c:pt>
                <c:pt idx="1">
                  <c:v>-16.097149054563388</c:v>
                </c:pt>
                <c:pt idx="2">
                  <c:v>-11.859657194386619</c:v>
                </c:pt>
                <c:pt idx="3">
                  <c:v>-11.573947423506651</c:v>
                </c:pt>
                <c:pt idx="4">
                  <c:v>-11.01275622344847</c:v>
                </c:pt>
                <c:pt idx="5">
                  <c:v>-10.53804087039944</c:v>
                </c:pt>
                <c:pt idx="6">
                  <c:v>0.34968163566554539</c:v>
                </c:pt>
                <c:pt idx="7">
                  <c:v>2.013948553632428</c:v>
                </c:pt>
                <c:pt idx="8">
                  <c:v>2.5820575513962112</c:v>
                </c:pt>
                <c:pt idx="9">
                  <c:v>4.3948700500783584</c:v>
                </c:pt>
                <c:pt idx="10">
                  <c:v>5.4980127930876588</c:v>
                </c:pt>
                <c:pt idx="11">
                  <c:v>7.7185417945812471</c:v>
                </c:pt>
                <c:pt idx="12">
                  <c:v>13.72237468825911</c:v>
                </c:pt>
                <c:pt idx="13">
                  <c:v>14.79860078417153</c:v>
                </c:pt>
              </c:numCache>
            </c:numRef>
          </c:val>
          <c:extLst>
            <c:ext xmlns:c16="http://schemas.microsoft.com/office/drawing/2014/chart" uri="{C3380CC4-5D6E-409C-BE32-E72D297353CC}">
              <c16:uniqueId val="{0000001C-3F35-459D-838F-16E4D3035850}"/>
            </c:ext>
          </c:extLst>
        </c:ser>
        <c:dLbls>
          <c:showLegendKey val="0"/>
          <c:showVal val="0"/>
          <c:showCatName val="0"/>
          <c:showSerName val="0"/>
          <c:showPercent val="0"/>
          <c:showBubbleSize val="0"/>
        </c:dLbls>
        <c:gapWidth val="70"/>
        <c:axId val="50040001"/>
        <c:axId val="50040002"/>
      </c:barChart>
      <c:catAx>
        <c:axId val="50040001"/>
        <c:scaling>
          <c:orientation val="minMax"/>
        </c:scaling>
        <c:delete val="0"/>
        <c:axPos val="l"/>
        <c:numFmt formatCode="General" sourceLinked="0"/>
        <c:majorTickMark val="none"/>
        <c:minorTickMark val="none"/>
        <c:tickLblPos val="low"/>
        <c:spPr>
          <a:ln w="9525">
            <a:solidFill>
              <a:srgbClr val="7E7E7E"/>
            </a:solidFill>
          </a:ln>
        </c:spPr>
        <c:txPr>
          <a:bodyPr/>
          <a:lstStyle/>
          <a:p>
            <a:pPr>
              <a:defRPr sz="900" b="0" baseline="0">
                <a:solidFill>
                  <a:srgbClr val="000000"/>
                </a:solidFill>
                <a:latin typeface="Roboto Light"/>
              </a:defRPr>
            </a:pPr>
            <a:endParaRPr lang="en-US"/>
          </a:p>
        </c:txPr>
        <c:crossAx val="50040002"/>
        <c:crosses val="autoZero"/>
        <c:auto val="1"/>
        <c:lblAlgn val="ctr"/>
        <c:lblOffset val="100"/>
        <c:tickLblSkip val="1"/>
        <c:noMultiLvlLbl val="0"/>
      </c:catAx>
      <c:valAx>
        <c:axId val="50040002"/>
        <c:scaling>
          <c:orientation val="minMax"/>
          <c:max val="32"/>
          <c:min val="-30"/>
        </c:scaling>
        <c:delete val="1"/>
        <c:axPos val="b"/>
        <c:numFmt formatCode="General" sourceLinked="1"/>
        <c:majorTickMark val="out"/>
        <c:minorTickMark val="none"/>
        <c:tickLblPos val="nextTo"/>
        <c:crossAx val="50040001"/>
        <c:crosses val="autoZero"/>
        <c:crossBetween val="between"/>
      </c:valAx>
      <c:spPr>
        <a:noFill/>
        <a:ln>
          <a:noFill/>
        </a:ln>
      </c:spPr>
    </c:plotArea>
    <c:plotVisOnly val="1"/>
    <c:dispBlanksAs val="gap"/>
    <c:showDLblsOverMax val="0"/>
  </c:chart>
  <c:spPr>
    <a:solidFill>
      <a:srgbClr val="FFFFFF"/>
    </a:solidFill>
    <a:ln>
      <a:noFill/>
    </a:ln>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'E1'!$B$1</c:f>
              <c:strCache>
                <c:ptCount val="1"/>
                <c:pt idx="0">
                  <c:v>Ibovespa</c:v>
                </c:pt>
              </c:strCache>
            </c:strRef>
          </c:tx>
          <c:spPr>
            <a:ln w="28575">
              <a:solidFill>
                <a:srgbClr val="1F2F44"/>
              </a:solidFill>
            </a:ln>
          </c:spPr>
          <c:marker>
            <c:symbol val="none"/>
          </c:marker>
          <c:cat>
            <c:numRef>
              <c:f>'E1'!$A$2:$A$38</c:f>
              <c:numCache>
                <c:formatCode>yyyy\-mm\-dd</c:formatCode>
                <c:ptCount val="37"/>
                <c:pt idx="0">
                  <c:v>45199</c:v>
                </c:pt>
                <c:pt idx="1">
                  <c:v>45230</c:v>
                </c:pt>
                <c:pt idx="2">
                  <c:v>45260</c:v>
                </c:pt>
                <c:pt idx="3">
                  <c:v>45291</c:v>
                </c:pt>
                <c:pt idx="4">
                  <c:v>45322</c:v>
                </c:pt>
                <c:pt idx="5">
                  <c:v>45351</c:v>
                </c:pt>
                <c:pt idx="6">
                  <c:v>45382</c:v>
                </c:pt>
                <c:pt idx="7">
                  <c:v>45412</c:v>
                </c:pt>
                <c:pt idx="8">
                  <c:v>45443</c:v>
                </c:pt>
                <c:pt idx="9">
                  <c:v>45473</c:v>
                </c:pt>
                <c:pt idx="10">
                  <c:v>45504</c:v>
                </c:pt>
                <c:pt idx="11">
                  <c:v>45535</c:v>
                </c:pt>
                <c:pt idx="12">
                  <c:v>45565</c:v>
                </c:pt>
                <c:pt idx="13">
                  <c:v>45596</c:v>
                </c:pt>
                <c:pt idx="14">
                  <c:v>45626</c:v>
                </c:pt>
                <c:pt idx="15">
                  <c:v>45657</c:v>
                </c:pt>
                <c:pt idx="16">
                  <c:v>45688</c:v>
                </c:pt>
                <c:pt idx="17">
                  <c:v>45716</c:v>
                </c:pt>
                <c:pt idx="18">
                  <c:v>45747</c:v>
                </c:pt>
                <c:pt idx="19">
                  <c:v>45777</c:v>
                </c:pt>
                <c:pt idx="20">
                  <c:v>45808</c:v>
                </c:pt>
                <c:pt idx="21">
                  <c:v>45838</c:v>
                </c:pt>
                <c:pt idx="22">
                  <c:v>45869</c:v>
                </c:pt>
                <c:pt idx="23">
                  <c:v>45900</c:v>
                </c:pt>
                <c:pt idx="24">
                  <c:v>45930</c:v>
                </c:pt>
                <c:pt idx="25">
                  <c:v>45961</c:v>
                </c:pt>
                <c:pt idx="26">
                  <c:v>45991</c:v>
                </c:pt>
                <c:pt idx="27">
                  <c:v>46022</c:v>
                </c:pt>
                <c:pt idx="28">
                  <c:v>46053</c:v>
                </c:pt>
                <c:pt idx="29">
                  <c:v>46081</c:v>
                </c:pt>
                <c:pt idx="30">
                  <c:v>46112</c:v>
                </c:pt>
                <c:pt idx="31">
                  <c:v>46142</c:v>
                </c:pt>
                <c:pt idx="32">
                  <c:v>46173</c:v>
                </c:pt>
                <c:pt idx="33">
                  <c:v>46203</c:v>
                </c:pt>
                <c:pt idx="34">
                  <c:v>46234</c:v>
                </c:pt>
                <c:pt idx="35">
                  <c:v>46265</c:v>
                </c:pt>
                <c:pt idx="36">
                  <c:v>46295</c:v>
                </c:pt>
              </c:numCache>
            </c:numRef>
          </c:cat>
          <c:val>
            <c:numRef>
              <c:f>'E1'!$B$2:$B$38</c:f>
              <c:numCache>
                <c:formatCode>General</c:formatCode>
                <c:ptCount val="37"/>
                <c:pt idx="0">
                  <c:v>100</c:v>
                </c:pt>
                <c:pt idx="1">
                  <c:v>105.54178055868761</c:v>
                </c:pt>
                <c:pt idx="2">
                  <c:v>104.4090243656599</c:v>
                </c:pt>
                <c:pt idx="3">
                  <c:v>105.36186662883109</c:v>
                </c:pt>
                <c:pt idx="4">
                  <c:v>104.80748220404681</c:v>
                </c:pt>
                <c:pt idx="5">
                  <c:v>105.85107488020201</c:v>
                </c:pt>
                <c:pt idx="6">
                  <c:v>107.8544920167638</c:v>
                </c:pt>
                <c:pt idx="7">
                  <c:v>107.8535239334764</c:v>
                </c:pt>
                <c:pt idx="8">
                  <c:v>107.8842945330194</c:v>
                </c:pt>
                <c:pt idx="9">
                  <c:v>110.9043114491198</c:v>
                </c:pt>
                <c:pt idx="10">
                  <c:v>116.7158767763913</c:v>
                </c:pt>
                <c:pt idx="11">
                  <c:v>112.6738845349046</c:v>
                </c:pt>
                <c:pt idx="12">
                  <c:v>111.11000000196471</c:v>
                </c:pt>
                <c:pt idx="13">
                  <c:v>108.76679582934401</c:v>
                </c:pt>
                <c:pt idx="14">
                  <c:v>112.5561287993344</c:v>
                </c:pt>
                <c:pt idx="15">
                  <c:v>111.7863230418222</c:v>
                </c:pt>
                <c:pt idx="16">
                  <c:v>110.3674146073311</c:v>
                </c:pt>
                <c:pt idx="17">
                  <c:v>109.7899058054562</c:v>
                </c:pt>
                <c:pt idx="18">
                  <c:v>110.90016678326511</c:v>
                </c:pt>
                <c:pt idx="19">
                  <c:v>103.8317631734871</c:v>
                </c:pt>
                <c:pt idx="20">
                  <c:v>101.7954013938764</c:v>
                </c:pt>
                <c:pt idx="21">
                  <c:v>102.33092300204591</c:v>
                </c:pt>
                <c:pt idx="22">
                  <c:v>100.5162162406054</c:v>
                </c:pt>
                <c:pt idx="23">
                  <c:v>103.6721645737466</c:v>
                </c:pt>
                <c:pt idx="24">
                  <c:v>100.723112813047</c:v>
                </c:pt>
                <c:pt idx="25">
                  <c:v>100.1578505844884</c:v>
                </c:pt>
                <c:pt idx="26">
                  <c:v>100.1314731035702</c:v>
                </c:pt>
                <c:pt idx="27">
                  <c:v>101.6183128164005</c:v>
                </c:pt>
                <c:pt idx="28">
                  <c:v>102.85058002787051</c:v>
                </c:pt>
                <c:pt idx="29">
                  <c:v>104.1273712402859</c:v>
                </c:pt>
                <c:pt idx="30">
                  <c:v>115.5952579030732</c:v>
                </c:pt>
                <c:pt idx="31">
                  <c:v>121.68029449054529</c:v>
                </c:pt>
                <c:pt idx="32">
                  <c:v>116.710934094949</c:v>
                </c:pt>
                <c:pt idx="33">
                  <c:v>116.38779441322789</c:v>
                </c:pt>
                <c:pt idx="34">
                  <c:v>116.9288103125828</c:v>
                </c:pt>
                <c:pt idx="35">
                  <c:v>117.7043400390082</c:v>
                </c:pt>
                <c:pt idx="36">
                  <c:v>119.3890796899575</c:v>
                </c:pt>
              </c:numCache>
            </c:numRef>
          </c:val>
          <c:smooth val="0"/>
          <c:extLst>
            <c:ext xmlns:c16="http://schemas.microsoft.com/office/drawing/2014/chart" uri="{C3380CC4-5D6E-409C-BE32-E72D297353CC}">
              <c16:uniqueId val="{00000000-E987-4D0F-9264-6C3389213848}"/>
            </c:ext>
          </c:extLst>
        </c:ser>
        <c:ser>
          <c:idx val="1"/>
          <c:order val="1"/>
          <c:tx>
            <c:strRef>
              <c:f>'E1'!$C$1</c:f>
              <c:strCache>
                <c:ptCount val="1"/>
                <c:pt idx="0">
                  <c:v>Ibovespa ex-Commodities</c:v>
                </c:pt>
              </c:strCache>
            </c:strRef>
          </c:tx>
          <c:spPr>
            <a:ln w="28575">
              <a:solidFill>
                <a:srgbClr val="8EB3DF"/>
              </a:solidFill>
            </a:ln>
          </c:spPr>
          <c:marker>
            <c:symbol val="none"/>
          </c:marker>
          <c:cat>
            <c:numRef>
              <c:f>'E1'!$A$2:$A$38</c:f>
              <c:numCache>
                <c:formatCode>yyyy\-mm\-dd</c:formatCode>
                <c:ptCount val="37"/>
                <c:pt idx="0">
                  <c:v>45199</c:v>
                </c:pt>
                <c:pt idx="1">
                  <c:v>45230</c:v>
                </c:pt>
                <c:pt idx="2">
                  <c:v>45260</c:v>
                </c:pt>
                <c:pt idx="3">
                  <c:v>45291</c:v>
                </c:pt>
                <c:pt idx="4">
                  <c:v>45322</c:v>
                </c:pt>
                <c:pt idx="5">
                  <c:v>45351</c:v>
                </c:pt>
                <c:pt idx="6">
                  <c:v>45382</c:v>
                </c:pt>
                <c:pt idx="7">
                  <c:v>45412</c:v>
                </c:pt>
                <c:pt idx="8">
                  <c:v>45443</c:v>
                </c:pt>
                <c:pt idx="9">
                  <c:v>45473</c:v>
                </c:pt>
                <c:pt idx="10">
                  <c:v>45504</c:v>
                </c:pt>
                <c:pt idx="11">
                  <c:v>45535</c:v>
                </c:pt>
                <c:pt idx="12">
                  <c:v>45565</c:v>
                </c:pt>
                <c:pt idx="13">
                  <c:v>45596</c:v>
                </c:pt>
                <c:pt idx="14">
                  <c:v>45626</c:v>
                </c:pt>
                <c:pt idx="15">
                  <c:v>45657</c:v>
                </c:pt>
                <c:pt idx="16">
                  <c:v>45688</c:v>
                </c:pt>
                <c:pt idx="17">
                  <c:v>45716</c:v>
                </c:pt>
                <c:pt idx="18">
                  <c:v>45747</c:v>
                </c:pt>
                <c:pt idx="19">
                  <c:v>45777</c:v>
                </c:pt>
                <c:pt idx="20">
                  <c:v>45808</c:v>
                </c:pt>
                <c:pt idx="21">
                  <c:v>45838</c:v>
                </c:pt>
                <c:pt idx="22">
                  <c:v>45869</c:v>
                </c:pt>
                <c:pt idx="23">
                  <c:v>45900</c:v>
                </c:pt>
                <c:pt idx="24">
                  <c:v>45930</c:v>
                </c:pt>
                <c:pt idx="25">
                  <c:v>45961</c:v>
                </c:pt>
                <c:pt idx="26">
                  <c:v>45991</c:v>
                </c:pt>
                <c:pt idx="27">
                  <c:v>46022</c:v>
                </c:pt>
                <c:pt idx="28">
                  <c:v>46053</c:v>
                </c:pt>
                <c:pt idx="29">
                  <c:v>46081</c:v>
                </c:pt>
                <c:pt idx="30">
                  <c:v>46112</c:v>
                </c:pt>
                <c:pt idx="31">
                  <c:v>46142</c:v>
                </c:pt>
                <c:pt idx="32">
                  <c:v>46173</c:v>
                </c:pt>
                <c:pt idx="33">
                  <c:v>46203</c:v>
                </c:pt>
                <c:pt idx="34">
                  <c:v>46234</c:v>
                </c:pt>
                <c:pt idx="35">
                  <c:v>46265</c:v>
                </c:pt>
                <c:pt idx="36">
                  <c:v>46295</c:v>
                </c:pt>
              </c:numCache>
            </c:numRef>
          </c:cat>
          <c:val>
            <c:numRef>
              <c:f>'E1'!$C$2:$C$38</c:f>
              <c:numCache>
                <c:formatCode>General</c:formatCode>
                <c:ptCount val="37"/>
                <c:pt idx="0">
                  <c:v>100</c:v>
                </c:pt>
                <c:pt idx="1">
                  <c:v>101.2034191541149</c:v>
                </c:pt>
                <c:pt idx="2">
                  <c:v>101.737545454689</c:v>
                </c:pt>
                <c:pt idx="3">
                  <c:v>103.9000199655018</c:v>
                </c:pt>
                <c:pt idx="4">
                  <c:v>104.4009496975428</c:v>
                </c:pt>
                <c:pt idx="5">
                  <c:v>103.8811152533742</c:v>
                </c:pt>
                <c:pt idx="6">
                  <c:v>104.9859904549503</c:v>
                </c:pt>
                <c:pt idx="7">
                  <c:v>104.8719230779781</c:v>
                </c:pt>
                <c:pt idx="8">
                  <c:v>105.1014965410844</c:v>
                </c:pt>
                <c:pt idx="9">
                  <c:v>105.37085164098229</c:v>
                </c:pt>
                <c:pt idx="10">
                  <c:v>105.0871280149282</c:v>
                </c:pt>
                <c:pt idx="11">
                  <c:v>106.63308030648309</c:v>
                </c:pt>
                <c:pt idx="12">
                  <c:v>108.590140378298</c:v>
                </c:pt>
                <c:pt idx="13">
                  <c:v>109.1238858414314</c:v>
                </c:pt>
                <c:pt idx="14">
                  <c:v>112.18169747427061</c:v>
                </c:pt>
                <c:pt idx="15">
                  <c:v>111.6244362992288</c:v>
                </c:pt>
                <c:pt idx="16">
                  <c:v>109.5836337098782</c:v>
                </c:pt>
                <c:pt idx="17">
                  <c:v>109.77997844432601</c:v>
                </c:pt>
                <c:pt idx="18">
                  <c:v>111.9571874181963</c:v>
                </c:pt>
                <c:pt idx="19">
                  <c:v>113.49447347704169</c:v>
                </c:pt>
                <c:pt idx="20">
                  <c:v>112.27783143543409</c:v>
                </c:pt>
                <c:pt idx="21">
                  <c:v>111.3177222669502</c:v>
                </c:pt>
                <c:pt idx="22">
                  <c:v>111.7425835855461</c:v>
                </c:pt>
                <c:pt idx="23">
                  <c:v>111.3003606079761</c:v>
                </c:pt>
                <c:pt idx="24">
                  <c:v>113.1556717033684</c:v>
                </c:pt>
                <c:pt idx="25">
                  <c:v>114.53348043251511</c:v>
                </c:pt>
                <c:pt idx="26">
                  <c:v>115.5533805446817</c:v>
                </c:pt>
                <c:pt idx="27">
                  <c:v>119.23289836615</c:v>
                </c:pt>
                <c:pt idx="28">
                  <c:v>119.8507880836144</c:v>
                </c:pt>
                <c:pt idx="29">
                  <c:v>121.88053238956751</c:v>
                </c:pt>
                <c:pt idx="30">
                  <c:v>123.55702725116279</c:v>
                </c:pt>
                <c:pt idx="31">
                  <c:v>123.4902805361407</c:v>
                </c:pt>
                <c:pt idx="32">
                  <c:v>123.331451721831</c:v>
                </c:pt>
                <c:pt idx="33">
                  <c:v>124.5027371266805</c:v>
                </c:pt>
                <c:pt idx="34">
                  <c:v>124.48027519013399</c:v>
                </c:pt>
                <c:pt idx="35">
                  <c:v>125.1118994446375</c:v>
                </c:pt>
                <c:pt idx="36">
                  <c:v>125.2117488539558</c:v>
                </c:pt>
              </c:numCache>
            </c:numRef>
          </c:val>
          <c:smooth val="0"/>
          <c:extLst>
            <c:ext xmlns:c16="http://schemas.microsoft.com/office/drawing/2014/chart" uri="{C3380CC4-5D6E-409C-BE32-E72D297353CC}">
              <c16:uniqueId val="{00000001-E987-4D0F-9264-6C3389213848}"/>
            </c:ext>
          </c:extLst>
        </c:ser>
        <c:dLbls>
          <c:showLegendKey val="0"/>
          <c:showVal val="0"/>
          <c:showCatName val="0"/>
          <c:showSerName val="0"/>
          <c:showPercent val="0"/>
          <c:showBubbleSize val="0"/>
        </c:dLbls>
        <c:smooth val="0"/>
        <c:axId val="50010001"/>
        <c:axId val="50010002"/>
      </c:lineChart>
      <c:dateAx>
        <c:axId val="50010001"/>
        <c:scaling>
          <c:orientation val="minMax"/>
        </c:scaling>
        <c:delete val="0"/>
        <c:axPos val="b"/>
        <c:numFmt formatCode="[$-409]mmm\-yy" sourceLinked="0"/>
        <c:majorTickMark val="none"/>
        <c:minorTickMark val="none"/>
        <c:tickLblPos val="low"/>
        <c:spPr>
          <a:ln w="9525">
            <a:solidFill>
              <a:srgbClr val="D9D9D9"/>
            </a:solidFill>
          </a:ln>
        </c:spPr>
        <c:txPr>
          <a:bodyPr rot="0" vert="horz"/>
          <a:lstStyle/>
          <a:p>
            <a:pPr>
              <a:defRPr sz="900" b="0" baseline="0">
                <a:solidFill>
                  <a:srgbClr val="000000"/>
                </a:solidFill>
                <a:latin typeface="Roboto Light"/>
              </a:defRPr>
            </a:pPr>
            <a:endParaRPr lang="en-US"/>
          </a:p>
        </c:txPr>
        <c:crossAx val="50010002"/>
        <c:crosses val="min"/>
        <c:auto val="1"/>
        <c:lblOffset val="100"/>
        <c:baseTimeUnit val="months"/>
        <c:majorUnit val="6"/>
        <c:majorTimeUnit val="months"/>
      </c:dateAx>
      <c:valAx>
        <c:axId val="50010002"/>
        <c:scaling>
          <c:orientation val="minMax"/>
          <c:max val="130"/>
          <c:min val="90"/>
        </c:scaling>
        <c:delete val="0"/>
        <c:axPos val="l"/>
        <c:majorGridlines>
          <c:spPr>
            <a:ln w="6350">
              <a:solidFill>
                <a:srgbClr val="D9D9D9"/>
              </a:solidFill>
              <a:prstDash val="dash"/>
            </a:ln>
          </c:spPr>
        </c:majorGridlines>
        <c:numFmt formatCode="0" sourceLinked="0"/>
        <c:majorTickMark val="none"/>
        <c:min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majorUnit val="10"/>
      </c:valAx>
      <c:spPr>
        <a:noFill/>
        <a:ln>
          <a:noFill/>
        </a:ln>
      </c:spPr>
    </c:plotArea>
    <c:legend>
      <c:legendPos val="t"/>
      <c:overlay val="0"/>
      <c:txPr>
        <a:bodyPr/>
        <a:lstStyle/>
        <a:p>
          <a:pPr>
            <a:defRPr sz="9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6"/>
          <c:y val="0.14199999999999999"/>
          <c:w val="0.74199999999999999"/>
          <c:h val="0.61399999999999999"/>
        </c:manualLayout>
      </c:layout>
      <c:lineChart>
        <c:grouping val="standard"/>
        <c:varyColors val="0"/>
        <c:ser>
          <c:idx val="0"/>
          <c:order val="0"/>
          <c:tx>
            <c:strRef>
              <c:f>'E4'!$B$1</c:f>
              <c:strCache>
                <c:ptCount val="1"/>
                <c:pt idx="0">
                  <c:v>2027 - Market</c:v>
                </c:pt>
              </c:strCache>
            </c:strRef>
          </c:tx>
          <c:spPr>
            <a:ln w="19050">
              <a:solidFill>
                <a:srgbClr val="BBD1EC"/>
              </a:solidFill>
            </a:ln>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0-54F4-4F49-BF99-32C6A3633B7B}"/>
                </c:ext>
              </c:extLst>
            </c:dLbl>
            <c:dLbl>
              <c:idx val="1"/>
              <c:delete val="1"/>
              <c:extLst>
                <c:ext xmlns:c15="http://schemas.microsoft.com/office/drawing/2012/chart" uri="{CE6537A1-D6FC-4f65-9D91-7224C49458BB}"/>
                <c:ext xmlns:c16="http://schemas.microsoft.com/office/drawing/2014/chart" uri="{C3380CC4-5D6E-409C-BE32-E72D297353CC}">
                  <c16:uniqueId val="{00000001-54F4-4F49-BF99-32C6A3633B7B}"/>
                </c:ext>
              </c:extLst>
            </c:dLbl>
            <c:dLbl>
              <c:idx val="2"/>
              <c:delete val="1"/>
              <c:extLst>
                <c:ext xmlns:c15="http://schemas.microsoft.com/office/drawing/2012/chart" uri="{CE6537A1-D6FC-4f65-9D91-7224C49458BB}"/>
                <c:ext xmlns:c16="http://schemas.microsoft.com/office/drawing/2014/chart" uri="{C3380CC4-5D6E-409C-BE32-E72D297353CC}">
                  <c16:uniqueId val="{00000002-54F4-4F49-BF99-32C6A3633B7B}"/>
                </c:ext>
              </c:extLst>
            </c:dLbl>
            <c:dLbl>
              <c:idx val="3"/>
              <c:delete val="1"/>
              <c:extLst>
                <c:ext xmlns:c15="http://schemas.microsoft.com/office/drawing/2012/chart" uri="{CE6537A1-D6FC-4f65-9D91-7224C49458BB}"/>
                <c:ext xmlns:c16="http://schemas.microsoft.com/office/drawing/2014/chart" uri="{C3380CC4-5D6E-409C-BE32-E72D297353CC}">
                  <c16:uniqueId val="{00000003-54F4-4F49-BF99-32C6A3633B7B}"/>
                </c:ext>
              </c:extLst>
            </c:dLbl>
            <c:dLbl>
              <c:idx val="4"/>
              <c:delete val="1"/>
              <c:extLst>
                <c:ext xmlns:c15="http://schemas.microsoft.com/office/drawing/2012/chart" uri="{CE6537A1-D6FC-4f65-9D91-7224C49458BB}"/>
                <c:ext xmlns:c16="http://schemas.microsoft.com/office/drawing/2014/chart" uri="{C3380CC4-5D6E-409C-BE32-E72D297353CC}">
                  <c16:uniqueId val="{00000004-54F4-4F49-BF99-32C6A3633B7B}"/>
                </c:ext>
              </c:extLst>
            </c:dLbl>
            <c:dLbl>
              <c:idx val="5"/>
              <c:delete val="1"/>
              <c:extLst>
                <c:ext xmlns:c15="http://schemas.microsoft.com/office/drawing/2012/chart" uri="{CE6537A1-D6FC-4f65-9D91-7224C49458BB}"/>
                <c:ext xmlns:c16="http://schemas.microsoft.com/office/drawing/2014/chart" uri="{C3380CC4-5D6E-409C-BE32-E72D297353CC}">
                  <c16:uniqueId val="{00000005-54F4-4F49-BF99-32C6A3633B7B}"/>
                </c:ext>
              </c:extLst>
            </c:dLbl>
            <c:dLbl>
              <c:idx val="6"/>
              <c:delete val="1"/>
              <c:extLst>
                <c:ext xmlns:c15="http://schemas.microsoft.com/office/drawing/2012/chart" uri="{CE6537A1-D6FC-4f65-9D91-7224C49458BB}"/>
                <c:ext xmlns:c16="http://schemas.microsoft.com/office/drawing/2014/chart" uri="{C3380CC4-5D6E-409C-BE32-E72D297353CC}">
                  <c16:uniqueId val="{00000006-54F4-4F49-BF99-32C6A3633B7B}"/>
                </c:ext>
              </c:extLst>
            </c:dLbl>
            <c:dLbl>
              <c:idx val="7"/>
              <c:delete val="1"/>
              <c:extLst>
                <c:ext xmlns:c15="http://schemas.microsoft.com/office/drawing/2012/chart" uri="{CE6537A1-D6FC-4f65-9D91-7224C49458BB}"/>
                <c:ext xmlns:c16="http://schemas.microsoft.com/office/drawing/2014/chart" uri="{C3380CC4-5D6E-409C-BE32-E72D297353CC}">
                  <c16:uniqueId val="{00000007-54F4-4F49-BF99-32C6A3633B7B}"/>
                </c:ext>
              </c:extLst>
            </c:dLbl>
            <c:dLbl>
              <c:idx val="8"/>
              <c:delete val="1"/>
              <c:extLst>
                <c:ext xmlns:c15="http://schemas.microsoft.com/office/drawing/2012/chart" uri="{CE6537A1-D6FC-4f65-9D91-7224C49458BB}"/>
                <c:ext xmlns:c16="http://schemas.microsoft.com/office/drawing/2014/chart" uri="{C3380CC4-5D6E-409C-BE32-E72D297353CC}">
                  <c16:uniqueId val="{00000008-54F4-4F49-BF99-32C6A3633B7B}"/>
                </c:ext>
              </c:extLst>
            </c:dLbl>
            <c:dLbl>
              <c:idx val="9"/>
              <c:delete val="1"/>
              <c:extLst>
                <c:ext xmlns:c15="http://schemas.microsoft.com/office/drawing/2012/chart" uri="{CE6537A1-D6FC-4f65-9D91-7224C49458BB}"/>
                <c:ext xmlns:c16="http://schemas.microsoft.com/office/drawing/2014/chart" uri="{C3380CC4-5D6E-409C-BE32-E72D297353CC}">
                  <c16:uniqueId val="{00000009-54F4-4F49-BF99-32C6A3633B7B}"/>
                </c:ext>
              </c:extLst>
            </c:dLbl>
            <c:dLbl>
              <c:idx val="10"/>
              <c:tx>
                <c:rich>
                  <a:bodyPr/>
                  <a:lstStyle/>
                  <a:p>
                    <a:r>
                      <a:rPr lang="en-US" sz="900" b="0" baseline="0">
                        <a:solidFill>
                          <a:srgbClr val="8EB3DF"/>
                        </a:solidFill>
                        <a:latin typeface="Roboto Light"/>
                      </a:rPr>
                      <a:t>1.8%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54F4-4F49-BF99-32C6A3633B7B}"/>
                </c:ext>
              </c:extLst>
            </c:dLbl>
            <c:dLbl>
              <c:idx val="11"/>
              <c:delete val="1"/>
              <c:extLst>
                <c:ext xmlns:c15="http://schemas.microsoft.com/office/drawing/2012/chart" uri="{CE6537A1-D6FC-4f65-9D91-7224C49458BB}"/>
                <c:ext xmlns:c16="http://schemas.microsoft.com/office/drawing/2014/chart" uri="{C3380CC4-5D6E-409C-BE32-E72D297353CC}">
                  <c16:uniqueId val="{0000000B-54F4-4F49-BF99-32C6A3633B7B}"/>
                </c:ext>
              </c:extLst>
            </c:dLbl>
            <c:dLbl>
              <c:idx val="12"/>
              <c:delete val="1"/>
              <c:extLst>
                <c:ext xmlns:c15="http://schemas.microsoft.com/office/drawing/2012/chart" uri="{CE6537A1-D6FC-4f65-9D91-7224C49458BB}"/>
                <c:ext xmlns:c16="http://schemas.microsoft.com/office/drawing/2014/chart" uri="{C3380CC4-5D6E-409C-BE32-E72D297353CC}">
                  <c16:uniqueId val="{0000000C-54F4-4F49-BF99-32C6A3633B7B}"/>
                </c:ext>
              </c:extLst>
            </c:dLbl>
            <c:dLbl>
              <c:idx val="13"/>
              <c:delete val="1"/>
              <c:extLst>
                <c:ext xmlns:c15="http://schemas.microsoft.com/office/drawing/2012/chart" uri="{CE6537A1-D6FC-4f65-9D91-7224C49458BB}"/>
                <c:ext xmlns:c16="http://schemas.microsoft.com/office/drawing/2014/chart" uri="{C3380CC4-5D6E-409C-BE32-E72D297353CC}">
                  <c16:uniqueId val="{0000000D-54F4-4F49-BF99-32C6A3633B7B}"/>
                </c:ext>
              </c:extLst>
            </c:dLbl>
            <c:dLbl>
              <c:idx val="14"/>
              <c:delete val="1"/>
              <c:extLst>
                <c:ext xmlns:c15="http://schemas.microsoft.com/office/drawing/2012/chart" uri="{CE6537A1-D6FC-4f65-9D91-7224C49458BB}"/>
                <c:ext xmlns:c16="http://schemas.microsoft.com/office/drawing/2014/chart" uri="{C3380CC4-5D6E-409C-BE32-E72D297353CC}">
                  <c16:uniqueId val="{0000000E-54F4-4F49-BF99-32C6A3633B7B}"/>
                </c:ext>
              </c:extLst>
            </c:dLbl>
            <c:dLbl>
              <c:idx val="15"/>
              <c:delete val="1"/>
              <c:extLst>
                <c:ext xmlns:c15="http://schemas.microsoft.com/office/drawing/2012/chart" uri="{CE6537A1-D6FC-4f65-9D91-7224C49458BB}"/>
                <c:ext xmlns:c16="http://schemas.microsoft.com/office/drawing/2014/chart" uri="{C3380CC4-5D6E-409C-BE32-E72D297353CC}">
                  <c16:uniqueId val="{0000000F-54F4-4F49-BF99-32C6A3633B7B}"/>
                </c:ext>
              </c:extLst>
            </c:dLbl>
            <c:dLbl>
              <c:idx val="16"/>
              <c:delete val="1"/>
              <c:extLst>
                <c:ext xmlns:c15="http://schemas.microsoft.com/office/drawing/2012/chart" uri="{CE6537A1-D6FC-4f65-9D91-7224C49458BB}"/>
                <c:ext xmlns:c16="http://schemas.microsoft.com/office/drawing/2014/chart" uri="{C3380CC4-5D6E-409C-BE32-E72D297353CC}">
                  <c16:uniqueId val="{00000010-54F4-4F49-BF99-32C6A3633B7B}"/>
                </c:ext>
              </c:extLst>
            </c:dLbl>
            <c:dLbl>
              <c:idx val="17"/>
              <c:delete val="1"/>
              <c:extLst>
                <c:ext xmlns:c15="http://schemas.microsoft.com/office/drawing/2012/chart" uri="{CE6537A1-D6FC-4f65-9D91-7224C49458BB}"/>
                <c:ext xmlns:c16="http://schemas.microsoft.com/office/drawing/2014/chart" uri="{C3380CC4-5D6E-409C-BE32-E72D297353CC}">
                  <c16:uniqueId val="{00000011-54F4-4F49-BF99-32C6A3633B7B}"/>
                </c:ext>
              </c:extLst>
            </c:dLbl>
            <c:dLbl>
              <c:idx val="18"/>
              <c:delete val="1"/>
              <c:extLst>
                <c:ext xmlns:c15="http://schemas.microsoft.com/office/drawing/2012/chart" uri="{CE6537A1-D6FC-4f65-9D91-7224C49458BB}"/>
                <c:ext xmlns:c16="http://schemas.microsoft.com/office/drawing/2014/chart" uri="{C3380CC4-5D6E-409C-BE32-E72D297353CC}">
                  <c16:uniqueId val="{00000012-54F4-4F49-BF99-32C6A3633B7B}"/>
                </c:ext>
              </c:extLst>
            </c:dLbl>
            <c:dLbl>
              <c:idx val="19"/>
              <c:delete val="1"/>
              <c:extLst>
                <c:ext xmlns:c15="http://schemas.microsoft.com/office/drawing/2012/chart" uri="{CE6537A1-D6FC-4f65-9D91-7224C49458BB}"/>
                <c:ext xmlns:c16="http://schemas.microsoft.com/office/drawing/2014/chart" uri="{C3380CC4-5D6E-409C-BE32-E72D297353CC}">
                  <c16:uniqueId val="{00000013-54F4-4F49-BF99-32C6A3633B7B}"/>
                </c:ext>
              </c:extLst>
            </c:dLbl>
            <c:dLbl>
              <c:idx val="20"/>
              <c:delete val="1"/>
              <c:extLst>
                <c:ext xmlns:c15="http://schemas.microsoft.com/office/drawing/2012/chart" uri="{CE6537A1-D6FC-4f65-9D91-7224C49458BB}"/>
                <c:ext xmlns:c16="http://schemas.microsoft.com/office/drawing/2014/chart" uri="{C3380CC4-5D6E-409C-BE32-E72D297353CC}">
                  <c16:uniqueId val="{00000014-54F4-4F49-BF99-32C6A3633B7B}"/>
                </c:ext>
              </c:extLst>
            </c:dLbl>
            <c:dLbl>
              <c:idx val="21"/>
              <c:delete val="1"/>
              <c:extLst>
                <c:ext xmlns:c15="http://schemas.microsoft.com/office/drawing/2012/chart" uri="{CE6537A1-D6FC-4f65-9D91-7224C49458BB}"/>
                <c:ext xmlns:c16="http://schemas.microsoft.com/office/drawing/2014/chart" uri="{C3380CC4-5D6E-409C-BE32-E72D297353CC}">
                  <c16:uniqueId val="{00000015-54F4-4F49-BF99-32C6A3633B7B}"/>
                </c:ext>
              </c:extLst>
            </c:dLbl>
            <c:dLbl>
              <c:idx val="22"/>
              <c:delete val="1"/>
              <c:extLst>
                <c:ext xmlns:c15="http://schemas.microsoft.com/office/drawing/2012/chart" uri="{CE6537A1-D6FC-4f65-9D91-7224C49458BB}"/>
                <c:ext xmlns:c16="http://schemas.microsoft.com/office/drawing/2014/chart" uri="{C3380CC4-5D6E-409C-BE32-E72D297353CC}">
                  <c16:uniqueId val="{00000016-54F4-4F49-BF99-32C6A3633B7B}"/>
                </c:ext>
              </c:extLst>
            </c:dLbl>
            <c:dLbl>
              <c:idx val="23"/>
              <c:delete val="1"/>
              <c:extLst>
                <c:ext xmlns:c15="http://schemas.microsoft.com/office/drawing/2012/chart" uri="{CE6537A1-D6FC-4f65-9D91-7224C49458BB}"/>
                <c:ext xmlns:c16="http://schemas.microsoft.com/office/drawing/2014/chart" uri="{C3380CC4-5D6E-409C-BE32-E72D297353CC}">
                  <c16:uniqueId val="{00000017-54F4-4F49-BF99-32C6A3633B7B}"/>
                </c:ext>
              </c:extLst>
            </c:dLbl>
            <c:dLbl>
              <c:idx val="24"/>
              <c:delete val="1"/>
              <c:extLst>
                <c:ext xmlns:c15="http://schemas.microsoft.com/office/drawing/2012/chart" uri="{CE6537A1-D6FC-4f65-9D91-7224C49458BB}"/>
                <c:ext xmlns:c16="http://schemas.microsoft.com/office/drawing/2014/chart" uri="{C3380CC4-5D6E-409C-BE32-E72D297353CC}">
                  <c16:uniqueId val="{00000018-54F4-4F49-BF99-32C6A3633B7B}"/>
                </c:ext>
              </c:extLst>
            </c:dLbl>
            <c:dLbl>
              <c:idx val="25"/>
              <c:delete val="1"/>
              <c:extLst>
                <c:ext xmlns:c15="http://schemas.microsoft.com/office/drawing/2012/chart" uri="{CE6537A1-D6FC-4f65-9D91-7224C49458BB}"/>
                <c:ext xmlns:c16="http://schemas.microsoft.com/office/drawing/2014/chart" uri="{C3380CC4-5D6E-409C-BE32-E72D297353CC}">
                  <c16:uniqueId val="{00000019-54F4-4F49-BF99-32C6A3633B7B}"/>
                </c:ext>
              </c:extLst>
            </c:dLbl>
            <c:dLbl>
              <c:idx val="26"/>
              <c:delete val="1"/>
              <c:extLst>
                <c:ext xmlns:c15="http://schemas.microsoft.com/office/drawing/2012/chart" uri="{CE6537A1-D6FC-4f65-9D91-7224C49458BB}"/>
                <c:ext xmlns:c16="http://schemas.microsoft.com/office/drawing/2014/chart" uri="{C3380CC4-5D6E-409C-BE32-E72D297353CC}">
                  <c16:uniqueId val="{0000001A-54F4-4F49-BF99-32C6A3633B7B}"/>
                </c:ext>
              </c:extLst>
            </c:dLbl>
            <c:dLbl>
              <c:idx val="27"/>
              <c:delete val="1"/>
              <c:extLst>
                <c:ext xmlns:c15="http://schemas.microsoft.com/office/drawing/2012/chart" uri="{CE6537A1-D6FC-4f65-9D91-7224C49458BB}"/>
                <c:ext xmlns:c16="http://schemas.microsoft.com/office/drawing/2014/chart" uri="{C3380CC4-5D6E-409C-BE32-E72D297353CC}">
                  <c16:uniqueId val="{0000001B-54F4-4F49-BF99-32C6A3633B7B}"/>
                </c:ext>
              </c:extLst>
            </c:dLbl>
            <c:dLbl>
              <c:idx val="28"/>
              <c:delete val="1"/>
              <c:extLst>
                <c:ext xmlns:c15="http://schemas.microsoft.com/office/drawing/2012/chart" uri="{CE6537A1-D6FC-4f65-9D91-7224C49458BB}"/>
                <c:ext xmlns:c16="http://schemas.microsoft.com/office/drawing/2014/chart" uri="{C3380CC4-5D6E-409C-BE32-E72D297353CC}">
                  <c16:uniqueId val="{0000001C-54F4-4F49-BF99-32C6A3633B7B}"/>
                </c:ext>
              </c:extLst>
            </c:dLbl>
            <c:dLbl>
              <c:idx val="29"/>
              <c:delete val="1"/>
              <c:extLst>
                <c:ext xmlns:c15="http://schemas.microsoft.com/office/drawing/2012/chart" uri="{CE6537A1-D6FC-4f65-9D91-7224C49458BB}"/>
                <c:ext xmlns:c16="http://schemas.microsoft.com/office/drawing/2014/chart" uri="{C3380CC4-5D6E-409C-BE32-E72D297353CC}">
                  <c16:uniqueId val="{0000001D-54F4-4F49-BF99-32C6A3633B7B}"/>
                </c:ext>
              </c:extLst>
            </c:dLbl>
            <c:dLbl>
              <c:idx val="30"/>
              <c:delete val="1"/>
              <c:extLst>
                <c:ext xmlns:c15="http://schemas.microsoft.com/office/drawing/2012/chart" uri="{CE6537A1-D6FC-4f65-9D91-7224C49458BB}"/>
                <c:ext xmlns:c16="http://schemas.microsoft.com/office/drawing/2014/chart" uri="{C3380CC4-5D6E-409C-BE32-E72D297353CC}">
                  <c16:uniqueId val="{0000001E-54F4-4F49-BF99-32C6A3633B7B}"/>
                </c:ext>
              </c:extLst>
            </c:dLbl>
            <c:dLbl>
              <c:idx val="31"/>
              <c:delete val="1"/>
              <c:extLst>
                <c:ext xmlns:c15="http://schemas.microsoft.com/office/drawing/2012/chart" uri="{CE6537A1-D6FC-4f65-9D91-7224C49458BB}"/>
                <c:ext xmlns:c16="http://schemas.microsoft.com/office/drawing/2014/chart" uri="{C3380CC4-5D6E-409C-BE32-E72D297353CC}">
                  <c16:uniqueId val="{0000001F-54F4-4F49-BF99-32C6A3633B7B}"/>
                </c:ext>
              </c:extLst>
            </c:dLbl>
            <c:dLbl>
              <c:idx val="32"/>
              <c:delete val="1"/>
              <c:extLst>
                <c:ext xmlns:c15="http://schemas.microsoft.com/office/drawing/2012/chart" uri="{CE6537A1-D6FC-4f65-9D91-7224C49458BB}"/>
                <c:ext xmlns:c16="http://schemas.microsoft.com/office/drawing/2014/chart" uri="{C3380CC4-5D6E-409C-BE32-E72D297353CC}">
                  <c16:uniqueId val="{00000020-54F4-4F49-BF99-32C6A3633B7B}"/>
                </c:ext>
              </c:extLst>
            </c:dLbl>
            <c:dLbl>
              <c:idx val="33"/>
              <c:delete val="1"/>
              <c:extLst>
                <c:ext xmlns:c15="http://schemas.microsoft.com/office/drawing/2012/chart" uri="{CE6537A1-D6FC-4f65-9D91-7224C49458BB}"/>
                <c:ext xmlns:c16="http://schemas.microsoft.com/office/drawing/2014/chart" uri="{C3380CC4-5D6E-409C-BE32-E72D297353CC}">
                  <c16:uniqueId val="{00000021-54F4-4F49-BF99-32C6A3633B7B}"/>
                </c:ext>
              </c:extLst>
            </c:dLbl>
            <c:dLbl>
              <c:idx val="34"/>
              <c:delete val="1"/>
              <c:extLst>
                <c:ext xmlns:c15="http://schemas.microsoft.com/office/drawing/2012/chart" uri="{CE6537A1-D6FC-4f65-9D91-7224C49458BB}"/>
                <c:ext xmlns:c16="http://schemas.microsoft.com/office/drawing/2014/chart" uri="{C3380CC4-5D6E-409C-BE32-E72D297353CC}">
                  <c16:uniqueId val="{00000022-54F4-4F49-BF99-32C6A3633B7B}"/>
                </c:ext>
              </c:extLst>
            </c:dLbl>
            <c:dLbl>
              <c:idx val="35"/>
              <c:delete val="1"/>
              <c:extLst>
                <c:ext xmlns:c15="http://schemas.microsoft.com/office/drawing/2012/chart" uri="{CE6537A1-D6FC-4f65-9D91-7224C49458BB}"/>
                <c:ext xmlns:c16="http://schemas.microsoft.com/office/drawing/2014/chart" uri="{C3380CC4-5D6E-409C-BE32-E72D297353CC}">
                  <c16:uniqueId val="{00000023-54F4-4F49-BF99-32C6A3633B7B}"/>
                </c:ext>
              </c:extLst>
            </c:dLbl>
            <c:dLbl>
              <c:idx val="36"/>
              <c:delete val="1"/>
              <c:extLst>
                <c:ext xmlns:c15="http://schemas.microsoft.com/office/drawing/2012/chart" uri="{CE6537A1-D6FC-4f65-9D91-7224C49458BB}"/>
                <c:ext xmlns:c16="http://schemas.microsoft.com/office/drawing/2014/chart" uri="{C3380CC4-5D6E-409C-BE32-E72D297353CC}">
                  <c16:uniqueId val="{00000024-54F4-4F49-BF99-32C6A3633B7B}"/>
                </c:ext>
              </c:extLst>
            </c:dLbl>
            <c:dLbl>
              <c:idx val="37"/>
              <c:delete val="1"/>
              <c:extLst>
                <c:ext xmlns:c15="http://schemas.microsoft.com/office/drawing/2012/chart" uri="{CE6537A1-D6FC-4f65-9D91-7224C49458BB}"/>
                <c:ext xmlns:c16="http://schemas.microsoft.com/office/drawing/2014/chart" uri="{C3380CC4-5D6E-409C-BE32-E72D297353CC}">
                  <c16:uniqueId val="{00000025-54F4-4F49-BF99-32C6A3633B7B}"/>
                </c:ext>
              </c:extLst>
            </c:dLbl>
            <c:dLbl>
              <c:idx val="38"/>
              <c:delete val="1"/>
              <c:extLst>
                <c:ext xmlns:c15="http://schemas.microsoft.com/office/drawing/2012/chart" uri="{CE6537A1-D6FC-4f65-9D91-7224C49458BB}"/>
                <c:ext xmlns:c16="http://schemas.microsoft.com/office/drawing/2014/chart" uri="{C3380CC4-5D6E-409C-BE32-E72D297353CC}">
                  <c16:uniqueId val="{00000026-54F4-4F49-BF99-32C6A3633B7B}"/>
                </c:ext>
              </c:extLst>
            </c:dLbl>
            <c:dLbl>
              <c:idx val="39"/>
              <c:delete val="1"/>
              <c:extLst>
                <c:ext xmlns:c15="http://schemas.microsoft.com/office/drawing/2012/chart" uri="{CE6537A1-D6FC-4f65-9D91-7224C49458BB}"/>
                <c:ext xmlns:c16="http://schemas.microsoft.com/office/drawing/2014/chart" uri="{C3380CC4-5D6E-409C-BE32-E72D297353CC}">
                  <c16:uniqueId val="{00000027-54F4-4F49-BF99-32C6A3633B7B}"/>
                </c:ext>
              </c:extLst>
            </c:dLbl>
            <c:dLbl>
              <c:idx val="40"/>
              <c:delete val="1"/>
              <c:extLst>
                <c:ext xmlns:c15="http://schemas.microsoft.com/office/drawing/2012/chart" uri="{CE6537A1-D6FC-4f65-9D91-7224C49458BB}"/>
                <c:ext xmlns:c16="http://schemas.microsoft.com/office/drawing/2014/chart" uri="{C3380CC4-5D6E-409C-BE32-E72D297353CC}">
                  <c16:uniqueId val="{00000028-54F4-4F49-BF99-32C6A3633B7B}"/>
                </c:ext>
              </c:extLst>
            </c:dLbl>
            <c:dLbl>
              <c:idx val="41"/>
              <c:delete val="1"/>
              <c:extLst>
                <c:ext xmlns:c15="http://schemas.microsoft.com/office/drawing/2012/chart" uri="{CE6537A1-D6FC-4f65-9D91-7224C49458BB}"/>
                <c:ext xmlns:c16="http://schemas.microsoft.com/office/drawing/2014/chart" uri="{C3380CC4-5D6E-409C-BE32-E72D297353CC}">
                  <c16:uniqueId val="{00000029-54F4-4F49-BF99-32C6A3633B7B}"/>
                </c:ext>
              </c:extLst>
            </c:dLbl>
            <c:dLbl>
              <c:idx val="42"/>
              <c:delete val="1"/>
              <c:extLst>
                <c:ext xmlns:c15="http://schemas.microsoft.com/office/drawing/2012/chart" uri="{CE6537A1-D6FC-4f65-9D91-7224C49458BB}"/>
                <c:ext xmlns:c16="http://schemas.microsoft.com/office/drawing/2014/chart" uri="{C3380CC4-5D6E-409C-BE32-E72D297353CC}">
                  <c16:uniqueId val="{0000002A-54F4-4F49-BF99-32C6A3633B7B}"/>
                </c:ext>
              </c:extLst>
            </c:dLbl>
            <c:dLbl>
              <c:idx val="43"/>
              <c:delete val="1"/>
              <c:extLst>
                <c:ext xmlns:c15="http://schemas.microsoft.com/office/drawing/2012/chart" uri="{CE6537A1-D6FC-4f65-9D91-7224C49458BB}"/>
                <c:ext xmlns:c16="http://schemas.microsoft.com/office/drawing/2014/chart" uri="{C3380CC4-5D6E-409C-BE32-E72D297353CC}">
                  <c16:uniqueId val="{0000002B-54F4-4F49-BF99-32C6A3633B7B}"/>
                </c:ext>
              </c:extLst>
            </c:dLbl>
            <c:dLbl>
              <c:idx val="44"/>
              <c:delete val="1"/>
              <c:extLst>
                <c:ext xmlns:c15="http://schemas.microsoft.com/office/drawing/2012/chart" uri="{CE6537A1-D6FC-4f65-9D91-7224C49458BB}"/>
                <c:ext xmlns:c16="http://schemas.microsoft.com/office/drawing/2014/chart" uri="{C3380CC4-5D6E-409C-BE32-E72D297353CC}">
                  <c16:uniqueId val="{0000002C-54F4-4F49-BF99-32C6A3633B7B}"/>
                </c:ext>
              </c:extLst>
            </c:dLbl>
            <c:dLbl>
              <c:idx val="45"/>
              <c:delete val="1"/>
              <c:extLst>
                <c:ext xmlns:c15="http://schemas.microsoft.com/office/drawing/2012/chart" uri="{CE6537A1-D6FC-4f65-9D91-7224C49458BB}"/>
                <c:ext xmlns:c16="http://schemas.microsoft.com/office/drawing/2014/chart" uri="{C3380CC4-5D6E-409C-BE32-E72D297353CC}">
                  <c16:uniqueId val="{0000002D-54F4-4F49-BF99-32C6A3633B7B}"/>
                </c:ext>
              </c:extLst>
            </c:dLbl>
            <c:dLbl>
              <c:idx val="46"/>
              <c:delete val="1"/>
              <c:extLst>
                <c:ext xmlns:c15="http://schemas.microsoft.com/office/drawing/2012/chart" uri="{CE6537A1-D6FC-4f65-9D91-7224C49458BB}"/>
                <c:ext xmlns:c16="http://schemas.microsoft.com/office/drawing/2014/chart" uri="{C3380CC4-5D6E-409C-BE32-E72D297353CC}">
                  <c16:uniqueId val="{0000002E-54F4-4F49-BF99-32C6A3633B7B}"/>
                </c:ext>
              </c:extLst>
            </c:dLbl>
            <c:dLbl>
              <c:idx val="47"/>
              <c:delete val="1"/>
              <c:extLst>
                <c:ext xmlns:c15="http://schemas.microsoft.com/office/drawing/2012/chart" uri="{CE6537A1-D6FC-4f65-9D91-7224C49458BB}"/>
                <c:ext xmlns:c16="http://schemas.microsoft.com/office/drawing/2014/chart" uri="{C3380CC4-5D6E-409C-BE32-E72D297353CC}">
                  <c16:uniqueId val="{0000002F-54F4-4F49-BF99-32C6A3633B7B}"/>
                </c:ext>
              </c:extLst>
            </c:dLbl>
            <c:dLbl>
              <c:idx val="48"/>
              <c:delete val="1"/>
              <c:extLst>
                <c:ext xmlns:c15="http://schemas.microsoft.com/office/drawing/2012/chart" uri="{CE6537A1-D6FC-4f65-9D91-7224C49458BB}"/>
                <c:ext xmlns:c16="http://schemas.microsoft.com/office/drawing/2014/chart" uri="{C3380CC4-5D6E-409C-BE32-E72D297353CC}">
                  <c16:uniqueId val="{00000030-54F4-4F49-BF99-32C6A3633B7B}"/>
                </c:ext>
              </c:extLst>
            </c:dLbl>
            <c:dLbl>
              <c:idx val="49"/>
              <c:delete val="1"/>
              <c:extLst>
                <c:ext xmlns:c15="http://schemas.microsoft.com/office/drawing/2012/chart" uri="{CE6537A1-D6FC-4f65-9D91-7224C49458BB}"/>
                <c:ext xmlns:c16="http://schemas.microsoft.com/office/drawing/2014/chart" uri="{C3380CC4-5D6E-409C-BE32-E72D297353CC}">
                  <c16:uniqueId val="{00000031-54F4-4F49-BF99-32C6A3633B7B}"/>
                </c:ext>
              </c:extLst>
            </c:dLbl>
            <c:dLbl>
              <c:idx val="50"/>
              <c:delete val="1"/>
              <c:extLst>
                <c:ext xmlns:c15="http://schemas.microsoft.com/office/drawing/2012/chart" uri="{CE6537A1-D6FC-4f65-9D91-7224C49458BB}"/>
                <c:ext xmlns:c16="http://schemas.microsoft.com/office/drawing/2014/chart" uri="{C3380CC4-5D6E-409C-BE32-E72D297353CC}">
                  <c16:uniqueId val="{00000032-54F4-4F49-BF99-32C6A3633B7B}"/>
                </c:ext>
              </c:extLst>
            </c:dLbl>
            <c:dLbl>
              <c:idx val="51"/>
              <c:delete val="1"/>
              <c:extLst>
                <c:ext xmlns:c15="http://schemas.microsoft.com/office/drawing/2012/chart" uri="{CE6537A1-D6FC-4f65-9D91-7224C49458BB}"/>
                <c:ext xmlns:c16="http://schemas.microsoft.com/office/drawing/2014/chart" uri="{C3380CC4-5D6E-409C-BE32-E72D297353CC}">
                  <c16:uniqueId val="{00000033-54F4-4F49-BF99-32C6A3633B7B}"/>
                </c:ext>
              </c:extLst>
            </c:dLbl>
            <c:dLbl>
              <c:idx val="52"/>
              <c:delete val="1"/>
              <c:extLst>
                <c:ext xmlns:c15="http://schemas.microsoft.com/office/drawing/2012/chart" uri="{CE6537A1-D6FC-4f65-9D91-7224C49458BB}"/>
                <c:ext xmlns:c16="http://schemas.microsoft.com/office/drawing/2014/chart" uri="{C3380CC4-5D6E-409C-BE32-E72D297353CC}">
                  <c16:uniqueId val="{00000034-54F4-4F49-BF99-32C6A3633B7B}"/>
                </c:ext>
              </c:extLst>
            </c:dLbl>
            <c:dLbl>
              <c:idx val="53"/>
              <c:delete val="1"/>
              <c:extLst>
                <c:ext xmlns:c15="http://schemas.microsoft.com/office/drawing/2012/chart" uri="{CE6537A1-D6FC-4f65-9D91-7224C49458BB}"/>
                <c:ext xmlns:c16="http://schemas.microsoft.com/office/drawing/2014/chart" uri="{C3380CC4-5D6E-409C-BE32-E72D297353CC}">
                  <c16:uniqueId val="{00000035-54F4-4F49-BF99-32C6A3633B7B}"/>
                </c:ext>
              </c:extLst>
            </c:dLbl>
            <c:dLbl>
              <c:idx val="54"/>
              <c:delete val="1"/>
              <c:extLst>
                <c:ext xmlns:c15="http://schemas.microsoft.com/office/drawing/2012/chart" uri="{CE6537A1-D6FC-4f65-9D91-7224C49458BB}"/>
                <c:ext xmlns:c16="http://schemas.microsoft.com/office/drawing/2014/chart" uri="{C3380CC4-5D6E-409C-BE32-E72D297353CC}">
                  <c16:uniqueId val="{00000036-54F4-4F49-BF99-32C6A3633B7B}"/>
                </c:ext>
              </c:extLst>
            </c:dLbl>
            <c:dLbl>
              <c:idx val="55"/>
              <c:delete val="1"/>
              <c:extLst>
                <c:ext xmlns:c15="http://schemas.microsoft.com/office/drawing/2012/chart" uri="{CE6537A1-D6FC-4f65-9D91-7224C49458BB}"/>
                <c:ext xmlns:c16="http://schemas.microsoft.com/office/drawing/2014/chart" uri="{C3380CC4-5D6E-409C-BE32-E72D297353CC}">
                  <c16:uniqueId val="{00000037-54F4-4F49-BF99-32C6A3633B7B}"/>
                </c:ext>
              </c:extLst>
            </c:dLbl>
            <c:dLbl>
              <c:idx val="56"/>
              <c:delete val="1"/>
              <c:extLst>
                <c:ext xmlns:c15="http://schemas.microsoft.com/office/drawing/2012/chart" uri="{CE6537A1-D6FC-4f65-9D91-7224C49458BB}"/>
                <c:ext xmlns:c16="http://schemas.microsoft.com/office/drawing/2014/chart" uri="{C3380CC4-5D6E-409C-BE32-E72D297353CC}">
                  <c16:uniqueId val="{00000038-54F4-4F49-BF99-32C6A3633B7B}"/>
                </c:ext>
              </c:extLst>
            </c:dLbl>
            <c:dLbl>
              <c:idx val="57"/>
              <c:delete val="1"/>
              <c:extLst>
                <c:ext xmlns:c15="http://schemas.microsoft.com/office/drawing/2012/chart" uri="{CE6537A1-D6FC-4f65-9D91-7224C49458BB}"/>
                <c:ext xmlns:c16="http://schemas.microsoft.com/office/drawing/2014/chart" uri="{C3380CC4-5D6E-409C-BE32-E72D297353CC}">
                  <c16:uniqueId val="{00000039-54F4-4F49-BF99-32C6A3633B7B}"/>
                </c:ext>
              </c:extLst>
            </c:dLbl>
            <c:dLbl>
              <c:idx val="58"/>
              <c:delete val="1"/>
              <c:extLst>
                <c:ext xmlns:c15="http://schemas.microsoft.com/office/drawing/2012/chart" uri="{CE6537A1-D6FC-4f65-9D91-7224C49458BB}"/>
                <c:ext xmlns:c16="http://schemas.microsoft.com/office/drawing/2014/chart" uri="{C3380CC4-5D6E-409C-BE32-E72D297353CC}">
                  <c16:uniqueId val="{0000003A-54F4-4F49-BF99-32C6A3633B7B}"/>
                </c:ext>
              </c:extLst>
            </c:dLbl>
            <c:dLbl>
              <c:idx val="59"/>
              <c:delete val="1"/>
              <c:extLst>
                <c:ext xmlns:c15="http://schemas.microsoft.com/office/drawing/2012/chart" uri="{CE6537A1-D6FC-4f65-9D91-7224C49458BB}"/>
                <c:ext xmlns:c16="http://schemas.microsoft.com/office/drawing/2014/chart" uri="{C3380CC4-5D6E-409C-BE32-E72D297353CC}">
                  <c16:uniqueId val="{0000003B-54F4-4F49-BF99-32C6A3633B7B}"/>
                </c:ext>
              </c:extLst>
            </c:dLbl>
            <c:dLbl>
              <c:idx val="60"/>
              <c:delete val="1"/>
              <c:extLst>
                <c:ext xmlns:c15="http://schemas.microsoft.com/office/drawing/2012/chart" uri="{CE6537A1-D6FC-4f65-9D91-7224C49458BB}"/>
                <c:ext xmlns:c16="http://schemas.microsoft.com/office/drawing/2014/chart" uri="{C3380CC4-5D6E-409C-BE32-E72D297353CC}">
                  <c16:uniqueId val="{0000003C-54F4-4F49-BF99-32C6A3633B7B}"/>
                </c:ext>
              </c:extLst>
            </c:dLbl>
            <c:dLbl>
              <c:idx val="61"/>
              <c:delete val="1"/>
              <c:extLst>
                <c:ext xmlns:c15="http://schemas.microsoft.com/office/drawing/2012/chart" uri="{CE6537A1-D6FC-4f65-9D91-7224C49458BB}"/>
                <c:ext xmlns:c16="http://schemas.microsoft.com/office/drawing/2014/chart" uri="{C3380CC4-5D6E-409C-BE32-E72D297353CC}">
                  <c16:uniqueId val="{0000003D-54F4-4F49-BF99-32C6A3633B7B}"/>
                </c:ext>
              </c:extLst>
            </c:dLbl>
            <c:dLbl>
              <c:idx val="62"/>
              <c:delete val="1"/>
              <c:extLst>
                <c:ext xmlns:c15="http://schemas.microsoft.com/office/drawing/2012/chart" uri="{CE6537A1-D6FC-4f65-9D91-7224C49458BB}"/>
                <c:ext xmlns:c16="http://schemas.microsoft.com/office/drawing/2014/chart" uri="{C3380CC4-5D6E-409C-BE32-E72D297353CC}">
                  <c16:uniqueId val="{0000003E-54F4-4F49-BF99-32C6A3633B7B}"/>
                </c:ext>
              </c:extLst>
            </c:dLbl>
            <c:dLbl>
              <c:idx val="63"/>
              <c:delete val="1"/>
              <c:extLst>
                <c:ext xmlns:c15="http://schemas.microsoft.com/office/drawing/2012/chart" uri="{CE6537A1-D6FC-4f65-9D91-7224C49458BB}"/>
                <c:ext xmlns:c16="http://schemas.microsoft.com/office/drawing/2014/chart" uri="{C3380CC4-5D6E-409C-BE32-E72D297353CC}">
                  <c16:uniqueId val="{0000003F-54F4-4F49-BF99-32C6A3633B7B}"/>
                </c:ext>
              </c:extLst>
            </c:dLbl>
            <c:dLbl>
              <c:idx val="64"/>
              <c:delete val="1"/>
              <c:extLst>
                <c:ext xmlns:c15="http://schemas.microsoft.com/office/drawing/2012/chart" uri="{CE6537A1-D6FC-4f65-9D91-7224C49458BB}"/>
                <c:ext xmlns:c16="http://schemas.microsoft.com/office/drawing/2014/chart" uri="{C3380CC4-5D6E-409C-BE32-E72D297353CC}">
                  <c16:uniqueId val="{00000040-54F4-4F49-BF99-32C6A3633B7B}"/>
                </c:ext>
              </c:extLst>
            </c:dLbl>
            <c:dLbl>
              <c:idx val="65"/>
              <c:delete val="1"/>
              <c:extLst>
                <c:ext xmlns:c15="http://schemas.microsoft.com/office/drawing/2012/chart" uri="{CE6537A1-D6FC-4f65-9D91-7224C49458BB}"/>
                <c:ext xmlns:c16="http://schemas.microsoft.com/office/drawing/2014/chart" uri="{C3380CC4-5D6E-409C-BE32-E72D297353CC}">
                  <c16:uniqueId val="{00000041-54F4-4F49-BF99-32C6A3633B7B}"/>
                </c:ext>
              </c:extLst>
            </c:dLbl>
            <c:dLbl>
              <c:idx val="66"/>
              <c:delete val="1"/>
              <c:extLst>
                <c:ext xmlns:c15="http://schemas.microsoft.com/office/drawing/2012/chart" uri="{CE6537A1-D6FC-4f65-9D91-7224C49458BB}"/>
                <c:ext xmlns:c16="http://schemas.microsoft.com/office/drawing/2014/chart" uri="{C3380CC4-5D6E-409C-BE32-E72D297353CC}">
                  <c16:uniqueId val="{00000042-54F4-4F49-BF99-32C6A3633B7B}"/>
                </c:ext>
              </c:extLst>
            </c:dLbl>
            <c:dLbl>
              <c:idx val="67"/>
              <c:delete val="1"/>
              <c:extLst>
                <c:ext xmlns:c15="http://schemas.microsoft.com/office/drawing/2012/chart" uri="{CE6537A1-D6FC-4f65-9D91-7224C49458BB}"/>
                <c:ext xmlns:c16="http://schemas.microsoft.com/office/drawing/2014/chart" uri="{C3380CC4-5D6E-409C-BE32-E72D297353CC}">
                  <c16:uniqueId val="{00000043-54F4-4F49-BF99-32C6A3633B7B}"/>
                </c:ext>
              </c:extLst>
            </c:dLbl>
            <c:dLbl>
              <c:idx val="68"/>
              <c:delete val="1"/>
              <c:extLst>
                <c:ext xmlns:c15="http://schemas.microsoft.com/office/drawing/2012/chart" uri="{CE6537A1-D6FC-4f65-9D91-7224C49458BB}"/>
                <c:ext xmlns:c16="http://schemas.microsoft.com/office/drawing/2014/chart" uri="{C3380CC4-5D6E-409C-BE32-E72D297353CC}">
                  <c16:uniqueId val="{00000044-54F4-4F49-BF99-32C6A3633B7B}"/>
                </c:ext>
              </c:extLst>
            </c:dLbl>
            <c:dLbl>
              <c:idx val="69"/>
              <c:delete val="1"/>
              <c:extLst>
                <c:ext xmlns:c15="http://schemas.microsoft.com/office/drawing/2012/chart" uri="{CE6537A1-D6FC-4f65-9D91-7224C49458BB}"/>
                <c:ext xmlns:c16="http://schemas.microsoft.com/office/drawing/2014/chart" uri="{C3380CC4-5D6E-409C-BE32-E72D297353CC}">
                  <c16:uniqueId val="{00000045-54F4-4F49-BF99-32C6A3633B7B}"/>
                </c:ext>
              </c:extLst>
            </c:dLbl>
            <c:dLbl>
              <c:idx val="70"/>
              <c:delete val="1"/>
              <c:extLst>
                <c:ext xmlns:c15="http://schemas.microsoft.com/office/drawing/2012/chart" uri="{CE6537A1-D6FC-4f65-9D91-7224C49458BB}"/>
                <c:ext xmlns:c16="http://schemas.microsoft.com/office/drawing/2014/chart" uri="{C3380CC4-5D6E-409C-BE32-E72D297353CC}">
                  <c16:uniqueId val="{00000046-54F4-4F49-BF99-32C6A3633B7B}"/>
                </c:ext>
              </c:extLst>
            </c:dLbl>
            <c:dLbl>
              <c:idx val="71"/>
              <c:delete val="1"/>
              <c:extLst>
                <c:ext xmlns:c15="http://schemas.microsoft.com/office/drawing/2012/chart" uri="{CE6537A1-D6FC-4f65-9D91-7224C49458BB}"/>
                <c:ext xmlns:c16="http://schemas.microsoft.com/office/drawing/2014/chart" uri="{C3380CC4-5D6E-409C-BE32-E72D297353CC}">
                  <c16:uniqueId val="{00000047-54F4-4F49-BF99-32C6A3633B7B}"/>
                </c:ext>
              </c:extLst>
            </c:dLbl>
            <c:dLbl>
              <c:idx val="72"/>
              <c:delete val="1"/>
              <c:extLst>
                <c:ext xmlns:c15="http://schemas.microsoft.com/office/drawing/2012/chart" uri="{CE6537A1-D6FC-4f65-9D91-7224C49458BB}"/>
                <c:ext xmlns:c16="http://schemas.microsoft.com/office/drawing/2014/chart" uri="{C3380CC4-5D6E-409C-BE32-E72D297353CC}">
                  <c16:uniqueId val="{00000048-54F4-4F49-BF99-32C6A3633B7B}"/>
                </c:ext>
              </c:extLst>
            </c:dLbl>
            <c:dLbl>
              <c:idx val="73"/>
              <c:delete val="1"/>
              <c:extLst>
                <c:ext xmlns:c15="http://schemas.microsoft.com/office/drawing/2012/chart" uri="{CE6537A1-D6FC-4f65-9D91-7224C49458BB}"/>
                <c:ext xmlns:c16="http://schemas.microsoft.com/office/drawing/2014/chart" uri="{C3380CC4-5D6E-409C-BE32-E72D297353CC}">
                  <c16:uniqueId val="{00000049-54F4-4F49-BF99-32C6A3633B7B}"/>
                </c:ext>
              </c:extLst>
            </c:dLbl>
            <c:dLbl>
              <c:idx val="74"/>
              <c:delete val="1"/>
              <c:extLst>
                <c:ext xmlns:c15="http://schemas.microsoft.com/office/drawing/2012/chart" uri="{CE6537A1-D6FC-4f65-9D91-7224C49458BB}"/>
                <c:ext xmlns:c16="http://schemas.microsoft.com/office/drawing/2014/chart" uri="{C3380CC4-5D6E-409C-BE32-E72D297353CC}">
                  <c16:uniqueId val="{0000004A-54F4-4F49-BF99-32C6A3633B7B}"/>
                </c:ext>
              </c:extLst>
            </c:dLbl>
            <c:dLbl>
              <c:idx val="75"/>
              <c:delete val="1"/>
              <c:extLst>
                <c:ext xmlns:c15="http://schemas.microsoft.com/office/drawing/2012/chart" uri="{CE6537A1-D6FC-4f65-9D91-7224C49458BB}"/>
                <c:ext xmlns:c16="http://schemas.microsoft.com/office/drawing/2014/chart" uri="{C3380CC4-5D6E-409C-BE32-E72D297353CC}">
                  <c16:uniqueId val="{0000004B-54F4-4F49-BF99-32C6A3633B7B}"/>
                </c:ext>
              </c:extLst>
            </c:dLbl>
            <c:dLbl>
              <c:idx val="76"/>
              <c:delete val="1"/>
              <c:extLst>
                <c:ext xmlns:c15="http://schemas.microsoft.com/office/drawing/2012/chart" uri="{CE6537A1-D6FC-4f65-9D91-7224C49458BB}"/>
                <c:ext xmlns:c16="http://schemas.microsoft.com/office/drawing/2014/chart" uri="{C3380CC4-5D6E-409C-BE32-E72D297353CC}">
                  <c16:uniqueId val="{0000004C-54F4-4F49-BF99-32C6A3633B7B}"/>
                </c:ext>
              </c:extLst>
            </c:dLbl>
            <c:dLbl>
              <c:idx val="77"/>
              <c:delete val="1"/>
              <c:extLst>
                <c:ext xmlns:c15="http://schemas.microsoft.com/office/drawing/2012/chart" uri="{CE6537A1-D6FC-4f65-9D91-7224C49458BB}"/>
                <c:ext xmlns:c16="http://schemas.microsoft.com/office/drawing/2014/chart" uri="{C3380CC4-5D6E-409C-BE32-E72D297353CC}">
                  <c16:uniqueId val="{0000004D-54F4-4F49-BF99-32C6A3633B7B}"/>
                </c:ext>
              </c:extLst>
            </c:dLbl>
            <c:dLbl>
              <c:idx val="78"/>
              <c:delete val="1"/>
              <c:extLst>
                <c:ext xmlns:c15="http://schemas.microsoft.com/office/drawing/2012/chart" uri="{CE6537A1-D6FC-4f65-9D91-7224C49458BB}"/>
                <c:ext xmlns:c16="http://schemas.microsoft.com/office/drawing/2014/chart" uri="{C3380CC4-5D6E-409C-BE32-E72D297353CC}">
                  <c16:uniqueId val="{0000004E-54F4-4F49-BF99-32C6A3633B7B}"/>
                </c:ext>
              </c:extLst>
            </c:dLbl>
            <c:dLbl>
              <c:idx val="79"/>
              <c:delete val="1"/>
              <c:extLst>
                <c:ext xmlns:c15="http://schemas.microsoft.com/office/drawing/2012/chart" uri="{CE6537A1-D6FC-4f65-9D91-7224C49458BB}"/>
                <c:ext xmlns:c16="http://schemas.microsoft.com/office/drawing/2014/chart" uri="{C3380CC4-5D6E-409C-BE32-E72D297353CC}">
                  <c16:uniqueId val="{0000004F-54F4-4F49-BF99-32C6A3633B7B}"/>
                </c:ext>
              </c:extLst>
            </c:dLbl>
            <c:dLbl>
              <c:idx val="80"/>
              <c:delete val="1"/>
              <c:extLst>
                <c:ext xmlns:c15="http://schemas.microsoft.com/office/drawing/2012/chart" uri="{CE6537A1-D6FC-4f65-9D91-7224C49458BB}"/>
                <c:ext xmlns:c16="http://schemas.microsoft.com/office/drawing/2014/chart" uri="{C3380CC4-5D6E-409C-BE32-E72D297353CC}">
                  <c16:uniqueId val="{00000050-54F4-4F49-BF99-32C6A3633B7B}"/>
                </c:ext>
              </c:extLst>
            </c:dLbl>
            <c:dLbl>
              <c:idx val="81"/>
              <c:delete val="1"/>
              <c:extLst>
                <c:ext xmlns:c15="http://schemas.microsoft.com/office/drawing/2012/chart" uri="{CE6537A1-D6FC-4f65-9D91-7224C49458BB}"/>
                <c:ext xmlns:c16="http://schemas.microsoft.com/office/drawing/2014/chart" uri="{C3380CC4-5D6E-409C-BE32-E72D297353CC}">
                  <c16:uniqueId val="{00000051-54F4-4F49-BF99-32C6A3633B7B}"/>
                </c:ext>
              </c:extLst>
            </c:dLbl>
            <c:dLbl>
              <c:idx val="82"/>
              <c:delete val="1"/>
              <c:extLst>
                <c:ext xmlns:c15="http://schemas.microsoft.com/office/drawing/2012/chart" uri="{CE6537A1-D6FC-4f65-9D91-7224C49458BB}"/>
                <c:ext xmlns:c16="http://schemas.microsoft.com/office/drawing/2014/chart" uri="{C3380CC4-5D6E-409C-BE32-E72D297353CC}">
                  <c16:uniqueId val="{00000052-54F4-4F49-BF99-32C6A3633B7B}"/>
                </c:ext>
              </c:extLst>
            </c:dLbl>
            <c:dLbl>
              <c:idx val="83"/>
              <c:delete val="1"/>
              <c:extLst>
                <c:ext xmlns:c15="http://schemas.microsoft.com/office/drawing/2012/chart" uri="{CE6537A1-D6FC-4f65-9D91-7224C49458BB}"/>
                <c:ext xmlns:c16="http://schemas.microsoft.com/office/drawing/2014/chart" uri="{C3380CC4-5D6E-409C-BE32-E72D297353CC}">
                  <c16:uniqueId val="{00000053-54F4-4F49-BF99-32C6A3633B7B}"/>
                </c:ext>
              </c:extLst>
            </c:dLbl>
            <c:dLbl>
              <c:idx val="84"/>
              <c:delete val="1"/>
              <c:extLst>
                <c:ext xmlns:c15="http://schemas.microsoft.com/office/drawing/2012/chart" uri="{CE6537A1-D6FC-4f65-9D91-7224C49458BB}"/>
                <c:ext xmlns:c16="http://schemas.microsoft.com/office/drawing/2014/chart" uri="{C3380CC4-5D6E-409C-BE32-E72D297353CC}">
                  <c16:uniqueId val="{00000054-54F4-4F49-BF99-32C6A3633B7B}"/>
                </c:ext>
              </c:extLst>
            </c:dLbl>
            <c:dLbl>
              <c:idx val="85"/>
              <c:delete val="1"/>
              <c:extLst>
                <c:ext xmlns:c15="http://schemas.microsoft.com/office/drawing/2012/chart" uri="{CE6537A1-D6FC-4f65-9D91-7224C49458BB}"/>
                <c:ext xmlns:c16="http://schemas.microsoft.com/office/drawing/2014/chart" uri="{C3380CC4-5D6E-409C-BE32-E72D297353CC}">
                  <c16:uniqueId val="{00000055-54F4-4F49-BF99-32C6A3633B7B}"/>
                </c:ext>
              </c:extLst>
            </c:dLbl>
            <c:dLbl>
              <c:idx val="86"/>
              <c:delete val="1"/>
              <c:extLst>
                <c:ext xmlns:c15="http://schemas.microsoft.com/office/drawing/2012/chart" uri="{CE6537A1-D6FC-4f65-9D91-7224C49458BB}"/>
                <c:ext xmlns:c16="http://schemas.microsoft.com/office/drawing/2014/chart" uri="{C3380CC4-5D6E-409C-BE32-E72D297353CC}">
                  <c16:uniqueId val="{00000056-54F4-4F49-BF99-32C6A3633B7B}"/>
                </c:ext>
              </c:extLst>
            </c:dLbl>
            <c:dLbl>
              <c:idx val="87"/>
              <c:delete val="1"/>
              <c:extLst>
                <c:ext xmlns:c15="http://schemas.microsoft.com/office/drawing/2012/chart" uri="{CE6537A1-D6FC-4f65-9D91-7224C49458BB}"/>
                <c:ext xmlns:c16="http://schemas.microsoft.com/office/drawing/2014/chart" uri="{C3380CC4-5D6E-409C-BE32-E72D297353CC}">
                  <c16:uniqueId val="{00000057-54F4-4F49-BF99-32C6A3633B7B}"/>
                </c:ext>
              </c:extLst>
            </c:dLbl>
            <c:dLbl>
              <c:idx val="88"/>
              <c:delete val="1"/>
              <c:extLst>
                <c:ext xmlns:c15="http://schemas.microsoft.com/office/drawing/2012/chart" uri="{CE6537A1-D6FC-4f65-9D91-7224C49458BB}"/>
                <c:ext xmlns:c16="http://schemas.microsoft.com/office/drawing/2014/chart" uri="{C3380CC4-5D6E-409C-BE32-E72D297353CC}">
                  <c16:uniqueId val="{00000058-54F4-4F49-BF99-32C6A3633B7B}"/>
                </c:ext>
              </c:extLst>
            </c:dLbl>
            <c:dLbl>
              <c:idx val="89"/>
              <c:delete val="1"/>
              <c:extLst>
                <c:ext xmlns:c15="http://schemas.microsoft.com/office/drawing/2012/chart" uri="{CE6537A1-D6FC-4f65-9D91-7224C49458BB}"/>
                <c:ext xmlns:c16="http://schemas.microsoft.com/office/drawing/2014/chart" uri="{C3380CC4-5D6E-409C-BE32-E72D297353CC}">
                  <c16:uniqueId val="{00000059-54F4-4F49-BF99-32C6A3633B7B}"/>
                </c:ext>
              </c:extLst>
            </c:dLbl>
            <c:dLbl>
              <c:idx val="90"/>
              <c:delete val="1"/>
              <c:extLst>
                <c:ext xmlns:c15="http://schemas.microsoft.com/office/drawing/2012/chart" uri="{CE6537A1-D6FC-4f65-9D91-7224C49458BB}"/>
                <c:ext xmlns:c16="http://schemas.microsoft.com/office/drawing/2014/chart" uri="{C3380CC4-5D6E-409C-BE32-E72D297353CC}">
                  <c16:uniqueId val="{0000005A-54F4-4F49-BF99-32C6A3633B7B}"/>
                </c:ext>
              </c:extLst>
            </c:dLbl>
            <c:dLbl>
              <c:idx val="91"/>
              <c:delete val="1"/>
              <c:extLst>
                <c:ext xmlns:c15="http://schemas.microsoft.com/office/drawing/2012/chart" uri="{CE6537A1-D6FC-4f65-9D91-7224C49458BB}"/>
                <c:ext xmlns:c16="http://schemas.microsoft.com/office/drawing/2014/chart" uri="{C3380CC4-5D6E-409C-BE32-E72D297353CC}">
                  <c16:uniqueId val="{0000005B-54F4-4F49-BF99-32C6A3633B7B}"/>
                </c:ext>
              </c:extLst>
            </c:dLbl>
            <c:dLbl>
              <c:idx val="92"/>
              <c:delete val="1"/>
              <c:extLst>
                <c:ext xmlns:c15="http://schemas.microsoft.com/office/drawing/2012/chart" uri="{CE6537A1-D6FC-4f65-9D91-7224C49458BB}"/>
                <c:ext xmlns:c16="http://schemas.microsoft.com/office/drawing/2014/chart" uri="{C3380CC4-5D6E-409C-BE32-E72D297353CC}">
                  <c16:uniqueId val="{0000005C-54F4-4F49-BF99-32C6A3633B7B}"/>
                </c:ext>
              </c:extLst>
            </c:dLbl>
            <c:dLbl>
              <c:idx val="93"/>
              <c:delete val="1"/>
              <c:extLst>
                <c:ext xmlns:c15="http://schemas.microsoft.com/office/drawing/2012/chart" uri="{CE6537A1-D6FC-4f65-9D91-7224C49458BB}"/>
                <c:ext xmlns:c16="http://schemas.microsoft.com/office/drawing/2014/chart" uri="{C3380CC4-5D6E-409C-BE32-E72D297353CC}">
                  <c16:uniqueId val="{0000005D-54F4-4F49-BF99-32C6A3633B7B}"/>
                </c:ext>
              </c:extLst>
            </c:dLbl>
            <c:dLbl>
              <c:idx val="94"/>
              <c:delete val="1"/>
              <c:extLst>
                <c:ext xmlns:c15="http://schemas.microsoft.com/office/drawing/2012/chart" uri="{CE6537A1-D6FC-4f65-9D91-7224C49458BB}"/>
                <c:ext xmlns:c16="http://schemas.microsoft.com/office/drawing/2014/chart" uri="{C3380CC4-5D6E-409C-BE32-E72D297353CC}">
                  <c16:uniqueId val="{0000005E-54F4-4F49-BF99-32C6A3633B7B}"/>
                </c:ext>
              </c:extLst>
            </c:dLbl>
            <c:dLbl>
              <c:idx val="95"/>
              <c:delete val="1"/>
              <c:extLst>
                <c:ext xmlns:c15="http://schemas.microsoft.com/office/drawing/2012/chart" uri="{CE6537A1-D6FC-4f65-9D91-7224C49458BB}"/>
                <c:ext xmlns:c16="http://schemas.microsoft.com/office/drawing/2014/chart" uri="{C3380CC4-5D6E-409C-BE32-E72D297353CC}">
                  <c16:uniqueId val="{0000005F-54F4-4F49-BF99-32C6A3633B7B}"/>
                </c:ext>
              </c:extLst>
            </c:dLbl>
            <c:dLbl>
              <c:idx val="96"/>
              <c:delete val="1"/>
              <c:extLst>
                <c:ext xmlns:c15="http://schemas.microsoft.com/office/drawing/2012/chart" uri="{CE6537A1-D6FC-4f65-9D91-7224C49458BB}"/>
                <c:ext xmlns:c16="http://schemas.microsoft.com/office/drawing/2014/chart" uri="{C3380CC4-5D6E-409C-BE32-E72D297353CC}">
                  <c16:uniqueId val="{00000060-54F4-4F49-BF99-32C6A3633B7B}"/>
                </c:ext>
              </c:extLst>
            </c:dLbl>
            <c:dLbl>
              <c:idx val="97"/>
              <c:delete val="1"/>
              <c:extLst>
                <c:ext xmlns:c15="http://schemas.microsoft.com/office/drawing/2012/chart" uri="{CE6537A1-D6FC-4f65-9D91-7224C49458BB}"/>
                <c:ext xmlns:c16="http://schemas.microsoft.com/office/drawing/2014/chart" uri="{C3380CC4-5D6E-409C-BE32-E72D297353CC}">
                  <c16:uniqueId val="{00000061-54F4-4F49-BF99-32C6A3633B7B}"/>
                </c:ext>
              </c:extLst>
            </c:dLbl>
            <c:dLbl>
              <c:idx val="98"/>
              <c:delete val="1"/>
              <c:extLst>
                <c:ext xmlns:c15="http://schemas.microsoft.com/office/drawing/2012/chart" uri="{CE6537A1-D6FC-4f65-9D91-7224C49458BB}"/>
                <c:ext xmlns:c16="http://schemas.microsoft.com/office/drawing/2014/chart" uri="{C3380CC4-5D6E-409C-BE32-E72D297353CC}">
                  <c16:uniqueId val="{00000062-54F4-4F49-BF99-32C6A3633B7B}"/>
                </c:ext>
              </c:extLst>
            </c:dLbl>
            <c:dLbl>
              <c:idx val="99"/>
              <c:delete val="1"/>
              <c:extLst>
                <c:ext xmlns:c15="http://schemas.microsoft.com/office/drawing/2012/chart" uri="{CE6537A1-D6FC-4f65-9D91-7224C49458BB}"/>
                <c:ext xmlns:c16="http://schemas.microsoft.com/office/drawing/2014/chart" uri="{C3380CC4-5D6E-409C-BE32-E72D297353CC}">
                  <c16:uniqueId val="{00000063-54F4-4F49-BF99-32C6A3633B7B}"/>
                </c:ext>
              </c:extLst>
            </c:dLbl>
            <c:dLbl>
              <c:idx val="100"/>
              <c:delete val="1"/>
              <c:extLst>
                <c:ext xmlns:c15="http://schemas.microsoft.com/office/drawing/2012/chart" uri="{CE6537A1-D6FC-4f65-9D91-7224C49458BB}"/>
                <c:ext xmlns:c16="http://schemas.microsoft.com/office/drawing/2014/chart" uri="{C3380CC4-5D6E-409C-BE32-E72D297353CC}">
                  <c16:uniqueId val="{00000064-54F4-4F49-BF99-32C6A3633B7B}"/>
                </c:ext>
              </c:extLst>
            </c:dLbl>
            <c:dLbl>
              <c:idx val="101"/>
              <c:delete val="1"/>
              <c:extLst>
                <c:ext xmlns:c15="http://schemas.microsoft.com/office/drawing/2012/chart" uri="{CE6537A1-D6FC-4f65-9D91-7224C49458BB}"/>
                <c:ext xmlns:c16="http://schemas.microsoft.com/office/drawing/2014/chart" uri="{C3380CC4-5D6E-409C-BE32-E72D297353CC}">
                  <c16:uniqueId val="{00000065-54F4-4F49-BF99-32C6A3633B7B}"/>
                </c:ext>
              </c:extLst>
            </c:dLbl>
            <c:dLbl>
              <c:idx val="102"/>
              <c:delete val="1"/>
              <c:extLst>
                <c:ext xmlns:c15="http://schemas.microsoft.com/office/drawing/2012/chart" uri="{CE6537A1-D6FC-4f65-9D91-7224C49458BB}"/>
                <c:ext xmlns:c16="http://schemas.microsoft.com/office/drawing/2014/chart" uri="{C3380CC4-5D6E-409C-BE32-E72D297353CC}">
                  <c16:uniqueId val="{00000066-54F4-4F49-BF99-32C6A3633B7B}"/>
                </c:ext>
              </c:extLst>
            </c:dLbl>
            <c:dLbl>
              <c:idx val="103"/>
              <c:delete val="1"/>
              <c:extLst>
                <c:ext xmlns:c15="http://schemas.microsoft.com/office/drawing/2012/chart" uri="{CE6537A1-D6FC-4f65-9D91-7224C49458BB}"/>
                <c:ext xmlns:c16="http://schemas.microsoft.com/office/drawing/2014/chart" uri="{C3380CC4-5D6E-409C-BE32-E72D297353CC}">
                  <c16:uniqueId val="{00000067-54F4-4F49-BF99-32C6A3633B7B}"/>
                </c:ext>
              </c:extLst>
            </c:dLbl>
            <c:dLbl>
              <c:idx val="104"/>
              <c:delete val="1"/>
              <c:extLst>
                <c:ext xmlns:c15="http://schemas.microsoft.com/office/drawing/2012/chart" uri="{CE6537A1-D6FC-4f65-9D91-7224C49458BB}"/>
                <c:ext xmlns:c16="http://schemas.microsoft.com/office/drawing/2014/chart" uri="{C3380CC4-5D6E-409C-BE32-E72D297353CC}">
                  <c16:uniqueId val="{00000068-54F4-4F49-BF99-32C6A3633B7B}"/>
                </c:ext>
              </c:extLst>
            </c:dLbl>
            <c:dLbl>
              <c:idx val="105"/>
              <c:delete val="1"/>
              <c:extLst>
                <c:ext xmlns:c15="http://schemas.microsoft.com/office/drawing/2012/chart" uri="{CE6537A1-D6FC-4f65-9D91-7224C49458BB}"/>
                <c:ext xmlns:c16="http://schemas.microsoft.com/office/drawing/2014/chart" uri="{C3380CC4-5D6E-409C-BE32-E72D297353CC}">
                  <c16:uniqueId val="{00000069-54F4-4F49-BF99-32C6A3633B7B}"/>
                </c:ext>
              </c:extLst>
            </c:dLbl>
            <c:dLbl>
              <c:idx val="106"/>
              <c:delete val="1"/>
              <c:extLst>
                <c:ext xmlns:c15="http://schemas.microsoft.com/office/drawing/2012/chart" uri="{CE6537A1-D6FC-4f65-9D91-7224C49458BB}"/>
                <c:ext xmlns:c16="http://schemas.microsoft.com/office/drawing/2014/chart" uri="{C3380CC4-5D6E-409C-BE32-E72D297353CC}">
                  <c16:uniqueId val="{0000006A-54F4-4F49-BF99-32C6A3633B7B}"/>
                </c:ext>
              </c:extLst>
            </c:dLbl>
            <c:dLbl>
              <c:idx val="107"/>
              <c:delete val="1"/>
              <c:extLst>
                <c:ext xmlns:c15="http://schemas.microsoft.com/office/drawing/2012/chart" uri="{CE6537A1-D6FC-4f65-9D91-7224C49458BB}"/>
                <c:ext xmlns:c16="http://schemas.microsoft.com/office/drawing/2014/chart" uri="{C3380CC4-5D6E-409C-BE32-E72D297353CC}">
                  <c16:uniqueId val="{0000006B-54F4-4F49-BF99-32C6A3633B7B}"/>
                </c:ext>
              </c:extLst>
            </c:dLbl>
            <c:dLbl>
              <c:idx val="108"/>
              <c:delete val="1"/>
              <c:extLst>
                <c:ext xmlns:c15="http://schemas.microsoft.com/office/drawing/2012/chart" uri="{CE6537A1-D6FC-4f65-9D91-7224C49458BB}"/>
                <c:ext xmlns:c16="http://schemas.microsoft.com/office/drawing/2014/chart" uri="{C3380CC4-5D6E-409C-BE32-E72D297353CC}">
                  <c16:uniqueId val="{0000006C-54F4-4F49-BF99-32C6A3633B7B}"/>
                </c:ext>
              </c:extLst>
            </c:dLbl>
            <c:dLbl>
              <c:idx val="109"/>
              <c:delete val="1"/>
              <c:extLst>
                <c:ext xmlns:c15="http://schemas.microsoft.com/office/drawing/2012/chart" uri="{CE6537A1-D6FC-4f65-9D91-7224C49458BB}"/>
                <c:ext xmlns:c16="http://schemas.microsoft.com/office/drawing/2014/chart" uri="{C3380CC4-5D6E-409C-BE32-E72D297353CC}">
                  <c16:uniqueId val="{0000006D-54F4-4F49-BF99-32C6A3633B7B}"/>
                </c:ext>
              </c:extLst>
            </c:dLbl>
            <c:dLbl>
              <c:idx val="110"/>
              <c:delete val="1"/>
              <c:extLst>
                <c:ext xmlns:c15="http://schemas.microsoft.com/office/drawing/2012/chart" uri="{CE6537A1-D6FC-4f65-9D91-7224C49458BB}"/>
                <c:ext xmlns:c16="http://schemas.microsoft.com/office/drawing/2014/chart" uri="{C3380CC4-5D6E-409C-BE32-E72D297353CC}">
                  <c16:uniqueId val="{0000006E-54F4-4F49-BF99-32C6A3633B7B}"/>
                </c:ext>
              </c:extLst>
            </c:dLbl>
            <c:dLbl>
              <c:idx val="111"/>
              <c:delete val="1"/>
              <c:extLst>
                <c:ext xmlns:c15="http://schemas.microsoft.com/office/drawing/2012/chart" uri="{CE6537A1-D6FC-4f65-9D91-7224C49458BB}"/>
                <c:ext xmlns:c16="http://schemas.microsoft.com/office/drawing/2014/chart" uri="{C3380CC4-5D6E-409C-BE32-E72D297353CC}">
                  <c16:uniqueId val="{0000006F-54F4-4F49-BF99-32C6A3633B7B}"/>
                </c:ext>
              </c:extLst>
            </c:dLbl>
            <c:dLbl>
              <c:idx val="112"/>
              <c:delete val="1"/>
              <c:extLst>
                <c:ext xmlns:c15="http://schemas.microsoft.com/office/drawing/2012/chart" uri="{CE6537A1-D6FC-4f65-9D91-7224C49458BB}"/>
                <c:ext xmlns:c16="http://schemas.microsoft.com/office/drawing/2014/chart" uri="{C3380CC4-5D6E-409C-BE32-E72D297353CC}">
                  <c16:uniqueId val="{00000070-54F4-4F49-BF99-32C6A3633B7B}"/>
                </c:ext>
              </c:extLst>
            </c:dLbl>
            <c:dLbl>
              <c:idx val="113"/>
              <c:delete val="1"/>
              <c:extLst>
                <c:ext xmlns:c15="http://schemas.microsoft.com/office/drawing/2012/chart" uri="{CE6537A1-D6FC-4f65-9D91-7224C49458BB}"/>
                <c:ext xmlns:c16="http://schemas.microsoft.com/office/drawing/2014/chart" uri="{C3380CC4-5D6E-409C-BE32-E72D297353CC}">
                  <c16:uniqueId val="{00000071-54F4-4F49-BF99-32C6A3633B7B}"/>
                </c:ext>
              </c:extLst>
            </c:dLbl>
            <c:dLbl>
              <c:idx val="114"/>
              <c:delete val="1"/>
              <c:extLst>
                <c:ext xmlns:c15="http://schemas.microsoft.com/office/drawing/2012/chart" uri="{CE6537A1-D6FC-4f65-9D91-7224C49458BB}"/>
                <c:ext xmlns:c16="http://schemas.microsoft.com/office/drawing/2014/chart" uri="{C3380CC4-5D6E-409C-BE32-E72D297353CC}">
                  <c16:uniqueId val="{00000072-54F4-4F49-BF99-32C6A3633B7B}"/>
                </c:ext>
              </c:extLst>
            </c:dLbl>
            <c:dLbl>
              <c:idx val="115"/>
              <c:delete val="1"/>
              <c:extLst>
                <c:ext xmlns:c15="http://schemas.microsoft.com/office/drawing/2012/chart" uri="{CE6537A1-D6FC-4f65-9D91-7224C49458BB}"/>
                <c:ext xmlns:c16="http://schemas.microsoft.com/office/drawing/2014/chart" uri="{C3380CC4-5D6E-409C-BE32-E72D297353CC}">
                  <c16:uniqueId val="{00000073-54F4-4F49-BF99-32C6A3633B7B}"/>
                </c:ext>
              </c:extLst>
            </c:dLbl>
            <c:dLbl>
              <c:idx val="116"/>
              <c:delete val="1"/>
              <c:extLst>
                <c:ext xmlns:c15="http://schemas.microsoft.com/office/drawing/2012/chart" uri="{CE6537A1-D6FC-4f65-9D91-7224C49458BB}"/>
                <c:ext xmlns:c16="http://schemas.microsoft.com/office/drawing/2014/chart" uri="{C3380CC4-5D6E-409C-BE32-E72D297353CC}">
                  <c16:uniqueId val="{00000074-54F4-4F49-BF99-32C6A3633B7B}"/>
                </c:ext>
              </c:extLst>
            </c:dLbl>
            <c:dLbl>
              <c:idx val="117"/>
              <c:delete val="1"/>
              <c:extLst>
                <c:ext xmlns:c15="http://schemas.microsoft.com/office/drawing/2012/chart" uri="{CE6537A1-D6FC-4f65-9D91-7224C49458BB}"/>
                <c:ext xmlns:c16="http://schemas.microsoft.com/office/drawing/2014/chart" uri="{C3380CC4-5D6E-409C-BE32-E72D297353CC}">
                  <c16:uniqueId val="{00000075-54F4-4F49-BF99-32C6A3633B7B}"/>
                </c:ext>
              </c:extLst>
            </c:dLbl>
            <c:dLbl>
              <c:idx val="118"/>
              <c:delete val="1"/>
              <c:extLst>
                <c:ext xmlns:c15="http://schemas.microsoft.com/office/drawing/2012/chart" uri="{CE6537A1-D6FC-4f65-9D91-7224C49458BB}"/>
                <c:ext xmlns:c16="http://schemas.microsoft.com/office/drawing/2014/chart" uri="{C3380CC4-5D6E-409C-BE32-E72D297353CC}">
                  <c16:uniqueId val="{00000076-54F4-4F49-BF99-32C6A3633B7B}"/>
                </c:ext>
              </c:extLst>
            </c:dLbl>
            <c:dLbl>
              <c:idx val="119"/>
              <c:delete val="1"/>
              <c:extLst>
                <c:ext xmlns:c15="http://schemas.microsoft.com/office/drawing/2012/chart" uri="{CE6537A1-D6FC-4f65-9D91-7224C49458BB}"/>
                <c:ext xmlns:c16="http://schemas.microsoft.com/office/drawing/2014/chart" uri="{C3380CC4-5D6E-409C-BE32-E72D297353CC}">
                  <c16:uniqueId val="{00000077-54F4-4F49-BF99-32C6A3633B7B}"/>
                </c:ext>
              </c:extLst>
            </c:dLbl>
            <c:dLbl>
              <c:idx val="120"/>
              <c:delete val="1"/>
              <c:extLst>
                <c:ext xmlns:c15="http://schemas.microsoft.com/office/drawing/2012/chart" uri="{CE6537A1-D6FC-4f65-9D91-7224C49458BB}"/>
                <c:ext xmlns:c16="http://schemas.microsoft.com/office/drawing/2014/chart" uri="{C3380CC4-5D6E-409C-BE32-E72D297353CC}">
                  <c16:uniqueId val="{00000078-54F4-4F49-BF99-32C6A3633B7B}"/>
                </c:ext>
              </c:extLst>
            </c:dLbl>
            <c:dLbl>
              <c:idx val="121"/>
              <c:delete val="1"/>
              <c:extLst>
                <c:ext xmlns:c15="http://schemas.microsoft.com/office/drawing/2012/chart" uri="{CE6537A1-D6FC-4f65-9D91-7224C49458BB}"/>
                <c:ext xmlns:c16="http://schemas.microsoft.com/office/drawing/2014/chart" uri="{C3380CC4-5D6E-409C-BE32-E72D297353CC}">
                  <c16:uniqueId val="{00000079-54F4-4F49-BF99-32C6A3633B7B}"/>
                </c:ext>
              </c:extLst>
            </c:dLbl>
            <c:dLbl>
              <c:idx val="122"/>
              <c:delete val="1"/>
              <c:extLst>
                <c:ext xmlns:c15="http://schemas.microsoft.com/office/drawing/2012/chart" uri="{CE6537A1-D6FC-4f65-9D91-7224C49458BB}"/>
                <c:ext xmlns:c16="http://schemas.microsoft.com/office/drawing/2014/chart" uri="{C3380CC4-5D6E-409C-BE32-E72D297353CC}">
                  <c16:uniqueId val="{0000007A-54F4-4F49-BF99-32C6A3633B7B}"/>
                </c:ext>
              </c:extLst>
            </c:dLbl>
            <c:dLbl>
              <c:idx val="123"/>
              <c:delete val="1"/>
              <c:extLst>
                <c:ext xmlns:c15="http://schemas.microsoft.com/office/drawing/2012/chart" uri="{CE6537A1-D6FC-4f65-9D91-7224C49458BB}"/>
                <c:ext xmlns:c16="http://schemas.microsoft.com/office/drawing/2014/chart" uri="{C3380CC4-5D6E-409C-BE32-E72D297353CC}">
                  <c16:uniqueId val="{0000007B-54F4-4F49-BF99-32C6A3633B7B}"/>
                </c:ext>
              </c:extLst>
            </c:dLbl>
            <c:dLbl>
              <c:idx val="124"/>
              <c:delete val="1"/>
              <c:extLst>
                <c:ext xmlns:c15="http://schemas.microsoft.com/office/drawing/2012/chart" uri="{CE6537A1-D6FC-4f65-9D91-7224C49458BB}"/>
                <c:ext xmlns:c16="http://schemas.microsoft.com/office/drawing/2014/chart" uri="{C3380CC4-5D6E-409C-BE32-E72D297353CC}">
                  <c16:uniqueId val="{0000007C-54F4-4F49-BF99-32C6A3633B7B}"/>
                </c:ext>
              </c:extLst>
            </c:dLbl>
            <c:dLbl>
              <c:idx val="125"/>
              <c:delete val="1"/>
              <c:extLst>
                <c:ext xmlns:c15="http://schemas.microsoft.com/office/drawing/2012/chart" uri="{CE6537A1-D6FC-4f65-9D91-7224C49458BB}"/>
                <c:ext xmlns:c16="http://schemas.microsoft.com/office/drawing/2014/chart" uri="{C3380CC4-5D6E-409C-BE32-E72D297353CC}">
                  <c16:uniqueId val="{0000007D-54F4-4F49-BF99-32C6A3633B7B}"/>
                </c:ext>
              </c:extLst>
            </c:dLbl>
            <c:dLbl>
              <c:idx val="126"/>
              <c:delete val="1"/>
              <c:extLst>
                <c:ext xmlns:c15="http://schemas.microsoft.com/office/drawing/2012/chart" uri="{CE6537A1-D6FC-4f65-9D91-7224C49458BB}"/>
                <c:ext xmlns:c16="http://schemas.microsoft.com/office/drawing/2014/chart" uri="{C3380CC4-5D6E-409C-BE32-E72D297353CC}">
                  <c16:uniqueId val="{0000007E-54F4-4F49-BF99-32C6A3633B7B}"/>
                </c:ext>
              </c:extLst>
            </c:dLbl>
            <c:dLbl>
              <c:idx val="127"/>
              <c:delete val="1"/>
              <c:extLst>
                <c:ext xmlns:c15="http://schemas.microsoft.com/office/drawing/2012/chart" uri="{CE6537A1-D6FC-4f65-9D91-7224C49458BB}"/>
                <c:ext xmlns:c16="http://schemas.microsoft.com/office/drawing/2014/chart" uri="{C3380CC4-5D6E-409C-BE32-E72D297353CC}">
                  <c16:uniqueId val="{0000007F-54F4-4F49-BF99-32C6A3633B7B}"/>
                </c:ext>
              </c:extLst>
            </c:dLbl>
            <c:dLbl>
              <c:idx val="128"/>
              <c:delete val="1"/>
              <c:extLst>
                <c:ext xmlns:c15="http://schemas.microsoft.com/office/drawing/2012/chart" uri="{CE6537A1-D6FC-4f65-9D91-7224C49458BB}"/>
                <c:ext xmlns:c16="http://schemas.microsoft.com/office/drawing/2014/chart" uri="{C3380CC4-5D6E-409C-BE32-E72D297353CC}">
                  <c16:uniqueId val="{00000080-54F4-4F49-BF99-32C6A3633B7B}"/>
                </c:ext>
              </c:extLst>
            </c:dLbl>
            <c:dLbl>
              <c:idx val="129"/>
              <c:delete val="1"/>
              <c:extLst>
                <c:ext xmlns:c15="http://schemas.microsoft.com/office/drawing/2012/chart" uri="{CE6537A1-D6FC-4f65-9D91-7224C49458BB}"/>
                <c:ext xmlns:c16="http://schemas.microsoft.com/office/drawing/2014/chart" uri="{C3380CC4-5D6E-409C-BE32-E72D297353CC}">
                  <c16:uniqueId val="{00000081-54F4-4F49-BF99-32C6A3633B7B}"/>
                </c:ext>
              </c:extLst>
            </c:dLbl>
            <c:dLbl>
              <c:idx val="130"/>
              <c:delete val="1"/>
              <c:extLst>
                <c:ext xmlns:c15="http://schemas.microsoft.com/office/drawing/2012/chart" uri="{CE6537A1-D6FC-4f65-9D91-7224C49458BB}"/>
                <c:ext xmlns:c16="http://schemas.microsoft.com/office/drawing/2014/chart" uri="{C3380CC4-5D6E-409C-BE32-E72D297353CC}">
                  <c16:uniqueId val="{00000082-54F4-4F49-BF99-32C6A3633B7B}"/>
                </c:ext>
              </c:extLst>
            </c:dLbl>
            <c:dLbl>
              <c:idx val="131"/>
              <c:delete val="1"/>
              <c:extLst>
                <c:ext xmlns:c15="http://schemas.microsoft.com/office/drawing/2012/chart" uri="{CE6537A1-D6FC-4f65-9D91-7224C49458BB}"/>
                <c:ext xmlns:c16="http://schemas.microsoft.com/office/drawing/2014/chart" uri="{C3380CC4-5D6E-409C-BE32-E72D297353CC}">
                  <c16:uniqueId val="{00000083-54F4-4F49-BF99-32C6A3633B7B}"/>
                </c:ext>
              </c:extLst>
            </c:dLbl>
            <c:dLbl>
              <c:idx val="132"/>
              <c:delete val="1"/>
              <c:extLst>
                <c:ext xmlns:c15="http://schemas.microsoft.com/office/drawing/2012/chart" uri="{CE6537A1-D6FC-4f65-9D91-7224C49458BB}"/>
                <c:ext xmlns:c16="http://schemas.microsoft.com/office/drawing/2014/chart" uri="{C3380CC4-5D6E-409C-BE32-E72D297353CC}">
                  <c16:uniqueId val="{00000084-54F4-4F49-BF99-32C6A3633B7B}"/>
                </c:ext>
              </c:extLst>
            </c:dLbl>
            <c:dLbl>
              <c:idx val="133"/>
              <c:delete val="1"/>
              <c:extLst>
                <c:ext xmlns:c15="http://schemas.microsoft.com/office/drawing/2012/chart" uri="{CE6537A1-D6FC-4f65-9D91-7224C49458BB}"/>
                <c:ext xmlns:c16="http://schemas.microsoft.com/office/drawing/2014/chart" uri="{C3380CC4-5D6E-409C-BE32-E72D297353CC}">
                  <c16:uniqueId val="{00000085-54F4-4F49-BF99-32C6A3633B7B}"/>
                </c:ext>
              </c:extLst>
            </c:dLbl>
            <c:dLbl>
              <c:idx val="134"/>
              <c:delete val="1"/>
              <c:extLst>
                <c:ext xmlns:c15="http://schemas.microsoft.com/office/drawing/2012/chart" uri="{CE6537A1-D6FC-4f65-9D91-7224C49458BB}"/>
                <c:ext xmlns:c16="http://schemas.microsoft.com/office/drawing/2014/chart" uri="{C3380CC4-5D6E-409C-BE32-E72D297353CC}">
                  <c16:uniqueId val="{00000086-54F4-4F49-BF99-32C6A3633B7B}"/>
                </c:ext>
              </c:extLst>
            </c:dLbl>
            <c:dLbl>
              <c:idx val="135"/>
              <c:delete val="1"/>
              <c:extLst>
                <c:ext xmlns:c15="http://schemas.microsoft.com/office/drawing/2012/chart" uri="{CE6537A1-D6FC-4f65-9D91-7224C49458BB}"/>
                <c:ext xmlns:c16="http://schemas.microsoft.com/office/drawing/2014/chart" uri="{C3380CC4-5D6E-409C-BE32-E72D297353CC}">
                  <c16:uniqueId val="{00000087-54F4-4F49-BF99-32C6A3633B7B}"/>
                </c:ext>
              </c:extLst>
            </c:dLbl>
            <c:dLbl>
              <c:idx val="136"/>
              <c:delete val="1"/>
              <c:extLst>
                <c:ext xmlns:c15="http://schemas.microsoft.com/office/drawing/2012/chart" uri="{CE6537A1-D6FC-4f65-9D91-7224C49458BB}"/>
                <c:ext xmlns:c16="http://schemas.microsoft.com/office/drawing/2014/chart" uri="{C3380CC4-5D6E-409C-BE32-E72D297353CC}">
                  <c16:uniqueId val="{00000088-54F4-4F49-BF99-32C6A3633B7B}"/>
                </c:ext>
              </c:extLst>
            </c:dLbl>
            <c:dLbl>
              <c:idx val="137"/>
              <c:delete val="1"/>
              <c:extLst>
                <c:ext xmlns:c15="http://schemas.microsoft.com/office/drawing/2012/chart" uri="{CE6537A1-D6FC-4f65-9D91-7224C49458BB}"/>
                <c:ext xmlns:c16="http://schemas.microsoft.com/office/drawing/2014/chart" uri="{C3380CC4-5D6E-409C-BE32-E72D297353CC}">
                  <c16:uniqueId val="{00000089-54F4-4F49-BF99-32C6A3633B7B}"/>
                </c:ext>
              </c:extLst>
            </c:dLbl>
            <c:dLbl>
              <c:idx val="138"/>
              <c:delete val="1"/>
              <c:extLst>
                <c:ext xmlns:c15="http://schemas.microsoft.com/office/drawing/2012/chart" uri="{CE6537A1-D6FC-4f65-9D91-7224C49458BB}"/>
                <c:ext xmlns:c16="http://schemas.microsoft.com/office/drawing/2014/chart" uri="{C3380CC4-5D6E-409C-BE32-E72D297353CC}">
                  <c16:uniqueId val="{0000008A-54F4-4F49-BF99-32C6A3633B7B}"/>
                </c:ext>
              </c:extLst>
            </c:dLbl>
            <c:dLbl>
              <c:idx val="139"/>
              <c:delete val="1"/>
              <c:extLst>
                <c:ext xmlns:c15="http://schemas.microsoft.com/office/drawing/2012/chart" uri="{CE6537A1-D6FC-4f65-9D91-7224C49458BB}"/>
                <c:ext xmlns:c16="http://schemas.microsoft.com/office/drawing/2014/chart" uri="{C3380CC4-5D6E-409C-BE32-E72D297353CC}">
                  <c16:uniqueId val="{0000008B-54F4-4F49-BF99-32C6A3633B7B}"/>
                </c:ext>
              </c:extLst>
            </c:dLbl>
            <c:dLbl>
              <c:idx val="140"/>
              <c:delete val="1"/>
              <c:extLst>
                <c:ext xmlns:c15="http://schemas.microsoft.com/office/drawing/2012/chart" uri="{CE6537A1-D6FC-4f65-9D91-7224C49458BB}"/>
                <c:ext xmlns:c16="http://schemas.microsoft.com/office/drawing/2014/chart" uri="{C3380CC4-5D6E-409C-BE32-E72D297353CC}">
                  <c16:uniqueId val="{0000008C-54F4-4F49-BF99-32C6A3633B7B}"/>
                </c:ext>
              </c:extLst>
            </c:dLbl>
            <c:dLbl>
              <c:idx val="141"/>
              <c:delete val="1"/>
              <c:extLst>
                <c:ext xmlns:c15="http://schemas.microsoft.com/office/drawing/2012/chart" uri="{CE6537A1-D6FC-4f65-9D91-7224C49458BB}"/>
                <c:ext xmlns:c16="http://schemas.microsoft.com/office/drawing/2014/chart" uri="{C3380CC4-5D6E-409C-BE32-E72D297353CC}">
                  <c16:uniqueId val="{0000008D-54F4-4F49-BF99-32C6A3633B7B}"/>
                </c:ext>
              </c:extLst>
            </c:dLbl>
            <c:dLbl>
              <c:idx val="142"/>
              <c:delete val="1"/>
              <c:extLst>
                <c:ext xmlns:c15="http://schemas.microsoft.com/office/drawing/2012/chart" uri="{CE6537A1-D6FC-4f65-9D91-7224C49458BB}"/>
                <c:ext xmlns:c16="http://schemas.microsoft.com/office/drawing/2014/chart" uri="{C3380CC4-5D6E-409C-BE32-E72D297353CC}">
                  <c16:uniqueId val="{0000008E-54F4-4F49-BF99-32C6A3633B7B}"/>
                </c:ext>
              </c:extLst>
            </c:dLbl>
            <c:dLbl>
              <c:idx val="143"/>
              <c:delete val="1"/>
              <c:extLst>
                <c:ext xmlns:c15="http://schemas.microsoft.com/office/drawing/2012/chart" uri="{CE6537A1-D6FC-4f65-9D91-7224C49458BB}"/>
                <c:ext xmlns:c16="http://schemas.microsoft.com/office/drawing/2014/chart" uri="{C3380CC4-5D6E-409C-BE32-E72D297353CC}">
                  <c16:uniqueId val="{0000008F-54F4-4F49-BF99-32C6A3633B7B}"/>
                </c:ext>
              </c:extLst>
            </c:dLbl>
            <c:dLbl>
              <c:idx val="144"/>
              <c:delete val="1"/>
              <c:extLst>
                <c:ext xmlns:c15="http://schemas.microsoft.com/office/drawing/2012/chart" uri="{CE6537A1-D6FC-4f65-9D91-7224C49458BB}"/>
                <c:ext xmlns:c16="http://schemas.microsoft.com/office/drawing/2014/chart" uri="{C3380CC4-5D6E-409C-BE32-E72D297353CC}">
                  <c16:uniqueId val="{00000090-54F4-4F49-BF99-32C6A3633B7B}"/>
                </c:ext>
              </c:extLst>
            </c:dLbl>
            <c:dLbl>
              <c:idx val="145"/>
              <c:delete val="1"/>
              <c:extLst>
                <c:ext xmlns:c15="http://schemas.microsoft.com/office/drawing/2012/chart" uri="{CE6537A1-D6FC-4f65-9D91-7224C49458BB}"/>
                <c:ext xmlns:c16="http://schemas.microsoft.com/office/drawing/2014/chart" uri="{C3380CC4-5D6E-409C-BE32-E72D297353CC}">
                  <c16:uniqueId val="{00000091-54F4-4F49-BF99-32C6A3633B7B}"/>
                </c:ext>
              </c:extLst>
            </c:dLbl>
            <c:dLbl>
              <c:idx val="146"/>
              <c:delete val="1"/>
              <c:extLst>
                <c:ext xmlns:c15="http://schemas.microsoft.com/office/drawing/2012/chart" uri="{CE6537A1-D6FC-4f65-9D91-7224C49458BB}"/>
                <c:ext xmlns:c16="http://schemas.microsoft.com/office/drawing/2014/chart" uri="{C3380CC4-5D6E-409C-BE32-E72D297353CC}">
                  <c16:uniqueId val="{00000092-54F4-4F49-BF99-32C6A3633B7B}"/>
                </c:ext>
              </c:extLst>
            </c:dLbl>
            <c:dLbl>
              <c:idx val="147"/>
              <c:delete val="1"/>
              <c:extLst>
                <c:ext xmlns:c15="http://schemas.microsoft.com/office/drawing/2012/chart" uri="{CE6537A1-D6FC-4f65-9D91-7224C49458BB}"/>
                <c:ext xmlns:c16="http://schemas.microsoft.com/office/drawing/2014/chart" uri="{C3380CC4-5D6E-409C-BE32-E72D297353CC}">
                  <c16:uniqueId val="{00000093-54F4-4F49-BF99-32C6A3633B7B}"/>
                </c:ext>
              </c:extLst>
            </c:dLbl>
            <c:dLbl>
              <c:idx val="148"/>
              <c:delete val="1"/>
              <c:extLst>
                <c:ext xmlns:c15="http://schemas.microsoft.com/office/drawing/2012/chart" uri="{CE6537A1-D6FC-4f65-9D91-7224C49458BB}"/>
                <c:ext xmlns:c16="http://schemas.microsoft.com/office/drawing/2014/chart" uri="{C3380CC4-5D6E-409C-BE32-E72D297353CC}">
                  <c16:uniqueId val="{00000094-54F4-4F49-BF99-32C6A3633B7B}"/>
                </c:ext>
              </c:extLst>
            </c:dLbl>
            <c:dLbl>
              <c:idx val="149"/>
              <c:delete val="1"/>
              <c:extLst>
                <c:ext xmlns:c15="http://schemas.microsoft.com/office/drawing/2012/chart" uri="{CE6537A1-D6FC-4f65-9D91-7224C49458BB}"/>
                <c:ext xmlns:c16="http://schemas.microsoft.com/office/drawing/2014/chart" uri="{C3380CC4-5D6E-409C-BE32-E72D297353CC}">
                  <c16:uniqueId val="{00000095-54F4-4F49-BF99-32C6A3633B7B}"/>
                </c:ext>
              </c:extLst>
            </c:dLbl>
            <c:dLbl>
              <c:idx val="150"/>
              <c:delete val="1"/>
              <c:extLst>
                <c:ext xmlns:c15="http://schemas.microsoft.com/office/drawing/2012/chart" uri="{CE6537A1-D6FC-4f65-9D91-7224C49458BB}"/>
                <c:ext xmlns:c16="http://schemas.microsoft.com/office/drawing/2014/chart" uri="{C3380CC4-5D6E-409C-BE32-E72D297353CC}">
                  <c16:uniqueId val="{00000096-54F4-4F49-BF99-32C6A3633B7B}"/>
                </c:ext>
              </c:extLst>
            </c:dLbl>
            <c:dLbl>
              <c:idx val="151"/>
              <c:delete val="1"/>
              <c:extLst>
                <c:ext xmlns:c15="http://schemas.microsoft.com/office/drawing/2012/chart" uri="{CE6537A1-D6FC-4f65-9D91-7224C49458BB}"/>
                <c:ext xmlns:c16="http://schemas.microsoft.com/office/drawing/2014/chart" uri="{C3380CC4-5D6E-409C-BE32-E72D297353CC}">
                  <c16:uniqueId val="{00000097-54F4-4F49-BF99-32C6A3633B7B}"/>
                </c:ext>
              </c:extLst>
            </c:dLbl>
            <c:dLbl>
              <c:idx val="152"/>
              <c:delete val="1"/>
              <c:extLst>
                <c:ext xmlns:c15="http://schemas.microsoft.com/office/drawing/2012/chart" uri="{CE6537A1-D6FC-4f65-9D91-7224C49458BB}"/>
                <c:ext xmlns:c16="http://schemas.microsoft.com/office/drawing/2014/chart" uri="{C3380CC4-5D6E-409C-BE32-E72D297353CC}">
                  <c16:uniqueId val="{00000098-54F4-4F49-BF99-32C6A3633B7B}"/>
                </c:ext>
              </c:extLst>
            </c:dLbl>
            <c:dLbl>
              <c:idx val="153"/>
              <c:delete val="1"/>
              <c:extLst>
                <c:ext xmlns:c15="http://schemas.microsoft.com/office/drawing/2012/chart" uri="{CE6537A1-D6FC-4f65-9D91-7224C49458BB}"/>
                <c:ext xmlns:c16="http://schemas.microsoft.com/office/drawing/2014/chart" uri="{C3380CC4-5D6E-409C-BE32-E72D297353CC}">
                  <c16:uniqueId val="{00000099-54F4-4F49-BF99-32C6A3633B7B}"/>
                </c:ext>
              </c:extLst>
            </c:dLbl>
            <c:dLbl>
              <c:idx val="154"/>
              <c:delete val="1"/>
              <c:extLst>
                <c:ext xmlns:c15="http://schemas.microsoft.com/office/drawing/2012/chart" uri="{CE6537A1-D6FC-4f65-9D91-7224C49458BB}"/>
                <c:ext xmlns:c16="http://schemas.microsoft.com/office/drawing/2014/chart" uri="{C3380CC4-5D6E-409C-BE32-E72D297353CC}">
                  <c16:uniqueId val="{0000009A-54F4-4F49-BF99-32C6A3633B7B}"/>
                </c:ext>
              </c:extLst>
            </c:dLbl>
            <c:dLbl>
              <c:idx val="155"/>
              <c:delete val="1"/>
              <c:extLst>
                <c:ext xmlns:c15="http://schemas.microsoft.com/office/drawing/2012/chart" uri="{CE6537A1-D6FC-4f65-9D91-7224C49458BB}"/>
                <c:ext xmlns:c16="http://schemas.microsoft.com/office/drawing/2014/chart" uri="{C3380CC4-5D6E-409C-BE32-E72D297353CC}">
                  <c16:uniqueId val="{0000009B-54F4-4F49-BF99-32C6A3633B7B}"/>
                </c:ext>
              </c:extLst>
            </c:dLbl>
            <c:dLbl>
              <c:idx val="156"/>
              <c:delete val="1"/>
              <c:extLst>
                <c:ext xmlns:c15="http://schemas.microsoft.com/office/drawing/2012/chart" uri="{CE6537A1-D6FC-4f65-9D91-7224C49458BB}"/>
                <c:ext xmlns:c16="http://schemas.microsoft.com/office/drawing/2014/chart" uri="{C3380CC4-5D6E-409C-BE32-E72D297353CC}">
                  <c16:uniqueId val="{0000009C-54F4-4F49-BF99-32C6A3633B7B}"/>
                </c:ext>
              </c:extLst>
            </c:dLbl>
            <c:dLbl>
              <c:idx val="157"/>
              <c:delete val="1"/>
              <c:extLst>
                <c:ext xmlns:c15="http://schemas.microsoft.com/office/drawing/2012/chart" uri="{CE6537A1-D6FC-4f65-9D91-7224C49458BB}"/>
                <c:ext xmlns:c16="http://schemas.microsoft.com/office/drawing/2014/chart" uri="{C3380CC4-5D6E-409C-BE32-E72D297353CC}">
                  <c16:uniqueId val="{0000009D-54F4-4F49-BF99-32C6A3633B7B}"/>
                </c:ext>
              </c:extLst>
            </c:dLbl>
            <c:dLbl>
              <c:idx val="158"/>
              <c:delete val="1"/>
              <c:extLst>
                <c:ext xmlns:c15="http://schemas.microsoft.com/office/drawing/2012/chart" uri="{CE6537A1-D6FC-4f65-9D91-7224C49458BB}"/>
                <c:ext xmlns:c16="http://schemas.microsoft.com/office/drawing/2014/chart" uri="{C3380CC4-5D6E-409C-BE32-E72D297353CC}">
                  <c16:uniqueId val="{0000009E-54F4-4F49-BF99-32C6A3633B7B}"/>
                </c:ext>
              </c:extLst>
            </c:dLbl>
            <c:dLbl>
              <c:idx val="159"/>
              <c:delete val="1"/>
              <c:extLst>
                <c:ext xmlns:c15="http://schemas.microsoft.com/office/drawing/2012/chart" uri="{CE6537A1-D6FC-4f65-9D91-7224C49458BB}"/>
                <c:ext xmlns:c16="http://schemas.microsoft.com/office/drawing/2014/chart" uri="{C3380CC4-5D6E-409C-BE32-E72D297353CC}">
                  <c16:uniqueId val="{0000009F-54F4-4F49-BF99-32C6A3633B7B}"/>
                </c:ext>
              </c:extLst>
            </c:dLbl>
            <c:dLbl>
              <c:idx val="160"/>
              <c:delete val="1"/>
              <c:extLst>
                <c:ext xmlns:c15="http://schemas.microsoft.com/office/drawing/2012/chart" uri="{CE6537A1-D6FC-4f65-9D91-7224C49458BB}"/>
                <c:ext xmlns:c16="http://schemas.microsoft.com/office/drawing/2014/chart" uri="{C3380CC4-5D6E-409C-BE32-E72D297353CC}">
                  <c16:uniqueId val="{000000A0-54F4-4F49-BF99-32C6A3633B7B}"/>
                </c:ext>
              </c:extLst>
            </c:dLbl>
            <c:dLbl>
              <c:idx val="161"/>
              <c:delete val="1"/>
              <c:extLst>
                <c:ext xmlns:c15="http://schemas.microsoft.com/office/drawing/2012/chart" uri="{CE6537A1-D6FC-4f65-9D91-7224C49458BB}"/>
                <c:ext xmlns:c16="http://schemas.microsoft.com/office/drawing/2014/chart" uri="{C3380CC4-5D6E-409C-BE32-E72D297353CC}">
                  <c16:uniqueId val="{000000A1-54F4-4F49-BF99-32C6A3633B7B}"/>
                </c:ext>
              </c:extLst>
            </c:dLbl>
            <c:dLbl>
              <c:idx val="162"/>
              <c:delete val="1"/>
              <c:extLst>
                <c:ext xmlns:c15="http://schemas.microsoft.com/office/drawing/2012/chart" uri="{CE6537A1-D6FC-4f65-9D91-7224C49458BB}"/>
                <c:ext xmlns:c16="http://schemas.microsoft.com/office/drawing/2014/chart" uri="{C3380CC4-5D6E-409C-BE32-E72D297353CC}">
                  <c16:uniqueId val="{000000A2-54F4-4F49-BF99-32C6A3633B7B}"/>
                </c:ext>
              </c:extLst>
            </c:dLbl>
            <c:dLbl>
              <c:idx val="163"/>
              <c:delete val="1"/>
              <c:extLst>
                <c:ext xmlns:c15="http://schemas.microsoft.com/office/drawing/2012/chart" uri="{CE6537A1-D6FC-4f65-9D91-7224C49458BB}"/>
                <c:ext xmlns:c16="http://schemas.microsoft.com/office/drawing/2014/chart" uri="{C3380CC4-5D6E-409C-BE32-E72D297353CC}">
                  <c16:uniqueId val="{000000A3-54F4-4F49-BF99-32C6A3633B7B}"/>
                </c:ext>
              </c:extLst>
            </c:dLbl>
            <c:dLbl>
              <c:idx val="164"/>
              <c:delete val="1"/>
              <c:extLst>
                <c:ext xmlns:c15="http://schemas.microsoft.com/office/drawing/2012/chart" uri="{CE6537A1-D6FC-4f65-9D91-7224C49458BB}"/>
                <c:ext xmlns:c16="http://schemas.microsoft.com/office/drawing/2014/chart" uri="{C3380CC4-5D6E-409C-BE32-E72D297353CC}">
                  <c16:uniqueId val="{000000A4-54F4-4F49-BF99-32C6A3633B7B}"/>
                </c:ext>
              </c:extLst>
            </c:dLbl>
            <c:dLbl>
              <c:idx val="165"/>
              <c:delete val="1"/>
              <c:extLst>
                <c:ext xmlns:c15="http://schemas.microsoft.com/office/drawing/2012/chart" uri="{CE6537A1-D6FC-4f65-9D91-7224C49458BB}"/>
                <c:ext xmlns:c16="http://schemas.microsoft.com/office/drawing/2014/chart" uri="{C3380CC4-5D6E-409C-BE32-E72D297353CC}">
                  <c16:uniqueId val="{000000A5-54F4-4F49-BF99-32C6A3633B7B}"/>
                </c:ext>
              </c:extLst>
            </c:dLbl>
            <c:dLbl>
              <c:idx val="166"/>
              <c:delete val="1"/>
              <c:extLst>
                <c:ext xmlns:c15="http://schemas.microsoft.com/office/drawing/2012/chart" uri="{CE6537A1-D6FC-4f65-9D91-7224C49458BB}"/>
                <c:ext xmlns:c16="http://schemas.microsoft.com/office/drawing/2014/chart" uri="{C3380CC4-5D6E-409C-BE32-E72D297353CC}">
                  <c16:uniqueId val="{000000A6-54F4-4F49-BF99-32C6A3633B7B}"/>
                </c:ext>
              </c:extLst>
            </c:dLbl>
            <c:dLbl>
              <c:idx val="167"/>
              <c:delete val="1"/>
              <c:extLst>
                <c:ext xmlns:c15="http://schemas.microsoft.com/office/drawing/2012/chart" uri="{CE6537A1-D6FC-4f65-9D91-7224C49458BB}"/>
                <c:ext xmlns:c16="http://schemas.microsoft.com/office/drawing/2014/chart" uri="{C3380CC4-5D6E-409C-BE32-E72D297353CC}">
                  <c16:uniqueId val="{000000A7-54F4-4F49-BF99-32C6A3633B7B}"/>
                </c:ext>
              </c:extLst>
            </c:dLbl>
            <c:dLbl>
              <c:idx val="168"/>
              <c:delete val="1"/>
              <c:extLst>
                <c:ext xmlns:c15="http://schemas.microsoft.com/office/drawing/2012/chart" uri="{CE6537A1-D6FC-4f65-9D91-7224C49458BB}"/>
                <c:ext xmlns:c16="http://schemas.microsoft.com/office/drawing/2014/chart" uri="{C3380CC4-5D6E-409C-BE32-E72D297353CC}">
                  <c16:uniqueId val="{000000A8-54F4-4F49-BF99-32C6A3633B7B}"/>
                </c:ext>
              </c:extLst>
            </c:dLbl>
            <c:dLbl>
              <c:idx val="169"/>
              <c:delete val="1"/>
              <c:extLst>
                <c:ext xmlns:c15="http://schemas.microsoft.com/office/drawing/2012/chart" uri="{CE6537A1-D6FC-4f65-9D91-7224C49458BB}"/>
                <c:ext xmlns:c16="http://schemas.microsoft.com/office/drawing/2014/chart" uri="{C3380CC4-5D6E-409C-BE32-E72D297353CC}">
                  <c16:uniqueId val="{000000A9-54F4-4F49-BF99-32C6A3633B7B}"/>
                </c:ext>
              </c:extLst>
            </c:dLbl>
            <c:dLbl>
              <c:idx val="170"/>
              <c:delete val="1"/>
              <c:extLst>
                <c:ext xmlns:c15="http://schemas.microsoft.com/office/drawing/2012/chart" uri="{CE6537A1-D6FC-4f65-9D91-7224C49458BB}"/>
                <c:ext xmlns:c16="http://schemas.microsoft.com/office/drawing/2014/chart" uri="{C3380CC4-5D6E-409C-BE32-E72D297353CC}">
                  <c16:uniqueId val="{000000AA-54F4-4F49-BF99-32C6A3633B7B}"/>
                </c:ext>
              </c:extLst>
            </c:dLbl>
            <c:dLbl>
              <c:idx val="171"/>
              <c:delete val="1"/>
              <c:extLst>
                <c:ext xmlns:c15="http://schemas.microsoft.com/office/drawing/2012/chart" uri="{CE6537A1-D6FC-4f65-9D91-7224C49458BB}"/>
                <c:ext xmlns:c16="http://schemas.microsoft.com/office/drawing/2014/chart" uri="{C3380CC4-5D6E-409C-BE32-E72D297353CC}">
                  <c16:uniqueId val="{000000AB-54F4-4F49-BF99-32C6A3633B7B}"/>
                </c:ext>
              </c:extLst>
            </c:dLbl>
            <c:dLbl>
              <c:idx val="172"/>
              <c:delete val="1"/>
              <c:extLst>
                <c:ext xmlns:c15="http://schemas.microsoft.com/office/drawing/2012/chart" uri="{CE6537A1-D6FC-4f65-9D91-7224C49458BB}"/>
                <c:ext xmlns:c16="http://schemas.microsoft.com/office/drawing/2014/chart" uri="{C3380CC4-5D6E-409C-BE32-E72D297353CC}">
                  <c16:uniqueId val="{000000AC-54F4-4F49-BF99-32C6A3633B7B}"/>
                </c:ext>
              </c:extLst>
            </c:dLbl>
            <c:dLbl>
              <c:idx val="173"/>
              <c:delete val="1"/>
              <c:extLst>
                <c:ext xmlns:c15="http://schemas.microsoft.com/office/drawing/2012/chart" uri="{CE6537A1-D6FC-4f65-9D91-7224C49458BB}"/>
                <c:ext xmlns:c16="http://schemas.microsoft.com/office/drawing/2014/chart" uri="{C3380CC4-5D6E-409C-BE32-E72D297353CC}">
                  <c16:uniqueId val="{000000AD-54F4-4F49-BF99-32C6A3633B7B}"/>
                </c:ext>
              </c:extLst>
            </c:dLbl>
            <c:dLbl>
              <c:idx val="174"/>
              <c:delete val="1"/>
              <c:extLst>
                <c:ext xmlns:c15="http://schemas.microsoft.com/office/drawing/2012/chart" uri="{CE6537A1-D6FC-4f65-9D91-7224C49458BB}"/>
                <c:ext xmlns:c16="http://schemas.microsoft.com/office/drawing/2014/chart" uri="{C3380CC4-5D6E-409C-BE32-E72D297353CC}">
                  <c16:uniqueId val="{000000AE-54F4-4F49-BF99-32C6A3633B7B}"/>
                </c:ext>
              </c:extLst>
            </c:dLbl>
            <c:dLbl>
              <c:idx val="175"/>
              <c:delete val="1"/>
              <c:extLst>
                <c:ext xmlns:c15="http://schemas.microsoft.com/office/drawing/2012/chart" uri="{CE6537A1-D6FC-4f65-9D91-7224C49458BB}"/>
                <c:ext xmlns:c16="http://schemas.microsoft.com/office/drawing/2014/chart" uri="{C3380CC4-5D6E-409C-BE32-E72D297353CC}">
                  <c16:uniqueId val="{000000AF-54F4-4F49-BF99-32C6A3633B7B}"/>
                </c:ext>
              </c:extLst>
            </c:dLbl>
            <c:dLbl>
              <c:idx val="176"/>
              <c:delete val="1"/>
              <c:extLst>
                <c:ext xmlns:c15="http://schemas.microsoft.com/office/drawing/2012/chart" uri="{CE6537A1-D6FC-4f65-9D91-7224C49458BB}"/>
                <c:ext xmlns:c16="http://schemas.microsoft.com/office/drawing/2014/chart" uri="{C3380CC4-5D6E-409C-BE32-E72D297353CC}">
                  <c16:uniqueId val="{000000B0-54F4-4F49-BF99-32C6A3633B7B}"/>
                </c:ext>
              </c:extLst>
            </c:dLbl>
            <c:dLbl>
              <c:idx val="177"/>
              <c:delete val="1"/>
              <c:extLst>
                <c:ext xmlns:c15="http://schemas.microsoft.com/office/drawing/2012/chart" uri="{CE6537A1-D6FC-4f65-9D91-7224C49458BB}"/>
                <c:ext xmlns:c16="http://schemas.microsoft.com/office/drawing/2014/chart" uri="{C3380CC4-5D6E-409C-BE32-E72D297353CC}">
                  <c16:uniqueId val="{000000B1-54F4-4F49-BF99-32C6A3633B7B}"/>
                </c:ext>
              </c:extLst>
            </c:dLbl>
            <c:dLbl>
              <c:idx val="178"/>
              <c:delete val="1"/>
              <c:extLst>
                <c:ext xmlns:c15="http://schemas.microsoft.com/office/drawing/2012/chart" uri="{CE6537A1-D6FC-4f65-9D91-7224C49458BB}"/>
                <c:ext xmlns:c16="http://schemas.microsoft.com/office/drawing/2014/chart" uri="{C3380CC4-5D6E-409C-BE32-E72D297353CC}">
                  <c16:uniqueId val="{000000B2-54F4-4F49-BF99-32C6A3633B7B}"/>
                </c:ext>
              </c:extLst>
            </c:dLbl>
            <c:dLbl>
              <c:idx val="179"/>
              <c:delete val="1"/>
              <c:extLst>
                <c:ext xmlns:c15="http://schemas.microsoft.com/office/drawing/2012/chart" uri="{CE6537A1-D6FC-4f65-9D91-7224C49458BB}"/>
                <c:ext xmlns:c16="http://schemas.microsoft.com/office/drawing/2014/chart" uri="{C3380CC4-5D6E-409C-BE32-E72D297353CC}">
                  <c16:uniqueId val="{000000B3-54F4-4F49-BF99-32C6A3633B7B}"/>
                </c:ext>
              </c:extLst>
            </c:dLbl>
            <c:dLbl>
              <c:idx val="180"/>
              <c:delete val="1"/>
              <c:extLst>
                <c:ext xmlns:c15="http://schemas.microsoft.com/office/drawing/2012/chart" uri="{CE6537A1-D6FC-4f65-9D91-7224C49458BB}"/>
                <c:ext xmlns:c16="http://schemas.microsoft.com/office/drawing/2014/chart" uri="{C3380CC4-5D6E-409C-BE32-E72D297353CC}">
                  <c16:uniqueId val="{000000B4-54F4-4F49-BF99-32C6A3633B7B}"/>
                </c:ext>
              </c:extLst>
            </c:dLbl>
            <c:dLbl>
              <c:idx val="181"/>
              <c:delete val="1"/>
              <c:extLst>
                <c:ext xmlns:c15="http://schemas.microsoft.com/office/drawing/2012/chart" uri="{CE6537A1-D6FC-4f65-9D91-7224C49458BB}"/>
                <c:ext xmlns:c16="http://schemas.microsoft.com/office/drawing/2014/chart" uri="{C3380CC4-5D6E-409C-BE32-E72D297353CC}">
                  <c16:uniqueId val="{000000B5-54F4-4F49-BF99-32C6A3633B7B}"/>
                </c:ext>
              </c:extLst>
            </c:dLbl>
            <c:spPr>
              <a:noFill/>
              <a:ln>
                <a:noFill/>
              </a:ln>
              <a:effectLst/>
            </c:spPr>
            <c:txPr>
              <a:bodyPr wrap="square" lIns="38100" tIns="19050" rIns="38100" bIns="19050" anchor="ctr">
                <a:spAutoFit/>
              </a:bodyPr>
              <a:lstStyle/>
              <a:p>
                <a:pPr>
                  <a:defRPr b="1"/>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'E4'!$A$2:$A$183</c:f>
              <c:numCache>
                <c:formatCode>yyyy\-mm\-dd</c:formatCode>
                <c:ptCount val="182"/>
                <c:pt idx="0">
                  <c:v>46055</c:v>
                </c:pt>
                <c:pt idx="1">
                  <c:v>46056</c:v>
                </c:pt>
                <c:pt idx="2">
                  <c:v>46057</c:v>
                </c:pt>
                <c:pt idx="3">
                  <c:v>46058</c:v>
                </c:pt>
                <c:pt idx="4">
                  <c:v>46059</c:v>
                </c:pt>
                <c:pt idx="5">
                  <c:v>46062</c:v>
                </c:pt>
                <c:pt idx="6">
                  <c:v>46063</c:v>
                </c:pt>
                <c:pt idx="7">
                  <c:v>46064</c:v>
                </c:pt>
                <c:pt idx="8">
                  <c:v>46065</c:v>
                </c:pt>
                <c:pt idx="9">
                  <c:v>46066</c:v>
                </c:pt>
                <c:pt idx="10">
                  <c:v>46071</c:v>
                </c:pt>
                <c:pt idx="11">
                  <c:v>46072</c:v>
                </c:pt>
                <c:pt idx="12">
                  <c:v>46073</c:v>
                </c:pt>
                <c:pt idx="13">
                  <c:v>46076</c:v>
                </c:pt>
                <c:pt idx="14">
                  <c:v>46077</c:v>
                </c:pt>
                <c:pt idx="15">
                  <c:v>46078</c:v>
                </c:pt>
                <c:pt idx="16">
                  <c:v>46079</c:v>
                </c:pt>
                <c:pt idx="17">
                  <c:v>46080</c:v>
                </c:pt>
                <c:pt idx="18">
                  <c:v>46083</c:v>
                </c:pt>
                <c:pt idx="19">
                  <c:v>46084</c:v>
                </c:pt>
                <c:pt idx="20">
                  <c:v>46085</c:v>
                </c:pt>
                <c:pt idx="21">
                  <c:v>46086</c:v>
                </c:pt>
                <c:pt idx="22">
                  <c:v>46087</c:v>
                </c:pt>
                <c:pt idx="23">
                  <c:v>46090</c:v>
                </c:pt>
                <c:pt idx="24">
                  <c:v>46091</c:v>
                </c:pt>
                <c:pt idx="25">
                  <c:v>46092</c:v>
                </c:pt>
                <c:pt idx="26">
                  <c:v>46093</c:v>
                </c:pt>
                <c:pt idx="27">
                  <c:v>46094</c:v>
                </c:pt>
                <c:pt idx="28">
                  <c:v>46097</c:v>
                </c:pt>
                <c:pt idx="29">
                  <c:v>46098</c:v>
                </c:pt>
                <c:pt idx="30">
                  <c:v>46099</c:v>
                </c:pt>
                <c:pt idx="31">
                  <c:v>46100</c:v>
                </c:pt>
                <c:pt idx="32">
                  <c:v>46101</c:v>
                </c:pt>
                <c:pt idx="33">
                  <c:v>46104</c:v>
                </c:pt>
                <c:pt idx="34">
                  <c:v>46105</c:v>
                </c:pt>
                <c:pt idx="35">
                  <c:v>46106</c:v>
                </c:pt>
                <c:pt idx="36">
                  <c:v>46107</c:v>
                </c:pt>
                <c:pt idx="37">
                  <c:v>46108</c:v>
                </c:pt>
                <c:pt idx="38">
                  <c:v>46111</c:v>
                </c:pt>
                <c:pt idx="39">
                  <c:v>46112</c:v>
                </c:pt>
                <c:pt idx="40">
                  <c:v>46113</c:v>
                </c:pt>
                <c:pt idx="41">
                  <c:v>46114</c:v>
                </c:pt>
                <c:pt idx="42">
                  <c:v>46118</c:v>
                </c:pt>
                <c:pt idx="43">
                  <c:v>46119</c:v>
                </c:pt>
                <c:pt idx="44">
                  <c:v>46120</c:v>
                </c:pt>
                <c:pt idx="45">
                  <c:v>46121</c:v>
                </c:pt>
                <c:pt idx="46">
                  <c:v>46122</c:v>
                </c:pt>
                <c:pt idx="47">
                  <c:v>46125</c:v>
                </c:pt>
                <c:pt idx="48">
                  <c:v>46126</c:v>
                </c:pt>
                <c:pt idx="49">
                  <c:v>46127</c:v>
                </c:pt>
                <c:pt idx="50">
                  <c:v>46128</c:v>
                </c:pt>
                <c:pt idx="51">
                  <c:v>46129</c:v>
                </c:pt>
                <c:pt idx="52">
                  <c:v>46132</c:v>
                </c:pt>
                <c:pt idx="53">
                  <c:v>46134</c:v>
                </c:pt>
                <c:pt idx="54">
                  <c:v>46135</c:v>
                </c:pt>
                <c:pt idx="55">
                  <c:v>46136</c:v>
                </c:pt>
                <c:pt idx="56">
                  <c:v>46139</c:v>
                </c:pt>
                <c:pt idx="57">
                  <c:v>46140</c:v>
                </c:pt>
                <c:pt idx="58">
                  <c:v>46141</c:v>
                </c:pt>
                <c:pt idx="59">
                  <c:v>46142</c:v>
                </c:pt>
                <c:pt idx="60">
                  <c:v>46146</c:v>
                </c:pt>
                <c:pt idx="61">
                  <c:v>46147</c:v>
                </c:pt>
                <c:pt idx="62">
                  <c:v>46148</c:v>
                </c:pt>
                <c:pt idx="63">
                  <c:v>46149</c:v>
                </c:pt>
                <c:pt idx="64">
                  <c:v>46150</c:v>
                </c:pt>
                <c:pt idx="65">
                  <c:v>46153</c:v>
                </c:pt>
                <c:pt idx="66">
                  <c:v>46154</c:v>
                </c:pt>
                <c:pt idx="67">
                  <c:v>46155</c:v>
                </c:pt>
                <c:pt idx="68">
                  <c:v>46156</c:v>
                </c:pt>
                <c:pt idx="69">
                  <c:v>46157</c:v>
                </c:pt>
                <c:pt idx="70">
                  <c:v>46160</c:v>
                </c:pt>
                <c:pt idx="71">
                  <c:v>46161</c:v>
                </c:pt>
                <c:pt idx="72">
                  <c:v>46162</c:v>
                </c:pt>
                <c:pt idx="73">
                  <c:v>46163</c:v>
                </c:pt>
                <c:pt idx="74">
                  <c:v>46164</c:v>
                </c:pt>
                <c:pt idx="75">
                  <c:v>46167</c:v>
                </c:pt>
                <c:pt idx="76">
                  <c:v>46168</c:v>
                </c:pt>
                <c:pt idx="77">
                  <c:v>46169</c:v>
                </c:pt>
                <c:pt idx="78">
                  <c:v>46170</c:v>
                </c:pt>
                <c:pt idx="79">
                  <c:v>46171</c:v>
                </c:pt>
                <c:pt idx="80">
                  <c:v>46174</c:v>
                </c:pt>
                <c:pt idx="81">
                  <c:v>46175</c:v>
                </c:pt>
                <c:pt idx="82">
                  <c:v>46176</c:v>
                </c:pt>
                <c:pt idx="83">
                  <c:v>46178</c:v>
                </c:pt>
                <c:pt idx="84">
                  <c:v>46181</c:v>
                </c:pt>
                <c:pt idx="85">
                  <c:v>46182</c:v>
                </c:pt>
                <c:pt idx="86">
                  <c:v>46183</c:v>
                </c:pt>
                <c:pt idx="87">
                  <c:v>46184</c:v>
                </c:pt>
                <c:pt idx="88">
                  <c:v>46185</c:v>
                </c:pt>
                <c:pt idx="89">
                  <c:v>46188</c:v>
                </c:pt>
                <c:pt idx="90">
                  <c:v>46189</c:v>
                </c:pt>
                <c:pt idx="91">
                  <c:v>46190</c:v>
                </c:pt>
                <c:pt idx="92">
                  <c:v>46191</c:v>
                </c:pt>
                <c:pt idx="93">
                  <c:v>46192</c:v>
                </c:pt>
                <c:pt idx="94">
                  <c:v>46195</c:v>
                </c:pt>
                <c:pt idx="95">
                  <c:v>46196</c:v>
                </c:pt>
                <c:pt idx="96">
                  <c:v>46197</c:v>
                </c:pt>
                <c:pt idx="97">
                  <c:v>46198</c:v>
                </c:pt>
                <c:pt idx="98">
                  <c:v>46199</c:v>
                </c:pt>
                <c:pt idx="99">
                  <c:v>46202</c:v>
                </c:pt>
                <c:pt idx="100">
                  <c:v>46203</c:v>
                </c:pt>
                <c:pt idx="101">
                  <c:v>46204</c:v>
                </c:pt>
                <c:pt idx="102">
                  <c:v>46205</c:v>
                </c:pt>
                <c:pt idx="103">
                  <c:v>46206</c:v>
                </c:pt>
                <c:pt idx="104">
                  <c:v>46209</c:v>
                </c:pt>
                <c:pt idx="105">
                  <c:v>46210</c:v>
                </c:pt>
                <c:pt idx="106">
                  <c:v>46211</c:v>
                </c:pt>
                <c:pt idx="107">
                  <c:v>46212</c:v>
                </c:pt>
                <c:pt idx="108">
                  <c:v>46213</c:v>
                </c:pt>
                <c:pt idx="109">
                  <c:v>46216</c:v>
                </c:pt>
                <c:pt idx="110">
                  <c:v>46217</c:v>
                </c:pt>
                <c:pt idx="111">
                  <c:v>46218</c:v>
                </c:pt>
                <c:pt idx="112">
                  <c:v>46219</c:v>
                </c:pt>
                <c:pt idx="113">
                  <c:v>46220</c:v>
                </c:pt>
                <c:pt idx="114">
                  <c:v>46223</c:v>
                </c:pt>
                <c:pt idx="115">
                  <c:v>46224</c:v>
                </c:pt>
                <c:pt idx="116">
                  <c:v>46225</c:v>
                </c:pt>
                <c:pt idx="117">
                  <c:v>46226</c:v>
                </c:pt>
                <c:pt idx="118">
                  <c:v>46227</c:v>
                </c:pt>
                <c:pt idx="119">
                  <c:v>46230</c:v>
                </c:pt>
                <c:pt idx="120">
                  <c:v>46231</c:v>
                </c:pt>
                <c:pt idx="121">
                  <c:v>46232</c:v>
                </c:pt>
                <c:pt idx="122">
                  <c:v>46233</c:v>
                </c:pt>
                <c:pt idx="123">
                  <c:v>46234</c:v>
                </c:pt>
                <c:pt idx="124">
                  <c:v>46237</c:v>
                </c:pt>
                <c:pt idx="125">
                  <c:v>46238</c:v>
                </c:pt>
                <c:pt idx="126">
                  <c:v>46239</c:v>
                </c:pt>
                <c:pt idx="127">
                  <c:v>46240</c:v>
                </c:pt>
                <c:pt idx="128">
                  <c:v>46241</c:v>
                </c:pt>
                <c:pt idx="129">
                  <c:v>46244</c:v>
                </c:pt>
                <c:pt idx="130">
                  <c:v>46245</c:v>
                </c:pt>
                <c:pt idx="131">
                  <c:v>46246</c:v>
                </c:pt>
                <c:pt idx="132">
                  <c:v>46247</c:v>
                </c:pt>
                <c:pt idx="133">
                  <c:v>46248</c:v>
                </c:pt>
                <c:pt idx="134">
                  <c:v>46251</c:v>
                </c:pt>
                <c:pt idx="135">
                  <c:v>46252</c:v>
                </c:pt>
                <c:pt idx="136">
                  <c:v>46253</c:v>
                </c:pt>
                <c:pt idx="137">
                  <c:v>46254</c:v>
                </c:pt>
                <c:pt idx="138">
                  <c:v>46255</c:v>
                </c:pt>
                <c:pt idx="139">
                  <c:v>46258</c:v>
                </c:pt>
                <c:pt idx="140">
                  <c:v>46259</c:v>
                </c:pt>
                <c:pt idx="141">
                  <c:v>46260</c:v>
                </c:pt>
                <c:pt idx="142">
                  <c:v>46261</c:v>
                </c:pt>
                <c:pt idx="143">
                  <c:v>46262</c:v>
                </c:pt>
                <c:pt idx="144">
                  <c:v>46265</c:v>
                </c:pt>
                <c:pt idx="145">
                  <c:v>46266</c:v>
                </c:pt>
                <c:pt idx="146">
                  <c:v>46267</c:v>
                </c:pt>
                <c:pt idx="147">
                  <c:v>46268</c:v>
                </c:pt>
                <c:pt idx="148">
                  <c:v>46269</c:v>
                </c:pt>
                <c:pt idx="149">
                  <c:v>46273</c:v>
                </c:pt>
                <c:pt idx="150">
                  <c:v>46274</c:v>
                </c:pt>
                <c:pt idx="151">
                  <c:v>46275</c:v>
                </c:pt>
                <c:pt idx="152">
                  <c:v>46276</c:v>
                </c:pt>
                <c:pt idx="153">
                  <c:v>46279</c:v>
                </c:pt>
                <c:pt idx="154">
                  <c:v>46280</c:v>
                </c:pt>
                <c:pt idx="155">
                  <c:v>46281</c:v>
                </c:pt>
                <c:pt idx="156">
                  <c:v>46282</c:v>
                </c:pt>
                <c:pt idx="157">
                  <c:v>46283</c:v>
                </c:pt>
                <c:pt idx="158">
                  <c:v>46286</c:v>
                </c:pt>
                <c:pt idx="159">
                  <c:v>46287</c:v>
                </c:pt>
                <c:pt idx="160">
                  <c:v>46288</c:v>
                </c:pt>
                <c:pt idx="161">
                  <c:v>46289</c:v>
                </c:pt>
                <c:pt idx="162">
                  <c:v>46290</c:v>
                </c:pt>
                <c:pt idx="163">
                  <c:v>46293</c:v>
                </c:pt>
                <c:pt idx="164">
                  <c:v>46294</c:v>
                </c:pt>
                <c:pt idx="165">
                  <c:v>46295</c:v>
                </c:pt>
                <c:pt idx="166">
                  <c:v>46296</c:v>
                </c:pt>
                <c:pt idx="167">
                  <c:v>46297</c:v>
                </c:pt>
                <c:pt idx="168">
                  <c:v>46300</c:v>
                </c:pt>
                <c:pt idx="169">
                  <c:v>46301</c:v>
                </c:pt>
                <c:pt idx="170">
                  <c:v>46302</c:v>
                </c:pt>
                <c:pt idx="171">
                  <c:v>46303</c:v>
                </c:pt>
                <c:pt idx="172">
                  <c:v>46304</c:v>
                </c:pt>
                <c:pt idx="173">
                  <c:v>46308</c:v>
                </c:pt>
                <c:pt idx="174">
                  <c:v>46309</c:v>
                </c:pt>
                <c:pt idx="175">
                  <c:v>46310</c:v>
                </c:pt>
                <c:pt idx="176">
                  <c:v>46311</c:v>
                </c:pt>
                <c:pt idx="177">
                  <c:v>46314</c:v>
                </c:pt>
                <c:pt idx="178">
                  <c:v>46315</c:v>
                </c:pt>
                <c:pt idx="179">
                  <c:v>46316</c:v>
                </c:pt>
                <c:pt idx="180">
                  <c:v>46317</c:v>
                </c:pt>
                <c:pt idx="181">
                  <c:v>46318</c:v>
                </c:pt>
              </c:numCache>
            </c:numRef>
          </c:cat>
          <c:val>
            <c:numRef>
              <c:f>'E4'!$B$2:$B$183</c:f>
              <c:numCache>
                <c:formatCode>General</c:formatCode>
                <c:ptCount val="182"/>
                <c:pt idx="0">
                  <c:v>18</c:v>
                </c:pt>
                <c:pt idx="1">
                  <c:v>18</c:v>
                </c:pt>
                <c:pt idx="2">
                  <c:v>18</c:v>
                </c:pt>
                <c:pt idx="3">
                  <c:v>18</c:v>
                </c:pt>
                <c:pt idx="4">
                  <c:v>18</c:v>
                </c:pt>
                <c:pt idx="5">
                  <c:v>18</c:v>
                </c:pt>
                <c:pt idx="6">
                  <c:v>18</c:v>
                </c:pt>
                <c:pt idx="7">
                  <c:v>18</c:v>
                </c:pt>
                <c:pt idx="8">
                  <c:v>18</c:v>
                </c:pt>
                <c:pt idx="9">
                  <c:v>18</c:v>
                </c:pt>
                <c:pt idx="10">
                  <c:v>18</c:v>
                </c:pt>
                <c:pt idx="11">
                  <c:v>18</c:v>
                </c:pt>
                <c:pt idx="12">
                  <c:v>18</c:v>
                </c:pt>
                <c:pt idx="13">
                  <c:v>18</c:v>
                </c:pt>
                <c:pt idx="14">
                  <c:v>18</c:v>
                </c:pt>
                <c:pt idx="15">
                  <c:v>18</c:v>
                </c:pt>
                <c:pt idx="16">
                  <c:v>18</c:v>
                </c:pt>
                <c:pt idx="17">
                  <c:v>18</c:v>
                </c:pt>
                <c:pt idx="18">
                  <c:v>18</c:v>
                </c:pt>
                <c:pt idx="19">
                  <c:v>18</c:v>
                </c:pt>
                <c:pt idx="20">
                  <c:v>18</c:v>
                </c:pt>
                <c:pt idx="21">
                  <c:v>18</c:v>
                </c:pt>
                <c:pt idx="22">
                  <c:v>18</c:v>
                </c:pt>
                <c:pt idx="23">
                  <c:v>18</c:v>
                </c:pt>
                <c:pt idx="24">
                  <c:v>18</c:v>
                </c:pt>
                <c:pt idx="25">
                  <c:v>18</c:v>
                </c:pt>
                <c:pt idx="26">
                  <c:v>18</c:v>
                </c:pt>
                <c:pt idx="27">
                  <c:v>18</c:v>
                </c:pt>
                <c:pt idx="28">
                  <c:v>18</c:v>
                </c:pt>
                <c:pt idx="29">
                  <c:v>18</c:v>
                </c:pt>
                <c:pt idx="30">
                  <c:v>18</c:v>
                </c:pt>
                <c:pt idx="31">
                  <c:v>18</c:v>
                </c:pt>
                <c:pt idx="32">
                  <c:v>18</c:v>
                </c:pt>
                <c:pt idx="33">
                  <c:v>18</c:v>
                </c:pt>
                <c:pt idx="34">
                  <c:v>18</c:v>
                </c:pt>
                <c:pt idx="35">
                  <c:v>18</c:v>
                </c:pt>
                <c:pt idx="36">
                  <c:v>18</c:v>
                </c:pt>
                <c:pt idx="37">
                  <c:v>18</c:v>
                </c:pt>
                <c:pt idx="38">
                  <c:v>18</c:v>
                </c:pt>
                <c:pt idx="39">
                  <c:v>18</c:v>
                </c:pt>
                <c:pt idx="40">
                  <c:v>18</c:v>
                </c:pt>
                <c:pt idx="41">
                  <c:v>18</c:v>
                </c:pt>
                <c:pt idx="42">
                  <c:v>18</c:v>
                </c:pt>
                <c:pt idx="43">
                  <c:v>18</c:v>
                </c:pt>
                <c:pt idx="44">
                  <c:v>18</c:v>
                </c:pt>
                <c:pt idx="45">
                  <c:v>18</c:v>
                </c:pt>
                <c:pt idx="46">
                  <c:v>18</c:v>
                </c:pt>
                <c:pt idx="47">
                  <c:v>18</c:v>
                </c:pt>
                <c:pt idx="48">
                  <c:v>18</c:v>
                </c:pt>
                <c:pt idx="49">
                  <c:v>18</c:v>
                </c:pt>
                <c:pt idx="50">
                  <c:v>18</c:v>
                </c:pt>
                <c:pt idx="51">
                  <c:v>18</c:v>
                </c:pt>
                <c:pt idx="52">
                  <c:v>17.998999999999999</c:v>
                </c:pt>
                <c:pt idx="53">
                  <c:v>17.998999999999999</c:v>
                </c:pt>
                <c:pt idx="54">
                  <c:v>18</c:v>
                </c:pt>
                <c:pt idx="55">
                  <c:v>17.954999999999998</c:v>
                </c:pt>
                <c:pt idx="56">
                  <c:v>18</c:v>
                </c:pt>
                <c:pt idx="57">
                  <c:v>17.742999999999999</c:v>
                </c:pt>
                <c:pt idx="58">
                  <c:v>17.742999999999999</c:v>
                </c:pt>
                <c:pt idx="59">
                  <c:v>17.486999999999998</c:v>
                </c:pt>
                <c:pt idx="60">
                  <c:v>17.614000000000001</c:v>
                </c:pt>
                <c:pt idx="61">
                  <c:v>17.614000000000001</c:v>
                </c:pt>
                <c:pt idx="62">
                  <c:v>17.998999999999999</c:v>
                </c:pt>
                <c:pt idx="63">
                  <c:v>17.620999999999999</c:v>
                </c:pt>
                <c:pt idx="64">
                  <c:v>17.620999999999999</c:v>
                </c:pt>
                <c:pt idx="65">
                  <c:v>17.826000000000001</c:v>
                </c:pt>
                <c:pt idx="66">
                  <c:v>17.911000000000001</c:v>
                </c:pt>
                <c:pt idx="67">
                  <c:v>17.911000000000001</c:v>
                </c:pt>
                <c:pt idx="68">
                  <c:v>17.741</c:v>
                </c:pt>
                <c:pt idx="69">
                  <c:v>17.741</c:v>
                </c:pt>
                <c:pt idx="70">
                  <c:v>17.943000000000001</c:v>
                </c:pt>
                <c:pt idx="71">
                  <c:v>17.826000000000001</c:v>
                </c:pt>
                <c:pt idx="72">
                  <c:v>17.741</c:v>
                </c:pt>
                <c:pt idx="73">
                  <c:v>17.622</c:v>
                </c:pt>
                <c:pt idx="74">
                  <c:v>17</c:v>
                </c:pt>
                <c:pt idx="75">
                  <c:v>17</c:v>
                </c:pt>
                <c:pt idx="76">
                  <c:v>17</c:v>
                </c:pt>
                <c:pt idx="77">
                  <c:v>17</c:v>
                </c:pt>
                <c:pt idx="78">
                  <c:v>17</c:v>
                </c:pt>
                <c:pt idx="79">
                  <c:v>17</c:v>
                </c:pt>
                <c:pt idx="80">
                  <c:v>17</c:v>
                </c:pt>
                <c:pt idx="81">
                  <c:v>17</c:v>
                </c:pt>
                <c:pt idx="82">
                  <c:v>17</c:v>
                </c:pt>
                <c:pt idx="83">
                  <c:v>17</c:v>
                </c:pt>
                <c:pt idx="84">
                  <c:v>17</c:v>
                </c:pt>
                <c:pt idx="85">
                  <c:v>17</c:v>
                </c:pt>
                <c:pt idx="86">
                  <c:v>17</c:v>
                </c:pt>
                <c:pt idx="87">
                  <c:v>17</c:v>
                </c:pt>
                <c:pt idx="88">
                  <c:v>17</c:v>
                </c:pt>
                <c:pt idx="89">
                  <c:v>16.948</c:v>
                </c:pt>
                <c:pt idx="90">
                  <c:v>16.948</c:v>
                </c:pt>
                <c:pt idx="91">
                  <c:v>16.948</c:v>
                </c:pt>
                <c:pt idx="92">
                  <c:v>16.948</c:v>
                </c:pt>
                <c:pt idx="93">
                  <c:v>17</c:v>
                </c:pt>
                <c:pt idx="94">
                  <c:v>16.948</c:v>
                </c:pt>
                <c:pt idx="95">
                  <c:v>17</c:v>
                </c:pt>
                <c:pt idx="96">
                  <c:v>17</c:v>
                </c:pt>
                <c:pt idx="97">
                  <c:v>17</c:v>
                </c:pt>
                <c:pt idx="98">
                  <c:v>16.841000000000001</c:v>
                </c:pt>
                <c:pt idx="99">
                  <c:v>16.841000000000001</c:v>
                </c:pt>
                <c:pt idx="100">
                  <c:v>16.895</c:v>
                </c:pt>
                <c:pt idx="101">
                  <c:v>16.895</c:v>
                </c:pt>
                <c:pt idx="102">
                  <c:v>16.948</c:v>
                </c:pt>
                <c:pt idx="103">
                  <c:v>16.895</c:v>
                </c:pt>
                <c:pt idx="104">
                  <c:v>16.895</c:v>
                </c:pt>
                <c:pt idx="105">
                  <c:v>16.895</c:v>
                </c:pt>
                <c:pt idx="106">
                  <c:v>16.841000000000001</c:v>
                </c:pt>
                <c:pt idx="107">
                  <c:v>16.776</c:v>
                </c:pt>
                <c:pt idx="108">
                  <c:v>16.541</c:v>
                </c:pt>
                <c:pt idx="109">
                  <c:v>16.497</c:v>
                </c:pt>
                <c:pt idx="110">
                  <c:v>16.497</c:v>
                </c:pt>
                <c:pt idx="111">
                  <c:v>16.518999999999998</c:v>
                </c:pt>
                <c:pt idx="112">
                  <c:v>16.652999999999999</c:v>
                </c:pt>
                <c:pt idx="113">
                  <c:v>16.510999999999999</c:v>
                </c:pt>
                <c:pt idx="114">
                  <c:v>16.841000000000001</c:v>
                </c:pt>
                <c:pt idx="115">
                  <c:v>16.841000000000001</c:v>
                </c:pt>
                <c:pt idx="116">
                  <c:v>17</c:v>
                </c:pt>
                <c:pt idx="117">
                  <c:v>16.895</c:v>
                </c:pt>
                <c:pt idx="118">
                  <c:v>16</c:v>
                </c:pt>
                <c:pt idx="119">
                  <c:v>16</c:v>
                </c:pt>
                <c:pt idx="120">
                  <c:v>15.874000000000001</c:v>
                </c:pt>
                <c:pt idx="121">
                  <c:v>15.997</c:v>
                </c:pt>
                <c:pt idx="122">
                  <c:v>15.997</c:v>
                </c:pt>
                <c:pt idx="123">
                  <c:v>15.741</c:v>
                </c:pt>
                <c:pt idx="124">
                  <c:v>15.731</c:v>
                </c:pt>
                <c:pt idx="125">
                  <c:v>15.566000000000001</c:v>
                </c:pt>
                <c:pt idx="126">
                  <c:v>15.566000000000001</c:v>
                </c:pt>
                <c:pt idx="127">
                  <c:v>15.244999999999999</c:v>
                </c:pt>
                <c:pt idx="128">
                  <c:v>15.244</c:v>
                </c:pt>
                <c:pt idx="129">
                  <c:v>15.21</c:v>
                </c:pt>
                <c:pt idx="130">
                  <c:v>15.132999999999999</c:v>
                </c:pt>
                <c:pt idx="131">
                  <c:v>15.045</c:v>
                </c:pt>
                <c:pt idx="132">
                  <c:v>15.045</c:v>
                </c:pt>
                <c:pt idx="133">
                  <c:v>15.045</c:v>
                </c:pt>
                <c:pt idx="134">
                  <c:v>15</c:v>
                </c:pt>
                <c:pt idx="135">
                  <c:v>15</c:v>
                </c:pt>
                <c:pt idx="136">
                  <c:v>15</c:v>
                </c:pt>
                <c:pt idx="137">
                  <c:v>15</c:v>
                </c:pt>
                <c:pt idx="138">
                  <c:v>15</c:v>
                </c:pt>
                <c:pt idx="139">
                  <c:v>15</c:v>
                </c:pt>
                <c:pt idx="140">
                  <c:v>15</c:v>
                </c:pt>
                <c:pt idx="141">
                  <c:v>15</c:v>
                </c:pt>
                <c:pt idx="142">
                  <c:v>15</c:v>
                </c:pt>
                <c:pt idx="143">
                  <c:v>15</c:v>
                </c:pt>
                <c:pt idx="144">
                  <c:v>15</c:v>
                </c:pt>
                <c:pt idx="145">
                  <c:v>15</c:v>
                </c:pt>
                <c:pt idx="146">
                  <c:v>15</c:v>
                </c:pt>
                <c:pt idx="147">
                  <c:v>15</c:v>
                </c:pt>
                <c:pt idx="148">
                  <c:v>15</c:v>
                </c:pt>
                <c:pt idx="149">
                  <c:v>15</c:v>
                </c:pt>
                <c:pt idx="150">
                  <c:v>15</c:v>
                </c:pt>
                <c:pt idx="151">
                  <c:v>15</c:v>
                </c:pt>
                <c:pt idx="152">
                  <c:v>14.53</c:v>
                </c:pt>
                <c:pt idx="153">
                  <c:v>14.5</c:v>
                </c:pt>
                <c:pt idx="154">
                  <c:v>14.5</c:v>
                </c:pt>
                <c:pt idx="155">
                  <c:v>14.5</c:v>
                </c:pt>
                <c:pt idx="156">
                  <c:v>14.5</c:v>
                </c:pt>
                <c:pt idx="157">
                  <c:v>14.334</c:v>
                </c:pt>
                <c:pt idx="158">
                  <c:v>14.4</c:v>
                </c:pt>
                <c:pt idx="159">
                  <c:v>14.4</c:v>
                </c:pt>
                <c:pt idx="160">
                  <c:v>14.334</c:v>
                </c:pt>
                <c:pt idx="161">
                  <c:v>14.233000000000001</c:v>
                </c:pt>
                <c:pt idx="162">
                  <c:v>14.105</c:v>
                </c:pt>
                <c:pt idx="163">
                  <c:v>14.233000000000001</c:v>
                </c:pt>
                <c:pt idx="164">
                  <c:v>14.233000000000001</c:v>
                </c:pt>
                <c:pt idx="165">
                  <c:v>14.233000000000001</c:v>
                </c:pt>
                <c:pt idx="166">
                  <c:v>14</c:v>
                </c:pt>
                <c:pt idx="167">
                  <c:v>14</c:v>
                </c:pt>
                <c:pt idx="168">
                  <c:v>14</c:v>
                </c:pt>
                <c:pt idx="169">
                  <c:v>14</c:v>
                </c:pt>
                <c:pt idx="170">
                  <c:v>14</c:v>
                </c:pt>
                <c:pt idx="171">
                  <c:v>14</c:v>
                </c:pt>
                <c:pt idx="172">
                  <c:v>14</c:v>
                </c:pt>
                <c:pt idx="173">
                  <c:v>14</c:v>
                </c:pt>
                <c:pt idx="174">
                  <c:v>14</c:v>
                </c:pt>
                <c:pt idx="175">
                  <c:v>14</c:v>
                </c:pt>
                <c:pt idx="176">
                  <c:v>13.246</c:v>
                </c:pt>
                <c:pt idx="177">
                  <c:v>13.196</c:v>
                </c:pt>
                <c:pt idx="178">
                  <c:v>13.196</c:v>
                </c:pt>
                <c:pt idx="179">
                  <c:v>13.196</c:v>
                </c:pt>
                <c:pt idx="180">
                  <c:v>13.246</c:v>
                </c:pt>
                <c:pt idx="181">
                  <c:v>13.145</c:v>
                </c:pt>
              </c:numCache>
            </c:numRef>
          </c:val>
          <c:smooth val="0"/>
          <c:extLst>
            <c:ext xmlns:c16="http://schemas.microsoft.com/office/drawing/2014/chart" uri="{C3380CC4-5D6E-409C-BE32-E72D297353CC}">
              <c16:uniqueId val="{000000B6-54F4-4F49-BF99-32C6A3633B7B}"/>
            </c:ext>
          </c:extLst>
        </c:ser>
        <c:ser>
          <c:idx val="1"/>
          <c:order val="1"/>
          <c:tx>
            <c:strRef>
              <c:f>'E4'!$C$1</c:f>
              <c:strCache>
                <c:ptCount val="1"/>
                <c:pt idx="0">
                  <c:v>2027 - XP</c:v>
                </c:pt>
              </c:strCache>
            </c:strRef>
          </c:tx>
          <c:spPr>
            <a:ln w="19050">
              <a:solidFill>
                <a:srgbClr val="1F2F44"/>
              </a:solidFill>
            </a:ln>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B7-54F4-4F49-BF99-32C6A3633B7B}"/>
                </c:ext>
              </c:extLst>
            </c:dLbl>
            <c:dLbl>
              <c:idx val="1"/>
              <c:delete val="1"/>
              <c:extLst>
                <c:ext xmlns:c15="http://schemas.microsoft.com/office/drawing/2012/chart" uri="{CE6537A1-D6FC-4f65-9D91-7224C49458BB}"/>
                <c:ext xmlns:c16="http://schemas.microsoft.com/office/drawing/2014/chart" uri="{C3380CC4-5D6E-409C-BE32-E72D297353CC}">
                  <c16:uniqueId val="{000000B8-54F4-4F49-BF99-32C6A3633B7B}"/>
                </c:ext>
              </c:extLst>
            </c:dLbl>
            <c:dLbl>
              <c:idx val="2"/>
              <c:delete val="1"/>
              <c:extLst>
                <c:ext xmlns:c15="http://schemas.microsoft.com/office/drawing/2012/chart" uri="{CE6537A1-D6FC-4f65-9D91-7224C49458BB}"/>
                <c:ext xmlns:c16="http://schemas.microsoft.com/office/drawing/2014/chart" uri="{C3380CC4-5D6E-409C-BE32-E72D297353CC}">
                  <c16:uniqueId val="{000000B9-54F4-4F49-BF99-32C6A3633B7B}"/>
                </c:ext>
              </c:extLst>
            </c:dLbl>
            <c:dLbl>
              <c:idx val="3"/>
              <c:delete val="1"/>
              <c:extLst>
                <c:ext xmlns:c15="http://schemas.microsoft.com/office/drawing/2012/chart" uri="{CE6537A1-D6FC-4f65-9D91-7224C49458BB}"/>
                <c:ext xmlns:c16="http://schemas.microsoft.com/office/drawing/2014/chart" uri="{C3380CC4-5D6E-409C-BE32-E72D297353CC}">
                  <c16:uniqueId val="{000000BA-54F4-4F49-BF99-32C6A3633B7B}"/>
                </c:ext>
              </c:extLst>
            </c:dLbl>
            <c:dLbl>
              <c:idx val="4"/>
              <c:delete val="1"/>
              <c:extLst>
                <c:ext xmlns:c15="http://schemas.microsoft.com/office/drawing/2012/chart" uri="{CE6537A1-D6FC-4f65-9D91-7224C49458BB}"/>
                <c:ext xmlns:c16="http://schemas.microsoft.com/office/drawing/2014/chart" uri="{C3380CC4-5D6E-409C-BE32-E72D297353CC}">
                  <c16:uniqueId val="{000000BB-54F4-4F49-BF99-32C6A3633B7B}"/>
                </c:ext>
              </c:extLst>
            </c:dLbl>
            <c:dLbl>
              <c:idx val="5"/>
              <c:delete val="1"/>
              <c:extLst>
                <c:ext xmlns:c15="http://schemas.microsoft.com/office/drawing/2012/chart" uri="{CE6537A1-D6FC-4f65-9D91-7224C49458BB}"/>
                <c:ext xmlns:c16="http://schemas.microsoft.com/office/drawing/2014/chart" uri="{C3380CC4-5D6E-409C-BE32-E72D297353CC}">
                  <c16:uniqueId val="{000000BC-54F4-4F49-BF99-32C6A3633B7B}"/>
                </c:ext>
              </c:extLst>
            </c:dLbl>
            <c:dLbl>
              <c:idx val="6"/>
              <c:delete val="1"/>
              <c:extLst>
                <c:ext xmlns:c15="http://schemas.microsoft.com/office/drawing/2012/chart" uri="{CE6537A1-D6FC-4f65-9D91-7224C49458BB}"/>
                <c:ext xmlns:c16="http://schemas.microsoft.com/office/drawing/2014/chart" uri="{C3380CC4-5D6E-409C-BE32-E72D297353CC}">
                  <c16:uniqueId val="{000000BD-54F4-4F49-BF99-32C6A3633B7B}"/>
                </c:ext>
              </c:extLst>
            </c:dLbl>
            <c:dLbl>
              <c:idx val="7"/>
              <c:delete val="1"/>
              <c:extLst>
                <c:ext xmlns:c15="http://schemas.microsoft.com/office/drawing/2012/chart" uri="{CE6537A1-D6FC-4f65-9D91-7224C49458BB}"/>
                <c:ext xmlns:c16="http://schemas.microsoft.com/office/drawing/2014/chart" uri="{C3380CC4-5D6E-409C-BE32-E72D297353CC}">
                  <c16:uniqueId val="{000000BE-54F4-4F49-BF99-32C6A3633B7B}"/>
                </c:ext>
              </c:extLst>
            </c:dLbl>
            <c:dLbl>
              <c:idx val="8"/>
              <c:delete val="1"/>
              <c:extLst>
                <c:ext xmlns:c15="http://schemas.microsoft.com/office/drawing/2012/chart" uri="{CE6537A1-D6FC-4f65-9D91-7224C49458BB}"/>
                <c:ext xmlns:c16="http://schemas.microsoft.com/office/drawing/2014/chart" uri="{C3380CC4-5D6E-409C-BE32-E72D297353CC}">
                  <c16:uniqueId val="{000000BF-54F4-4F49-BF99-32C6A3633B7B}"/>
                </c:ext>
              </c:extLst>
            </c:dLbl>
            <c:dLbl>
              <c:idx val="9"/>
              <c:delete val="1"/>
              <c:extLst>
                <c:ext xmlns:c15="http://schemas.microsoft.com/office/drawing/2012/chart" uri="{CE6537A1-D6FC-4f65-9D91-7224C49458BB}"/>
                <c:ext xmlns:c16="http://schemas.microsoft.com/office/drawing/2014/chart" uri="{C3380CC4-5D6E-409C-BE32-E72D297353CC}">
                  <c16:uniqueId val="{000000C0-54F4-4F49-BF99-32C6A3633B7B}"/>
                </c:ext>
              </c:extLst>
            </c:dLbl>
            <c:dLbl>
              <c:idx val="10"/>
              <c:delete val="1"/>
              <c:extLst>
                <c:ext xmlns:c15="http://schemas.microsoft.com/office/drawing/2012/chart" uri="{CE6537A1-D6FC-4f65-9D91-7224C49458BB}"/>
                <c:ext xmlns:c16="http://schemas.microsoft.com/office/drawing/2014/chart" uri="{C3380CC4-5D6E-409C-BE32-E72D297353CC}">
                  <c16:uniqueId val="{000000C1-54F4-4F49-BF99-32C6A3633B7B}"/>
                </c:ext>
              </c:extLst>
            </c:dLbl>
            <c:dLbl>
              <c:idx val="11"/>
              <c:delete val="1"/>
              <c:extLst>
                <c:ext xmlns:c15="http://schemas.microsoft.com/office/drawing/2012/chart" uri="{CE6537A1-D6FC-4f65-9D91-7224C49458BB}"/>
                <c:ext xmlns:c16="http://schemas.microsoft.com/office/drawing/2014/chart" uri="{C3380CC4-5D6E-409C-BE32-E72D297353CC}">
                  <c16:uniqueId val="{000000C2-54F4-4F49-BF99-32C6A3633B7B}"/>
                </c:ext>
              </c:extLst>
            </c:dLbl>
            <c:dLbl>
              <c:idx val="12"/>
              <c:delete val="1"/>
              <c:extLst>
                <c:ext xmlns:c15="http://schemas.microsoft.com/office/drawing/2012/chart" uri="{CE6537A1-D6FC-4f65-9D91-7224C49458BB}"/>
                <c:ext xmlns:c16="http://schemas.microsoft.com/office/drawing/2014/chart" uri="{C3380CC4-5D6E-409C-BE32-E72D297353CC}">
                  <c16:uniqueId val="{000000C3-54F4-4F49-BF99-32C6A3633B7B}"/>
                </c:ext>
              </c:extLst>
            </c:dLbl>
            <c:dLbl>
              <c:idx val="13"/>
              <c:delete val="1"/>
              <c:extLst>
                <c:ext xmlns:c15="http://schemas.microsoft.com/office/drawing/2012/chart" uri="{CE6537A1-D6FC-4f65-9D91-7224C49458BB}"/>
                <c:ext xmlns:c16="http://schemas.microsoft.com/office/drawing/2014/chart" uri="{C3380CC4-5D6E-409C-BE32-E72D297353CC}">
                  <c16:uniqueId val="{000000C4-54F4-4F49-BF99-32C6A3633B7B}"/>
                </c:ext>
              </c:extLst>
            </c:dLbl>
            <c:dLbl>
              <c:idx val="14"/>
              <c:delete val="1"/>
              <c:extLst>
                <c:ext xmlns:c15="http://schemas.microsoft.com/office/drawing/2012/chart" uri="{CE6537A1-D6FC-4f65-9D91-7224C49458BB}"/>
                <c:ext xmlns:c16="http://schemas.microsoft.com/office/drawing/2014/chart" uri="{C3380CC4-5D6E-409C-BE32-E72D297353CC}">
                  <c16:uniqueId val="{000000C5-54F4-4F49-BF99-32C6A3633B7B}"/>
                </c:ext>
              </c:extLst>
            </c:dLbl>
            <c:dLbl>
              <c:idx val="15"/>
              <c:delete val="1"/>
              <c:extLst>
                <c:ext xmlns:c15="http://schemas.microsoft.com/office/drawing/2012/chart" uri="{CE6537A1-D6FC-4f65-9D91-7224C49458BB}"/>
                <c:ext xmlns:c16="http://schemas.microsoft.com/office/drawing/2014/chart" uri="{C3380CC4-5D6E-409C-BE32-E72D297353CC}">
                  <c16:uniqueId val="{000000C6-54F4-4F49-BF99-32C6A3633B7B}"/>
                </c:ext>
              </c:extLst>
            </c:dLbl>
            <c:dLbl>
              <c:idx val="16"/>
              <c:delete val="1"/>
              <c:extLst>
                <c:ext xmlns:c15="http://schemas.microsoft.com/office/drawing/2012/chart" uri="{CE6537A1-D6FC-4f65-9D91-7224C49458BB}"/>
                <c:ext xmlns:c16="http://schemas.microsoft.com/office/drawing/2014/chart" uri="{C3380CC4-5D6E-409C-BE32-E72D297353CC}">
                  <c16:uniqueId val="{000000C7-54F4-4F49-BF99-32C6A3633B7B}"/>
                </c:ext>
              </c:extLst>
            </c:dLbl>
            <c:dLbl>
              <c:idx val="17"/>
              <c:delete val="1"/>
              <c:extLst>
                <c:ext xmlns:c15="http://schemas.microsoft.com/office/drawing/2012/chart" uri="{CE6537A1-D6FC-4f65-9D91-7224C49458BB}"/>
                <c:ext xmlns:c16="http://schemas.microsoft.com/office/drawing/2014/chart" uri="{C3380CC4-5D6E-409C-BE32-E72D297353CC}">
                  <c16:uniqueId val="{000000C8-54F4-4F49-BF99-32C6A3633B7B}"/>
                </c:ext>
              </c:extLst>
            </c:dLbl>
            <c:dLbl>
              <c:idx val="18"/>
              <c:delete val="1"/>
              <c:extLst>
                <c:ext xmlns:c15="http://schemas.microsoft.com/office/drawing/2012/chart" uri="{CE6537A1-D6FC-4f65-9D91-7224C49458BB}"/>
                <c:ext xmlns:c16="http://schemas.microsoft.com/office/drawing/2014/chart" uri="{C3380CC4-5D6E-409C-BE32-E72D297353CC}">
                  <c16:uniqueId val="{000000C9-54F4-4F49-BF99-32C6A3633B7B}"/>
                </c:ext>
              </c:extLst>
            </c:dLbl>
            <c:dLbl>
              <c:idx val="19"/>
              <c:delete val="1"/>
              <c:extLst>
                <c:ext xmlns:c15="http://schemas.microsoft.com/office/drawing/2012/chart" uri="{CE6537A1-D6FC-4f65-9D91-7224C49458BB}"/>
                <c:ext xmlns:c16="http://schemas.microsoft.com/office/drawing/2014/chart" uri="{C3380CC4-5D6E-409C-BE32-E72D297353CC}">
                  <c16:uniqueId val="{000000CA-54F4-4F49-BF99-32C6A3633B7B}"/>
                </c:ext>
              </c:extLst>
            </c:dLbl>
            <c:dLbl>
              <c:idx val="20"/>
              <c:delete val="1"/>
              <c:extLst>
                <c:ext xmlns:c15="http://schemas.microsoft.com/office/drawing/2012/chart" uri="{CE6537A1-D6FC-4f65-9D91-7224C49458BB}"/>
                <c:ext xmlns:c16="http://schemas.microsoft.com/office/drawing/2014/chart" uri="{C3380CC4-5D6E-409C-BE32-E72D297353CC}">
                  <c16:uniqueId val="{000000CB-54F4-4F49-BF99-32C6A3633B7B}"/>
                </c:ext>
              </c:extLst>
            </c:dLbl>
            <c:dLbl>
              <c:idx val="21"/>
              <c:delete val="1"/>
              <c:extLst>
                <c:ext xmlns:c15="http://schemas.microsoft.com/office/drawing/2012/chart" uri="{CE6537A1-D6FC-4f65-9D91-7224C49458BB}"/>
                <c:ext xmlns:c16="http://schemas.microsoft.com/office/drawing/2014/chart" uri="{C3380CC4-5D6E-409C-BE32-E72D297353CC}">
                  <c16:uniqueId val="{000000CC-54F4-4F49-BF99-32C6A3633B7B}"/>
                </c:ext>
              </c:extLst>
            </c:dLbl>
            <c:dLbl>
              <c:idx val="22"/>
              <c:delete val="1"/>
              <c:extLst>
                <c:ext xmlns:c15="http://schemas.microsoft.com/office/drawing/2012/chart" uri="{CE6537A1-D6FC-4f65-9D91-7224C49458BB}"/>
                <c:ext xmlns:c16="http://schemas.microsoft.com/office/drawing/2014/chart" uri="{C3380CC4-5D6E-409C-BE32-E72D297353CC}">
                  <c16:uniqueId val="{000000CD-54F4-4F49-BF99-32C6A3633B7B}"/>
                </c:ext>
              </c:extLst>
            </c:dLbl>
            <c:dLbl>
              <c:idx val="23"/>
              <c:delete val="1"/>
              <c:extLst>
                <c:ext xmlns:c15="http://schemas.microsoft.com/office/drawing/2012/chart" uri="{CE6537A1-D6FC-4f65-9D91-7224C49458BB}"/>
                <c:ext xmlns:c16="http://schemas.microsoft.com/office/drawing/2014/chart" uri="{C3380CC4-5D6E-409C-BE32-E72D297353CC}">
                  <c16:uniqueId val="{000000CE-54F4-4F49-BF99-32C6A3633B7B}"/>
                </c:ext>
              </c:extLst>
            </c:dLbl>
            <c:dLbl>
              <c:idx val="24"/>
              <c:delete val="1"/>
              <c:extLst>
                <c:ext xmlns:c15="http://schemas.microsoft.com/office/drawing/2012/chart" uri="{CE6537A1-D6FC-4f65-9D91-7224C49458BB}"/>
                <c:ext xmlns:c16="http://schemas.microsoft.com/office/drawing/2014/chart" uri="{C3380CC4-5D6E-409C-BE32-E72D297353CC}">
                  <c16:uniqueId val="{000000CF-54F4-4F49-BF99-32C6A3633B7B}"/>
                </c:ext>
              </c:extLst>
            </c:dLbl>
            <c:dLbl>
              <c:idx val="25"/>
              <c:delete val="1"/>
              <c:extLst>
                <c:ext xmlns:c15="http://schemas.microsoft.com/office/drawing/2012/chart" uri="{CE6537A1-D6FC-4f65-9D91-7224C49458BB}"/>
                <c:ext xmlns:c16="http://schemas.microsoft.com/office/drawing/2014/chart" uri="{C3380CC4-5D6E-409C-BE32-E72D297353CC}">
                  <c16:uniqueId val="{000000D0-54F4-4F49-BF99-32C6A3633B7B}"/>
                </c:ext>
              </c:extLst>
            </c:dLbl>
            <c:dLbl>
              <c:idx val="26"/>
              <c:delete val="1"/>
              <c:extLst>
                <c:ext xmlns:c15="http://schemas.microsoft.com/office/drawing/2012/chart" uri="{CE6537A1-D6FC-4f65-9D91-7224C49458BB}"/>
                <c:ext xmlns:c16="http://schemas.microsoft.com/office/drawing/2014/chart" uri="{C3380CC4-5D6E-409C-BE32-E72D297353CC}">
                  <c16:uniqueId val="{000000D1-54F4-4F49-BF99-32C6A3633B7B}"/>
                </c:ext>
              </c:extLst>
            </c:dLbl>
            <c:dLbl>
              <c:idx val="27"/>
              <c:delete val="1"/>
              <c:extLst>
                <c:ext xmlns:c15="http://schemas.microsoft.com/office/drawing/2012/chart" uri="{CE6537A1-D6FC-4f65-9D91-7224C49458BB}"/>
                <c:ext xmlns:c16="http://schemas.microsoft.com/office/drawing/2014/chart" uri="{C3380CC4-5D6E-409C-BE32-E72D297353CC}">
                  <c16:uniqueId val="{000000D2-54F4-4F49-BF99-32C6A3633B7B}"/>
                </c:ext>
              </c:extLst>
            </c:dLbl>
            <c:dLbl>
              <c:idx val="28"/>
              <c:delete val="1"/>
              <c:extLst>
                <c:ext xmlns:c15="http://schemas.microsoft.com/office/drawing/2012/chart" uri="{CE6537A1-D6FC-4f65-9D91-7224C49458BB}"/>
                <c:ext xmlns:c16="http://schemas.microsoft.com/office/drawing/2014/chart" uri="{C3380CC4-5D6E-409C-BE32-E72D297353CC}">
                  <c16:uniqueId val="{000000D3-54F4-4F49-BF99-32C6A3633B7B}"/>
                </c:ext>
              </c:extLst>
            </c:dLbl>
            <c:dLbl>
              <c:idx val="29"/>
              <c:delete val="1"/>
              <c:extLst>
                <c:ext xmlns:c15="http://schemas.microsoft.com/office/drawing/2012/chart" uri="{CE6537A1-D6FC-4f65-9D91-7224C49458BB}"/>
                <c:ext xmlns:c16="http://schemas.microsoft.com/office/drawing/2014/chart" uri="{C3380CC4-5D6E-409C-BE32-E72D297353CC}">
                  <c16:uniqueId val="{000000D4-54F4-4F49-BF99-32C6A3633B7B}"/>
                </c:ext>
              </c:extLst>
            </c:dLbl>
            <c:dLbl>
              <c:idx val="30"/>
              <c:delete val="1"/>
              <c:extLst>
                <c:ext xmlns:c15="http://schemas.microsoft.com/office/drawing/2012/chart" uri="{CE6537A1-D6FC-4f65-9D91-7224C49458BB}"/>
                <c:ext xmlns:c16="http://schemas.microsoft.com/office/drawing/2014/chart" uri="{C3380CC4-5D6E-409C-BE32-E72D297353CC}">
                  <c16:uniqueId val="{000000D5-54F4-4F49-BF99-32C6A3633B7B}"/>
                </c:ext>
              </c:extLst>
            </c:dLbl>
            <c:dLbl>
              <c:idx val="31"/>
              <c:delete val="1"/>
              <c:extLst>
                <c:ext xmlns:c15="http://schemas.microsoft.com/office/drawing/2012/chart" uri="{CE6537A1-D6FC-4f65-9D91-7224C49458BB}"/>
                <c:ext xmlns:c16="http://schemas.microsoft.com/office/drawing/2014/chart" uri="{C3380CC4-5D6E-409C-BE32-E72D297353CC}">
                  <c16:uniqueId val="{000000D6-54F4-4F49-BF99-32C6A3633B7B}"/>
                </c:ext>
              </c:extLst>
            </c:dLbl>
            <c:dLbl>
              <c:idx val="32"/>
              <c:delete val="1"/>
              <c:extLst>
                <c:ext xmlns:c15="http://schemas.microsoft.com/office/drawing/2012/chart" uri="{CE6537A1-D6FC-4f65-9D91-7224C49458BB}"/>
                <c:ext xmlns:c16="http://schemas.microsoft.com/office/drawing/2014/chart" uri="{C3380CC4-5D6E-409C-BE32-E72D297353CC}">
                  <c16:uniqueId val="{000000D7-54F4-4F49-BF99-32C6A3633B7B}"/>
                </c:ext>
              </c:extLst>
            </c:dLbl>
            <c:dLbl>
              <c:idx val="33"/>
              <c:delete val="1"/>
              <c:extLst>
                <c:ext xmlns:c15="http://schemas.microsoft.com/office/drawing/2012/chart" uri="{CE6537A1-D6FC-4f65-9D91-7224C49458BB}"/>
                <c:ext xmlns:c16="http://schemas.microsoft.com/office/drawing/2014/chart" uri="{C3380CC4-5D6E-409C-BE32-E72D297353CC}">
                  <c16:uniqueId val="{000000D8-54F4-4F49-BF99-32C6A3633B7B}"/>
                </c:ext>
              </c:extLst>
            </c:dLbl>
            <c:dLbl>
              <c:idx val="34"/>
              <c:delete val="1"/>
              <c:extLst>
                <c:ext xmlns:c15="http://schemas.microsoft.com/office/drawing/2012/chart" uri="{CE6537A1-D6FC-4f65-9D91-7224C49458BB}"/>
                <c:ext xmlns:c16="http://schemas.microsoft.com/office/drawing/2014/chart" uri="{C3380CC4-5D6E-409C-BE32-E72D297353CC}">
                  <c16:uniqueId val="{000000D9-54F4-4F49-BF99-32C6A3633B7B}"/>
                </c:ext>
              </c:extLst>
            </c:dLbl>
            <c:dLbl>
              <c:idx val="35"/>
              <c:delete val="1"/>
              <c:extLst>
                <c:ext xmlns:c15="http://schemas.microsoft.com/office/drawing/2012/chart" uri="{CE6537A1-D6FC-4f65-9D91-7224C49458BB}"/>
                <c:ext xmlns:c16="http://schemas.microsoft.com/office/drawing/2014/chart" uri="{C3380CC4-5D6E-409C-BE32-E72D297353CC}">
                  <c16:uniqueId val="{000000DA-54F4-4F49-BF99-32C6A3633B7B}"/>
                </c:ext>
              </c:extLst>
            </c:dLbl>
            <c:dLbl>
              <c:idx val="36"/>
              <c:delete val="1"/>
              <c:extLst>
                <c:ext xmlns:c15="http://schemas.microsoft.com/office/drawing/2012/chart" uri="{CE6537A1-D6FC-4f65-9D91-7224C49458BB}"/>
                <c:ext xmlns:c16="http://schemas.microsoft.com/office/drawing/2014/chart" uri="{C3380CC4-5D6E-409C-BE32-E72D297353CC}">
                  <c16:uniqueId val="{000000DB-54F4-4F49-BF99-32C6A3633B7B}"/>
                </c:ext>
              </c:extLst>
            </c:dLbl>
            <c:dLbl>
              <c:idx val="37"/>
              <c:delete val="1"/>
              <c:extLst>
                <c:ext xmlns:c15="http://schemas.microsoft.com/office/drawing/2012/chart" uri="{CE6537A1-D6FC-4f65-9D91-7224C49458BB}"/>
                <c:ext xmlns:c16="http://schemas.microsoft.com/office/drawing/2014/chart" uri="{C3380CC4-5D6E-409C-BE32-E72D297353CC}">
                  <c16:uniqueId val="{000000DC-54F4-4F49-BF99-32C6A3633B7B}"/>
                </c:ext>
              </c:extLst>
            </c:dLbl>
            <c:dLbl>
              <c:idx val="38"/>
              <c:delete val="1"/>
              <c:extLst>
                <c:ext xmlns:c15="http://schemas.microsoft.com/office/drawing/2012/chart" uri="{CE6537A1-D6FC-4f65-9D91-7224C49458BB}"/>
                <c:ext xmlns:c16="http://schemas.microsoft.com/office/drawing/2014/chart" uri="{C3380CC4-5D6E-409C-BE32-E72D297353CC}">
                  <c16:uniqueId val="{000000DD-54F4-4F49-BF99-32C6A3633B7B}"/>
                </c:ext>
              </c:extLst>
            </c:dLbl>
            <c:dLbl>
              <c:idx val="39"/>
              <c:delete val="1"/>
              <c:extLst>
                <c:ext xmlns:c15="http://schemas.microsoft.com/office/drawing/2012/chart" uri="{CE6537A1-D6FC-4f65-9D91-7224C49458BB}"/>
                <c:ext xmlns:c16="http://schemas.microsoft.com/office/drawing/2014/chart" uri="{C3380CC4-5D6E-409C-BE32-E72D297353CC}">
                  <c16:uniqueId val="{000000DE-54F4-4F49-BF99-32C6A3633B7B}"/>
                </c:ext>
              </c:extLst>
            </c:dLbl>
            <c:dLbl>
              <c:idx val="40"/>
              <c:delete val="1"/>
              <c:extLst>
                <c:ext xmlns:c15="http://schemas.microsoft.com/office/drawing/2012/chart" uri="{CE6537A1-D6FC-4f65-9D91-7224C49458BB}"/>
                <c:ext xmlns:c16="http://schemas.microsoft.com/office/drawing/2014/chart" uri="{C3380CC4-5D6E-409C-BE32-E72D297353CC}">
                  <c16:uniqueId val="{000000DF-54F4-4F49-BF99-32C6A3633B7B}"/>
                </c:ext>
              </c:extLst>
            </c:dLbl>
            <c:dLbl>
              <c:idx val="41"/>
              <c:delete val="1"/>
              <c:extLst>
                <c:ext xmlns:c15="http://schemas.microsoft.com/office/drawing/2012/chart" uri="{CE6537A1-D6FC-4f65-9D91-7224C49458BB}"/>
                <c:ext xmlns:c16="http://schemas.microsoft.com/office/drawing/2014/chart" uri="{C3380CC4-5D6E-409C-BE32-E72D297353CC}">
                  <c16:uniqueId val="{000000E0-54F4-4F49-BF99-32C6A3633B7B}"/>
                </c:ext>
              </c:extLst>
            </c:dLbl>
            <c:dLbl>
              <c:idx val="42"/>
              <c:delete val="1"/>
              <c:extLst>
                <c:ext xmlns:c15="http://schemas.microsoft.com/office/drawing/2012/chart" uri="{CE6537A1-D6FC-4f65-9D91-7224C49458BB}"/>
                <c:ext xmlns:c16="http://schemas.microsoft.com/office/drawing/2014/chart" uri="{C3380CC4-5D6E-409C-BE32-E72D297353CC}">
                  <c16:uniqueId val="{000000E1-54F4-4F49-BF99-32C6A3633B7B}"/>
                </c:ext>
              </c:extLst>
            </c:dLbl>
            <c:dLbl>
              <c:idx val="43"/>
              <c:delete val="1"/>
              <c:extLst>
                <c:ext xmlns:c15="http://schemas.microsoft.com/office/drawing/2012/chart" uri="{CE6537A1-D6FC-4f65-9D91-7224C49458BB}"/>
                <c:ext xmlns:c16="http://schemas.microsoft.com/office/drawing/2014/chart" uri="{C3380CC4-5D6E-409C-BE32-E72D297353CC}">
                  <c16:uniqueId val="{000000E2-54F4-4F49-BF99-32C6A3633B7B}"/>
                </c:ext>
              </c:extLst>
            </c:dLbl>
            <c:dLbl>
              <c:idx val="44"/>
              <c:delete val="1"/>
              <c:extLst>
                <c:ext xmlns:c15="http://schemas.microsoft.com/office/drawing/2012/chart" uri="{CE6537A1-D6FC-4f65-9D91-7224C49458BB}"/>
                <c:ext xmlns:c16="http://schemas.microsoft.com/office/drawing/2014/chart" uri="{C3380CC4-5D6E-409C-BE32-E72D297353CC}">
                  <c16:uniqueId val="{000000E3-54F4-4F49-BF99-32C6A3633B7B}"/>
                </c:ext>
              </c:extLst>
            </c:dLbl>
            <c:dLbl>
              <c:idx val="45"/>
              <c:delete val="1"/>
              <c:extLst>
                <c:ext xmlns:c15="http://schemas.microsoft.com/office/drawing/2012/chart" uri="{CE6537A1-D6FC-4f65-9D91-7224C49458BB}"/>
                <c:ext xmlns:c16="http://schemas.microsoft.com/office/drawing/2014/chart" uri="{C3380CC4-5D6E-409C-BE32-E72D297353CC}">
                  <c16:uniqueId val="{000000E4-54F4-4F49-BF99-32C6A3633B7B}"/>
                </c:ext>
              </c:extLst>
            </c:dLbl>
            <c:dLbl>
              <c:idx val="46"/>
              <c:delete val="1"/>
              <c:extLst>
                <c:ext xmlns:c15="http://schemas.microsoft.com/office/drawing/2012/chart" uri="{CE6537A1-D6FC-4f65-9D91-7224C49458BB}"/>
                <c:ext xmlns:c16="http://schemas.microsoft.com/office/drawing/2014/chart" uri="{C3380CC4-5D6E-409C-BE32-E72D297353CC}">
                  <c16:uniqueId val="{000000E5-54F4-4F49-BF99-32C6A3633B7B}"/>
                </c:ext>
              </c:extLst>
            </c:dLbl>
            <c:dLbl>
              <c:idx val="47"/>
              <c:delete val="1"/>
              <c:extLst>
                <c:ext xmlns:c15="http://schemas.microsoft.com/office/drawing/2012/chart" uri="{CE6537A1-D6FC-4f65-9D91-7224C49458BB}"/>
                <c:ext xmlns:c16="http://schemas.microsoft.com/office/drawing/2014/chart" uri="{C3380CC4-5D6E-409C-BE32-E72D297353CC}">
                  <c16:uniqueId val="{000000E6-54F4-4F49-BF99-32C6A3633B7B}"/>
                </c:ext>
              </c:extLst>
            </c:dLbl>
            <c:dLbl>
              <c:idx val="48"/>
              <c:delete val="1"/>
              <c:extLst>
                <c:ext xmlns:c15="http://schemas.microsoft.com/office/drawing/2012/chart" uri="{CE6537A1-D6FC-4f65-9D91-7224C49458BB}"/>
                <c:ext xmlns:c16="http://schemas.microsoft.com/office/drawing/2014/chart" uri="{C3380CC4-5D6E-409C-BE32-E72D297353CC}">
                  <c16:uniqueId val="{000000E7-54F4-4F49-BF99-32C6A3633B7B}"/>
                </c:ext>
              </c:extLst>
            </c:dLbl>
            <c:dLbl>
              <c:idx val="49"/>
              <c:delete val="1"/>
              <c:extLst>
                <c:ext xmlns:c15="http://schemas.microsoft.com/office/drawing/2012/chart" uri="{CE6537A1-D6FC-4f65-9D91-7224C49458BB}"/>
                <c:ext xmlns:c16="http://schemas.microsoft.com/office/drawing/2014/chart" uri="{C3380CC4-5D6E-409C-BE32-E72D297353CC}">
                  <c16:uniqueId val="{000000E8-54F4-4F49-BF99-32C6A3633B7B}"/>
                </c:ext>
              </c:extLst>
            </c:dLbl>
            <c:dLbl>
              <c:idx val="50"/>
              <c:delete val="1"/>
              <c:extLst>
                <c:ext xmlns:c15="http://schemas.microsoft.com/office/drawing/2012/chart" uri="{CE6537A1-D6FC-4f65-9D91-7224C49458BB}"/>
                <c:ext xmlns:c16="http://schemas.microsoft.com/office/drawing/2014/chart" uri="{C3380CC4-5D6E-409C-BE32-E72D297353CC}">
                  <c16:uniqueId val="{000000E9-54F4-4F49-BF99-32C6A3633B7B}"/>
                </c:ext>
              </c:extLst>
            </c:dLbl>
            <c:dLbl>
              <c:idx val="51"/>
              <c:delete val="1"/>
              <c:extLst>
                <c:ext xmlns:c15="http://schemas.microsoft.com/office/drawing/2012/chart" uri="{CE6537A1-D6FC-4f65-9D91-7224C49458BB}"/>
                <c:ext xmlns:c16="http://schemas.microsoft.com/office/drawing/2014/chart" uri="{C3380CC4-5D6E-409C-BE32-E72D297353CC}">
                  <c16:uniqueId val="{000000EA-54F4-4F49-BF99-32C6A3633B7B}"/>
                </c:ext>
              </c:extLst>
            </c:dLbl>
            <c:dLbl>
              <c:idx val="52"/>
              <c:delete val="1"/>
              <c:extLst>
                <c:ext xmlns:c15="http://schemas.microsoft.com/office/drawing/2012/chart" uri="{CE6537A1-D6FC-4f65-9D91-7224C49458BB}"/>
                <c:ext xmlns:c16="http://schemas.microsoft.com/office/drawing/2014/chart" uri="{C3380CC4-5D6E-409C-BE32-E72D297353CC}">
                  <c16:uniqueId val="{000000EB-54F4-4F49-BF99-32C6A3633B7B}"/>
                </c:ext>
              </c:extLst>
            </c:dLbl>
            <c:dLbl>
              <c:idx val="53"/>
              <c:delete val="1"/>
              <c:extLst>
                <c:ext xmlns:c15="http://schemas.microsoft.com/office/drawing/2012/chart" uri="{CE6537A1-D6FC-4f65-9D91-7224C49458BB}"/>
                <c:ext xmlns:c16="http://schemas.microsoft.com/office/drawing/2014/chart" uri="{C3380CC4-5D6E-409C-BE32-E72D297353CC}">
                  <c16:uniqueId val="{000000EC-54F4-4F49-BF99-32C6A3633B7B}"/>
                </c:ext>
              </c:extLst>
            </c:dLbl>
            <c:dLbl>
              <c:idx val="54"/>
              <c:delete val="1"/>
              <c:extLst>
                <c:ext xmlns:c15="http://schemas.microsoft.com/office/drawing/2012/chart" uri="{CE6537A1-D6FC-4f65-9D91-7224C49458BB}"/>
                <c:ext xmlns:c16="http://schemas.microsoft.com/office/drawing/2014/chart" uri="{C3380CC4-5D6E-409C-BE32-E72D297353CC}">
                  <c16:uniqueId val="{000000ED-54F4-4F49-BF99-32C6A3633B7B}"/>
                </c:ext>
              </c:extLst>
            </c:dLbl>
            <c:dLbl>
              <c:idx val="55"/>
              <c:delete val="1"/>
              <c:extLst>
                <c:ext xmlns:c15="http://schemas.microsoft.com/office/drawing/2012/chart" uri="{CE6537A1-D6FC-4f65-9D91-7224C49458BB}"/>
                <c:ext xmlns:c16="http://schemas.microsoft.com/office/drawing/2014/chart" uri="{C3380CC4-5D6E-409C-BE32-E72D297353CC}">
                  <c16:uniqueId val="{000000EE-54F4-4F49-BF99-32C6A3633B7B}"/>
                </c:ext>
              </c:extLst>
            </c:dLbl>
            <c:dLbl>
              <c:idx val="56"/>
              <c:delete val="1"/>
              <c:extLst>
                <c:ext xmlns:c15="http://schemas.microsoft.com/office/drawing/2012/chart" uri="{CE6537A1-D6FC-4f65-9D91-7224C49458BB}"/>
                <c:ext xmlns:c16="http://schemas.microsoft.com/office/drawing/2014/chart" uri="{C3380CC4-5D6E-409C-BE32-E72D297353CC}">
                  <c16:uniqueId val="{000000EF-54F4-4F49-BF99-32C6A3633B7B}"/>
                </c:ext>
              </c:extLst>
            </c:dLbl>
            <c:dLbl>
              <c:idx val="57"/>
              <c:delete val="1"/>
              <c:extLst>
                <c:ext xmlns:c15="http://schemas.microsoft.com/office/drawing/2012/chart" uri="{CE6537A1-D6FC-4f65-9D91-7224C49458BB}"/>
                <c:ext xmlns:c16="http://schemas.microsoft.com/office/drawing/2014/chart" uri="{C3380CC4-5D6E-409C-BE32-E72D297353CC}">
                  <c16:uniqueId val="{000000F0-54F4-4F49-BF99-32C6A3633B7B}"/>
                </c:ext>
              </c:extLst>
            </c:dLbl>
            <c:dLbl>
              <c:idx val="58"/>
              <c:delete val="1"/>
              <c:extLst>
                <c:ext xmlns:c15="http://schemas.microsoft.com/office/drawing/2012/chart" uri="{CE6537A1-D6FC-4f65-9D91-7224C49458BB}"/>
                <c:ext xmlns:c16="http://schemas.microsoft.com/office/drawing/2014/chart" uri="{C3380CC4-5D6E-409C-BE32-E72D297353CC}">
                  <c16:uniqueId val="{000000F1-54F4-4F49-BF99-32C6A3633B7B}"/>
                </c:ext>
              </c:extLst>
            </c:dLbl>
            <c:dLbl>
              <c:idx val="59"/>
              <c:delete val="1"/>
              <c:extLst>
                <c:ext xmlns:c15="http://schemas.microsoft.com/office/drawing/2012/chart" uri="{CE6537A1-D6FC-4f65-9D91-7224C49458BB}"/>
                <c:ext xmlns:c16="http://schemas.microsoft.com/office/drawing/2014/chart" uri="{C3380CC4-5D6E-409C-BE32-E72D297353CC}">
                  <c16:uniqueId val="{000000F2-54F4-4F49-BF99-32C6A3633B7B}"/>
                </c:ext>
              </c:extLst>
            </c:dLbl>
            <c:dLbl>
              <c:idx val="60"/>
              <c:delete val="1"/>
              <c:extLst>
                <c:ext xmlns:c15="http://schemas.microsoft.com/office/drawing/2012/chart" uri="{CE6537A1-D6FC-4f65-9D91-7224C49458BB}"/>
                <c:ext xmlns:c16="http://schemas.microsoft.com/office/drawing/2014/chart" uri="{C3380CC4-5D6E-409C-BE32-E72D297353CC}">
                  <c16:uniqueId val="{000000F3-54F4-4F49-BF99-32C6A3633B7B}"/>
                </c:ext>
              </c:extLst>
            </c:dLbl>
            <c:dLbl>
              <c:idx val="61"/>
              <c:delete val="1"/>
              <c:extLst>
                <c:ext xmlns:c15="http://schemas.microsoft.com/office/drawing/2012/chart" uri="{CE6537A1-D6FC-4f65-9D91-7224C49458BB}"/>
                <c:ext xmlns:c16="http://schemas.microsoft.com/office/drawing/2014/chart" uri="{C3380CC4-5D6E-409C-BE32-E72D297353CC}">
                  <c16:uniqueId val="{000000F4-54F4-4F49-BF99-32C6A3633B7B}"/>
                </c:ext>
              </c:extLst>
            </c:dLbl>
            <c:dLbl>
              <c:idx val="62"/>
              <c:delete val="1"/>
              <c:extLst>
                <c:ext xmlns:c15="http://schemas.microsoft.com/office/drawing/2012/chart" uri="{CE6537A1-D6FC-4f65-9D91-7224C49458BB}"/>
                <c:ext xmlns:c16="http://schemas.microsoft.com/office/drawing/2014/chart" uri="{C3380CC4-5D6E-409C-BE32-E72D297353CC}">
                  <c16:uniqueId val="{000000F5-54F4-4F49-BF99-32C6A3633B7B}"/>
                </c:ext>
              </c:extLst>
            </c:dLbl>
            <c:dLbl>
              <c:idx val="63"/>
              <c:delete val="1"/>
              <c:extLst>
                <c:ext xmlns:c15="http://schemas.microsoft.com/office/drawing/2012/chart" uri="{CE6537A1-D6FC-4f65-9D91-7224C49458BB}"/>
                <c:ext xmlns:c16="http://schemas.microsoft.com/office/drawing/2014/chart" uri="{C3380CC4-5D6E-409C-BE32-E72D297353CC}">
                  <c16:uniqueId val="{000000F6-54F4-4F49-BF99-32C6A3633B7B}"/>
                </c:ext>
              </c:extLst>
            </c:dLbl>
            <c:dLbl>
              <c:idx val="64"/>
              <c:delete val="1"/>
              <c:extLst>
                <c:ext xmlns:c15="http://schemas.microsoft.com/office/drawing/2012/chart" uri="{CE6537A1-D6FC-4f65-9D91-7224C49458BB}"/>
                <c:ext xmlns:c16="http://schemas.microsoft.com/office/drawing/2014/chart" uri="{C3380CC4-5D6E-409C-BE32-E72D297353CC}">
                  <c16:uniqueId val="{000000F7-54F4-4F49-BF99-32C6A3633B7B}"/>
                </c:ext>
              </c:extLst>
            </c:dLbl>
            <c:dLbl>
              <c:idx val="65"/>
              <c:delete val="1"/>
              <c:extLst>
                <c:ext xmlns:c15="http://schemas.microsoft.com/office/drawing/2012/chart" uri="{CE6537A1-D6FC-4f65-9D91-7224C49458BB}"/>
                <c:ext xmlns:c16="http://schemas.microsoft.com/office/drawing/2014/chart" uri="{C3380CC4-5D6E-409C-BE32-E72D297353CC}">
                  <c16:uniqueId val="{000000F8-54F4-4F49-BF99-32C6A3633B7B}"/>
                </c:ext>
              </c:extLst>
            </c:dLbl>
            <c:dLbl>
              <c:idx val="66"/>
              <c:delete val="1"/>
              <c:extLst>
                <c:ext xmlns:c15="http://schemas.microsoft.com/office/drawing/2012/chart" uri="{CE6537A1-D6FC-4f65-9D91-7224C49458BB}"/>
                <c:ext xmlns:c16="http://schemas.microsoft.com/office/drawing/2014/chart" uri="{C3380CC4-5D6E-409C-BE32-E72D297353CC}">
                  <c16:uniqueId val="{000000F9-54F4-4F49-BF99-32C6A3633B7B}"/>
                </c:ext>
              </c:extLst>
            </c:dLbl>
            <c:dLbl>
              <c:idx val="67"/>
              <c:delete val="1"/>
              <c:extLst>
                <c:ext xmlns:c15="http://schemas.microsoft.com/office/drawing/2012/chart" uri="{CE6537A1-D6FC-4f65-9D91-7224C49458BB}"/>
                <c:ext xmlns:c16="http://schemas.microsoft.com/office/drawing/2014/chart" uri="{C3380CC4-5D6E-409C-BE32-E72D297353CC}">
                  <c16:uniqueId val="{000000FA-54F4-4F49-BF99-32C6A3633B7B}"/>
                </c:ext>
              </c:extLst>
            </c:dLbl>
            <c:dLbl>
              <c:idx val="68"/>
              <c:delete val="1"/>
              <c:extLst>
                <c:ext xmlns:c15="http://schemas.microsoft.com/office/drawing/2012/chart" uri="{CE6537A1-D6FC-4f65-9D91-7224C49458BB}"/>
                <c:ext xmlns:c16="http://schemas.microsoft.com/office/drawing/2014/chart" uri="{C3380CC4-5D6E-409C-BE32-E72D297353CC}">
                  <c16:uniqueId val="{000000FB-54F4-4F49-BF99-32C6A3633B7B}"/>
                </c:ext>
              </c:extLst>
            </c:dLbl>
            <c:dLbl>
              <c:idx val="69"/>
              <c:delete val="1"/>
              <c:extLst>
                <c:ext xmlns:c15="http://schemas.microsoft.com/office/drawing/2012/chart" uri="{CE6537A1-D6FC-4f65-9D91-7224C49458BB}"/>
                <c:ext xmlns:c16="http://schemas.microsoft.com/office/drawing/2014/chart" uri="{C3380CC4-5D6E-409C-BE32-E72D297353CC}">
                  <c16:uniqueId val="{000000FC-54F4-4F49-BF99-32C6A3633B7B}"/>
                </c:ext>
              </c:extLst>
            </c:dLbl>
            <c:dLbl>
              <c:idx val="70"/>
              <c:delete val="1"/>
              <c:extLst>
                <c:ext xmlns:c15="http://schemas.microsoft.com/office/drawing/2012/chart" uri="{CE6537A1-D6FC-4f65-9D91-7224C49458BB}"/>
                <c:ext xmlns:c16="http://schemas.microsoft.com/office/drawing/2014/chart" uri="{C3380CC4-5D6E-409C-BE32-E72D297353CC}">
                  <c16:uniqueId val="{000000FD-54F4-4F49-BF99-32C6A3633B7B}"/>
                </c:ext>
              </c:extLst>
            </c:dLbl>
            <c:dLbl>
              <c:idx val="71"/>
              <c:delete val="1"/>
              <c:extLst>
                <c:ext xmlns:c15="http://schemas.microsoft.com/office/drawing/2012/chart" uri="{CE6537A1-D6FC-4f65-9D91-7224C49458BB}"/>
                <c:ext xmlns:c16="http://schemas.microsoft.com/office/drawing/2014/chart" uri="{C3380CC4-5D6E-409C-BE32-E72D297353CC}">
                  <c16:uniqueId val="{000000FE-54F4-4F49-BF99-32C6A3633B7B}"/>
                </c:ext>
              </c:extLst>
            </c:dLbl>
            <c:dLbl>
              <c:idx val="72"/>
              <c:delete val="1"/>
              <c:extLst>
                <c:ext xmlns:c15="http://schemas.microsoft.com/office/drawing/2012/chart" uri="{CE6537A1-D6FC-4f65-9D91-7224C49458BB}"/>
                <c:ext xmlns:c16="http://schemas.microsoft.com/office/drawing/2014/chart" uri="{C3380CC4-5D6E-409C-BE32-E72D297353CC}">
                  <c16:uniqueId val="{000000FF-54F4-4F49-BF99-32C6A3633B7B}"/>
                </c:ext>
              </c:extLst>
            </c:dLbl>
            <c:dLbl>
              <c:idx val="73"/>
              <c:delete val="1"/>
              <c:extLst>
                <c:ext xmlns:c15="http://schemas.microsoft.com/office/drawing/2012/chart" uri="{CE6537A1-D6FC-4f65-9D91-7224C49458BB}"/>
                <c:ext xmlns:c16="http://schemas.microsoft.com/office/drawing/2014/chart" uri="{C3380CC4-5D6E-409C-BE32-E72D297353CC}">
                  <c16:uniqueId val="{00000100-54F4-4F49-BF99-32C6A3633B7B}"/>
                </c:ext>
              </c:extLst>
            </c:dLbl>
            <c:dLbl>
              <c:idx val="74"/>
              <c:delete val="1"/>
              <c:extLst>
                <c:ext xmlns:c15="http://schemas.microsoft.com/office/drawing/2012/chart" uri="{CE6537A1-D6FC-4f65-9D91-7224C49458BB}"/>
                <c:ext xmlns:c16="http://schemas.microsoft.com/office/drawing/2014/chart" uri="{C3380CC4-5D6E-409C-BE32-E72D297353CC}">
                  <c16:uniqueId val="{00000101-54F4-4F49-BF99-32C6A3633B7B}"/>
                </c:ext>
              </c:extLst>
            </c:dLbl>
            <c:dLbl>
              <c:idx val="75"/>
              <c:delete val="1"/>
              <c:extLst>
                <c:ext xmlns:c15="http://schemas.microsoft.com/office/drawing/2012/chart" uri="{CE6537A1-D6FC-4f65-9D91-7224C49458BB}"/>
                <c:ext xmlns:c16="http://schemas.microsoft.com/office/drawing/2014/chart" uri="{C3380CC4-5D6E-409C-BE32-E72D297353CC}">
                  <c16:uniqueId val="{00000102-54F4-4F49-BF99-32C6A3633B7B}"/>
                </c:ext>
              </c:extLst>
            </c:dLbl>
            <c:dLbl>
              <c:idx val="76"/>
              <c:delete val="1"/>
              <c:extLst>
                <c:ext xmlns:c15="http://schemas.microsoft.com/office/drawing/2012/chart" uri="{CE6537A1-D6FC-4f65-9D91-7224C49458BB}"/>
                <c:ext xmlns:c16="http://schemas.microsoft.com/office/drawing/2014/chart" uri="{C3380CC4-5D6E-409C-BE32-E72D297353CC}">
                  <c16:uniqueId val="{00000103-54F4-4F49-BF99-32C6A3633B7B}"/>
                </c:ext>
              </c:extLst>
            </c:dLbl>
            <c:dLbl>
              <c:idx val="77"/>
              <c:delete val="1"/>
              <c:extLst>
                <c:ext xmlns:c15="http://schemas.microsoft.com/office/drawing/2012/chart" uri="{CE6537A1-D6FC-4f65-9D91-7224C49458BB}"/>
                <c:ext xmlns:c16="http://schemas.microsoft.com/office/drawing/2014/chart" uri="{C3380CC4-5D6E-409C-BE32-E72D297353CC}">
                  <c16:uniqueId val="{00000104-54F4-4F49-BF99-32C6A3633B7B}"/>
                </c:ext>
              </c:extLst>
            </c:dLbl>
            <c:dLbl>
              <c:idx val="78"/>
              <c:delete val="1"/>
              <c:extLst>
                <c:ext xmlns:c15="http://schemas.microsoft.com/office/drawing/2012/chart" uri="{CE6537A1-D6FC-4f65-9D91-7224C49458BB}"/>
                <c:ext xmlns:c16="http://schemas.microsoft.com/office/drawing/2014/chart" uri="{C3380CC4-5D6E-409C-BE32-E72D297353CC}">
                  <c16:uniqueId val="{00000105-54F4-4F49-BF99-32C6A3633B7B}"/>
                </c:ext>
              </c:extLst>
            </c:dLbl>
            <c:dLbl>
              <c:idx val="79"/>
              <c:delete val="1"/>
              <c:extLst>
                <c:ext xmlns:c15="http://schemas.microsoft.com/office/drawing/2012/chart" uri="{CE6537A1-D6FC-4f65-9D91-7224C49458BB}"/>
                <c:ext xmlns:c16="http://schemas.microsoft.com/office/drawing/2014/chart" uri="{C3380CC4-5D6E-409C-BE32-E72D297353CC}">
                  <c16:uniqueId val="{00000106-54F4-4F49-BF99-32C6A3633B7B}"/>
                </c:ext>
              </c:extLst>
            </c:dLbl>
            <c:dLbl>
              <c:idx val="80"/>
              <c:delete val="1"/>
              <c:extLst>
                <c:ext xmlns:c15="http://schemas.microsoft.com/office/drawing/2012/chart" uri="{CE6537A1-D6FC-4f65-9D91-7224C49458BB}"/>
                <c:ext xmlns:c16="http://schemas.microsoft.com/office/drawing/2014/chart" uri="{C3380CC4-5D6E-409C-BE32-E72D297353CC}">
                  <c16:uniqueId val="{00000107-54F4-4F49-BF99-32C6A3633B7B}"/>
                </c:ext>
              </c:extLst>
            </c:dLbl>
            <c:dLbl>
              <c:idx val="81"/>
              <c:delete val="1"/>
              <c:extLst>
                <c:ext xmlns:c15="http://schemas.microsoft.com/office/drawing/2012/chart" uri="{CE6537A1-D6FC-4f65-9D91-7224C49458BB}"/>
                <c:ext xmlns:c16="http://schemas.microsoft.com/office/drawing/2014/chart" uri="{C3380CC4-5D6E-409C-BE32-E72D297353CC}">
                  <c16:uniqueId val="{00000108-54F4-4F49-BF99-32C6A3633B7B}"/>
                </c:ext>
              </c:extLst>
            </c:dLbl>
            <c:dLbl>
              <c:idx val="82"/>
              <c:delete val="1"/>
              <c:extLst>
                <c:ext xmlns:c15="http://schemas.microsoft.com/office/drawing/2012/chart" uri="{CE6537A1-D6FC-4f65-9D91-7224C49458BB}"/>
                <c:ext xmlns:c16="http://schemas.microsoft.com/office/drawing/2014/chart" uri="{C3380CC4-5D6E-409C-BE32-E72D297353CC}">
                  <c16:uniqueId val="{00000109-54F4-4F49-BF99-32C6A3633B7B}"/>
                </c:ext>
              </c:extLst>
            </c:dLbl>
            <c:dLbl>
              <c:idx val="83"/>
              <c:delete val="1"/>
              <c:extLst>
                <c:ext xmlns:c15="http://schemas.microsoft.com/office/drawing/2012/chart" uri="{CE6537A1-D6FC-4f65-9D91-7224C49458BB}"/>
                <c:ext xmlns:c16="http://schemas.microsoft.com/office/drawing/2014/chart" uri="{C3380CC4-5D6E-409C-BE32-E72D297353CC}">
                  <c16:uniqueId val="{0000010A-54F4-4F49-BF99-32C6A3633B7B}"/>
                </c:ext>
              </c:extLst>
            </c:dLbl>
            <c:dLbl>
              <c:idx val="84"/>
              <c:delete val="1"/>
              <c:extLst>
                <c:ext xmlns:c15="http://schemas.microsoft.com/office/drawing/2012/chart" uri="{CE6537A1-D6FC-4f65-9D91-7224C49458BB}"/>
                <c:ext xmlns:c16="http://schemas.microsoft.com/office/drawing/2014/chart" uri="{C3380CC4-5D6E-409C-BE32-E72D297353CC}">
                  <c16:uniqueId val="{0000010B-54F4-4F49-BF99-32C6A3633B7B}"/>
                </c:ext>
              </c:extLst>
            </c:dLbl>
            <c:dLbl>
              <c:idx val="85"/>
              <c:delete val="1"/>
              <c:extLst>
                <c:ext xmlns:c15="http://schemas.microsoft.com/office/drawing/2012/chart" uri="{CE6537A1-D6FC-4f65-9D91-7224C49458BB}"/>
                <c:ext xmlns:c16="http://schemas.microsoft.com/office/drawing/2014/chart" uri="{C3380CC4-5D6E-409C-BE32-E72D297353CC}">
                  <c16:uniqueId val="{0000010C-54F4-4F49-BF99-32C6A3633B7B}"/>
                </c:ext>
              </c:extLst>
            </c:dLbl>
            <c:dLbl>
              <c:idx val="86"/>
              <c:delete val="1"/>
              <c:extLst>
                <c:ext xmlns:c15="http://schemas.microsoft.com/office/drawing/2012/chart" uri="{CE6537A1-D6FC-4f65-9D91-7224C49458BB}"/>
                <c:ext xmlns:c16="http://schemas.microsoft.com/office/drawing/2014/chart" uri="{C3380CC4-5D6E-409C-BE32-E72D297353CC}">
                  <c16:uniqueId val="{0000010D-54F4-4F49-BF99-32C6A3633B7B}"/>
                </c:ext>
              </c:extLst>
            </c:dLbl>
            <c:dLbl>
              <c:idx val="87"/>
              <c:delete val="1"/>
              <c:extLst>
                <c:ext xmlns:c15="http://schemas.microsoft.com/office/drawing/2012/chart" uri="{CE6537A1-D6FC-4f65-9D91-7224C49458BB}"/>
                <c:ext xmlns:c16="http://schemas.microsoft.com/office/drawing/2014/chart" uri="{C3380CC4-5D6E-409C-BE32-E72D297353CC}">
                  <c16:uniqueId val="{0000010E-54F4-4F49-BF99-32C6A3633B7B}"/>
                </c:ext>
              </c:extLst>
            </c:dLbl>
            <c:dLbl>
              <c:idx val="88"/>
              <c:delete val="1"/>
              <c:extLst>
                <c:ext xmlns:c15="http://schemas.microsoft.com/office/drawing/2012/chart" uri="{CE6537A1-D6FC-4f65-9D91-7224C49458BB}"/>
                <c:ext xmlns:c16="http://schemas.microsoft.com/office/drawing/2014/chart" uri="{C3380CC4-5D6E-409C-BE32-E72D297353CC}">
                  <c16:uniqueId val="{0000010F-54F4-4F49-BF99-32C6A3633B7B}"/>
                </c:ext>
              </c:extLst>
            </c:dLbl>
            <c:dLbl>
              <c:idx val="89"/>
              <c:delete val="1"/>
              <c:extLst>
                <c:ext xmlns:c15="http://schemas.microsoft.com/office/drawing/2012/chart" uri="{CE6537A1-D6FC-4f65-9D91-7224C49458BB}"/>
                <c:ext xmlns:c16="http://schemas.microsoft.com/office/drawing/2014/chart" uri="{C3380CC4-5D6E-409C-BE32-E72D297353CC}">
                  <c16:uniqueId val="{00000110-54F4-4F49-BF99-32C6A3633B7B}"/>
                </c:ext>
              </c:extLst>
            </c:dLbl>
            <c:dLbl>
              <c:idx val="90"/>
              <c:delete val="1"/>
              <c:extLst>
                <c:ext xmlns:c15="http://schemas.microsoft.com/office/drawing/2012/chart" uri="{CE6537A1-D6FC-4f65-9D91-7224C49458BB}"/>
                <c:ext xmlns:c16="http://schemas.microsoft.com/office/drawing/2014/chart" uri="{C3380CC4-5D6E-409C-BE32-E72D297353CC}">
                  <c16:uniqueId val="{00000111-54F4-4F49-BF99-32C6A3633B7B}"/>
                </c:ext>
              </c:extLst>
            </c:dLbl>
            <c:dLbl>
              <c:idx val="91"/>
              <c:delete val="1"/>
              <c:extLst>
                <c:ext xmlns:c15="http://schemas.microsoft.com/office/drawing/2012/chart" uri="{CE6537A1-D6FC-4f65-9D91-7224C49458BB}"/>
                <c:ext xmlns:c16="http://schemas.microsoft.com/office/drawing/2014/chart" uri="{C3380CC4-5D6E-409C-BE32-E72D297353CC}">
                  <c16:uniqueId val="{00000112-54F4-4F49-BF99-32C6A3633B7B}"/>
                </c:ext>
              </c:extLst>
            </c:dLbl>
            <c:dLbl>
              <c:idx val="92"/>
              <c:delete val="1"/>
              <c:extLst>
                <c:ext xmlns:c15="http://schemas.microsoft.com/office/drawing/2012/chart" uri="{CE6537A1-D6FC-4f65-9D91-7224C49458BB}"/>
                <c:ext xmlns:c16="http://schemas.microsoft.com/office/drawing/2014/chart" uri="{C3380CC4-5D6E-409C-BE32-E72D297353CC}">
                  <c16:uniqueId val="{00000113-54F4-4F49-BF99-32C6A3633B7B}"/>
                </c:ext>
              </c:extLst>
            </c:dLbl>
            <c:dLbl>
              <c:idx val="93"/>
              <c:delete val="1"/>
              <c:extLst>
                <c:ext xmlns:c15="http://schemas.microsoft.com/office/drawing/2012/chart" uri="{CE6537A1-D6FC-4f65-9D91-7224C49458BB}"/>
                <c:ext xmlns:c16="http://schemas.microsoft.com/office/drawing/2014/chart" uri="{C3380CC4-5D6E-409C-BE32-E72D297353CC}">
                  <c16:uniqueId val="{00000114-54F4-4F49-BF99-32C6A3633B7B}"/>
                </c:ext>
              </c:extLst>
            </c:dLbl>
            <c:dLbl>
              <c:idx val="94"/>
              <c:delete val="1"/>
              <c:extLst>
                <c:ext xmlns:c15="http://schemas.microsoft.com/office/drawing/2012/chart" uri="{CE6537A1-D6FC-4f65-9D91-7224C49458BB}"/>
                <c:ext xmlns:c16="http://schemas.microsoft.com/office/drawing/2014/chart" uri="{C3380CC4-5D6E-409C-BE32-E72D297353CC}">
                  <c16:uniqueId val="{00000115-54F4-4F49-BF99-32C6A3633B7B}"/>
                </c:ext>
              </c:extLst>
            </c:dLbl>
            <c:dLbl>
              <c:idx val="95"/>
              <c:delete val="1"/>
              <c:extLst>
                <c:ext xmlns:c15="http://schemas.microsoft.com/office/drawing/2012/chart" uri="{CE6537A1-D6FC-4f65-9D91-7224C49458BB}"/>
                <c:ext xmlns:c16="http://schemas.microsoft.com/office/drawing/2014/chart" uri="{C3380CC4-5D6E-409C-BE32-E72D297353CC}">
                  <c16:uniqueId val="{00000116-54F4-4F49-BF99-32C6A3633B7B}"/>
                </c:ext>
              </c:extLst>
            </c:dLbl>
            <c:dLbl>
              <c:idx val="96"/>
              <c:delete val="1"/>
              <c:extLst>
                <c:ext xmlns:c15="http://schemas.microsoft.com/office/drawing/2012/chart" uri="{CE6537A1-D6FC-4f65-9D91-7224C49458BB}"/>
                <c:ext xmlns:c16="http://schemas.microsoft.com/office/drawing/2014/chart" uri="{C3380CC4-5D6E-409C-BE32-E72D297353CC}">
                  <c16:uniqueId val="{00000117-54F4-4F49-BF99-32C6A3633B7B}"/>
                </c:ext>
              </c:extLst>
            </c:dLbl>
            <c:dLbl>
              <c:idx val="97"/>
              <c:delete val="1"/>
              <c:extLst>
                <c:ext xmlns:c15="http://schemas.microsoft.com/office/drawing/2012/chart" uri="{CE6537A1-D6FC-4f65-9D91-7224C49458BB}"/>
                <c:ext xmlns:c16="http://schemas.microsoft.com/office/drawing/2014/chart" uri="{C3380CC4-5D6E-409C-BE32-E72D297353CC}">
                  <c16:uniqueId val="{00000118-54F4-4F49-BF99-32C6A3633B7B}"/>
                </c:ext>
              </c:extLst>
            </c:dLbl>
            <c:dLbl>
              <c:idx val="98"/>
              <c:delete val="1"/>
              <c:extLst>
                <c:ext xmlns:c15="http://schemas.microsoft.com/office/drawing/2012/chart" uri="{CE6537A1-D6FC-4f65-9D91-7224C49458BB}"/>
                <c:ext xmlns:c16="http://schemas.microsoft.com/office/drawing/2014/chart" uri="{C3380CC4-5D6E-409C-BE32-E72D297353CC}">
                  <c16:uniqueId val="{00000119-54F4-4F49-BF99-32C6A3633B7B}"/>
                </c:ext>
              </c:extLst>
            </c:dLbl>
            <c:dLbl>
              <c:idx val="99"/>
              <c:delete val="1"/>
              <c:extLst>
                <c:ext xmlns:c15="http://schemas.microsoft.com/office/drawing/2012/chart" uri="{CE6537A1-D6FC-4f65-9D91-7224C49458BB}"/>
                <c:ext xmlns:c16="http://schemas.microsoft.com/office/drawing/2014/chart" uri="{C3380CC4-5D6E-409C-BE32-E72D297353CC}">
                  <c16:uniqueId val="{0000011A-54F4-4F49-BF99-32C6A3633B7B}"/>
                </c:ext>
              </c:extLst>
            </c:dLbl>
            <c:dLbl>
              <c:idx val="100"/>
              <c:tx>
                <c:rich>
                  <a:bodyPr/>
                  <a:lstStyle/>
                  <a:p>
                    <a:r>
                      <a:rPr lang="en-US" sz="900" b="0" baseline="0">
                        <a:solidFill>
                          <a:srgbClr val="1F2F44"/>
                        </a:solidFill>
                        <a:latin typeface="Roboto Light"/>
                      </a:rPr>
                      <a:t>1.2%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11B-54F4-4F49-BF99-32C6A3633B7B}"/>
                </c:ext>
              </c:extLst>
            </c:dLbl>
            <c:dLbl>
              <c:idx val="101"/>
              <c:delete val="1"/>
              <c:extLst>
                <c:ext xmlns:c15="http://schemas.microsoft.com/office/drawing/2012/chart" uri="{CE6537A1-D6FC-4f65-9D91-7224C49458BB}"/>
                <c:ext xmlns:c16="http://schemas.microsoft.com/office/drawing/2014/chart" uri="{C3380CC4-5D6E-409C-BE32-E72D297353CC}">
                  <c16:uniqueId val="{0000011C-54F4-4F49-BF99-32C6A3633B7B}"/>
                </c:ext>
              </c:extLst>
            </c:dLbl>
            <c:dLbl>
              <c:idx val="102"/>
              <c:delete val="1"/>
              <c:extLst>
                <c:ext xmlns:c15="http://schemas.microsoft.com/office/drawing/2012/chart" uri="{CE6537A1-D6FC-4f65-9D91-7224C49458BB}"/>
                <c:ext xmlns:c16="http://schemas.microsoft.com/office/drawing/2014/chart" uri="{C3380CC4-5D6E-409C-BE32-E72D297353CC}">
                  <c16:uniqueId val="{0000011D-54F4-4F49-BF99-32C6A3633B7B}"/>
                </c:ext>
              </c:extLst>
            </c:dLbl>
            <c:dLbl>
              <c:idx val="103"/>
              <c:delete val="1"/>
              <c:extLst>
                <c:ext xmlns:c15="http://schemas.microsoft.com/office/drawing/2012/chart" uri="{CE6537A1-D6FC-4f65-9D91-7224C49458BB}"/>
                <c:ext xmlns:c16="http://schemas.microsoft.com/office/drawing/2014/chart" uri="{C3380CC4-5D6E-409C-BE32-E72D297353CC}">
                  <c16:uniqueId val="{0000011E-54F4-4F49-BF99-32C6A3633B7B}"/>
                </c:ext>
              </c:extLst>
            </c:dLbl>
            <c:dLbl>
              <c:idx val="104"/>
              <c:delete val="1"/>
              <c:extLst>
                <c:ext xmlns:c15="http://schemas.microsoft.com/office/drawing/2012/chart" uri="{CE6537A1-D6FC-4f65-9D91-7224C49458BB}"/>
                <c:ext xmlns:c16="http://schemas.microsoft.com/office/drawing/2014/chart" uri="{C3380CC4-5D6E-409C-BE32-E72D297353CC}">
                  <c16:uniqueId val="{0000011F-54F4-4F49-BF99-32C6A3633B7B}"/>
                </c:ext>
              </c:extLst>
            </c:dLbl>
            <c:dLbl>
              <c:idx val="105"/>
              <c:delete val="1"/>
              <c:extLst>
                <c:ext xmlns:c15="http://schemas.microsoft.com/office/drawing/2012/chart" uri="{CE6537A1-D6FC-4f65-9D91-7224C49458BB}"/>
                <c:ext xmlns:c16="http://schemas.microsoft.com/office/drawing/2014/chart" uri="{C3380CC4-5D6E-409C-BE32-E72D297353CC}">
                  <c16:uniqueId val="{00000120-54F4-4F49-BF99-32C6A3633B7B}"/>
                </c:ext>
              </c:extLst>
            </c:dLbl>
            <c:dLbl>
              <c:idx val="106"/>
              <c:delete val="1"/>
              <c:extLst>
                <c:ext xmlns:c15="http://schemas.microsoft.com/office/drawing/2012/chart" uri="{CE6537A1-D6FC-4f65-9D91-7224C49458BB}"/>
                <c:ext xmlns:c16="http://schemas.microsoft.com/office/drawing/2014/chart" uri="{C3380CC4-5D6E-409C-BE32-E72D297353CC}">
                  <c16:uniqueId val="{00000121-54F4-4F49-BF99-32C6A3633B7B}"/>
                </c:ext>
              </c:extLst>
            </c:dLbl>
            <c:dLbl>
              <c:idx val="107"/>
              <c:delete val="1"/>
              <c:extLst>
                <c:ext xmlns:c15="http://schemas.microsoft.com/office/drawing/2012/chart" uri="{CE6537A1-D6FC-4f65-9D91-7224C49458BB}"/>
                <c:ext xmlns:c16="http://schemas.microsoft.com/office/drawing/2014/chart" uri="{C3380CC4-5D6E-409C-BE32-E72D297353CC}">
                  <c16:uniqueId val="{00000122-54F4-4F49-BF99-32C6A3633B7B}"/>
                </c:ext>
              </c:extLst>
            </c:dLbl>
            <c:dLbl>
              <c:idx val="108"/>
              <c:delete val="1"/>
              <c:extLst>
                <c:ext xmlns:c15="http://schemas.microsoft.com/office/drawing/2012/chart" uri="{CE6537A1-D6FC-4f65-9D91-7224C49458BB}"/>
                <c:ext xmlns:c16="http://schemas.microsoft.com/office/drawing/2014/chart" uri="{C3380CC4-5D6E-409C-BE32-E72D297353CC}">
                  <c16:uniqueId val="{00000123-54F4-4F49-BF99-32C6A3633B7B}"/>
                </c:ext>
              </c:extLst>
            </c:dLbl>
            <c:dLbl>
              <c:idx val="109"/>
              <c:delete val="1"/>
              <c:extLst>
                <c:ext xmlns:c15="http://schemas.microsoft.com/office/drawing/2012/chart" uri="{CE6537A1-D6FC-4f65-9D91-7224C49458BB}"/>
                <c:ext xmlns:c16="http://schemas.microsoft.com/office/drawing/2014/chart" uri="{C3380CC4-5D6E-409C-BE32-E72D297353CC}">
                  <c16:uniqueId val="{00000124-54F4-4F49-BF99-32C6A3633B7B}"/>
                </c:ext>
              </c:extLst>
            </c:dLbl>
            <c:dLbl>
              <c:idx val="110"/>
              <c:delete val="1"/>
              <c:extLst>
                <c:ext xmlns:c15="http://schemas.microsoft.com/office/drawing/2012/chart" uri="{CE6537A1-D6FC-4f65-9D91-7224C49458BB}"/>
                <c:ext xmlns:c16="http://schemas.microsoft.com/office/drawing/2014/chart" uri="{C3380CC4-5D6E-409C-BE32-E72D297353CC}">
                  <c16:uniqueId val="{00000125-54F4-4F49-BF99-32C6A3633B7B}"/>
                </c:ext>
              </c:extLst>
            </c:dLbl>
            <c:dLbl>
              <c:idx val="111"/>
              <c:delete val="1"/>
              <c:extLst>
                <c:ext xmlns:c15="http://schemas.microsoft.com/office/drawing/2012/chart" uri="{CE6537A1-D6FC-4f65-9D91-7224C49458BB}"/>
                <c:ext xmlns:c16="http://schemas.microsoft.com/office/drawing/2014/chart" uri="{C3380CC4-5D6E-409C-BE32-E72D297353CC}">
                  <c16:uniqueId val="{00000126-54F4-4F49-BF99-32C6A3633B7B}"/>
                </c:ext>
              </c:extLst>
            </c:dLbl>
            <c:dLbl>
              <c:idx val="112"/>
              <c:delete val="1"/>
              <c:extLst>
                <c:ext xmlns:c15="http://schemas.microsoft.com/office/drawing/2012/chart" uri="{CE6537A1-D6FC-4f65-9D91-7224C49458BB}"/>
                <c:ext xmlns:c16="http://schemas.microsoft.com/office/drawing/2014/chart" uri="{C3380CC4-5D6E-409C-BE32-E72D297353CC}">
                  <c16:uniqueId val="{00000127-54F4-4F49-BF99-32C6A3633B7B}"/>
                </c:ext>
              </c:extLst>
            </c:dLbl>
            <c:dLbl>
              <c:idx val="113"/>
              <c:delete val="1"/>
              <c:extLst>
                <c:ext xmlns:c15="http://schemas.microsoft.com/office/drawing/2012/chart" uri="{CE6537A1-D6FC-4f65-9D91-7224C49458BB}"/>
                <c:ext xmlns:c16="http://schemas.microsoft.com/office/drawing/2014/chart" uri="{C3380CC4-5D6E-409C-BE32-E72D297353CC}">
                  <c16:uniqueId val="{00000128-54F4-4F49-BF99-32C6A3633B7B}"/>
                </c:ext>
              </c:extLst>
            </c:dLbl>
            <c:dLbl>
              <c:idx val="114"/>
              <c:delete val="1"/>
              <c:extLst>
                <c:ext xmlns:c15="http://schemas.microsoft.com/office/drawing/2012/chart" uri="{CE6537A1-D6FC-4f65-9D91-7224C49458BB}"/>
                <c:ext xmlns:c16="http://schemas.microsoft.com/office/drawing/2014/chart" uri="{C3380CC4-5D6E-409C-BE32-E72D297353CC}">
                  <c16:uniqueId val="{00000129-54F4-4F49-BF99-32C6A3633B7B}"/>
                </c:ext>
              </c:extLst>
            </c:dLbl>
            <c:dLbl>
              <c:idx val="115"/>
              <c:delete val="1"/>
              <c:extLst>
                <c:ext xmlns:c15="http://schemas.microsoft.com/office/drawing/2012/chart" uri="{CE6537A1-D6FC-4f65-9D91-7224C49458BB}"/>
                <c:ext xmlns:c16="http://schemas.microsoft.com/office/drawing/2014/chart" uri="{C3380CC4-5D6E-409C-BE32-E72D297353CC}">
                  <c16:uniqueId val="{0000012A-54F4-4F49-BF99-32C6A3633B7B}"/>
                </c:ext>
              </c:extLst>
            </c:dLbl>
            <c:dLbl>
              <c:idx val="116"/>
              <c:delete val="1"/>
              <c:extLst>
                <c:ext xmlns:c15="http://schemas.microsoft.com/office/drawing/2012/chart" uri="{CE6537A1-D6FC-4f65-9D91-7224C49458BB}"/>
                <c:ext xmlns:c16="http://schemas.microsoft.com/office/drawing/2014/chart" uri="{C3380CC4-5D6E-409C-BE32-E72D297353CC}">
                  <c16:uniqueId val="{0000012B-54F4-4F49-BF99-32C6A3633B7B}"/>
                </c:ext>
              </c:extLst>
            </c:dLbl>
            <c:dLbl>
              <c:idx val="117"/>
              <c:delete val="1"/>
              <c:extLst>
                <c:ext xmlns:c15="http://schemas.microsoft.com/office/drawing/2012/chart" uri="{CE6537A1-D6FC-4f65-9D91-7224C49458BB}"/>
                <c:ext xmlns:c16="http://schemas.microsoft.com/office/drawing/2014/chart" uri="{C3380CC4-5D6E-409C-BE32-E72D297353CC}">
                  <c16:uniqueId val="{0000012C-54F4-4F49-BF99-32C6A3633B7B}"/>
                </c:ext>
              </c:extLst>
            </c:dLbl>
            <c:dLbl>
              <c:idx val="118"/>
              <c:delete val="1"/>
              <c:extLst>
                <c:ext xmlns:c15="http://schemas.microsoft.com/office/drawing/2012/chart" uri="{CE6537A1-D6FC-4f65-9D91-7224C49458BB}"/>
                <c:ext xmlns:c16="http://schemas.microsoft.com/office/drawing/2014/chart" uri="{C3380CC4-5D6E-409C-BE32-E72D297353CC}">
                  <c16:uniqueId val="{0000012D-54F4-4F49-BF99-32C6A3633B7B}"/>
                </c:ext>
              </c:extLst>
            </c:dLbl>
            <c:dLbl>
              <c:idx val="119"/>
              <c:delete val="1"/>
              <c:extLst>
                <c:ext xmlns:c15="http://schemas.microsoft.com/office/drawing/2012/chart" uri="{CE6537A1-D6FC-4f65-9D91-7224C49458BB}"/>
                <c:ext xmlns:c16="http://schemas.microsoft.com/office/drawing/2014/chart" uri="{C3380CC4-5D6E-409C-BE32-E72D297353CC}">
                  <c16:uniqueId val="{0000012E-54F4-4F49-BF99-32C6A3633B7B}"/>
                </c:ext>
              </c:extLst>
            </c:dLbl>
            <c:dLbl>
              <c:idx val="120"/>
              <c:delete val="1"/>
              <c:extLst>
                <c:ext xmlns:c15="http://schemas.microsoft.com/office/drawing/2012/chart" uri="{CE6537A1-D6FC-4f65-9D91-7224C49458BB}"/>
                <c:ext xmlns:c16="http://schemas.microsoft.com/office/drawing/2014/chart" uri="{C3380CC4-5D6E-409C-BE32-E72D297353CC}">
                  <c16:uniqueId val="{0000012F-54F4-4F49-BF99-32C6A3633B7B}"/>
                </c:ext>
              </c:extLst>
            </c:dLbl>
            <c:dLbl>
              <c:idx val="121"/>
              <c:delete val="1"/>
              <c:extLst>
                <c:ext xmlns:c15="http://schemas.microsoft.com/office/drawing/2012/chart" uri="{CE6537A1-D6FC-4f65-9D91-7224C49458BB}"/>
                <c:ext xmlns:c16="http://schemas.microsoft.com/office/drawing/2014/chart" uri="{C3380CC4-5D6E-409C-BE32-E72D297353CC}">
                  <c16:uniqueId val="{00000130-54F4-4F49-BF99-32C6A3633B7B}"/>
                </c:ext>
              </c:extLst>
            </c:dLbl>
            <c:dLbl>
              <c:idx val="122"/>
              <c:delete val="1"/>
              <c:extLst>
                <c:ext xmlns:c15="http://schemas.microsoft.com/office/drawing/2012/chart" uri="{CE6537A1-D6FC-4f65-9D91-7224C49458BB}"/>
                <c:ext xmlns:c16="http://schemas.microsoft.com/office/drawing/2014/chart" uri="{C3380CC4-5D6E-409C-BE32-E72D297353CC}">
                  <c16:uniqueId val="{00000131-54F4-4F49-BF99-32C6A3633B7B}"/>
                </c:ext>
              </c:extLst>
            </c:dLbl>
            <c:dLbl>
              <c:idx val="123"/>
              <c:delete val="1"/>
              <c:extLst>
                <c:ext xmlns:c15="http://schemas.microsoft.com/office/drawing/2012/chart" uri="{CE6537A1-D6FC-4f65-9D91-7224C49458BB}"/>
                <c:ext xmlns:c16="http://schemas.microsoft.com/office/drawing/2014/chart" uri="{C3380CC4-5D6E-409C-BE32-E72D297353CC}">
                  <c16:uniqueId val="{00000132-54F4-4F49-BF99-32C6A3633B7B}"/>
                </c:ext>
              </c:extLst>
            </c:dLbl>
            <c:dLbl>
              <c:idx val="124"/>
              <c:delete val="1"/>
              <c:extLst>
                <c:ext xmlns:c15="http://schemas.microsoft.com/office/drawing/2012/chart" uri="{CE6537A1-D6FC-4f65-9D91-7224C49458BB}"/>
                <c:ext xmlns:c16="http://schemas.microsoft.com/office/drawing/2014/chart" uri="{C3380CC4-5D6E-409C-BE32-E72D297353CC}">
                  <c16:uniqueId val="{00000133-54F4-4F49-BF99-32C6A3633B7B}"/>
                </c:ext>
              </c:extLst>
            </c:dLbl>
            <c:dLbl>
              <c:idx val="125"/>
              <c:delete val="1"/>
              <c:extLst>
                <c:ext xmlns:c15="http://schemas.microsoft.com/office/drawing/2012/chart" uri="{CE6537A1-D6FC-4f65-9D91-7224C49458BB}"/>
                <c:ext xmlns:c16="http://schemas.microsoft.com/office/drawing/2014/chart" uri="{C3380CC4-5D6E-409C-BE32-E72D297353CC}">
                  <c16:uniqueId val="{00000134-54F4-4F49-BF99-32C6A3633B7B}"/>
                </c:ext>
              </c:extLst>
            </c:dLbl>
            <c:dLbl>
              <c:idx val="126"/>
              <c:delete val="1"/>
              <c:extLst>
                <c:ext xmlns:c15="http://schemas.microsoft.com/office/drawing/2012/chart" uri="{CE6537A1-D6FC-4f65-9D91-7224C49458BB}"/>
                <c:ext xmlns:c16="http://schemas.microsoft.com/office/drawing/2014/chart" uri="{C3380CC4-5D6E-409C-BE32-E72D297353CC}">
                  <c16:uniqueId val="{00000135-54F4-4F49-BF99-32C6A3633B7B}"/>
                </c:ext>
              </c:extLst>
            </c:dLbl>
            <c:dLbl>
              <c:idx val="127"/>
              <c:delete val="1"/>
              <c:extLst>
                <c:ext xmlns:c15="http://schemas.microsoft.com/office/drawing/2012/chart" uri="{CE6537A1-D6FC-4f65-9D91-7224C49458BB}"/>
                <c:ext xmlns:c16="http://schemas.microsoft.com/office/drawing/2014/chart" uri="{C3380CC4-5D6E-409C-BE32-E72D297353CC}">
                  <c16:uniqueId val="{00000136-54F4-4F49-BF99-32C6A3633B7B}"/>
                </c:ext>
              </c:extLst>
            </c:dLbl>
            <c:dLbl>
              <c:idx val="128"/>
              <c:delete val="1"/>
              <c:extLst>
                <c:ext xmlns:c15="http://schemas.microsoft.com/office/drawing/2012/chart" uri="{CE6537A1-D6FC-4f65-9D91-7224C49458BB}"/>
                <c:ext xmlns:c16="http://schemas.microsoft.com/office/drawing/2014/chart" uri="{C3380CC4-5D6E-409C-BE32-E72D297353CC}">
                  <c16:uniqueId val="{00000137-54F4-4F49-BF99-32C6A3633B7B}"/>
                </c:ext>
              </c:extLst>
            </c:dLbl>
            <c:dLbl>
              <c:idx val="129"/>
              <c:delete val="1"/>
              <c:extLst>
                <c:ext xmlns:c15="http://schemas.microsoft.com/office/drawing/2012/chart" uri="{CE6537A1-D6FC-4f65-9D91-7224C49458BB}"/>
                <c:ext xmlns:c16="http://schemas.microsoft.com/office/drawing/2014/chart" uri="{C3380CC4-5D6E-409C-BE32-E72D297353CC}">
                  <c16:uniqueId val="{00000138-54F4-4F49-BF99-32C6A3633B7B}"/>
                </c:ext>
              </c:extLst>
            </c:dLbl>
            <c:dLbl>
              <c:idx val="130"/>
              <c:delete val="1"/>
              <c:extLst>
                <c:ext xmlns:c15="http://schemas.microsoft.com/office/drawing/2012/chart" uri="{CE6537A1-D6FC-4f65-9D91-7224C49458BB}"/>
                <c:ext xmlns:c16="http://schemas.microsoft.com/office/drawing/2014/chart" uri="{C3380CC4-5D6E-409C-BE32-E72D297353CC}">
                  <c16:uniqueId val="{00000139-54F4-4F49-BF99-32C6A3633B7B}"/>
                </c:ext>
              </c:extLst>
            </c:dLbl>
            <c:dLbl>
              <c:idx val="131"/>
              <c:delete val="1"/>
              <c:extLst>
                <c:ext xmlns:c15="http://schemas.microsoft.com/office/drawing/2012/chart" uri="{CE6537A1-D6FC-4f65-9D91-7224C49458BB}"/>
                <c:ext xmlns:c16="http://schemas.microsoft.com/office/drawing/2014/chart" uri="{C3380CC4-5D6E-409C-BE32-E72D297353CC}">
                  <c16:uniqueId val="{0000013A-54F4-4F49-BF99-32C6A3633B7B}"/>
                </c:ext>
              </c:extLst>
            </c:dLbl>
            <c:dLbl>
              <c:idx val="132"/>
              <c:delete val="1"/>
              <c:extLst>
                <c:ext xmlns:c15="http://schemas.microsoft.com/office/drawing/2012/chart" uri="{CE6537A1-D6FC-4f65-9D91-7224C49458BB}"/>
                <c:ext xmlns:c16="http://schemas.microsoft.com/office/drawing/2014/chart" uri="{C3380CC4-5D6E-409C-BE32-E72D297353CC}">
                  <c16:uniqueId val="{0000013B-54F4-4F49-BF99-32C6A3633B7B}"/>
                </c:ext>
              </c:extLst>
            </c:dLbl>
            <c:dLbl>
              <c:idx val="133"/>
              <c:delete val="1"/>
              <c:extLst>
                <c:ext xmlns:c15="http://schemas.microsoft.com/office/drawing/2012/chart" uri="{CE6537A1-D6FC-4f65-9D91-7224C49458BB}"/>
                <c:ext xmlns:c16="http://schemas.microsoft.com/office/drawing/2014/chart" uri="{C3380CC4-5D6E-409C-BE32-E72D297353CC}">
                  <c16:uniqueId val="{0000013C-54F4-4F49-BF99-32C6A3633B7B}"/>
                </c:ext>
              </c:extLst>
            </c:dLbl>
            <c:dLbl>
              <c:idx val="134"/>
              <c:delete val="1"/>
              <c:extLst>
                <c:ext xmlns:c15="http://schemas.microsoft.com/office/drawing/2012/chart" uri="{CE6537A1-D6FC-4f65-9D91-7224C49458BB}"/>
                <c:ext xmlns:c16="http://schemas.microsoft.com/office/drawing/2014/chart" uri="{C3380CC4-5D6E-409C-BE32-E72D297353CC}">
                  <c16:uniqueId val="{0000013D-54F4-4F49-BF99-32C6A3633B7B}"/>
                </c:ext>
              </c:extLst>
            </c:dLbl>
            <c:dLbl>
              <c:idx val="135"/>
              <c:delete val="1"/>
              <c:extLst>
                <c:ext xmlns:c15="http://schemas.microsoft.com/office/drawing/2012/chart" uri="{CE6537A1-D6FC-4f65-9D91-7224C49458BB}"/>
                <c:ext xmlns:c16="http://schemas.microsoft.com/office/drawing/2014/chart" uri="{C3380CC4-5D6E-409C-BE32-E72D297353CC}">
                  <c16:uniqueId val="{0000013E-54F4-4F49-BF99-32C6A3633B7B}"/>
                </c:ext>
              </c:extLst>
            </c:dLbl>
            <c:dLbl>
              <c:idx val="136"/>
              <c:delete val="1"/>
              <c:extLst>
                <c:ext xmlns:c15="http://schemas.microsoft.com/office/drawing/2012/chart" uri="{CE6537A1-D6FC-4f65-9D91-7224C49458BB}"/>
                <c:ext xmlns:c16="http://schemas.microsoft.com/office/drawing/2014/chart" uri="{C3380CC4-5D6E-409C-BE32-E72D297353CC}">
                  <c16:uniqueId val="{0000013F-54F4-4F49-BF99-32C6A3633B7B}"/>
                </c:ext>
              </c:extLst>
            </c:dLbl>
            <c:dLbl>
              <c:idx val="137"/>
              <c:delete val="1"/>
              <c:extLst>
                <c:ext xmlns:c15="http://schemas.microsoft.com/office/drawing/2012/chart" uri="{CE6537A1-D6FC-4f65-9D91-7224C49458BB}"/>
                <c:ext xmlns:c16="http://schemas.microsoft.com/office/drawing/2014/chart" uri="{C3380CC4-5D6E-409C-BE32-E72D297353CC}">
                  <c16:uniqueId val="{00000140-54F4-4F49-BF99-32C6A3633B7B}"/>
                </c:ext>
              </c:extLst>
            </c:dLbl>
            <c:dLbl>
              <c:idx val="138"/>
              <c:delete val="1"/>
              <c:extLst>
                <c:ext xmlns:c15="http://schemas.microsoft.com/office/drawing/2012/chart" uri="{CE6537A1-D6FC-4f65-9D91-7224C49458BB}"/>
                <c:ext xmlns:c16="http://schemas.microsoft.com/office/drawing/2014/chart" uri="{C3380CC4-5D6E-409C-BE32-E72D297353CC}">
                  <c16:uniqueId val="{00000141-54F4-4F49-BF99-32C6A3633B7B}"/>
                </c:ext>
              </c:extLst>
            </c:dLbl>
            <c:dLbl>
              <c:idx val="139"/>
              <c:delete val="1"/>
              <c:extLst>
                <c:ext xmlns:c15="http://schemas.microsoft.com/office/drawing/2012/chart" uri="{CE6537A1-D6FC-4f65-9D91-7224C49458BB}"/>
                <c:ext xmlns:c16="http://schemas.microsoft.com/office/drawing/2014/chart" uri="{C3380CC4-5D6E-409C-BE32-E72D297353CC}">
                  <c16:uniqueId val="{00000142-54F4-4F49-BF99-32C6A3633B7B}"/>
                </c:ext>
              </c:extLst>
            </c:dLbl>
            <c:dLbl>
              <c:idx val="140"/>
              <c:delete val="1"/>
              <c:extLst>
                <c:ext xmlns:c15="http://schemas.microsoft.com/office/drawing/2012/chart" uri="{CE6537A1-D6FC-4f65-9D91-7224C49458BB}"/>
                <c:ext xmlns:c16="http://schemas.microsoft.com/office/drawing/2014/chart" uri="{C3380CC4-5D6E-409C-BE32-E72D297353CC}">
                  <c16:uniqueId val="{00000143-54F4-4F49-BF99-32C6A3633B7B}"/>
                </c:ext>
              </c:extLst>
            </c:dLbl>
            <c:dLbl>
              <c:idx val="141"/>
              <c:delete val="1"/>
              <c:extLst>
                <c:ext xmlns:c15="http://schemas.microsoft.com/office/drawing/2012/chart" uri="{CE6537A1-D6FC-4f65-9D91-7224C49458BB}"/>
                <c:ext xmlns:c16="http://schemas.microsoft.com/office/drawing/2014/chart" uri="{C3380CC4-5D6E-409C-BE32-E72D297353CC}">
                  <c16:uniqueId val="{00000144-54F4-4F49-BF99-32C6A3633B7B}"/>
                </c:ext>
              </c:extLst>
            </c:dLbl>
            <c:dLbl>
              <c:idx val="142"/>
              <c:delete val="1"/>
              <c:extLst>
                <c:ext xmlns:c15="http://schemas.microsoft.com/office/drawing/2012/chart" uri="{CE6537A1-D6FC-4f65-9D91-7224C49458BB}"/>
                <c:ext xmlns:c16="http://schemas.microsoft.com/office/drawing/2014/chart" uri="{C3380CC4-5D6E-409C-BE32-E72D297353CC}">
                  <c16:uniqueId val="{00000145-54F4-4F49-BF99-32C6A3633B7B}"/>
                </c:ext>
              </c:extLst>
            </c:dLbl>
            <c:dLbl>
              <c:idx val="143"/>
              <c:delete val="1"/>
              <c:extLst>
                <c:ext xmlns:c15="http://schemas.microsoft.com/office/drawing/2012/chart" uri="{CE6537A1-D6FC-4f65-9D91-7224C49458BB}"/>
                <c:ext xmlns:c16="http://schemas.microsoft.com/office/drawing/2014/chart" uri="{C3380CC4-5D6E-409C-BE32-E72D297353CC}">
                  <c16:uniqueId val="{00000146-54F4-4F49-BF99-32C6A3633B7B}"/>
                </c:ext>
              </c:extLst>
            </c:dLbl>
            <c:dLbl>
              <c:idx val="144"/>
              <c:delete val="1"/>
              <c:extLst>
                <c:ext xmlns:c15="http://schemas.microsoft.com/office/drawing/2012/chart" uri="{CE6537A1-D6FC-4f65-9D91-7224C49458BB}"/>
                <c:ext xmlns:c16="http://schemas.microsoft.com/office/drawing/2014/chart" uri="{C3380CC4-5D6E-409C-BE32-E72D297353CC}">
                  <c16:uniqueId val="{00000147-54F4-4F49-BF99-32C6A3633B7B}"/>
                </c:ext>
              </c:extLst>
            </c:dLbl>
            <c:dLbl>
              <c:idx val="145"/>
              <c:delete val="1"/>
              <c:extLst>
                <c:ext xmlns:c15="http://schemas.microsoft.com/office/drawing/2012/chart" uri="{CE6537A1-D6FC-4f65-9D91-7224C49458BB}"/>
                <c:ext xmlns:c16="http://schemas.microsoft.com/office/drawing/2014/chart" uri="{C3380CC4-5D6E-409C-BE32-E72D297353CC}">
                  <c16:uniqueId val="{00000148-54F4-4F49-BF99-32C6A3633B7B}"/>
                </c:ext>
              </c:extLst>
            </c:dLbl>
            <c:dLbl>
              <c:idx val="146"/>
              <c:delete val="1"/>
              <c:extLst>
                <c:ext xmlns:c15="http://schemas.microsoft.com/office/drawing/2012/chart" uri="{CE6537A1-D6FC-4f65-9D91-7224C49458BB}"/>
                <c:ext xmlns:c16="http://schemas.microsoft.com/office/drawing/2014/chart" uri="{C3380CC4-5D6E-409C-BE32-E72D297353CC}">
                  <c16:uniqueId val="{00000149-54F4-4F49-BF99-32C6A3633B7B}"/>
                </c:ext>
              </c:extLst>
            </c:dLbl>
            <c:dLbl>
              <c:idx val="147"/>
              <c:delete val="1"/>
              <c:extLst>
                <c:ext xmlns:c15="http://schemas.microsoft.com/office/drawing/2012/chart" uri="{CE6537A1-D6FC-4f65-9D91-7224C49458BB}"/>
                <c:ext xmlns:c16="http://schemas.microsoft.com/office/drawing/2014/chart" uri="{C3380CC4-5D6E-409C-BE32-E72D297353CC}">
                  <c16:uniqueId val="{0000014A-54F4-4F49-BF99-32C6A3633B7B}"/>
                </c:ext>
              </c:extLst>
            </c:dLbl>
            <c:dLbl>
              <c:idx val="148"/>
              <c:delete val="1"/>
              <c:extLst>
                <c:ext xmlns:c15="http://schemas.microsoft.com/office/drawing/2012/chart" uri="{CE6537A1-D6FC-4f65-9D91-7224C49458BB}"/>
                <c:ext xmlns:c16="http://schemas.microsoft.com/office/drawing/2014/chart" uri="{C3380CC4-5D6E-409C-BE32-E72D297353CC}">
                  <c16:uniqueId val="{0000014B-54F4-4F49-BF99-32C6A3633B7B}"/>
                </c:ext>
              </c:extLst>
            </c:dLbl>
            <c:dLbl>
              <c:idx val="149"/>
              <c:delete val="1"/>
              <c:extLst>
                <c:ext xmlns:c15="http://schemas.microsoft.com/office/drawing/2012/chart" uri="{CE6537A1-D6FC-4f65-9D91-7224C49458BB}"/>
                <c:ext xmlns:c16="http://schemas.microsoft.com/office/drawing/2014/chart" uri="{C3380CC4-5D6E-409C-BE32-E72D297353CC}">
                  <c16:uniqueId val="{0000014C-54F4-4F49-BF99-32C6A3633B7B}"/>
                </c:ext>
              </c:extLst>
            </c:dLbl>
            <c:dLbl>
              <c:idx val="150"/>
              <c:delete val="1"/>
              <c:extLst>
                <c:ext xmlns:c15="http://schemas.microsoft.com/office/drawing/2012/chart" uri="{CE6537A1-D6FC-4f65-9D91-7224C49458BB}"/>
                <c:ext xmlns:c16="http://schemas.microsoft.com/office/drawing/2014/chart" uri="{C3380CC4-5D6E-409C-BE32-E72D297353CC}">
                  <c16:uniqueId val="{0000014D-54F4-4F49-BF99-32C6A3633B7B}"/>
                </c:ext>
              </c:extLst>
            </c:dLbl>
            <c:dLbl>
              <c:idx val="151"/>
              <c:delete val="1"/>
              <c:extLst>
                <c:ext xmlns:c15="http://schemas.microsoft.com/office/drawing/2012/chart" uri="{CE6537A1-D6FC-4f65-9D91-7224C49458BB}"/>
                <c:ext xmlns:c16="http://schemas.microsoft.com/office/drawing/2014/chart" uri="{C3380CC4-5D6E-409C-BE32-E72D297353CC}">
                  <c16:uniqueId val="{0000014E-54F4-4F49-BF99-32C6A3633B7B}"/>
                </c:ext>
              </c:extLst>
            </c:dLbl>
            <c:dLbl>
              <c:idx val="152"/>
              <c:delete val="1"/>
              <c:extLst>
                <c:ext xmlns:c15="http://schemas.microsoft.com/office/drawing/2012/chart" uri="{CE6537A1-D6FC-4f65-9D91-7224C49458BB}"/>
                <c:ext xmlns:c16="http://schemas.microsoft.com/office/drawing/2014/chart" uri="{C3380CC4-5D6E-409C-BE32-E72D297353CC}">
                  <c16:uniqueId val="{0000014F-54F4-4F49-BF99-32C6A3633B7B}"/>
                </c:ext>
              </c:extLst>
            </c:dLbl>
            <c:dLbl>
              <c:idx val="153"/>
              <c:delete val="1"/>
              <c:extLst>
                <c:ext xmlns:c15="http://schemas.microsoft.com/office/drawing/2012/chart" uri="{CE6537A1-D6FC-4f65-9D91-7224C49458BB}"/>
                <c:ext xmlns:c16="http://schemas.microsoft.com/office/drawing/2014/chart" uri="{C3380CC4-5D6E-409C-BE32-E72D297353CC}">
                  <c16:uniqueId val="{00000150-54F4-4F49-BF99-32C6A3633B7B}"/>
                </c:ext>
              </c:extLst>
            </c:dLbl>
            <c:dLbl>
              <c:idx val="154"/>
              <c:delete val="1"/>
              <c:extLst>
                <c:ext xmlns:c15="http://schemas.microsoft.com/office/drawing/2012/chart" uri="{CE6537A1-D6FC-4f65-9D91-7224C49458BB}"/>
                <c:ext xmlns:c16="http://schemas.microsoft.com/office/drawing/2014/chart" uri="{C3380CC4-5D6E-409C-BE32-E72D297353CC}">
                  <c16:uniqueId val="{00000151-54F4-4F49-BF99-32C6A3633B7B}"/>
                </c:ext>
              </c:extLst>
            </c:dLbl>
            <c:dLbl>
              <c:idx val="155"/>
              <c:delete val="1"/>
              <c:extLst>
                <c:ext xmlns:c15="http://schemas.microsoft.com/office/drawing/2012/chart" uri="{CE6537A1-D6FC-4f65-9D91-7224C49458BB}"/>
                <c:ext xmlns:c16="http://schemas.microsoft.com/office/drawing/2014/chart" uri="{C3380CC4-5D6E-409C-BE32-E72D297353CC}">
                  <c16:uniqueId val="{00000152-54F4-4F49-BF99-32C6A3633B7B}"/>
                </c:ext>
              </c:extLst>
            </c:dLbl>
            <c:dLbl>
              <c:idx val="156"/>
              <c:delete val="1"/>
              <c:extLst>
                <c:ext xmlns:c15="http://schemas.microsoft.com/office/drawing/2012/chart" uri="{CE6537A1-D6FC-4f65-9D91-7224C49458BB}"/>
                <c:ext xmlns:c16="http://schemas.microsoft.com/office/drawing/2014/chart" uri="{C3380CC4-5D6E-409C-BE32-E72D297353CC}">
                  <c16:uniqueId val="{00000153-54F4-4F49-BF99-32C6A3633B7B}"/>
                </c:ext>
              </c:extLst>
            </c:dLbl>
            <c:dLbl>
              <c:idx val="157"/>
              <c:delete val="1"/>
              <c:extLst>
                <c:ext xmlns:c15="http://schemas.microsoft.com/office/drawing/2012/chart" uri="{CE6537A1-D6FC-4f65-9D91-7224C49458BB}"/>
                <c:ext xmlns:c16="http://schemas.microsoft.com/office/drawing/2014/chart" uri="{C3380CC4-5D6E-409C-BE32-E72D297353CC}">
                  <c16:uniqueId val="{00000154-54F4-4F49-BF99-32C6A3633B7B}"/>
                </c:ext>
              </c:extLst>
            </c:dLbl>
            <c:dLbl>
              <c:idx val="158"/>
              <c:delete val="1"/>
              <c:extLst>
                <c:ext xmlns:c15="http://schemas.microsoft.com/office/drawing/2012/chart" uri="{CE6537A1-D6FC-4f65-9D91-7224C49458BB}"/>
                <c:ext xmlns:c16="http://schemas.microsoft.com/office/drawing/2014/chart" uri="{C3380CC4-5D6E-409C-BE32-E72D297353CC}">
                  <c16:uniqueId val="{00000155-54F4-4F49-BF99-32C6A3633B7B}"/>
                </c:ext>
              </c:extLst>
            </c:dLbl>
            <c:dLbl>
              <c:idx val="159"/>
              <c:delete val="1"/>
              <c:extLst>
                <c:ext xmlns:c15="http://schemas.microsoft.com/office/drawing/2012/chart" uri="{CE6537A1-D6FC-4f65-9D91-7224C49458BB}"/>
                <c:ext xmlns:c16="http://schemas.microsoft.com/office/drawing/2014/chart" uri="{C3380CC4-5D6E-409C-BE32-E72D297353CC}">
                  <c16:uniqueId val="{00000156-54F4-4F49-BF99-32C6A3633B7B}"/>
                </c:ext>
              </c:extLst>
            </c:dLbl>
            <c:dLbl>
              <c:idx val="160"/>
              <c:delete val="1"/>
              <c:extLst>
                <c:ext xmlns:c15="http://schemas.microsoft.com/office/drawing/2012/chart" uri="{CE6537A1-D6FC-4f65-9D91-7224C49458BB}"/>
                <c:ext xmlns:c16="http://schemas.microsoft.com/office/drawing/2014/chart" uri="{C3380CC4-5D6E-409C-BE32-E72D297353CC}">
                  <c16:uniqueId val="{00000157-54F4-4F49-BF99-32C6A3633B7B}"/>
                </c:ext>
              </c:extLst>
            </c:dLbl>
            <c:dLbl>
              <c:idx val="161"/>
              <c:delete val="1"/>
              <c:extLst>
                <c:ext xmlns:c15="http://schemas.microsoft.com/office/drawing/2012/chart" uri="{CE6537A1-D6FC-4f65-9D91-7224C49458BB}"/>
                <c:ext xmlns:c16="http://schemas.microsoft.com/office/drawing/2014/chart" uri="{C3380CC4-5D6E-409C-BE32-E72D297353CC}">
                  <c16:uniqueId val="{00000158-54F4-4F49-BF99-32C6A3633B7B}"/>
                </c:ext>
              </c:extLst>
            </c:dLbl>
            <c:dLbl>
              <c:idx val="162"/>
              <c:delete val="1"/>
              <c:extLst>
                <c:ext xmlns:c15="http://schemas.microsoft.com/office/drawing/2012/chart" uri="{CE6537A1-D6FC-4f65-9D91-7224C49458BB}"/>
                <c:ext xmlns:c16="http://schemas.microsoft.com/office/drawing/2014/chart" uri="{C3380CC4-5D6E-409C-BE32-E72D297353CC}">
                  <c16:uniqueId val="{00000159-54F4-4F49-BF99-32C6A3633B7B}"/>
                </c:ext>
              </c:extLst>
            </c:dLbl>
            <c:dLbl>
              <c:idx val="163"/>
              <c:delete val="1"/>
              <c:extLst>
                <c:ext xmlns:c15="http://schemas.microsoft.com/office/drawing/2012/chart" uri="{CE6537A1-D6FC-4f65-9D91-7224C49458BB}"/>
                <c:ext xmlns:c16="http://schemas.microsoft.com/office/drawing/2014/chart" uri="{C3380CC4-5D6E-409C-BE32-E72D297353CC}">
                  <c16:uniqueId val="{0000015A-54F4-4F49-BF99-32C6A3633B7B}"/>
                </c:ext>
              </c:extLst>
            </c:dLbl>
            <c:dLbl>
              <c:idx val="164"/>
              <c:delete val="1"/>
              <c:extLst>
                <c:ext xmlns:c15="http://schemas.microsoft.com/office/drawing/2012/chart" uri="{CE6537A1-D6FC-4f65-9D91-7224C49458BB}"/>
                <c:ext xmlns:c16="http://schemas.microsoft.com/office/drawing/2014/chart" uri="{C3380CC4-5D6E-409C-BE32-E72D297353CC}">
                  <c16:uniqueId val="{0000015B-54F4-4F49-BF99-32C6A3633B7B}"/>
                </c:ext>
              </c:extLst>
            </c:dLbl>
            <c:dLbl>
              <c:idx val="165"/>
              <c:delete val="1"/>
              <c:extLst>
                <c:ext xmlns:c15="http://schemas.microsoft.com/office/drawing/2012/chart" uri="{CE6537A1-D6FC-4f65-9D91-7224C49458BB}"/>
                <c:ext xmlns:c16="http://schemas.microsoft.com/office/drawing/2014/chart" uri="{C3380CC4-5D6E-409C-BE32-E72D297353CC}">
                  <c16:uniqueId val="{0000015C-54F4-4F49-BF99-32C6A3633B7B}"/>
                </c:ext>
              </c:extLst>
            </c:dLbl>
            <c:dLbl>
              <c:idx val="166"/>
              <c:delete val="1"/>
              <c:extLst>
                <c:ext xmlns:c15="http://schemas.microsoft.com/office/drawing/2012/chart" uri="{CE6537A1-D6FC-4f65-9D91-7224C49458BB}"/>
                <c:ext xmlns:c16="http://schemas.microsoft.com/office/drawing/2014/chart" uri="{C3380CC4-5D6E-409C-BE32-E72D297353CC}">
                  <c16:uniqueId val="{0000015D-54F4-4F49-BF99-32C6A3633B7B}"/>
                </c:ext>
              </c:extLst>
            </c:dLbl>
            <c:dLbl>
              <c:idx val="167"/>
              <c:delete val="1"/>
              <c:extLst>
                <c:ext xmlns:c15="http://schemas.microsoft.com/office/drawing/2012/chart" uri="{CE6537A1-D6FC-4f65-9D91-7224C49458BB}"/>
                <c:ext xmlns:c16="http://schemas.microsoft.com/office/drawing/2014/chart" uri="{C3380CC4-5D6E-409C-BE32-E72D297353CC}">
                  <c16:uniqueId val="{0000015E-54F4-4F49-BF99-32C6A3633B7B}"/>
                </c:ext>
              </c:extLst>
            </c:dLbl>
            <c:dLbl>
              <c:idx val="168"/>
              <c:delete val="1"/>
              <c:extLst>
                <c:ext xmlns:c15="http://schemas.microsoft.com/office/drawing/2012/chart" uri="{CE6537A1-D6FC-4f65-9D91-7224C49458BB}"/>
                <c:ext xmlns:c16="http://schemas.microsoft.com/office/drawing/2014/chart" uri="{C3380CC4-5D6E-409C-BE32-E72D297353CC}">
                  <c16:uniqueId val="{0000015F-54F4-4F49-BF99-32C6A3633B7B}"/>
                </c:ext>
              </c:extLst>
            </c:dLbl>
            <c:dLbl>
              <c:idx val="169"/>
              <c:delete val="1"/>
              <c:extLst>
                <c:ext xmlns:c15="http://schemas.microsoft.com/office/drawing/2012/chart" uri="{CE6537A1-D6FC-4f65-9D91-7224C49458BB}"/>
                <c:ext xmlns:c16="http://schemas.microsoft.com/office/drawing/2014/chart" uri="{C3380CC4-5D6E-409C-BE32-E72D297353CC}">
                  <c16:uniqueId val="{00000160-54F4-4F49-BF99-32C6A3633B7B}"/>
                </c:ext>
              </c:extLst>
            </c:dLbl>
            <c:dLbl>
              <c:idx val="170"/>
              <c:delete val="1"/>
              <c:extLst>
                <c:ext xmlns:c15="http://schemas.microsoft.com/office/drawing/2012/chart" uri="{CE6537A1-D6FC-4f65-9D91-7224C49458BB}"/>
                <c:ext xmlns:c16="http://schemas.microsoft.com/office/drawing/2014/chart" uri="{C3380CC4-5D6E-409C-BE32-E72D297353CC}">
                  <c16:uniqueId val="{00000161-54F4-4F49-BF99-32C6A3633B7B}"/>
                </c:ext>
              </c:extLst>
            </c:dLbl>
            <c:dLbl>
              <c:idx val="171"/>
              <c:delete val="1"/>
              <c:extLst>
                <c:ext xmlns:c15="http://schemas.microsoft.com/office/drawing/2012/chart" uri="{CE6537A1-D6FC-4f65-9D91-7224C49458BB}"/>
                <c:ext xmlns:c16="http://schemas.microsoft.com/office/drawing/2014/chart" uri="{C3380CC4-5D6E-409C-BE32-E72D297353CC}">
                  <c16:uniqueId val="{00000162-54F4-4F49-BF99-32C6A3633B7B}"/>
                </c:ext>
              </c:extLst>
            </c:dLbl>
            <c:dLbl>
              <c:idx val="172"/>
              <c:delete val="1"/>
              <c:extLst>
                <c:ext xmlns:c15="http://schemas.microsoft.com/office/drawing/2012/chart" uri="{CE6537A1-D6FC-4f65-9D91-7224C49458BB}"/>
                <c:ext xmlns:c16="http://schemas.microsoft.com/office/drawing/2014/chart" uri="{C3380CC4-5D6E-409C-BE32-E72D297353CC}">
                  <c16:uniqueId val="{00000163-54F4-4F49-BF99-32C6A3633B7B}"/>
                </c:ext>
              </c:extLst>
            </c:dLbl>
            <c:dLbl>
              <c:idx val="173"/>
              <c:delete val="1"/>
              <c:extLst>
                <c:ext xmlns:c15="http://schemas.microsoft.com/office/drawing/2012/chart" uri="{CE6537A1-D6FC-4f65-9D91-7224C49458BB}"/>
                <c:ext xmlns:c16="http://schemas.microsoft.com/office/drawing/2014/chart" uri="{C3380CC4-5D6E-409C-BE32-E72D297353CC}">
                  <c16:uniqueId val="{00000164-54F4-4F49-BF99-32C6A3633B7B}"/>
                </c:ext>
              </c:extLst>
            </c:dLbl>
            <c:dLbl>
              <c:idx val="174"/>
              <c:delete val="1"/>
              <c:extLst>
                <c:ext xmlns:c15="http://schemas.microsoft.com/office/drawing/2012/chart" uri="{CE6537A1-D6FC-4f65-9D91-7224C49458BB}"/>
                <c:ext xmlns:c16="http://schemas.microsoft.com/office/drawing/2014/chart" uri="{C3380CC4-5D6E-409C-BE32-E72D297353CC}">
                  <c16:uniqueId val="{00000165-54F4-4F49-BF99-32C6A3633B7B}"/>
                </c:ext>
              </c:extLst>
            </c:dLbl>
            <c:dLbl>
              <c:idx val="175"/>
              <c:delete val="1"/>
              <c:extLst>
                <c:ext xmlns:c15="http://schemas.microsoft.com/office/drawing/2012/chart" uri="{CE6537A1-D6FC-4f65-9D91-7224C49458BB}"/>
                <c:ext xmlns:c16="http://schemas.microsoft.com/office/drawing/2014/chart" uri="{C3380CC4-5D6E-409C-BE32-E72D297353CC}">
                  <c16:uniqueId val="{00000166-54F4-4F49-BF99-32C6A3633B7B}"/>
                </c:ext>
              </c:extLst>
            </c:dLbl>
            <c:dLbl>
              <c:idx val="176"/>
              <c:delete val="1"/>
              <c:extLst>
                <c:ext xmlns:c15="http://schemas.microsoft.com/office/drawing/2012/chart" uri="{CE6537A1-D6FC-4f65-9D91-7224C49458BB}"/>
                <c:ext xmlns:c16="http://schemas.microsoft.com/office/drawing/2014/chart" uri="{C3380CC4-5D6E-409C-BE32-E72D297353CC}">
                  <c16:uniqueId val="{00000167-54F4-4F49-BF99-32C6A3633B7B}"/>
                </c:ext>
              </c:extLst>
            </c:dLbl>
            <c:dLbl>
              <c:idx val="177"/>
              <c:delete val="1"/>
              <c:extLst>
                <c:ext xmlns:c15="http://schemas.microsoft.com/office/drawing/2012/chart" uri="{CE6537A1-D6FC-4f65-9D91-7224C49458BB}"/>
                <c:ext xmlns:c16="http://schemas.microsoft.com/office/drawing/2014/chart" uri="{C3380CC4-5D6E-409C-BE32-E72D297353CC}">
                  <c16:uniqueId val="{00000168-54F4-4F49-BF99-32C6A3633B7B}"/>
                </c:ext>
              </c:extLst>
            </c:dLbl>
            <c:dLbl>
              <c:idx val="178"/>
              <c:delete val="1"/>
              <c:extLst>
                <c:ext xmlns:c15="http://schemas.microsoft.com/office/drawing/2012/chart" uri="{CE6537A1-D6FC-4f65-9D91-7224C49458BB}"/>
                <c:ext xmlns:c16="http://schemas.microsoft.com/office/drawing/2014/chart" uri="{C3380CC4-5D6E-409C-BE32-E72D297353CC}">
                  <c16:uniqueId val="{00000169-54F4-4F49-BF99-32C6A3633B7B}"/>
                </c:ext>
              </c:extLst>
            </c:dLbl>
            <c:dLbl>
              <c:idx val="179"/>
              <c:delete val="1"/>
              <c:extLst>
                <c:ext xmlns:c15="http://schemas.microsoft.com/office/drawing/2012/chart" uri="{CE6537A1-D6FC-4f65-9D91-7224C49458BB}"/>
                <c:ext xmlns:c16="http://schemas.microsoft.com/office/drawing/2014/chart" uri="{C3380CC4-5D6E-409C-BE32-E72D297353CC}">
                  <c16:uniqueId val="{0000016A-54F4-4F49-BF99-32C6A3633B7B}"/>
                </c:ext>
              </c:extLst>
            </c:dLbl>
            <c:dLbl>
              <c:idx val="180"/>
              <c:delete val="1"/>
              <c:extLst>
                <c:ext xmlns:c15="http://schemas.microsoft.com/office/drawing/2012/chart" uri="{CE6537A1-D6FC-4f65-9D91-7224C49458BB}"/>
                <c:ext xmlns:c16="http://schemas.microsoft.com/office/drawing/2014/chart" uri="{C3380CC4-5D6E-409C-BE32-E72D297353CC}">
                  <c16:uniqueId val="{0000016B-54F4-4F49-BF99-32C6A3633B7B}"/>
                </c:ext>
              </c:extLst>
            </c:dLbl>
            <c:dLbl>
              <c:idx val="181"/>
              <c:tx>
                <c:rich>
                  <a:bodyPr/>
                  <a:lstStyle/>
                  <a:p>
                    <a:r>
                      <a:rPr lang="en-US" sz="900" b="0" baseline="0">
                        <a:solidFill>
                          <a:srgbClr val="1F2F44"/>
                        </a:solidFill>
                        <a:latin typeface="Roboto Light"/>
                      </a:rPr>
                      <a:t>1.0%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16C-54F4-4F49-BF99-32C6A3633B7B}"/>
                </c:ext>
              </c:extLst>
            </c:dLbl>
            <c:spPr>
              <a:noFill/>
              <a:ln>
                <a:noFill/>
              </a:ln>
              <a:effectLst/>
            </c:spPr>
            <c:txPr>
              <a:bodyPr wrap="square" lIns="38100" tIns="19050" rIns="38100" bIns="19050" anchor="ctr">
                <a:spAutoFit/>
              </a:bodyPr>
              <a:lstStyle/>
              <a:p>
                <a:pPr>
                  <a:defRPr b="1"/>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'E4'!$A$2:$A$183</c:f>
              <c:numCache>
                <c:formatCode>yyyy\-mm\-dd</c:formatCode>
                <c:ptCount val="182"/>
                <c:pt idx="0">
                  <c:v>46055</c:v>
                </c:pt>
                <c:pt idx="1">
                  <c:v>46056</c:v>
                </c:pt>
                <c:pt idx="2">
                  <c:v>46057</c:v>
                </c:pt>
                <c:pt idx="3">
                  <c:v>46058</c:v>
                </c:pt>
                <c:pt idx="4">
                  <c:v>46059</c:v>
                </c:pt>
                <c:pt idx="5">
                  <c:v>46062</c:v>
                </c:pt>
                <c:pt idx="6">
                  <c:v>46063</c:v>
                </c:pt>
                <c:pt idx="7">
                  <c:v>46064</c:v>
                </c:pt>
                <c:pt idx="8">
                  <c:v>46065</c:v>
                </c:pt>
                <c:pt idx="9">
                  <c:v>46066</c:v>
                </c:pt>
                <c:pt idx="10">
                  <c:v>46071</c:v>
                </c:pt>
                <c:pt idx="11">
                  <c:v>46072</c:v>
                </c:pt>
                <c:pt idx="12">
                  <c:v>46073</c:v>
                </c:pt>
                <c:pt idx="13">
                  <c:v>46076</c:v>
                </c:pt>
                <c:pt idx="14">
                  <c:v>46077</c:v>
                </c:pt>
                <c:pt idx="15">
                  <c:v>46078</c:v>
                </c:pt>
                <c:pt idx="16">
                  <c:v>46079</c:v>
                </c:pt>
                <c:pt idx="17">
                  <c:v>46080</c:v>
                </c:pt>
                <c:pt idx="18">
                  <c:v>46083</c:v>
                </c:pt>
                <c:pt idx="19">
                  <c:v>46084</c:v>
                </c:pt>
                <c:pt idx="20">
                  <c:v>46085</c:v>
                </c:pt>
                <c:pt idx="21">
                  <c:v>46086</c:v>
                </c:pt>
                <c:pt idx="22">
                  <c:v>46087</c:v>
                </c:pt>
                <c:pt idx="23">
                  <c:v>46090</c:v>
                </c:pt>
                <c:pt idx="24">
                  <c:v>46091</c:v>
                </c:pt>
                <c:pt idx="25">
                  <c:v>46092</c:v>
                </c:pt>
                <c:pt idx="26">
                  <c:v>46093</c:v>
                </c:pt>
                <c:pt idx="27">
                  <c:v>46094</c:v>
                </c:pt>
                <c:pt idx="28">
                  <c:v>46097</c:v>
                </c:pt>
                <c:pt idx="29">
                  <c:v>46098</c:v>
                </c:pt>
                <c:pt idx="30">
                  <c:v>46099</c:v>
                </c:pt>
                <c:pt idx="31">
                  <c:v>46100</c:v>
                </c:pt>
                <c:pt idx="32">
                  <c:v>46101</c:v>
                </c:pt>
                <c:pt idx="33">
                  <c:v>46104</c:v>
                </c:pt>
                <c:pt idx="34">
                  <c:v>46105</c:v>
                </c:pt>
                <c:pt idx="35">
                  <c:v>46106</c:v>
                </c:pt>
                <c:pt idx="36">
                  <c:v>46107</c:v>
                </c:pt>
                <c:pt idx="37">
                  <c:v>46108</c:v>
                </c:pt>
                <c:pt idx="38">
                  <c:v>46111</c:v>
                </c:pt>
                <c:pt idx="39">
                  <c:v>46112</c:v>
                </c:pt>
                <c:pt idx="40">
                  <c:v>46113</c:v>
                </c:pt>
                <c:pt idx="41">
                  <c:v>46114</c:v>
                </c:pt>
                <c:pt idx="42">
                  <c:v>46118</c:v>
                </c:pt>
                <c:pt idx="43">
                  <c:v>46119</c:v>
                </c:pt>
                <c:pt idx="44">
                  <c:v>46120</c:v>
                </c:pt>
                <c:pt idx="45">
                  <c:v>46121</c:v>
                </c:pt>
                <c:pt idx="46">
                  <c:v>46122</c:v>
                </c:pt>
                <c:pt idx="47">
                  <c:v>46125</c:v>
                </c:pt>
                <c:pt idx="48">
                  <c:v>46126</c:v>
                </c:pt>
                <c:pt idx="49">
                  <c:v>46127</c:v>
                </c:pt>
                <c:pt idx="50">
                  <c:v>46128</c:v>
                </c:pt>
                <c:pt idx="51">
                  <c:v>46129</c:v>
                </c:pt>
                <c:pt idx="52">
                  <c:v>46132</c:v>
                </c:pt>
                <c:pt idx="53">
                  <c:v>46134</c:v>
                </c:pt>
                <c:pt idx="54">
                  <c:v>46135</c:v>
                </c:pt>
                <c:pt idx="55">
                  <c:v>46136</c:v>
                </c:pt>
                <c:pt idx="56">
                  <c:v>46139</c:v>
                </c:pt>
                <c:pt idx="57">
                  <c:v>46140</c:v>
                </c:pt>
                <c:pt idx="58">
                  <c:v>46141</c:v>
                </c:pt>
                <c:pt idx="59">
                  <c:v>46142</c:v>
                </c:pt>
                <c:pt idx="60">
                  <c:v>46146</c:v>
                </c:pt>
                <c:pt idx="61">
                  <c:v>46147</c:v>
                </c:pt>
                <c:pt idx="62">
                  <c:v>46148</c:v>
                </c:pt>
                <c:pt idx="63">
                  <c:v>46149</c:v>
                </c:pt>
                <c:pt idx="64">
                  <c:v>46150</c:v>
                </c:pt>
                <c:pt idx="65">
                  <c:v>46153</c:v>
                </c:pt>
                <c:pt idx="66">
                  <c:v>46154</c:v>
                </c:pt>
                <c:pt idx="67">
                  <c:v>46155</c:v>
                </c:pt>
                <c:pt idx="68">
                  <c:v>46156</c:v>
                </c:pt>
                <c:pt idx="69">
                  <c:v>46157</c:v>
                </c:pt>
                <c:pt idx="70">
                  <c:v>46160</c:v>
                </c:pt>
                <c:pt idx="71">
                  <c:v>46161</c:v>
                </c:pt>
                <c:pt idx="72">
                  <c:v>46162</c:v>
                </c:pt>
                <c:pt idx="73">
                  <c:v>46163</c:v>
                </c:pt>
                <c:pt idx="74">
                  <c:v>46164</c:v>
                </c:pt>
                <c:pt idx="75">
                  <c:v>46167</c:v>
                </c:pt>
                <c:pt idx="76">
                  <c:v>46168</c:v>
                </c:pt>
                <c:pt idx="77">
                  <c:v>46169</c:v>
                </c:pt>
                <c:pt idx="78">
                  <c:v>46170</c:v>
                </c:pt>
                <c:pt idx="79">
                  <c:v>46171</c:v>
                </c:pt>
                <c:pt idx="80">
                  <c:v>46174</c:v>
                </c:pt>
                <c:pt idx="81">
                  <c:v>46175</c:v>
                </c:pt>
                <c:pt idx="82">
                  <c:v>46176</c:v>
                </c:pt>
                <c:pt idx="83">
                  <c:v>46178</c:v>
                </c:pt>
                <c:pt idx="84">
                  <c:v>46181</c:v>
                </c:pt>
                <c:pt idx="85">
                  <c:v>46182</c:v>
                </c:pt>
                <c:pt idx="86">
                  <c:v>46183</c:v>
                </c:pt>
                <c:pt idx="87">
                  <c:v>46184</c:v>
                </c:pt>
                <c:pt idx="88">
                  <c:v>46185</c:v>
                </c:pt>
                <c:pt idx="89">
                  <c:v>46188</c:v>
                </c:pt>
                <c:pt idx="90">
                  <c:v>46189</c:v>
                </c:pt>
                <c:pt idx="91">
                  <c:v>46190</c:v>
                </c:pt>
                <c:pt idx="92">
                  <c:v>46191</c:v>
                </c:pt>
                <c:pt idx="93">
                  <c:v>46192</c:v>
                </c:pt>
                <c:pt idx="94">
                  <c:v>46195</c:v>
                </c:pt>
                <c:pt idx="95">
                  <c:v>46196</c:v>
                </c:pt>
                <c:pt idx="96">
                  <c:v>46197</c:v>
                </c:pt>
                <c:pt idx="97">
                  <c:v>46198</c:v>
                </c:pt>
                <c:pt idx="98">
                  <c:v>46199</c:v>
                </c:pt>
                <c:pt idx="99">
                  <c:v>46202</c:v>
                </c:pt>
                <c:pt idx="100">
                  <c:v>46203</c:v>
                </c:pt>
                <c:pt idx="101">
                  <c:v>46204</c:v>
                </c:pt>
                <c:pt idx="102">
                  <c:v>46205</c:v>
                </c:pt>
                <c:pt idx="103">
                  <c:v>46206</c:v>
                </c:pt>
                <c:pt idx="104">
                  <c:v>46209</c:v>
                </c:pt>
                <c:pt idx="105">
                  <c:v>46210</c:v>
                </c:pt>
                <c:pt idx="106">
                  <c:v>46211</c:v>
                </c:pt>
                <c:pt idx="107">
                  <c:v>46212</c:v>
                </c:pt>
                <c:pt idx="108">
                  <c:v>46213</c:v>
                </c:pt>
                <c:pt idx="109">
                  <c:v>46216</c:v>
                </c:pt>
                <c:pt idx="110">
                  <c:v>46217</c:v>
                </c:pt>
                <c:pt idx="111">
                  <c:v>46218</c:v>
                </c:pt>
                <c:pt idx="112">
                  <c:v>46219</c:v>
                </c:pt>
                <c:pt idx="113">
                  <c:v>46220</c:v>
                </c:pt>
                <c:pt idx="114">
                  <c:v>46223</c:v>
                </c:pt>
                <c:pt idx="115">
                  <c:v>46224</c:v>
                </c:pt>
                <c:pt idx="116">
                  <c:v>46225</c:v>
                </c:pt>
                <c:pt idx="117">
                  <c:v>46226</c:v>
                </c:pt>
                <c:pt idx="118">
                  <c:v>46227</c:v>
                </c:pt>
                <c:pt idx="119">
                  <c:v>46230</c:v>
                </c:pt>
                <c:pt idx="120">
                  <c:v>46231</c:v>
                </c:pt>
                <c:pt idx="121">
                  <c:v>46232</c:v>
                </c:pt>
                <c:pt idx="122">
                  <c:v>46233</c:v>
                </c:pt>
                <c:pt idx="123">
                  <c:v>46234</c:v>
                </c:pt>
                <c:pt idx="124">
                  <c:v>46237</c:v>
                </c:pt>
                <c:pt idx="125">
                  <c:v>46238</c:v>
                </c:pt>
                <c:pt idx="126">
                  <c:v>46239</c:v>
                </c:pt>
                <c:pt idx="127">
                  <c:v>46240</c:v>
                </c:pt>
                <c:pt idx="128">
                  <c:v>46241</c:v>
                </c:pt>
                <c:pt idx="129">
                  <c:v>46244</c:v>
                </c:pt>
                <c:pt idx="130">
                  <c:v>46245</c:v>
                </c:pt>
                <c:pt idx="131">
                  <c:v>46246</c:v>
                </c:pt>
                <c:pt idx="132">
                  <c:v>46247</c:v>
                </c:pt>
                <c:pt idx="133">
                  <c:v>46248</c:v>
                </c:pt>
                <c:pt idx="134">
                  <c:v>46251</c:v>
                </c:pt>
                <c:pt idx="135">
                  <c:v>46252</c:v>
                </c:pt>
                <c:pt idx="136">
                  <c:v>46253</c:v>
                </c:pt>
                <c:pt idx="137">
                  <c:v>46254</c:v>
                </c:pt>
                <c:pt idx="138">
                  <c:v>46255</c:v>
                </c:pt>
                <c:pt idx="139">
                  <c:v>46258</c:v>
                </c:pt>
                <c:pt idx="140">
                  <c:v>46259</c:v>
                </c:pt>
                <c:pt idx="141">
                  <c:v>46260</c:v>
                </c:pt>
                <c:pt idx="142">
                  <c:v>46261</c:v>
                </c:pt>
                <c:pt idx="143">
                  <c:v>46262</c:v>
                </c:pt>
                <c:pt idx="144">
                  <c:v>46265</c:v>
                </c:pt>
                <c:pt idx="145">
                  <c:v>46266</c:v>
                </c:pt>
                <c:pt idx="146">
                  <c:v>46267</c:v>
                </c:pt>
                <c:pt idx="147">
                  <c:v>46268</c:v>
                </c:pt>
                <c:pt idx="148">
                  <c:v>46269</c:v>
                </c:pt>
                <c:pt idx="149">
                  <c:v>46273</c:v>
                </c:pt>
                <c:pt idx="150">
                  <c:v>46274</c:v>
                </c:pt>
                <c:pt idx="151">
                  <c:v>46275</c:v>
                </c:pt>
                <c:pt idx="152">
                  <c:v>46276</c:v>
                </c:pt>
                <c:pt idx="153">
                  <c:v>46279</c:v>
                </c:pt>
                <c:pt idx="154">
                  <c:v>46280</c:v>
                </c:pt>
                <c:pt idx="155">
                  <c:v>46281</c:v>
                </c:pt>
                <c:pt idx="156">
                  <c:v>46282</c:v>
                </c:pt>
                <c:pt idx="157">
                  <c:v>46283</c:v>
                </c:pt>
                <c:pt idx="158">
                  <c:v>46286</c:v>
                </c:pt>
                <c:pt idx="159">
                  <c:v>46287</c:v>
                </c:pt>
                <c:pt idx="160">
                  <c:v>46288</c:v>
                </c:pt>
                <c:pt idx="161">
                  <c:v>46289</c:v>
                </c:pt>
                <c:pt idx="162">
                  <c:v>46290</c:v>
                </c:pt>
                <c:pt idx="163">
                  <c:v>46293</c:v>
                </c:pt>
                <c:pt idx="164">
                  <c:v>46294</c:v>
                </c:pt>
                <c:pt idx="165">
                  <c:v>46295</c:v>
                </c:pt>
                <c:pt idx="166">
                  <c:v>46296</c:v>
                </c:pt>
                <c:pt idx="167">
                  <c:v>46297</c:v>
                </c:pt>
                <c:pt idx="168">
                  <c:v>46300</c:v>
                </c:pt>
                <c:pt idx="169">
                  <c:v>46301</c:v>
                </c:pt>
                <c:pt idx="170">
                  <c:v>46302</c:v>
                </c:pt>
                <c:pt idx="171">
                  <c:v>46303</c:v>
                </c:pt>
                <c:pt idx="172">
                  <c:v>46304</c:v>
                </c:pt>
                <c:pt idx="173">
                  <c:v>46308</c:v>
                </c:pt>
                <c:pt idx="174">
                  <c:v>46309</c:v>
                </c:pt>
                <c:pt idx="175">
                  <c:v>46310</c:v>
                </c:pt>
                <c:pt idx="176">
                  <c:v>46311</c:v>
                </c:pt>
                <c:pt idx="177">
                  <c:v>46314</c:v>
                </c:pt>
                <c:pt idx="178">
                  <c:v>46315</c:v>
                </c:pt>
                <c:pt idx="179">
                  <c:v>46316</c:v>
                </c:pt>
                <c:pt idx="180">
                  <c:v>46317</c:v>
                </c:pt>
                <c:pt idx="181">
                  <c:v>46318</c:v>
                </c:pt>
              </c:numCache>
            </c:numRef>
          </c:cat>
          <c:val>
            <c:numRef>
              <c:f>'E4'!$C$2:$C$183</c:f>
              <c:numCache>
                <c:formatCode>General</c:formatCode>
                <c:ptCount val="182"/>
                <c:pt idx="0">
                  <c:v>12</c:v>
                </c:pt>
                <c:pt idx="1">
                  <c:v>12</c:v>
                </c:pt>
                <c:pt idx="2">
                  <c:v>12</c:v>
                </c:pt>
                <c:pt idx="3">
                  <c:v>12</c:v>
                </c:pt>
                <c:pt idx="4">
                  <c:v>12</c:v>
                </c:pt>
                <c:pt idx="5">
                  <c:v>12</c:v>
                </c:pt>
                <c:pt idx="6">
                  <c:v>12</c:v>
                </c:pt>
                <c:pt idx="7">
                  <c:v>12</c:v>
                </c:pt>
                <c:pt idx="8">
                  <c:v>12</c:v>
                </c:pt>
                <c:pt idx="9">
                  <c:v>12</c:v>
                </c:pt>
                <c:pt idx="10">
                  <c:v>12</c:v>
                </c:pt>
                <c:pt idx="11">
                  <c:v>12</c:v>
                </c:pt>
                <c:pt idx="12">
                  <c:v>12</c:v>
                </c:pt>
                <c:pt idx="13">
                  <c:v>12</c:v>
                </c:pt>
                <c:pt idx="14">
                  <c:v>12</c:v>
                </c:pt>
                <c:pt idx="15">
                  <c:v>12</c:v>
                </c:pt>
                <c:pt idx="16">
                  <c:v>12</c:v>
                </c:pt>
                <c:pt idx="17">
                  <c:v>12</c:v>
                </c:pt>
                <c:pt idx="18">
                  <c:v>12</c:v>
                </c:pt>
                <c:pt idx="19">
                  <c:v>12</c:v>
                </c:pt>
                <c:pt idx="20">
                  <c:v>12</c:v>
                </c:pt>
                <c:pt idx="21">
                  <c:v>12</c:v>
                </c:pt>
                <c:pt idx="22">
                  <c:v>12</c:v>
                </c:pt>
                <c:pt idx="23">
                  <c:v>12</c:v>
                </c:pt>
                <c:pt idx="24">
                  <c:v>12</c:v>
                </c:pt>
                <c:pt idx="25">
                  <c:v>12</c:v>
                </c:pt>
                <c:pt idx="26">
                  <c:v>12</c:v>
                </c:pt>
                <c:pt idx="27">
                  <c:v>12</c:v>
                </c:pt>
                <c:pt idx="28">
                  <c:v>12</c:v>
                </c:pt>
                <c:pt idx="29">
                  <c:v>12</c:v>
                </c:pt>
                <c:pt idx="30">
                  <c:v>12</c:v>
                </c:pt>
                <c:pt idx="31">
                  <c:v>12</c:v>
                </c:pt>
                <c:pt idx="32">
                  <c:v>12</c:v>
                </c:pt>
                <c:pt idx="33">
                  <c:v>12</c:v>
                </c:pt>
                <c:pt idx="34">
                  <c:v>12</c:v>
                </c:pt>
                <c:pt idx="35">
                  <c:v>12</c:v>
                </c:pt>
                <c:pt idx="36">
                  <c:v>12</c:v>
                </c:pt>
                <c:pt idx="37">
                  <c:v>12</c:v>
                </c:pt>
                <c:pt idx="38">
                  <c:v>12</c:v>
                </c:pt>
                <c:pt idx="39">
                  <c:v>12</c:v>
                </c:pt>
                <c:pt idx="40">
                  <c:v>12</c:v>
                </c:pt>
                <c:pt idx="41">
                  <c:v>12</c:v>
                </c:pt>
                <c:pt idx="42">
                  <c:v>12</c:v>
                </c:pt>
                <c:pt idx="43">
                  <c:v>12</c:v>
                </c:pt>
                <c:pt idx="44">
                  <c:v>12</c:v>
                </c:pt>
                <c:pt idx="45">
                  <c:v>12</c:v>
                </c:pt>
                <c:pt idx="46">
                  <c:v>12</c:v>
                </c:pt>
                <c:pt idx="47">
                  <c:v>12</c:v>
                </c:pt>
                <c:pt idx="48">
                  <c:v>12</c:v>
                </c:pt>
                <c:pt idx="49">
                  <c:v>12</c:v>
                </c:pt>
                <c:pt idx="50">
                  <c:v>12</c:v>
                </c:pt>
                <c:pt idx="51">
                  <c:v>12</c:v>
                </c:pt>
                <c:pt idx="52">
                  <c:v>12</c:v>
                </c:pt>
                <c:pt idx="53">
                  <c:v>12</c:v>
                </c:pt>
                <c:pt idx="54">
                  <c:v>12</c:v>
                </c:pt>
                <c:pt idx="55">
                  <c:v>12</c:v>
                </c:pt>
                <c:pt idx="56">
                  <c:v>12</c:v>
                </c:pt>
                <c:pt idx="57">
                  <c:v>12</c:v>
                </c:pt>
                <c:pt idx="58">
                  <c:v>12</c:v>
                </c:pt>
                <c:pt idx="59">
                  <c:v>12</c:v>
                </c:pt>
                <c:pt idx="60">
                  <c:v>12</c:v>
                </c:pt>
                <c:pt idx="61">
                  <c:v>12</c:v>
                </c:pt>
                <c:pt idx="62">
                  <c:v>12</c:v>
                </c:pt>
                <c:pt idx="63">
                  <c:v>12</c:v>
                </c:pt>
                <c:pt idx="64">
                  <c:v>12</c:v>
                </c:pt>
                <c:pt idx="65">
                  <c:v>12</c:v>
                </c:pt>
                <c:pt idx="66">
                  <c:v>12</c:v>
                </c:pt>
                <c:pt idx="67">
                  <c:v>12</c:v>
                </c:pt>
                <c:pt idx="68">
                  <c:v>12</c:v>
                </c:pt>
                <c:pt idx="69">
                  <c:v>12</c:v>
                </c:pt>
                <c:pt idx="70">
                  <c:v>12</c:v>
                </c:pt>
                <c:pt idx="71">
                  <c:v>12</c:v>
                </c:pt>
                <c:pt idx="72">
                  <c:v>12</c:v>
                </c:pt>
                <c:pt idx="73">
                  <c:v>12</c:v>
                </c:pt>
                <c:pt idx="74">
                  <c:v>12</c:v>
                </c:pt>
                <c:pt idx="75">
                  <c:v>12</c:v>
                </c:pt>
                <c:pt idx="76">
                  <c:v>12</c:v>
                </c:pt>
                <c:pt idx="77">
                  <c:v>12</c:v>
                </c:pt>
                <c:pt idx="78">
                  <c:v>12</c:v>
                </c:pt>
                <c:pt idx="79">
                  <c:v>12</c:v>
                </c:pt>
                <c:pt idx="80">
                  <c:v>12</c:v>
                </c:pt>
                <c:pt idx="81">
                  <c:v>12</c:v>
                </c:pt>
                <c:pt idx="82">
                  <c:v>12</c:v>
                </c:pt>
                <c:pt idx="83">
                  <c:v>12</c:v>
                </c:pt>
                <c:pt idx="84">
                  <c:v>12</c:v>
                </c:pt>
                <c:pt idx="85">
                  <c:v>12</c:v>
                </c:pt>
                <c:pt idx="86">
                  <c:v>12</c:v>
                </c:pt>
                <c:pt idx="87">
                  <c:v>12</c:v>
                </c:pt>
                <c:pt idx="88">
                  <c:v>12</c:v>
                </c:pt>
                <c:pt idx="89">
                  <c:v>12</c:v>
                </c:pt>
                <c:pt idx="90">
                  <c:v>12</c:v>
                </c:pt>
                <c:pt idx="91">
                  <c:v>12</c:v>
                </c:pt>
                <c:pt idx="92">
                  <c:v>12</c:v>
                </c:pt>
                <c:pt idx="93">
                  <c:v>12</c:v>
                </c:pt>
                <c:pt idx="94">
                  <c:v>12</c:v>
                </c:pt>
                <c:pt idx="95">
                  <c:v>12</c:v>
                </c:pt>
                <c:pt idx="96">
                  <c:v>12</c:v>
                </c:pt>
                <c:pt idx="97">
                  <c:v>12</c:v>
                </c:pt>
                <c:pt idx="98">
                  <c:v>12</c:v>
                </c:pt>
                <c:pt idx="99">
                  <c:v>12</c:v>
                </c:pt>
                <c:pt idx="100">
                  <c:v>12</c:v>
                </c:pt>
                <c:pt idx="101">
                  <c:v>10</c:v>
                </c:pt>
                <c:pt idx="102">
                  <c:v>10</c:v>
                </c:pt>
                <c:pt idx="103">
                  <c:v>10</c:v>
                </c:pt>
                <c:pt idx="104">
                  <c:v>10</c:v>
                </c:pt>
                <c:pt idx="105">
                  <c:v>10</c:v>
                </c:pt>
                <c:pt idx="106">
                  <c:v>10</c:v>
                </c:pt>
                <c:pt idx="107">
                  <c:v>10</c:v>
                </c:pt>
                <c:pt idx="108">
                  <c:v>10</c:v>
                </c:pt>
                <c:pt idx="109">
                  <c:v>10</c:v>
                </c:pt>
                <c:pt idx="110">
                  <c:v>10</c:v>
                </c:pt>
                <c:pt idx="111">
                  <c:v>10</c:v>
                </c:pt>
                <c:pt idx="112">
                  <c:v>10</c:v>
                </c:pt>
                <c:pt idx="113">
                  <c:v>10</c:v>
                </c:pt>
                <c:pt idx="114">
                  <c:v>10</c:v>
                </c:pt>
                <c:pt idx="115">
                  <c:v>10</c:v>
                </c:pt>
                <c:pt idx="116">
                  <c:v>10</c:v>
                </c:pt>
                <c:pt idx="117">
                  <c:v>10</c:v>
                </c:pt>
                <c:pt idx="118">
                  <c:v>10</c:v>
                </c:pt>
                <c:pt idx="119">
                  <c:v>10</c:v>
                </c:pt>
                <c:pt idx="120">
                  <c:v>10</c:v>
                </c:pt>
                <c:pt idx="121">
                  <c:v>10</c:v>
                </c:pt>
                <c:pt idx="122">
                  <c:v>10</c:v>
                </c:pt>
                <c:pt idx="123">
                  <c:v>10</c:v>
                </c:pt>
                <c:pt idx="124">
                  <c:v>10</c:v>
                </c:pt>
                <c:pt idx="125">
                  <c:v>10</c:v>
                </c:pt>
                <c:pt idx="126">
                  <c:v>10</c:v>
                </c:pt>
                <c:pt idx="127">
                  <c:v>10</c:v>
                </c:pt>
                <c:pt idx="128">
                  <c:v>10</c:v>
                </c:pt>
                <c:pt idx="129">
                  <c:v>10</c:v>
                </c:pt>
                <c:pt idx="130">
                  <c:v>10</c:v>
                </c:pt>
                <c:pt idx="131">
                  <c:v>10</c:v>
                </c:pt>
                <c:pt idx="132">
                  <c:v>10</c:v>
                </c:pt>
                <c:pt idx="133">
                  <c:v>10</c:v>
                </c:pt>
                <c:pt idx="134">
                  <c:v>10</c:v>
                </c:pt>
                <c:pt idx="135">
                  <c:v>10</c:v>
                </c:pt>
                <c:pt idx="136">
                  <c:v>10</c:v>
                </c:pt>
                <c:pt idx="137">
                  <c:v>10</c:v>
                </c:pt>
                <c:pt idx="138">
                  <c:v>10</c:v>
                </c:pt>
                <c:pt idx="139">
                  <c:v>10</c:v>
                </c:pt>
                <c:pt idx="140">
                  <c:v>10</c:v>
                </c:pt>
                <c:pt idx="141">
                  <c:v>10</c:v>
                </c:pt>
                <c:pt idx="142">
                  <c:v>10</c:v>
                </c:pt>
                <c:pt idx="143">
                  <c:v>10</c:v>
                </c:pt>
                <c:pt idx="144">
                  <c:v>10</c:v>
                </c:pt>
                <c:pt idx="145">
                  <c:v>10</c:v>
                </c:pt>
                <c:pt idx="146">
                  <c:v>10</c:v>
                </c:pt>
                <c:pt idx="147">
                  <c:v>10</c:v>
                </c:pt>
                <c:pt idx="148">
                  <c:v>10</c:v>
                </c:pt>
                <c:pt idx="149">
                  <c:v>10</c:v>
                </c:pt>
                <c:pt idx="150">
                  <c:v>10</c:v>
                </c:pt>
                <c:pt idx="151">
                  <c:v>10</c:v>
                </c:pt>
                <c:pt idx="152">
                  <c:v>10</c:v>
                </c:pt>
                <c:pt idx="153">
                  <c:v>10</c:v>
                </c:pt>
                <c:pt idx="154">
                  <c:v>10</c:v>
                </c:pt>
                <c:pt idx="155">
                  <c:v>10</c:v>
                </c:pt>
                <c:pt idx="156">
                  <c:v>10</c:v>
                </c:pt>
                <c:pt idx="157">
                  <c:v>10</c:v>
                </c:pt>
                <c:pt idx="158">
                  <c:v>10</c:v>
                </c:pt>
                <c:pt idx="159">
                  <c:v>10</c:v>
                </c:pt>
                <c:pt idx="160">
                  <c:v>10</c:v>
                </c:pt>
                <c:pt idx="161">
                  <c:v>10</c:v>
                </c:pt>
                <c:pt idx="162">
                  <c:v>10</c:v>
                </c:pt>
                <c:pt idx="163">
                  <c:v>10</c:v>
                </c:pt>
                <c:pt idx="164">
                  <c:v>10</c:v>
                </c:pt>
                <c:pt idx="165">
                  <c:v>10</c:v>
                </c:pt>
                <c:pt idx="166">
                  <c:v>10</c:v>
                </c:pt>
                <c:pt idx="167">
                  <c:v>10</c:v>
                </c:pt>
                <c:pt idx="168">
                  <c:v>10</c:v>
                </c:pt>
                <c:pt idx="169">
                  <c:v>10</c:v>
                </c:pt>
                <c:pt idx="170">
                  <c:v>10</c:v>
                </c:pt>
                <c:pt idx="171">
                  <c:v>10</c:v>
                </c:pt>
                <c:pt idx="172">
                  <c:v>10</c:v>
                </c:pt>
                <c:pt idx="173">
                  <c:v>10</c:v>
                </c:pt>
                <c:pt idx="174">
                  <c:v>10</c:v>
                </c:pt>
                <c:pt idx="175">
                  <c:v>10</c:v>
                </c:pt>
                <c:pt idx="176">
                  <c:v>10</c:v>
                </c:pt>
                <c:pt idx="177">
                  <c:v>10</c:v>
                </c:pt>
                <c:pt idx="178">
                  <c:v>10</c:v>
                </c:pt>
                <c:pt idx="179">
                  <c:v>10</c:v>
                </c:pt>
                <c:pt idx="180">
                  <c:v>10</c:v>
                </c:pt>
                <c:pt idx="181">
                  <c:v>10</c:v>
                </c:pt>
              </c:numCache>
            </c:numRef>
          </c:val>
          <c:smooth val="0"/>
          <c:extLst>
            <c:ext xmlns:c16="http://schemas.microsoft.com/office/drawing/2014/chart" uri="{C3380CC4-5D6E-409C-BE32-E72D297353CC}">
              <c16:uniqueId val="{0000016D-54F4-4F49-BF99-32C6A3633B7B}"/>
            </c:ext>
          </c:extLst>
        </c:ser>
        <c:ser>
          <c:idx val="2"/>
          <c:order val="2"/>
          <c:tx>
            <c:strRef>
              <c:f>'E4'!$D$1</c:f>
              <c:strCache>
                <c:ptCount val="1"/>
                <c:pt idx="0">
                  <c:v>Market label</c:v>
                </c:pt>
              </c:strCache>
            </c:strRef>
          </c:tx>
          <c:spPr>
            <a:ln>
              <a:noFill/>
            </a:ln>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16E-54F4-4F49-BF99-32C6A3633B7B}"/>
                </c:ext>
              </c:extLst>
            </c:dLbl>
            <c:dLbl>
              <c:idx val="1"/>
              <c:delete val="1"/>
              <c:extLst>
                <c:ext xmlns:c15="http://schemas.microsoft.com/office/drawing/2012/chart" uri="{CE6537A1-D6FC-4f65-9D91-7224C49458BB}"/>
                <c:ext xmlns:c16="http://schemas.microsoft.com/office/drawing/2014/chart" uri="{C3380CC4-5D6E-409C-BE32-E72D297353CC}">
                  <c16:uniqueId val="{0000016F-54F4-4F49-BF99-32C6A3633B7B}"/>
                </c:ext>
              </c:extLst>
            </c:dLbl>
            <c:dLbl>
              <c:idx val="2"/>
              <c:delete val="1"/>
              <c:extLst>
                <c:ext xmlns:c15="http://schemas.microsoft.com/office/drawing/2012/chart" uri="{CE6537A1-D6FC-4f65-9D91-7224C49458BB}"/>
                <c:ext xmlns:c16="http://schemas.microsoft.com/office/drawing/2014/chart" uri="{C3380CC4-5D6E-409C-BE32-E72D297353CC}">
                  <c16:uniqueId val="{00000170-54F4-4F49-BF99-32C6A3633B7B}"/>
                </c:ext>
              </c:extLst>
            </c:dLbl>
            <c:dLbl>
              <c:idx val="3"/>
              <c:delete val="1"/>
              <c:extLst>
                <c:ext xmlns:c15="http://schemas.microsoft.com/office/drawing/2012/chart" uri="{CE6537A1-D6FC-4f65-9D91-7224C49458BB}"/>
                <c:ext xmlns:c16="http://schemas.microsoft.com/office/drawing/2014/chart" uri="{C3380CC4-5D6E-409C-BE32-E72D297353CC}">
                  <c16:uniqueId val="{00000171-54F4-4F49-BF99-32C6A3633B7B}"/>
                </c:ext>
              </c:extLst>
            </c:dLbl>
            <c:dLbl>
              <c:idx val="4"/>
              <c:delete val="1"/>
              <c:extLst>
                <c:ext xmlns:c15="http://schemas.microsoft.com/office/drawing/2012/chart" uri="{CE6537A1-D6FC-4f65-9D91-7224C49458BB}"/>
                <c:ext xmlns:c16="http://schemas.microsoft.com/office/drawing/2014/chart" uri="{C3380CC4-5D6E-409C-BE32-E72D297353CC}">
                  <c16:uniqueId val="{00000172-54F4-4F49-BF99-32C6A3633B7B}"/>
                </c:ext>
              </c:extLst>
            </c:dLbl>
            <c:dLbl>
              <c:idx val="5"/>
              <c:delete val="1"/>
              <c:extLst>
                <c:ext xmlns:c15="http://schemas.microsoft.com/office/drawing/2012/chart" uri="{CE6537A1-D6FC-4f65-9D91-7224C49458BB}"/>
                <c:ext xmlns:c16="http://schemas.microsoft.com/office/drawing/2014/chart" uri="{C3380CC4-5D6E-409C-BE32-E72D297353CC}">
                  <c16:uniqueId val="{00000173-54F4-4F49-BF99-32C6A3633B7B}"/>
                </c:ext>
              </c:extLst>
            </c:dLbl>
            <c:dLbl>
              <c:idx val="6"/>
              <c:delete val="1"/>
              <c:extLst>
                <c:ext xmlns:c15="http://schemas.microsoft.com/office/drawing/2012/chart" uri="{CE6537A1-D6FC-4f65-9D91-7224C49458BB}"/>
                <c:ext xmlns:c16="http://schemas.microsoft.com/office/drawing/2014/chart" uri="{C3380CC4-5D6E-409C-BE32-E72D297353CC}">
                  <c16:uniqueId val="{00000174-54F4-4F49-BF99-32C6A3633B7B}"/>
                </c:ext>
              </c:extLst>
            </c:dLbl>
            <c:dLbl>
              <c:idx val="7"/>
              <c:delete val="1"/>
              <c:extLst>
                <c:ext xmlns:c15="http://schemas.microsoft.com/office/drawing/2012/chart" uri="{CE6537A1-D6FC-4f65-9D91-7224C49458BB}"/>
                <c:ext xmlns:c16="http://schemas.microsoft.com/office/drawing/2014/chart" uri="{C3380CC4-5D6E-409C-BE32-E72D297353CC}">
                  <c16:uniqueId val="{00000175-54F4-4F49-BF99-32C6A3633B7B}"/>
                </c:ext>
              </c:extLst>
            </c:dLbl>
            <c:dLbl>
              <c:idx val="8"/>
              <c:delete val="1"/>
              <c:extLst>
                <c:ext xmlns:c15="http://schemas.microsoft.com/office/drawing/2012/chart" uri="{CE6537A1-D6FC-4f65-9D91-7224C49458BB}"/>
                <c:ext xmlns:c16="http://schemas.microsoft.com/office/drawing/2014/chart" uri="{C3380CC4-5D6E-409C-BE32-E72D297353CC}">
                  <c16:uniqueId val="{00000176-54F4-4F49-BF99-32C6A3633B7B}"/>
                </c:ext>
              </c:extLst>
            </c:dLbl>
            <c:dLbl>
              <c:idx val="9"/>
              <c:delete val="1"/>
              <c:extLst>
                <c:ext xmlns:c15="http://schemas.microsoft.com/office/drawing/2012/chart" uri="{CE6537A1-D6FC-4f65-9D91-7224C49458BB}"/>
                <c:ext xmlns:c16="http://schemas.microsoft.com/office/drawing/2014/chart" uri="{C3380CC4-5D6E-409C-BE32-E72D297353CC}">
                  <c16:uniqueId val="{00000177-54F4-4F49-BF99-32C6A3633B7B}"/>
                </c:ext>
              </c:extLst>
            </c:dLbl>
            <c:dLbl>
              <c:idx val="10"/>
              <c:delete val="1"/>
              <c:extLst>
                <c:ext xmlns:c15="http://schemas.microsoft.com/office/drawing/2012/chart" uri="{CE6537A1-D6FC-4f65-9D91-7224C49458BB}"/>
                <c:ext xmlns:c16="http://schemas.microsoft.com/office/drawing/2014/chart" uri="{C3380CC4-5D6E-409C-BE32-E72D297353CC}">
                  <c16:uniqueId val="{00000178-54F4-4F49-BF99-32C6A3633B7B}"/>
                </c:ext>
              </c:extLst>
            </c:dLbl>
            <c:dLbl>
              <c:idx val="11"/>
              <c:delete val="1"/>
              <c:extLst>
                <c:ext xmlns:c15="http://schemas.microsoft.com/office/drawing/2012/chart" uri="{CE6537A1-D6FC-4f65-9D91-7224C49458BB}"/>
                <c:ext xmlns:c16="http://schemas.microsoft.com/office/drawing/2014/chart" uri="{C3380CC4-5D6E-409C-BE32-E72D297353CC}">
                  <c16:uniqueId val="{00000179-54F4-4F49-BF99-32C6A3633B7B}"/>
                </c:ext>
              </c:extLst>
            </c:dLbl>
            <c:dLbl>
              <c:idx val="12"/>
              <c:delete val="1"/>
              <c:extLst>
                <c:ext xmlns:c15="http://schemas.microsoft.com/office/drawing/2012/chart" uri="{CE6537A1-D6FC-4f65-9D91-7224C49458BB}"/>
                <c:ext xmlns:c16="http://schemas.microsoft.com/office/drawing/2014/chart" uri="{C3380CC4-5D6E-409C-BE32-E72D297353CC}">
                  <c16:uniqueId val="{0000017A-54F4-4F49-BF99-32C6A3633B7B}"/>
                </c:ext>
              </c:extLst>
            </c:dLbl>
            <c:dLbl>
              <c:idx val="13"/>
              <c:delete val="1"/>
              <c:extLst>
                <c:ext xmlns:c15="http://schemas.microsoft.com/office/drawing/2012/chart" uri="{CE6537A1-D6FC-4f65-9D91-7224C49458BB}"/>
                <c:ext xmlns:c16="http://schemas.microsoft.com/office/drawing/2014/chart" uri="{C3380CC4-5D6E-409C-BE32-E72D297353CC}">
                  <c16:uniqueId val="{0000017B-54F4-4F49-BF99-32C6A3633B7B}"/>
                </c:ext>
              </c:extLst>
            </c:dLbl>
            <c:dLbl>
              <c:idx val="14"/>
              <c:delete val="1"/>
              <c:extLst>
                <c:ext xmlns:c15="http://schemas.microsoft.com/office/drawing/2012/chart" uri="{CE6537A1-D6FC-4f65-9D91-7224C49458BB}"/>
                <c:ext xmlns:c16="http://schemas.microsoft.com/office/drawing/2014/chart" uri="{C3380CC4-5D6E-409C-BE32-E72D297353CC}">
                  <c16:uniqueId val="{0000017C-54F4-4F49-BF99-32C6A3633B7B}"/>
                </c:ext>
              </c:extLst>
            </c:dLbl>
            <c:dLbl>
              <c:idx val="15"/>
              <c:delete val="1"/>
              <c:extLst>
                <c:ext xmlns:c15="http://schemas.microsoft.com/office/drawing/2012/chart" uri="{CE6537A1-D6FC-4f65-9D91-7224C49458BB}"/>
                <c:ext xmlns:c16="http://schemas.microsoft.com/office/drawing/2014/chart" uri="{C3380CC4-5D6E-409C-BE32-E72D297353CC}">
                  <c16:uniqueId val="{0000017D-54F4-4F49-BF99-32C6A3633B7B}"/>
                </c:ext>
              </c:extLst>
            </c:dLbl>
            <c:dLbl>
              <c:idx val="16"/>
              <c:delete val="1"/>
              <c:extLst>
                <c:ext xmlns:c15="http://schemas.microsoft.com/office/drawing/2012/chart" uri="{CE6537A1-D6FC-4f65-9D91-7224C49458BB}"/>
                <c:ext xmlns:c16="http://schemas.microsoft.com/office/drawing/2014/chart" uri="{C3380CC4-5D6E-409C-BE32-E72D297353CC}">
                  <c16:uniqueId val="{0000017E-54F4-4F49-BF99-32C6A3633B7B}"/>
                </c:ext>
              </c:extLst>
            </c:dLbl>
            <c:dLbl>
              <c:idx val="17"/>
              <c:delete val="1"/>
              <c:extLst>
                <c:ext xmlns:c15="http://schemas.microsoft.com/office/drawing/2012/chart" uri="{CE6537A1-D6FC-4f65-9D91-7224C49458BB}"/>
                <c:ext xmlns:c16="http://schemas.microsoft.com/office/drawing/2014/chart" uri="{C3380CC4-5D6E-409C-BE32-E72D297353CC}">
                  <c16:uniqueId val="{0000017F-54F4-4F49-BF99-32C6A3633B7B}"/>
                </c:ext>
              </c:extLst>
            </c:dLbl>
            <c:dLbl>
              <c:idx val="18"/>
              <c:delete val="1"/>
              <c:extLst>
                <c:ext xmlns:c15="http://schemas.microsoft.com/office/drawing/2012/chart" uri="{CE6537A1-D6FC-4f65-9D91-7224C49458BB}"/>
                <c:ext xmlns:c16="http://schemas.microsoft.com/office/drawing/2014/chart" uri="{C3380CC4-5D6E-409C-BE32-E72D297353CC}">
                  <c16:uniqueId val="{00000180-54F4-4F49-BF99-32C6A3633B7B}"/>
                </c:ext>
              </c:extLst>
            </c:dLbl>
            <c:dLbl>
              <c:idx val="19"/>
              <c:delete val="1"/>
              <c:extLst>
                <c:ext xmlns:c15="http://schemas.microsoft.com/office/drawing/2012/chart" uri="{CE6537A1-D6FC-4f65-9D91-7224C49458BB}"/>
                <c:ext xmlns:c16="http://schemas.microsoft.com/office/drawing/2014/chart" uri="{C3380CC4-5D6E-409C-BE32-E72D297353CC}">
                  <c16:uniqueId val="{00000181-54F4-4F49-BF99-32C6A3633B7B}"/>
                </c:ext>
              </c:extLst>
            </c:dLbl>
            <c:dLbl>
              <c:idx val="20"/>
              <c:delete val="1"/>
              <c:extLst>
                <c:ext xmlns:c15="http://schemas.microsoft.com/office/drawing/2012/chart" uri="{CE6537A1-D6FC-4f65-9D91-7224C49458BB}"/>
                <c:ext xmlns:c16="http://schemas.microsoft.com/office/drawing/2014/chart" uri="{C3380CC4-5D6E-409C-BE32-E72D297353CC}">
                  <c16:uniqueId val="{00000182-54F4-4F49-BF99-32C6A3633B7B}"/>
                </c:ext>
              </c:extLst>
            </c:dLbl>
            <c:dLbl>
              <c:idx val="21"/>
              <c:delete val="1"/>
              <c:extLst>
                <c:ext xmlns:c15="http://schemas.microsoft.com/office/drawing/2012/chart" uri="{CE6537A1-D6FC-4f65-9D91-7224C49458BB}"/>
                <c:ext xmlns:c16="http://schemas.microsoft.com/office/drawing/2014/chart" uri="{C3380CC4-5D6E-409C-BE32-E72D297353CC}">
                  <c16:uniqueId val="{00000183-54F4-4F49-BF99-32C6A3633B7B}"/>
                </c:ext>
              </c:extLst>
            </c:dLbl>
            <c:dLbl>
              <c:idx val="22"/>
              <c:delete val="1"/>
              <c:extLst>
                <c:ext xmlns:c15="http://schemas.microsoft.com/office/drawing/2012/chart" uri="{CE6537A1-D6FC-4f65-9D91-7224C49458BB}"/>
                <c:ext xmlns:c16="http://schemas.microsoft.com/office/drawing/2014/chart" uri="{C3380CC4-5D6E-409C-BE32-E72D297353CC}">
                  <c16:uniqueId val="{00000184-54F4-4F49-BF99-32C6A3633B7B}"/>
                </c:ext>
              </c:extLst>
            </c:dLbl>
            <c:dLbl>
              <c:idx val="23"/>
              <c:delete val="1"/>
              <c:extLst>
                <c:ext xmlns:c15="http://schemas.microsoft.com/office/drawing/2012/chart" uri="{CE6537A1-D6FC-4f65-9D91-7224C49458BB}"/>
                <c:ext xmlns:c16="http://schemas.microsoft.com/office/drawing/2014/chart" uri="{C3380CC4-5D6E-409C-BE32-E72D297353CC}">
                  <c16:uniqueId val="{00000185-54F4-4F49-BF99-32C6A3633B7B}"/>
                </c:ext>
              </c:extLst>
            </c:dLbl>
            <c:dLbl>
              <c:idx val="24"/>
              <c:delete val="1"/>
              <c:extLst>
                <c:ext xmlns:c15="http://schemas.microsoft.com/office/drawing/2012/chart" uri="{CE6537A1-D6FC-4f65-9D91-7224C49458BB}"/>
                <c:ext xmlns:c16="http://schemas.microsoft.com/office/drawing/2014/chart" uri="{C3380CC4-5D6E-409C-BE32-E72D297353CC}">
                  <c16:uniqueId val="{00000186-54F4-4F49-BF99-32C6A3633B7B}"/>
                </c:ext>
              </c:extLst>
            </c:dLbl>
            <c:dLbl>
              <c:idx val="25"/>
              <c:delete val="1"/>
              <c:extLst>
                <c:ext xmlns:c15="http://schemas.microsoft.com/office/drawing/2012/chart" uri="{CE6537A1-D6FC-4f65-9D91-7224C49458BB}"/>
                <c:ext xmlns:c16="http://schemas.microsoft.com/office/drawing/2014/chart" uri="{C3380CC4-5D6E-409C-BE32-E72D297353CC}">
                  <c16:uniqueId val="{00000187-54F4-4F49-BF99-32C6A3633B7B}"/>
                </c:ext>
              </c:extLst>
            </c:dLbl>
            <c:dLbl>
              <c:idx val="26"/>
              <c:delete val="1"/>
              <c:extLst>
                <c:ext xmlns:c15="http://schemas.microsoft.com/office/drawing/2012/chart" uri="{CE6537A1-D6FC-4f65-9D91-7224C49458BB}"/>
                <c:ext xmlns:c16="http://schemas.microsoft.com/office/drawing/2014/chart" uri="{C3380CC4-5D6E-409C-BE32-E72D297353CC}">
                  <c16:uniqueId val="{00000188-54F4-4F49-BF99-32C6A3633B7B}"/>
                </c:ext>
              </c:extLst>
            </c:dLbl>
            <c:dLbl>
              <c:idx val="27"/>
              <c:delete val="1"/>
              <c:extLst>
                <c:ext xmlns:c15="http://schemas.microsoft.com/office/drawing/2012/chart" uri="{CE6537A1-D6FC-4f65-9D91-7224C49458BB}"/>
                <c:ext xmlns:c16="http://schemas.microsoft.com/office/drawing/2014/chart" uri="{C3380CC4-5D6E-409C-BE32-E72D297353CC}">
                  <c16:uniqueId val="{00000189-54F4-4F49-BF99-32C6A3633B7B}"/>
                </c:ext>
              </c:extLst>
            </c:dLbl>
            <c:dLbl>
              <c:idx val="28"/>
              <c:delete val="1"/>
              <c:extLst>
                <c:ext xmlns:c15="http://schemas.microsoft.com/office/drawing/2012/chart" uri="{CE6537A1-D6FC-4f65-9D91-7224C49458BB}"/>
                <c:ext xmlns:c16="http://schemas.microsoft.com/office/drawing/2014/chart" uri="{C3380CC4-5D6E-409C-BE32-E72D297353CC}">
                  <c16:uniqueId val="{0000018A-54F4-4F49-BF99-32C6A3633B7B}"/>
                </c:ext>
              </c:extLst>
            </c:dLbl>
            <c:dLbl>
              <c:idx val="29"/>
              <c:delete val="1"/>
              <c:extLst>
                <c:ext xmlns:c15="http://schemas.microsoft.com/office/drawing/2012/chart" uri="{CE6537A1-D6FC-4f65-9D91-7224C49458BB}"/>
                <c:ext xmlns:c16="http://schemas.microsoft.com/office/drawing/2014/chart" uri="{C3380CC4-5D6E-409C-BE32-E72D297353CC}">
                  <c16:uniqueId val="{0000018B-54F4-4F49-BF99-32C6A3633B7B}"/>
                </c:ext>
              </c:extLst>
            </c:dLbl>
            <c:dLbl>
              <c:idx val="30"/>
              <c:delete val="1"/>
              <c:extLst>
                <c:ext xmlns:c15="http://schemas.microsoft.com/office/drawing/2012/chart" uri="{CE6537A1-D6FC-4f65-9D91-7224C49458BB}"/>
                <c:ext xmlns:c16="http://schemas.microsoft.com/office/drawing/2014/chart" uri="{C3380CC4-5D6E-409C-BE32-E72D297353CC}">
                  <c16:uniqueId val="{0000018C-54F4-4F49-BF99-32C6A3633B7B}"/>
                </c:ext>
              </c:extLst>
            </c:dLbl>
            <c:dLbl>
              <c:idx val="31"/>
              <c:delete val="1"/>
              <c:extLst>
                <c:ext xmlns:c15="http://schemas.microsoft.com/office/drawing/2012/chart" uri="{CE6537A1-D6FC-4f65-9D91-7224C49458BB}"/>
                <c:ext xmlns:c16="http://schemas.microsoft.com/office/drawing/2014/chart" uri="{C3380CC4-5D6E-409C-BE32-E72D297353CC}">
                  <c16:uniqueId val="{0000018D-54F4-4F49-BF99-32C6A3633B7B}"/>
                </c:ext>
              </c:extLst>
            </c:dLbl>
            <c:dLbl>
              <c:idx val="32"/>
              <c:delete val="1"/>
              <c:extLst>
                <c:ext xmlns:c15="http://schemas.microsoft.com/office/drawing/2012/chart" uri="{CE6537A1-D6FC-4f65-9D91-7224C49458BB}"/>
                <c:ext xmlns:c16="http://schemas.microsoft.com/office/drawing/2014/chart" uri="{C3380CC4-5D6E-409C-BE32-E72D297353CC}">
                  <c16:uniqueId val="{0000018E-54F4-4F49-BF99-32C6A3633B7B}"/>
                </c:ext>
              </c:extLst>
            </c:dLbl>
            <c:dLbl>
              <c:idx val="33"/>
              <c:delete val="1"/>
              <c:extLst>
                <c:ext xmlns:c15="http://schemas.microsoft.com/office/drawing/2012/chart" uri="{CE6537A1-D6FC-4f65-9D91-7224C49458BB}"/>
                <c:ext xmlns:c16="http://schemas.microsoft.com/office/drawing/2014/chart" uri="{C3380CC4-5D6E-409C-BE32-E72D297353CC}">
                  <c16:uniqueId val="{0000018F-54F4-4F49-BF99-32C6A3633B7B}"/>
                </c:ext>
              </c:extLst>
            </c:dLbl>
            <c:dLbl>
              <c:idx val="34"/>
              <c:delete val="1"/>
              <c:extLst>
                <c:ext xmlns:c15="http://schemas.microsoft.com/office/drawing/2012/chart" uri="{CE6537A1-D6FC-4f65-9D91-7224C49458BB}"/>
                <c:ext xmlns:c16="http://schemas.microsoft.com/office/drawing/2014/chart" uri="{C3380CC4-5D6E-409C-BE32-E72D297353CC}">
                  <c16:uniqueId val="{00000190-54F4-4F49-BF99-32C6A3633B7B}"/>
                </c:ext>
              </c:extLst>
            </c:dLbl>
            <c:dLbl>
              <c:idx val="35"/>
              <c:delete val="1"/>
              <c:extLst>
                <c:ext xmlns:c15="http://schemas.microsoft.com/office/drawing/2012/chart" uri="{CE6537A1-D6FC-4f65-9D91-7224C49458BB}"/>
                <c:ext xmlns:c16="http://schemas.microsoft.com/office/drawing/2014/chart" uri="{C3380CC4-5D6E-409C-BE32-E72D297353CC}">
                  <c16:uniqueId val="{00000191-54F4-4F49-BF99-32C6A3633B7B}"/>
                </c:ext>
              </c:extLst>
            </c:dLbl>
            <c:dLbl>
              <c:idx val="36"/>
              <c:delete val="1"/>
              <c:extLst>
                <c:ext xmlns:c15="http://schemas.microsoft.com/office/drawing/2012/chart" uri="{CE6537A1-D6FC-4f65-9D91-7224C49458BB}"/>
                <c:ext xmlns:c16="http://schemas.microsoft.com/office/drawing/2014/chart" uri="{C3380CC4-5D6E-409C-BE32-E72D297353CC}">
                  <c16:uniqueId val="{00000192-54F4-4F49-BF99-32C6A3633B7B}"/>
                </c:ext>
              </c:extLst>
            </c:dLbl>
            <c:dLbl>
              <c:idx val="37"/>
              <c:delete val="1"/>
              <c:extLst>
                <c:ext xmlns:c15="http://schemas.microsoft.com/office/drawing/2012/chart" uri="{CE6537A1-D6FC-4f65-9D91-7224C49458BB}"/>
                <c:ext xmlns:c16="http://schemas.microsoft.com/office/drawing/2014/chart" uri="{C3380CC4-5D6E-409C-BE32-E72D297353CC}">
                  <c16:uniqueId val="{00000193-54F4-4F49-BF99-32C6A3633B7B}"/>
                </c:ext>
              </c:extLst>
            </c:dLbl>
            <c:dLbl>
              <c:idx val="38"/>
              <c:delete val="1"/>
              <c:extLst>
                <c:ext xmlns:c15="http://schemas.microsoft.com/office/drawing/2012/chart" uri="{CE6537A1-D6FC-4f65-9D91-7224C49458BB}"/>
                <c:ext xmlns:c16="http://schemas.microsoft.com/office/drawing/2014/chart" uri="{C3380CC4-5D6E-409C-BE32-E72D297353CC}">
                  <c16:uniqueId val="{00000194-54F4-4F49-BF99-32C6A3633B7B}"/>
                </c:ext>
              </c:extLst>
            </c:dLbl>
            <c:dLbl>
              <c:idx val="39"/>
              <c:delete val="1"/>
              <c:extLst>
                <c:ext xmlns:c15="http://schemas.microsoft.com/office/drawing/2012/chart" uri="{CE6537A1-D6FC-4f65-9D91-7224C49458BB}"/>
                <c:ext xmlns:c16="http://schemas.microsoft.com/office/drawing/2014/chart" uri="{C3380CC4-5D6E-409C-BE32-E72D297353CC}">
                  <c16:uniqueId val="{00000195-54F4-4F49-BF99-32C6A3633B7B}"/>
                </c:ext>
              </c:extLst>
            </c:dLbl>
            <c:dLbl>
              <c:idx val="40"/>
              <c:delete val="1"/>
              <c:extLst>
                <c:ext xmlns:c15="http://schemas.microsoft.com/office/drawing/2012/chart" uri="{CE6537A1-D6FC-4f65-9D91-7224C49458BB}"/>
                <c:ext xmlns:c16="http://schemas.microsoft.com/office/drawing/2014/chart" uri="{C3380CC4-5D6E-409C-BE32-E72D297353CC}">
                  <c16:uniqueId val="{00000196-54F4-4F49-BF99-32C6A3633B7B}"/>
                </c:ext>
              </c:extLst>
            </c:dLbl>
            <c:dLbl>
              <c:idx val="41"/>
              <c:delete val="1"/>
              <c:extLst>
                <c:ext xmlns:c15="http://schemas.microsoft.com/office/drawing/2012/chart" uri="{CE6537A1-D6FC-4f65-9D91-7224C49458BB}"/>
                <c:ext xmlns:c16="http://schemas.microsoft.com/office/drawing/2014/chart" uri="{C3380CC4-5D6E-409C-BE32-E72D297353CC}">
                  <c16:uniqueId val="{00000197-54F4-4F49-BF99-32C6A3633B7B}"/>
                </c:ext>
              </c:extLst>
            </c:dLbl>
            <c:dLbl>
              <c:idx val="42"/>
              <c:delete val="1"/>
              <c:extLst>
                <c:ext xmlns:c15="http://schemas.microsoft.com/office/drawing/2012/chart" uri="{CE6537A1-D6FC-4f65-9D91-7224C49458BB}"/>
                <c:ext xmlns:c16="http://schemas.microsoft.com/office/drawing/2014/chart" uri="{C3380CC4-5D6E-409C-BE32-E72D297353CC}">
                  <c16:uniqueId val="{00000198-54F4-4F49-BF99-32C6A3633B7B}"/>
                </c:ext>
              </c:extLst>
            </c:dLbl>
            <c:dLbl>
              <c:idx val="43"/>
              <c:delete val="1"/>
              <c:extLst>
                <c:ext xmlns:c15="http://schemas.microsoft.com/office/drawing/2012/chart" uri="{CE6537A1-D6FC-4f65-9D91-7224C49458BB}"/>
                <c:ext xmlns:c16="http://schemas.microsoft.com/office/drawing/2014/chart" uri="{C3380CC4-5D6E-409C-BE32-E72D297353CC}">
                  <c16:uniqueId val="{00000199-54F4-4F49-BF99-32C6A3633B7B}"/>
                </c:ext>
              </c:extLst>
            </c:dLbl>
            <c:dLbl>
              <c:idx val="44"/>
              <c:delete val="1"/>
              <c:extLst>
                <c:ext xmlns:c15="http://schemas.microsoft.com/office/drawing/2012/chart" uri="{CE6537A1-D6FC-4f65-9D91-7224C49458BB}"/>
                <c:ext xmlns:c16="http://schemas.microsoft.com/office/drawing/2014/chart" uri="{C3380CC4-5D6E-409C-BE32-E72D297353CC}">
                  <c16:uniqueId val="{0000019A-54F4-4F49-BF99-32C6A3633B7B}"/>
                </c:ext>
              </c:extLst>
            </c:dLbl>
            <c:dLbl>
              <c:idx val="45"/>
              <c:delete val="1"/>
              <c:extLst>
                <c:ext xmlns:c15="http://schemas.microsoft.com/office/drawing/2012/chart" uri="{CE6537A1-D6FC-4f65-9D91-7224C49458BB}"/>
                <c:ext xmlns:c16="http://schemas.microsoft.com/office/drawing/2014/chart" uri="{C3380CC4-5D6E-409C-BE32-E72D297353CC}">
                  <c16:uniqueId val="{0000019B-54F4-4F49-BF99-32C6A3633B7B}"/>
                </c:ext>
              </c:extLst>
            </c:dLbl>
            <c:dLbl>
              <c:idx val="46"/>
              <c:delete val="1"/>
              <c:extLst>
                <c:ext xmlns:c15="http://schemas.microsoft.com/office/drawing/2012/chart" uri="{CE6537A1-D6FC-4f65-9D91-7224C49458BB}"/>
                <c:ext xmlns:c16="http://schemas.microsoft.com/office/drawing/2014/chart" uri="{C3380CC4-5D6E-409C-BE32-E72D297353CC}">
                  <c16:uniqueId val="{0000019C-54F4-4F49-BF99-32C6A3633B7B}"/>
                </c:ext>
              </c:extLst>
            </c:dLbl>
            <c:dLbl>
              <c:idx val="47"/>
              <c:delete val="1"/>
              <c:extLst>
                <c:ext xmlns:c15="http://schemas.microsoft.com/office/drawing/2012/chart" uri="{CE6537A1-D6FC-4f65-9D91-7224C49458BB}"/>
                <c:ext xmlns:c16="http://schemas.microsoft.com/office/drawing/2014/chart" uri="{C3380CC4-5D6E-409C-BE32-E72D297353CC}">
                  <c16:uniqueId val="{0000019D-54F4-4F49-BF99-32C6A3633B7B}"/>
                </c:ext>
              </c:extLst>
            </c:dLbl>
            <c:dLbl>
              <c:idx val="48"/>
              <c:delete val="1"/>
              <c:extLst>
                <c:ext xmlns:c15="http://schemas.microsoft.com/office/drawing/2012/chart" uri="{CE6537A1-D6FC-4f65-9D91-7224C49458BB}"/>
                <c:ext xmlns:c16="http://schemas.microsoft.com/office/drawing/2014/chart" uri="{C3380CC4-5D6E-409C-BE32-E72D297353CC}">
                  <c16:uniqueId val="{0000019E-54F4-4F49-BF99-32C6A3633B7B}"/>
                </c:ext>
              </c:extLst>
            </c:dLbl>
            <c:dLbl>
              <c:idx val="49"/>
              <c:delete val="1"/>
              <c:extLst>
                <c:ext xmlns:c15="http://schemas.microsoft.com/office/drawing/2012/chart" uri="{CE6537A1-D6FC-4f65-9D91-7224C49458BB}"/>
                <c:ext xmlns:c16="http://schemas.microsoft.com/office/drawing/2014/chart" uri="{C3380CC4-5D6E-409C-BE32-E72D297353CC}">
                  <c16:uniqueId val="{0000019F-54F4-4F49-BF99-32C6A3633B7B}"/>
                </c:ext>
              </c:extLst>
            </c:dLbl>
            <c:dLbl>
              <c:idx val="50"/>
              <c:delete val="1"/>
              <c:extLst>
                <c:ext xmlns:c15="http://schemas.microsoft.com/office/drawing/2012/chart" uri="{CE6537A1-D6FC-4f65-9D91-7224C49458BB}"/>
                <c:ext xmlns:c16="http://schemas.microsoft.com/office/drawing/2014/chart" uri="{C3380CC4-5D6E-409C-BE32-E72D297353CC}">
                  <c16:uniqueId val="{000001A0-54F4-4F49-BF99-32C6A3633B7B}"/>
                </c:ext>
              </c:extLst>
            </c:dLbl>
            <c:dLbl>
              <c:idx val="51"/>
              <c:delete val="1"/>
              <c:extLst>
                <c:ext xmlns:c15="http://schemas.microsoft.com/office/drawing/2012/chart" uri="{CE6537A1-D6FC-4f65-9D91-7224C49458BB}"/>
                <c:ext xmlns:c16="http://schemas.microsoft.com/office/drawing/2014/chart" uri="{C3380CC4-5D6E-409C-BE32-E72D297353CC}">
                  <c16:uniqueId val="{000001A1-54F4-4F49-BF99-32C6A3633B7B}"/>
                </c:ext>
              </c:extLst>
            </c:dLbl>
            <c:dLbl>
              <c:idx val="52"/>
              <c:delete val="1"/>
              <c:extLst>
                <c:ext xmlns:c15="http://schemas.microsoft.com/office/drawing/2012/chart" uri="{CE6537A1-D6FC-4f65-9D91-7224C49458BB}"/>
                <c:ext xmlns:c16="http://schemas.microsoft.com/office/drawing/2014/chart" uri="{C3380CC4-5D6E-409C-BE32-E72D297353CC}">
                  <c16:uniqueId val="{000001A2-54F4-4F49-BF99-32C6A3633B7B}"/>
                </c:ext>
              </c:extLst>
            </c:dLbl>
            <c:dLbl>
              <c:idx val="53"/>
              <c:delete val="1"/>
              <c:extLst>
                <c:ext xmlns:c15="http://schemas.microsoft.com/office/drawing/2012/chart" uri="{CE6537A1-D6FC-4f65-9D91-7224C49458BB}"/>
                <c:ext xmlns:c16="http://schemas.microsoft.com/office/drawing/2014/chart" uri="{C3380CC4-5D6E-409C-BE32-E72D297353CC}">
                  <c16:uniqueId val="{000001A3-54F4-4F49-BF99-32C6A3633B7B}"/>
                </c:ext>
              </c:extLst>
            </c:dLbl>
            <c:dLbl>
              <c:idx val="54"/>
              <c:delete val="1"/>
              <c:extLst>
                <c:ext xmlns:c15="http://schemas.microsoft.com/office/drawing/2012/chart" uri="{CE6537A1-D6FC-4f65-9D91-7224C49458BB}"/>
                <c:ext xmlns:c16="http://schemas.microsoft.com/office/drawing/2014/chart" uri="{C3380CC4-5D6E-409C-BE32-E72D297353CC}">
                  <c16:uniqueId val="{000001A4-54F4-4F49-BF99-32C6A3633B7B}"/>
                </c:ext>
              </c:extLst>
            </c:dLbl>
            <c:dLbl>
              <c:idx val="55"/>
              <c:delete val="1"/>
              <c:extLst>
                <c:ext xmlns:c15="http://schemas.microsoft.com/office/drawing/2012/chart" uri="{CE6537A1-D6FC-4f65-9D91-7224C49458BB}"/>
                <c:ext xmlns:c16="http://schemas.microsoft.com/office/drawing/2014/chart" uri="{C3380CC4-5D6E-409C-BE32-E72D297353CC}">
                  <c16:uniqueId val="{000001A5-54F4-4F49-BF99-32C6A3633B7B}"/>
                </c:ext>
              </c:extLst>
            </c:dLbl>
            <c:dLbl>
              <c:idx val="56"/>
              <c:delete val="1"/>
              <c:extLst>
                <c:ext xmlns:c15="http://schemas.microsoft.com/office/drawing/2012/chart" uri="{CE6537A1-D6FC-4f65-9D91-7224C49458BB}"/>
                <c:ext xmlns:c16="http://schemas.microsoft.com/office/drawing/2014/chart" uri="{C3380CC4-5D6E-409C-BE32-E72D297353CC}">
                  <c16:uniqueId val="{000001A6-54F4-4F49-BF99-32C6A3633B7B}"/>
                </c:ext>
              </c:extLst>
            </c:dLbl>
            <c:dLbl>
              <c:idx val="57"/>
              <c:delete val="1"/>
              <c:extLst>
                <c:ext xmlns:c15="http://schemas.microsoft.com/office/drawing/2012/chart" uri="{CE6537A1-D6FC-4f65-9D91-7224C49458BB}"/>
                <c:ext xmlns:c16="http://schemas.microsoft.com/office/drawing/2014/chart" uri="{C3380CC4-5D6E-409C-BE32-E72D297353CC}">
                  <c16:uniqueId val="{000001A7-54F4-4F49-BF99-32C6A3633B7B}"/>
                </c:ext>
              </c:extLst>
            </c:dLbl>
            <c:dLbl>
              <c:idx val="58"/>
              <c:delete val="1"/>
              <c:extLst>
                <c:ext xmlns:c15="http://schemas.microsoft.com/office/drawing/2012/chart" uri="{CE6537A1-D6FC-4f65-9D91-7224C49458BB}"/>
                <c:ext xmlns:c16="http://schemas.microsoft.com/office/drawing/2014/chart" uri="{C3380CC4-5D6E-409C-BE32-E72D297353CC}">
                  <c16:uniqueId val="{000001A8-54F4-4F49-BF99-32C6A3633B7B}"/>
                </c:ext>
              </c:extLst>
            </c:dLbl>
            <c:dLbl>
              <c:idx val="59"/>
              <c:delete val="1"/>
              <c:extLst>
                <c:ext xmlns:c15="http://schemas.microsoft.com/office/drawing/2012/chart" uri="{CE6537A1-D6FC-4f65-9D91-7224C49458BB}"/>
                <c:ext xmlns:c16="http://schemas.microsoft.com/office/drawing/2014/chart" uri="{C3380CC4-5D6E-409C-BE32-E72D297353CC}">
                  <c16:uniqueId val="{000001A9-54F4-4F49-BF99-32C6A3633B7B}"/>
                </c:ext>
              </c:extLst>
            </c:dLbl>
            <c:dLbl>
              <c:idx val="60"/>
              <c:delete val="1"/>
              <c:extLst>
                <c:ext xmlns:c15="http://schemas.microsoft.com/office/drawing/2012/chart" uri="{CE6537A1-D6FC-4f65-9D91-7224C49458BB}"/>
                <c:ext xmlns:c16="http://schemas.microsoft.com/office/drawing/2014/chart" uri="{C3380CC4-5D6E-409C-BE32-E72D297353CC}">
                  <c16:uniqueId val="{000001AA-54F4-4F49-BF99-32C6A3633B7B}"/>
                </c:ext>
              </c:extLst>
            </c:dLbl>
            <c:dLbl>
              <c:idx val="61"/>
              <c:delete val="1"/>
              <c:extLst>
                <c:ext xmlns:c15="http://schemas.microsoft.com/office/drawing/2012/chart" uri="{CE6537A1-D6FC-4f65-9D91-7224C49458BB}"/>
                <c:ext xmlns:c16="http://schemas.microsoft.com/office/drawing/2014/chart" uri="{C3380CC4-5D6E-409C-BE32-E72D297353CC}">
                  <c16:uniqueId val="{000001AB-54F4-4F49-BF99-32C6A3633B7B}"/>
                </c:ext>
              </c:extLst>
            </c:dLbl>
            <c:dLbl>
              <c:idx val="62"/>
              <c:delete val="1"/>
              <c:extLst>
                <c:ext xmlns:c15="http://schemas.microsoft.com/office/drawing/2012/chart" uri="{CE6537A1-D6FC-4f65-9D91-7224C49458BB}"/>
                <c:ext xmlns:c16="http://schemas.microsoft.com/office/drawing/2014/chart" uri="{C3380CC4-5D6E-409C-BE32-E72D297353CC}">
                  <c16:uniqueId val="{000001AC-54F4-4F49-BF99-32C6A3633B7B}"/>
                </c:ext>
              </c:extLst>
            </c:dLbl>
            <c:dLbl>
              <c:idx val="63"/>
              <c:delete val="1"/>
              <c:extLst>
                <c:ext xmlns:c15="http://schemas.microsoft.com/office/drawing/2012/chart" uri="{CE6537A1-D6FC-4f65-9D91-7224C49458BB}"/>
                <c:ext xmlns:c16="http://schemas.microsoft.com/office/drawing/2014/chart" uri="{C3380CC4-5D6E-409C-BE32-E72D297353CC}">
                  <c16:uniqueId val="{000001AD-54F4-4F49-BF99-32C6A3633B7B}"/>
                </c:ext>
              </c:extLst>
            </c:dLbl>
            <c:dLbl>
              <c:idx val="64"/>
              <c:delete val="1"/>
              <c:extLst>
                <c:ext xmlns:c15="http://schemas.microsoft.com/office/drawing/2012/chart" uri="{CE6537A1-D6FC-4f65-9D91-7224C49458BB}"/>
                <c:ext xmlns:c16="http://schemas.microsoft.com/office/drawing/2014/chart" uri="{C3380CC4-5D6E-409C-BE32-E72D297353CC}">
                  <c16:uniqueId val="{000001AE-54F4-4F49-BF99-32C6A3633B7B}"/>
                </c:ext>
              </c:extLst>
            </c:dLbl>
            <c:dLbl>
              <c:idx val="65"/>
              <c:delete val="1"/>
              <c:extLst>
                <c:ext xmlns:c15="http://schemas.microsoft.com/office/drawing/2012/chart" uri="{CE6537A1-D6FC-4f65-9D91-7224C49458BB}"/>
                <c:ext xmlns:c16="http://schemas.microsoft.com/office/drawing/2014/chart" uri="{C3380CC4-5D6E-409C-BE32-E72D297353CC}">
                  <c16:uniqueId val="{000001AF-54F4-4F49-BF99-32C6A3633B7B}"/>
                </c:ext>
              </c:extLst>
            </c:dLbl>
            <c:dLbl>
              <c:idx val="66"/>
              <c:delete val="1"/>
              <c:extLst>
                <c:ext xmlns:c15="http://schemas.microsoft.com/office/drawing/2012/chart" uri="{CE6537A1-D6FC-4f65-9D91-7224C49458BB}"/>
                <c:ext xmlns:c16="http://schemas.microsoft.com/office/drawing/2014/chart" uri="{C3380CC4-5D6E-409C-BE32-E72D297353CC}">
                  <c16:uniqueId val="{000001B0-54F4-4F49-BF99-32C6A3633B7B}"/>
                </c:ext>
              </c:extLst>
            </c:dLbl>
            <c:dLbl>
              <c:idx val="67"/>
              <c:delete val="1"/>
              <c:extLst>
                <c:ext xmlns:c15="http://schemas.microsoft.com/office/drawing/2012/chart" uri="{CE6537A1-D6FC-4f65-9D91-7224C49458BB}"/>
                <c:ext xmlns:c16="http://schemas.microsoft.com/office/drawing/2014/chart" uri="{C3380CC4-5D6E-409C-BE32-E72D297353CC}">
                  <c16:uniqueId val="{000001B1-54F4-4F49-BF99-32C6A3633B7B}"/>
                </c:ext>
              </c:extLst>
            </c:dLbl>
            <c:dLbl>
              <c:idx val="68"/>
              <c:delete val="1"/>
              <c:extLst>
                <c:ext xmlns:c15="http://schemas.microsoft.com/office/drawing/2012/chart" uri="{CE6537A1-D6FC-4f65-9D91-7224C49458BB}"/>
                <c:ext xmlns:c16="http://schemas.microsoft.com/office/drawing/2014/chart" uri="{C3380CC4-5D6E-409C-BE32-E72D297353CC}">
                  <c16:uniqueId val="{000001B2-54F4-4F49-BF99-32C6A3633B7B}"/>
                </c:ext>
              </c:extLst>
            </c:dLbl>
            <c:dLbl>
              <c:idx val="69"/>
              <c:delete val="1"/>
              <c:extLst>
                <c:ext xmlns:c15="http://schemas.microsoft.com/office/drawing/2012/chart" uri="{CE6537A1-D6FC-4f65-9D91-7224C49458BB}"/>
                <c:ext xmlns:c16="http://schemas.microsoft.com/office/drawing/2014/chart" uri="{C3380CC4-5D6E-409C-BE32-E72D297353CC}">
                  <c16:uniqueId val="{000001B3-54F4-4F49-BF99-32C6A3633B7B}"/>
                </c:ext>
              </c:extLst>
            </c:dLbl>
            <c:dLbl>
              <c:idx val="70"/>
              <c:delete val="1"/>
              <c:extLst>
                <c:ext xmlns:c15="http://schemas.microsoft.com/office/drawing/2012/chart" uri="{CE6537A1-D6FC-4f65-9D91-7224C49458BB}"/>
                <c:ext xmlns:c16="http://schemas.microsoft.com/office/drawing/2014/chart" uri="{C3380CC4-5D6E-409C-BE32-E72D297353CC}">
                  <c16:uniqueId val="{000001B4-54F4-4F49-BF99-32C6A3633B7B}"/>
                </c:ext>
              </c:extLst>
            </c:dLbl>
            <c:dLbl>
              <c:idx val="71"/>
              <c:delete val="1"/>
              <c:extLst>
                <c:ext xmlns:c15="http://schemas.microsoft.com/office/drawing/2012/chart" uri="{CE6537A1-D6FC-4f65-9D91-7224C49458BB}"/>
                <c:ext xmlns:c16="http://schemas.microsoft.com/office/drawing/2014/chart" uri="{C3380CC4-5D6E-409C-BE32-E72D297353CC}">
                  <c16:uniqueId val="{000001B5-54F4-4F49-BF99-32C6A3633B7B}"/>
                </c:ext>
              </c:extLst>
            </c:dLbl>
            <c:dLbl>
              <c:idx val="72"/>
              <c:delete val="1"/>
              <c:extLst>
                <c:ext xmlns:c15="http://schemas.microsoft.com/office/drawing/2012/chart" uri="{CE6537A1-D6FC-4f65-9D91-7224C49458BB}"/>
                <c:ext xmlns:c16="http://schemas.microsoft.com/office/drawing/2014/chart" uri="{C3380CC4-5D6E-409C-BE32-E72D297353CC}">
                  <c16:uniqueId val="{000001B6-54F4-4F49-BF99-32C6A3633B7B}"/>
                </c:ext>
              </c:extLst>
            </c:dLbl>
            <c:dLbl>
              <c:idx val="73"/>
              <c:delete val="1"/>
              <c:extLst>
                <c:ext xmlns:c15="http://schemas.microsoft.com/office/drawing/2012/chart" uri="{CE6537A1-D6FC-4f65-9D91-7224C49458BB}"/>
                <c:ext xmlns:c16="http://schemas.microsoft.com/office/drawing/2014/chart" uri="{C3380CC4-5D6E-409C-BE32-E72D297353CC}">
                  <c16:uniqueId val="{000001B7-54F4-4F49-BF99-32C6A3633B7B}"/>
                </c:ext>
              </c:extLst>
            </c:dLbl>
            <c:dLbl>
              <c:idx val="74"/>
              <c:delete val="1"/>
              <c:extLst>
                <c:ext xmlns:c15="http://schemas.microsoft.com/office/drawing/2012/chart" uri="{CE6537A1-D6FC-4f65-9D91-7224C49458BB}"/>
                <c:ext xmlns:c16="http://schemas.microsoft.com/office/drawing/2014/chart" uri="{C3380CC4-5D6E-409C-BE32-E72D297353CC}">
                  <c16:uniqueId val="{000001B8-54F4-4F49-BF99-32C6A3633B7B}"/>
                </c:ext>
              </c:extLst>
            </c:dLbl>
            <c:dLbl>
              <c:idx val="75"/>
              <c:delete val="1"/>
              <c:extLst>
                <c:ext xmlns:c15="http://schemas.microsoft.com/office/drawing/2012/chart" uri="{CE6537A1-D6FC-4f65-9D91-7224C49458BB}"/>
                <c:ext xmlns:c16="http://schemas.microsoft.com/office/drawing/2014/chart" uri="{C3380CC4-5D6E-409C-BE32-E72D297353CC}">
                  <c16:uniqueId val="{000001B9-54F4-4F49-BF99-32C6A3633B7B}"/>
                </c:ext>
              </c:extLst>
            </c:dLbl>
            <c:dLbl>
              <c:idx val="76"/>
              <c:delete val="1"/>
              <c:extLst>
                <c:ext xmlns:c15="http://schemas.microsoft.com/office/drawing/2012/chart" uri="{CE6537A1-D6FC-4f65-9D91-7224C49458BB}"/>
                <c:ext xmlns:c16="http://schemas.microsoft.com/office/drawing/2014/chart" uri="{C3380CC4-5D6E-409C-BE32-E72D297353CC}">
                  <c16:uniqueId val="{000001BA-54F4-4F49-BF99-32C6A3633B7B}"/>
                </c:ext>
              </c:extLst>
            </c:dLbl>
            <c:dLbl>
              <c:idx val="77"/>
              <c:delete val="1"/>
              <c:extLst>
                <c:ext xmlns:c15="http://schemas.microsoft.com/office/drawing/2012/chart" uri="{CE6537A1-D6FC-4f65-9D91-7224C49458BB}"/>
                <c:ext xmlns:c16="http://schemas.microsoft.com/office/drawing/2014/chart" uri="{C3380CC4-5D6E-409C-BE32-E72D297353CC}">
                  <c16:uniqueId val="{000001BB-54F4-4F49-BF99-32C6A3633B7B}"/>
                </c:ext>
              </c:extLst>
            </c:dLbl>
            <c:dLbl>
              <c:idx val="78"/>
              <c:delete val="1"/>
              <c:extLst>
                <c:ext xmlns:c15="http://schemas.microsoft.com/office/drawing/2012/chart" uri="{CE6537A1-D6FC-4f65-9D91-7224C49458BB}"/>
                <c:ext xmlns:c16="http://schemas.microsoft.com/office/drawing/2014/chart" uri="{C3380CC4-5D6E-409C-BE32-E72D297353CC}">
                  <c16:uniqueId val="{000001BC-54F4-4F49-BF99-32C6A3633B7B}"/>
                </c:ext>
              </c:extLst>
            </c:dLbl>
            <c:dLbl>
              <c:idx val="79"/>
              <c:delete val="1"/>
              <c:extLst>
                <c:ext xmlns:c15="http://schemas.microsoft.com/office/drawing/2012/chart" uri="{CE6537A1-D6FC-4f65-9D91-7224C49458BB}"/>
                <c:ext xmlns:c16="http://schemas.microsoft.com/office/drawing/2014/chart" uri="{C3380CC4-5D6E-409C-BE32-E72D297353CC}">
                  <c16:uniqueId val="{000001BD-54F4-4F49-BF99-32C6A3633B7B}"/>
                </c:ext>
              </c:extLst>
            </c:dLbl>
            <c:dLbl>
              <c:idx val="80"/>
              <c:delete val="1"/>
              <c:extLst>
                <c:ext xmlns:c15="http://schemas.microsoft.com/office/drawing/2012/chart" uri="{CE6537A1-D6FC-4f65-9D91-7224C49458BB}"/>
                <c:ext xmlns:c16="http://schemas.microsoft.com/office/drawing/2014/chart" uri="{C3380CC4-5D6E-409C-BE32-E72D297353CC}">
                  <c16:uniqueId val="{000001BE-54F4-4F49-BF99-32C6A3633B7B}"/>
                </c:ext>
              </c:extLst>
            </c:dLbl>
            <c:dLbl>
              <c:idx val="81"/>
              <c:delete val="1"/>
              <c:extLst>
                <c:ext xmlns:c15="http://schemas.microsoft.com/office/drawing/2012/chart" uri="{CE6537A1-D6FC-4f65-9D91-7224C49458BB}"/>
                <c:ext xmlns:c16="http://schemas.microsoft.com/office/drawing/2014/chart" uri="{C3380CC4-5D6E-409C-BE32-E72D297353CC}">
                  <c16:uniqueId val="{000001BF-54F4-4F49-BF99-32C6A3633B7B}"/>
                </c:ext>
              </c:extLst>
            </c:dLbl>
            <c:dLbl>
              <c:idx val="82"/>
              <c:delete val="1"/>
              <c:extLst>
                <c:ext xmlns:c15="http://schemas.microsoft.com/office/drawing/2012/chart" uri="{CE6537A1-D6FC-4f65-9D91-7224C49458BB}"/>
                <c:ext xmlns:c16="http://schemas.microsoft.com/office/drawing/2014/chart" uri="{C3380CC4-5D6E-409C-BE32-E72D297353CC}">
                  <c16:uniqueId val="{000001C0-54F4-4F49-BF99-32C6A3633B7B}"/>
                </c:ext>
              </c:extLst>
            </c:dLbl>
            <c:dLbl>
              <c:idx val="83"/>
              <c:delete val="1"/>
              <c:extLst>
                <c:ext xmlns:c15="http://schemas.microsoft.com/office/drawing/2012/chart" uri="{CE6537A1-D6FC-4f65-9D91-7224C49458BB}"/>
                <c:ext xmlns:c16="http://schemas.microsoft.com/office/drawing/2014/chart" uri="{C3380CC4-5D6E-409C-BE32-E72D297353CC}">
                  <c16:uniqueId val="{000001C1-54F4-4F49-BF99-32C6A3633B7B}"/>
                </c:ext>
              </c:extLst>
            </c:dLbl>
            <c:dLbl>
              <c:idx val="84"/>
              <c:delete val="1"/>
              <c:extLst>
                <c:ext xmlns:c15="http://schemas.microsoft.com/office/drawing/2012/chart" uri="{CE6537A1-D6FC-4f65-9D91-7224C49458BB}"/>
                <c:ext xmlns:c16="http://schemas.microsoft.com/office/drawing/2014/chart" uri="{C3380CC4-5D6E-409C-BE32-E72D297353CC}">
                  <c16:uniqueId val="{000001C2-54F4-4F49-BF99-32C6A3633B7B}"/>
                </c:ext>
              </c:extLst>
            </c:dLbl>
            <c:dLbl>
              <c:idx val="85"/>
              <c:delete val="1"/>
              <c:extLst>
                <c:ext xmlns:c15="http://schemas.microsoft.com/office/drawing/2012/chart" uri="{CE6537A1-D6FC-4f65-9D91-7224C49458BB}"/>
                <c:ext xmlns:c16="http://schemas.microsoft.com/office/drawing/2014/chart" uri="{C3380CC4-5D6E-409C-BE32-E72D297353CC}">
                  <c16:uniqueId val="{000001C3-54F4-4F49-BF99-32C6A3633B7B}"/>
                </c:ext>
              </c:extLst>
            </c:dLbl>
            <c:dLbl>
              <c:idx val="86"/>
              <c:delete val="1"/>
              <c:extLst>
                <c:ext xmlns:c15="http://schemas.microsoft.com/office/drawing/2012/chart" uri="{CE6537A1-D6FC-4f65-9D91-7224C49458BB}"/>
                <c:ext xmlns:c16="http://schemas.microsoft.com/office/drawing/2014/chart" uri="{C3380CC4-5D6E-409C-BE32-E72D297353CC}">
                  <c16:uniqueId val="{000001C4-54F4-4F49-BF99-32C6A3633B7B}"/>
                </c:ext>
              </c:extLst>
            </c:dLbl>
            <c:dLbl>
              <c:idx val="87"/>
              <c:delete val="1"/>
              <c:extLst>
                <c:ext xmlns:c15="http://schemas.microsoft.com/office/drawing/2012/chart" uri="{CE6537A1-D6FC-4f65-9D91-7224C49458BB}"/>
                <c:ext xmlns:c16="http://schemas.microsoft.com/office/drawing/2014/chart" uri="{C3380CC4-5D6E-409C-BE32-E72D297353CC}">
                  <c16:uniqueId val="{000001C5-54F4-4F49-BF99-32C6A3633B7B}"/>
                </c:ext>
              </c:extLst>
            </c:dLbl>
            <c:dLbl>
              <c:idx val="88"/>
              <c:delete val="1"/>
              <c:extLst>
                <c:ext xmlns:c15="http://schemas.microsoft.com/office/drawing/2012/chart" uri="{CE6537A1-D6FC-4f65-9D91-7224C49458BB}"/>
                <c:ext xmlns:c16="http://schemas.microsoft.com/office/drawing/2014/chart" uri="{C3380CC4-5D6E-409C-BE32-E72D297353CC}">
                  <c16:uniqueId val="{000001C6-54F4-4F49-BF99-32C6A3633B7B}"/>
                </c:ext>
              </c:extLst>
            </c:dLbl>
            <c:dLbl>
              <c:idx val="89"/>
              <c:delete val="1"/>
              <c:extLst>
                <c:ext xmlns:c15="http://schemas.microsoft.com/office/drawing/2012/chart" uri="{CE6537A1-D6FC-4f65-9D91-7224C49458BB}"/>
                <c:ext xmlns:c16="http://schemas.microsoft.com/office/drawing/2014/chart" uri="{C3380CC4-5D6E-409C-BE32-E72D297353CC}">
                  <c16:uniqueId val="{000001C7-54F4-4F49-BF99-32C6A3633B7B}"/>
                </c:ext>
              </c:extLst>
            </c:dLbl>
            <c:dLbl>
              <c:idx val="90"/>
              <c:delete val="1"/>
              <c:extLst>
                <c:ext xmlns:c15="http://schemas.microsoft.com/office/drawing/2012/chart" uri="{CE6537A1-D6FC-4f65-9D91-7224C49458BB}"/>
                <c:ext xmlns:c16="http://schemas.microsoft.com/office/drawing/2014/chart" uri="{C3380CC4-5D6E-409C-BE32-E72D297353CC}">
                  <c16:uniqueId val="{000001C8-54F4-4F49-BF99-32C6A3633B7B}"/>
                </c:ext>
              </c:extLst>
            </c:dLbl>
            <c:dLbl>
              <c:idx val="91"/>
              <c:delete val="1"/>
              <c:extLst>
                <c:ext xmlns:c15="http://schemas.microsoft.com/office/drawing/2012/chart" uri="{CE6537A1-D6FC-4f65-9D91-7224C49458BB}"/>
                <c:ext xmlns:c16="http://schemas.microsoft.com/office/drawing/2014/chart" uri="{C3380CC4-5D6E-409C-BE32-E72D297353CC}">
                  <c16:uniqueId val="{000001C9-54F4-4F49-BF99-32C6A3633B7B}"/>
                </c:ext>
              </c:extLst>
            </c:dLbl>
            <c:dLbl>
              <c:idx val="92"/>
              <c:delete val="1"/>
              <c:extLst>
                <c:ext xmlns:c15="http://schemas.microsoft.com/office/drawing/2012/chart" uri="{CE6537A1-D6FC-4f65-9D91-7224C49458BB}"/>
                <c:ext xmlns:c16="http://schemas.microsoft.com/office/drawing/2014/chart" uri="{C3380CC4-5D6E-409C-BE32-E72D297353CC}">
                  <c16:uniqueId val="{000001CA-54F4-4F49-BF99-32C6A3633B7B}"/>
                </c:ext>
              </c:extLst>
            </c:dLbl>
            <c:dLbl>
              <c:idx val="93"/>
              <c:delete val="1"/>
              <c:extLst>
                <c:ext xmlns:c15="http://schemas.microsoft.com/office/drawing/2012/chart" uri="{CE6537A1-D6FC-4f65-9D91-7224C49458BB}"/>
                <c:ext xmlns:c16="http://schemas.microsoft.com/office/drawing/2014/chart" uri="{C3380CC4-5D6E-409C-BE32-E72D297353CC}">
                  <c16:uniqueId val="{000001CB-54F4-4F49-BF99-32C6A3633B7B}"/>
                </c:ext>
              </c:extLst>
            </c:dLbl>
            <c:dLbl>
              <c:idx val="94"/>
              <c:delete val="1"/>
              <c:extLst>
                <c:ext xmlns:c15="http://schemas.microsoft.com/office/drawing/2012/chart" uri="{CE6537A1-D6FC-4f65-9D91-7224C49458BB}"/>
                <c:ext xmlns:c16="http://schemas.microsoft.com/office/drawing/2014/chart" uri="{C3380CC4-5D6E-409C-BE32-E72D297353CC}">
                  <c16:uniqueId val="{000001CC-54F4-4F49-BF99-32C6A3633B7B}"/>
                </c:ext>
              </c:extLst>
            </c:dLbl>
            <c:dLbl>
              <c:idx val="95"/>
              <c:delete val="1"/>
              <c:extLst>
                <c:ext xmlns:c15="http://schemas.microsoft.com/office/drawing/2012/chart" uri="{CE6537A1-D6FC-4f65-9D91-7224C49458BB}"/>
                <c:ext xmlns:c16="http://schemas.microsoft.com/office/drawing/2014/chart" uri="{C3380CC4-5D6E-409C-BE32-E72D297353CC}">
                  <c16:uniqueId val="{000001CD-54F4-4F49-BF99-32C6A3633B7B}"/>
                </c:ext>
              </c:extLst>
            </c:dLbl>
            <c:dLbl>
              <c:idx val="96"/>
              <c:delete val="1"/>
              <c:extLst>
                <c:ext xmlns:c15="http://schemas.microsoft.com/office/drawing/2012/chart" uri="{CE6537A1-D6FC-4f65-9D91-7224C49458BB}"/>
                <c:ext xmlns:c16="http://schemas.microsoft.com/office/drawing/2014/chart" uri="{C3380CC4-5D6E-409C-BE32-E72D297353CC}">
                  <c16:uniqueId val="{000001CE-54F4-4F49-BF99-32C6A3633B7B}"/>
                </c:ext>
              </c:extLst>
            </c:dLbl>
            <c:dLbl>
              <c:idx val="97"/>
              <c:delete val="1"/>
              <c:extLst>
                <c:ext xmlns:c15="http://schemas.microsoft.com/office/drawing/2012/chart" uri="{CE6537A1-D6FC-4f65-9D91-7224C49458BB}"/>
                <c:ext xmlns:c16="http://schemas.microsoft.com/office/drawing/2014/chart" uri="{C3380CC4-5D6E-409C-BE32-E72D297353CC}">
                  <c16:uniqueId val="{000001CF-54F4-4F49-BF99-32C6A3633B7B}"/>
                </c:ext>
              </c:extLst>
            </c:dLbl>
            <c:dLbl>
              <c:idx val="98"/>
              <c:delete val="1"/>
              <c:extLst>
                <c:ext xmlns:c15="http://schemas.microsoft.com/office/drawing/2012/chart" uri="{CE6537A1-D6FC-4f65-9D91-7224C49458BB}"/>
                <c:ext xmlns:c16="http://schemas.microsoft.com/office/drawing/2014/chart" uri="{C3380CC4-5D6E-409C-BE32-E72D297353CC}">
                  <c16:uniqueId val="{000001D0-54F4-4F49-BF99-32C6A3633B7B}"/>
                </c:ext>
              </c:extLst>
            </c:dLbl>
            <c:dLbl>
              <c:idx val="99"/>
              <c:delete val="1"/>
              <c:extLst>
                <c:ext xmlns:c15="http://schemas.microsoft.com/office/drawing/2012/chart" uri="{CE6537A1-D6FC-4f65-9D91-7224C49458BB}"/>
                <c:ext xmlns:c16="http://schemas.microsoft.com/office/drawing/2014/chart" uri="{C3380CC4-5D6E-409C-BE32-E72D297353CC}">
                  <c16:uniqueId val="{000001D1-54F4-4F49-BF99-32C6A3633B7B}"/>
                </c:ext>
              </c:extLst>
            </c:dLbl>
            <c:dLbl>
              <c:idx val="100"/>
              <c:delete val="1"/>
              <c:extLst>
                <c:ext xmlns:c15="http://schemas.microsoft.com/office/drawing/2012/chart" uri="{CE6537A1-D6FC-4f65-9D91-7224C49458BB}"/>
                <c:ext xmlns:c16="http://schemas.microsoft.com/office/drawing/2014/chart" uri="{C3380CC4-5D6E-409C-BE32-E72D297353CC}">
                  <c16:uniqueId val="{000001D2-54F4-4F49-BF99-32C6A3633B7B}"/>
                </c:ext>
              </c:extLst>
            </c:dLbl>
            <c:dLbl>
              <c:idx val="101"/>
              <c:delete val="1"/>
              <c:extLst>
                <c:ext xmlns:c15="http://schemas.microsoft.com/office/drawing/2012/chart" uri="{CE6537A1-D6FC-4f65-9D91-7224C49458BB}"/>
                <c:ext xmlns:c16="http://schemas.microsoft.com/office/drawing/2014/chart" uri="{C3380CC4-5D6E-409C-BE32-E72D297353CC}">
                  <c16:uniqueId val="{000001D3-54F4-4F49-BF99-32C6A3633B7B}"/>
                </c:ext>
              </c:extLst>
            </c:dLbl>
            <c:dLbl>
              <c:idx val="102"/>
              <c:delete val="1"/>
              <c:extLst>
                <c:ext xmlns:c15="http://schemas.microsoft.com/office/drawing/2012/chart" uri="{CE6537A1-D6FC-4f65-9D91-7224C49458BB}"/>
                <c:ext xmlns:c16="http://schemas.microsoft.com/office/drawing/2014/chart" uri="{C3380CC4-5D6E-409C-BE32-E72D297353CC}">
                  <c16:uniqueId val="{000001D4-54F4-4F49-BF99-32C6A3633B7B}"/>
                </c:ext>
              </c:extLst>
            </c:dLbl>
            <c:dLbl>
              <c:idx val="103"/>
              <c:delete val="1"/>
              <c:extLst>
                <c:ext xmlns:c15="http://schemas.microsoft.com/office/drawing/2012/chart" uri="{CE6537A1-D6FC-4f65-9D91-7224C49458BB}"/>
                <c:ext xmlns:c16="http://schemas.microsoft.com/office/drawing/2014/chart" uri="{C3380CC4-5D6E-409C-BE32-E72D297353CC}">
                  <c16:uniqueId val="{000001D5-54F4-4F49-BF99-32C6A3633B7B}"/>
                </c:ext>
              </c:extLst>
            </c:dLbl>
            <c:dLbl>
              <c:idx val="104"/>
              <c:delete val="1"/>
              <c:extLst>
                <c:ext xmlns:c15="http://schemas.microsoft.com/office/drawing/2012/chart" uri="{CE6537A1-D6FC-4f65-9D91-7224C49458BB}"/>
                <c:ext xmlns:c16="http://schemas.microsoft.com/office/drawing/2014/chart" uri="{C3380CC4-5D6E-409C-BE32-E72D297353CC}">
                  <c16:uniqueId val="{000001D6-54F4-4F49-BF99-32C6A3633B7B}"/>
                </c:ext>
              </c:extLst>
            </c:dLbl>
            <c:dLbl>
              <c:idx val="105"/>
              <c:delete val="1"/>
              <c:extLst>
                <c:ext xmlns:c15="http://schemas.microsoft.com/office/drawing/2012/chart" uri="{CE6537A1-D6FC-4f65-9D91-7224C49458BB}"/>
                <c:ext xmlns:c16="http://schemas.microsoft.com/office/drawing/2014/chart" uri="{C3380CC4-5D6E-409C-BE32-E72D297353CC}">
                  <c16:uniqueId val="{000001D7-54F4-4F49-BF99-32C6A3633B7B}"/>
                </c:ext>
              </c:extLst>
            </c:dLbl>
            <c:dLbl>
              <c:idx val="106"/>
              <c:delete val="1"/>
              <c:extLst>
                <c:ext xmlns:c15="http://schemas.microsoft.com/office/drawing/2012/chart" uri="{CE6537A1-D6FC-4f65-9D91-7224C49458BB}"/>
                <c:ext xmlns:c16="http://schemas.microsoft.com/office/drawing/2014/chart" uri="{C3380CC4-5D6E-409C-BE32-E72D297353CC}">
                  <c16:uniqueId val="{000001D8-54F4-4F49-BF99-32C6A3633B7B}"/>
                </c:ext>
              </c:extLst>
            </c:dLbl>
            <c:dLbl>
              <c:idx val="107"/>
              <c:delete val="1"/>
              <c:extLst>
                <c:ext xmlns:c15="http://schemas.microsoft.com/office/drawing/2012/chart" uri="{CE6537A1-D6FC-4f65-9D91-7224C49458BB}"/>
                <c:ext xmlns:c16="http://schemas.microsoft.com/office/drawing/2014/chart" uri="{C3380CC4-5D6E-409C-BE32-E72D297353CC}">
                  <c16:uniqueId val="{000001D9-54F4-4F49-BF99-32C6A3633B7B}"/>
                </c:ext>
              </c:extLst>
            </c:dLbl>
            <c:dLbl>
              <c:idx val="108"/>
              <c:delete val="1"/>
              <c:extLst>
                <c:ext xmlns:c15="http://schemas.microsoft.com/office/drawing/2012/chart" uri="{CE6537A1-D6FC-4f65-9D91-7224C49458BB}"/>
                <c:ext xmlns:c16="http://schemas.microsoft.com/office/drawing/2014/chart" uri="{C3380CC4-5D6E-409C-BE32-E72D297353CC}">
                  <c16:uniqueId val="{000001DA-54F4-4F49-BF99-32C6A3633B7B}"/>
                </c:ext>
              </c:extLst>
            </c:dLbl>
            <c:dLbl>
              <c:idx val="109"/>
              <c:delete val="1"/>
              <c:extLst>
                <c:ext xmlns:c15="http://schemas.microsoft.com/office/drawing/2012/chart" uri="{CE6537A1-D6FC-4f65-9D91-7224C49458BB}"/>
                <c:ext xmlns:c16="http://schemas.microsoft.com/office/drawing/2014/chart" uri="{C3380CC4-5D6E-409C-BE32-E72D297353CC}">
                  <c16:uniqueId val="{000001DB-54F4-4F49-BF99-32C6A3633B7B}"/>
                </c:ext>
              </c:extLst>
            </c:dLbl>
            <c:dLbl>
              <c:idx val="110"/>
              <c:delete val="1"/>
              <c:extLst>
                <c:ext xmlns:c15="http://schemas.microsoft.com/office/drawing/2012/chart" uri="{CE6537A1-D6FC-4f65-9D91-7224C49458BB}"/>
                <c:ext xmlns:c16="http://schemas.microsoft.com/office/drawing/2014/chart" uri="{C3380CC4-5D6E-409C-BE32-E72D297353CC}">
                  <c16:uniqueId val="{000001DC-54F4-4F49-BF99-32C6A3633B7B}"/>
                </c:ext>
              </c:extLst>
            </c:dLbl>
            <c:dLbl>
              <c:idx val="111"/>
              <c:delete val="1"/>
              <c:extLst>
                <c:ext xmlns:c15="http://schemas.microsoft.com/office/drawing/2012/chart" uri="{CE6537A1-D6FC-4f65-9D91-7224C49458BB}"/>
                <c:ext xmlns:c16="http://schemas.microsoft.com/office/drawing/2014/chart" uri="{C3380CC4-5D6E-409C-BE32-E72D297353CC}">
                  <c16:uniqueId val="{000001DD-54F4-4F49-BF99-32C6A3633B7B}"/>
                </c:ext>
              </c:extLst>
            </c:dLbl>
            <c:dLbl>
              <c:idx val="112"/>
              <c:delete val="1"/>
              <c:extLst>
                <c:ext xmlns:c15="http://schemas.microsoft.com/office/drawing/2012/chart" uri="{CE6537A1-D6FC-4f65-9D91-7224C49458BB}"/>
                <c:ext xmlns:c16="http://schemas.microsoft.com/office/drawing/2014/chart" uri="{C3380CC4-5D6E-409C-BE32-E72D297353CC}">
                  <c16:uniqueId val="{000001DE-54F4-4F49-BF99-32C6A3633B7B}"/>
                </c:ext>
              </c:extLst>
            </c:dLbl>
            <c:dLbl>
              <c:idx val="113"/>
              <c:delete val="1"/>
              <c:extLst>
                <c:ext xmlns:c15="http://schemas.microsoft.com/office/drawing/2012/chart" uri="{CE6537A1-D6FC-4f65-9D91-7224C49458BB}"/>
                <c:ext xmlns:c16="http://schemas.microsoft.com/office/drawing/2014/chart" uri="{C3380CC4-5D6E-409C-BE32-E72D297353CC}">
                  <c16:uniqueId val="{000001DF-54F4-4F49-BF99-32C6A3633B7B}"/>
                </c:ext>
              </c:extLst>
            </c:dLbl>
            <c:dLbl>
              <c:idx val="114"/>
              <c:delete val="1"/>
              <c:extLst>
                <c:ext xmlns:c15="http://schemas.microsoft.com/office/drawing/2012/chart" uri="{CE6537A1-D6FC-4f65-9D91-7224C49458BB}"/>
                <c:ext xmlns:c16="http://schemas.microsoft.com/office/drawing/2014/chart" uri="{C3380CC4-5D6E-409C-BE32-E72D297353CC}">
                  <c16:uniqueId val="{000001E0-54F4-4F49-BF99-32C6A3633B7B}"/>
                </c:ext>
              </c:extLst>
            </c:dLbl>
            <c:dLbl>
              <c:idx val="115"/>
              <c:delete val="1"/>
              <c:extLst>
                <c:ext xmlns:c15="http://schemas.microsoft.com/office/drawing/2012/chart" uri="{CE6537A1-D6FC-4f65-9D91-7224C49458BB}"/>
                <c:ext xmlns:c16="http://schemas.microsoft.com/office/drawing/2014/chart" uri="{C3380CC4-5D6E-409C-BE32-E72D297353CC}">
                  <c16:uniqueId val="{000001E1-54F4-4F49-BF99-32C6A3633B7B}"/>
                </c:ext>
              </c:extLst>
            </c:dLbl>
            <c:dLbl>
              <c:idx val="116"/>
              <c:delete val="1"/>
              <c:extLst>
                <c:ext xmlns:c15="http://schemas.microsoft.com/office/drawing/2012/chart" uri="{CE6537A1-D6FC-4f65-9D91-7224C49458BB}"/>
                <c:ext xmlns:c16="http://schemas.microsoft.com/office/drawing/2014/chart" uri="{C3380CC4-5D6E-409C-BE32-E72D297353CC}">
                  <c16:uniqueId val="{000001E2-54F4-4F49-BF99-32C6A3633B7B}"/>
                </c:ext>
              </c:extLst>
            </c:dLbl>
            <c:dLbl>
              <c:idx val="117"/>
              <c:delete val="1"/>
              <c:extLst>
                <c:ext xmlns:c15="http://schemas.microsoft.com/office/drawing/2012/chart" uri="{CE6537A1-D6FC-4f65-9D91-7224C49458BB}"/>
                <c:ext xmlns:c16="http://schemas.microsoft.com/office/drawing/2014/chart" uri="{C3380CC4-5D6E-409C-BE32-E72D297353CC}">
                  <c16:uniqueId val="{000001E3-54F4-4F49-BF99-32C6A3633B7B}"/>
                </c:ext>
              </c:extLst>
            </c:dLbl>
            <c:dLbl>
              <c:idx val="118"/>
              <c:delete val="1"/>
              <c:extLst>
                <c:ext xmlns:c15="http://schemas.microsoft.com/office/drawing/2012/chart" uri="{CE6537A1-D6FC-4f65-9D91-7224C49458BB}"/>
                <c:ext xmlns:c16="http://schemas.microsoft.com/office/drawing/2014/chart" uri="{C3380CC4-5D6E-409C-BE32-E72D297353CC}">
                  <c16:uniqueId val="{000001E4-54F4-4F49-BF99-32C6A3633B7B}"/>
                </c:ext>
              </c:extLst>
            </c:dLbl>
            <c:dLbl>
              <c:idx val="119"/>
              <c:delete val="1"/>
              <c:extLst>
                <c:ext xmlns:c15="http://schemas.microsoft.com/office/drawing/2012/chart" uri="{CE6537A1-D6FC-4f65-9D91-7224C49458BB}"/>
                <c:ext xmlns:c16="http://schemas.microsoft.com/office/drawing/2014/chart" uri="{C3380CC4-5D6E-409C-BE32-E72D297353CC}">
                  <c16:uniqueId val="{000001E5-54F4-4F49-BF99-32C6A3633B7B}"/>
                </c:ext>
              </c:extLst>
            </c:dLbl>
            <c:dLbl>
              <c:idx val="120"/>
              <c:delete val="1"/>
              <c:extLst>
                <c:ext xmlns:c15="http://schemas.microsoft.com/office/drawing/2012/chart" uri="{CE6537A1-D6FC-4f65-9D91-7224C49458BB}"/>
                <c:ext xmlns:c16="http://schemas.microsoft.com/office/drawing/2014/chart" uri="{C3380CC4-5D6E-409C-BE32-E72D297353CC}">
                  <c16:uniqueId val="{000001E6-54F4-4F49-BF99-32C6A3633B7B}"/>
                </c:ext>
              </c:extLst>
            </c:dLbl>
            <c:dLbl>
              <c:idx val="121"/>
              <c:delete val="1"/>
              <c:extLst>
                <c:ext xmlns:c15="http://schemas.microsoft.com/office/drawing/2012/chart" uri="{CE6537A1-D6FC-4f65-9D91-7224C49458BB}"/>
                <c:ext xmlns:c16="http://schemas.microsoft.com/office/drawing/2014/chart" uri="{C3380CC4-5D6E-409C-BE32-E72D297353CC}">
                  <c16:uniqueId val="{000001E7-54F4-4F49-BF99-32C6A3633B7B}"/>
                </c:ext>
              </c:extLst>
            </c:dLbl>
            <c:dLbl>
              <c:idx val="122"/>
              <c:delete val="1"/>
              <c:extLst>
                <c:ext xmlns:c15="http://schemas.microsoft.com/office/drawing/2012/chart" uri="{CE6537A1-D6FC-4f65-9D91-7224C49458BB}"/>
                <c:ext xmlns:c16="http://schemas.microsoft.com/office/drawing/2014/chart" uri="{C3380CC4-5D6E-409C-BE32-E72D297353CC}">
                  <c16:uniqueId val="{000001E8-54F4-4F49-BF99-32C6A3633B7B}"/>
                </c:ext>
              </c:extLst>
            </c:dLbl>
            <c:dLbl>
              <c:idx val="123"/>
              <c:delete val="1"/>
              <c:extLst>
                <c:ext xmlns:c15="http://schemas.microsoft.com/office/drawing/2012/chart" uri="{CE6537A1-D6FC-4f65-9D91-7224C49458BB}"/>
                <c:ext xmlns:c16="http://schemas.microsoft.com/office/drawing/2014/chart" uri="{C3380CC4-5D6E-409C-BE32-E72D297353CC}">
                  <c16:uniqueId val="{000001E9-54F4-4F49-BF99-32C6A3633B7B}"/>
                </c:ext>
              </c:extLst>
            </c:dLbl>
            <c:dLbl>
              <c:idx val="124"/>
              <c:delete val="1"/>
              <c:extLst>
                <c:ext xmlns:c15="http://schemas.microsoft.com/office/drawing/2012/chart" uri="{CE6537A1-D6FC-4f65-9D91-7224C49458BB}"/>
                <c:ext xmlns:c16="http://schemas.microsoft.com/office/drawing/2014/chart" uri="{C3380CC4-5D6E-409C-BE32-E72D297353CC}">
                  <c16:uniqueId val="{000001EA-54F4-4F49-BF99-32C6A3633B7B}"/>
                </c:ext>
              </c:extLst>
            </c:dLbl>
            <c:dLbl>
              <c:idx val="125"/>
              <c:delete val="1"/>
              <c:extLst>
                <c:ext xmlns:c15="http://schemas.microsoft.com/office/drawing/2012/chart" uri="{CE6537A1-D6FC-4f65-9D91-7224C49458BB}"/>
                <c:ext xmlns:c16="http://schemas.microsoft.com/office/drawing/2014/chart" uri="{C3380CC4-5D6E-409C-BE32-E72D297353CC}">
                  <c16:uniqueId val="{000001EB-54F4-4F49-BF99-32C6A3633B7B}"/>
                </c:ext>
              </c:extLst>
            </c:dLbl>
            <c:dLbl>
              <c:idx val="126"/>
              <c:delete val="1"/>
              <c:extLst>
                <c:ext xmlns:c15="http://schemas.microsoft.com/office/drawing/2012/chart" uri="{CE6537A1-D6FC-4f65-9D91-7224C49458BB}"/>
                <c:ext xmlns:c16="http://schemas.microsoft.com/office/drawing/2014/chart" uri="{C3380CC4-5D6E-409C-BE32-E72D297353CC}">
                  <c16:uniqueId val="{000001EC-54F4-4F49-BF99-32C6A3633B7B}"/>
                </c:ext>
              </c:extLst>
            </c:dLbl>
            <c:dLbl>
              <c:idx val="127"/>
              <c:delete val="1"/>
              <c:extLst>
                <c:ext xmlns:c15="http://schemas.microsoft.com/office/drawing/2012/chart" uri="{CE6537A1-D6FC-4f65-9D91-7224C49458BB}"/>
                <c:ext xmlns:c16="http://schemas.microsoft.com/office/drawing/2014/chart" uri="{C3380CC4-5D6E-409C-BE32-E72D297353CC}">
                  <c16:uniqueId val="{000001ED-54F4-4F49-BF99-32C6A3633B7B}"/>
                </c:ext>
              </c:extLst>
            </c:dLbl>
            <c:dLbl>
              <c:idx val="128"/>
              <c:delete val="1"/>
              <c:extLst>
                <c:ext xmlns:c15="http://schemas.microsoft.com/office/drawing/2012/chart" uri="{CE6537A1-D6FC-4f65-9D91-7224C49458BB}"/>
                <c:ext xmlns:c16="http://schemas.microsoft.com/office/drawing/2014/chart" uri="{C3380CC4-5D6E-409C-BE32-E72D297353CC}">
                  <c16:uniqueId val="{000001EE-54F4-4F49-BF99-32C6A3633B7B}"/>
                </c:ext>
              </c:extLst>
            </c:dLbl>
            <c:dLbl>
              <c:idx val="129"/>
              <c:delete val="1"/>
              <c:extLst>
                <c:ext xmlns:c15="http://schemas.microsoft.com/office/drawing/2012/chart" uri="{CE6537A1-D6FC-4f65-9D91-7224C49458BB}"/>
                <c:ext xmlns:c16="http://schemas.microsoft.com/office/drawing/2014/chart" uri="{C3380CC4-5D6E-409C-BE32-E72D297353CC}">
                  <c16:uniqueId val="{000001EF-54F4-4F49-BF99-32C6A3633B7B}"/>
                </c:ext>
              </c:extLst>
            </c:dLbl>
            <c:dLbl>
              <c:idx val="130"/>
              <c:delete val="1"/>
              <c:extLst>
                <c:ext xmlns:c15="http://schemas.microsoft.com/office/drawing/2012/chart" uri="{CE6537A1-D6FC-4f65-9D91-7224C49458BB}"/>
                <c:ext xmlns:c16="http://schemas.microsoft.com/office/drawing/2014/chart" uri="{C3380CC4-5D6E-409C-BE32-E72D297353CC}">
                  <c16:uniqueId val="{000001F0-54F4-4F49-BF99-32C6A3633B7B}"/>
                </c:ext>
              </c:extLst>
            </c:dLbl>
            <c:dLbl>
              <c:idx val="131"/>
              <c:delete val="1"/>
              <c:extLst>
                <c:ext xmlns:c15="http://schemas.microsoft.com/office/drawing/2012/chart" uri="{CE6537A1-D6FC-4f65-9D91-7224C49458BB}"/>
                <c:ext xmlns:c16="http://schemas.microsoft.com/office/drawing/2014/chart" uri="{C3380CC4-5D6E-409C-BE32-E72D297353CC}">
                  <c16:uniqueId val="{000001F1-54F4-4F49-BF99-32C6A3633B7B}"/>
                </c:ext>
              </c:extLst>
            </c:dLbl>
            <c:dLbl>
              <c:idx val="132"/>
              <c:delete val="1"/>
              <c:extLst>
                <c:ext xmlns:c15="http://schemas.microsoft.com/office/drawing/2012/chart" uri="{CE6537A1-D6FC-4f65-9D91-7224C49458BB}"/>
                <c:ext xmlns:c16="http://schemas.microsoft.com/office/drawing/2014/chart" uri="{C3380CC4-5D6E-409C-BE32-E72D297353CC}">
                  <c16:uniqueId val="{000001F2-54F4-4F49-BF99-32C6A3633B7B}"/>
                </c:ext>
              </c:extLst>
            </c:dLbl>
            <c:dLbl>
              <c:idx val="133"/>
              <c:delete val="1"/>
              <c:extLst>
                <c:ext xmlns:c15="http://schemas.microsoft.com/office/drawing/2012/chart" uri="{CE6537A1-D6FC-4f65-9D91-7224C49458BB}"/>
                <c:ext xmlns:c16="http://schemas.microsoft.com/office/drawing/2014/chart" uri="{C3380CC4-5D6E-409C-BE32-E72D297353CC}">
                  <c16:uniqueId val="{000001F3-54F4-4F49-BF99-32C6A3633B7B}"/>
                </c:ext>
              </c:extLst>
            </c:dLbl>
            <c:dLbl>
              <c:idx val="134"/>
              <c:delete val="1"/>
              <c:extLst>
                <c:ext xmlns:c15="http://schemas.microsoft.com/office/drawing/2012/chart" uri="{CE6537A1-D6FC-4f65-9D91-7224C49458BB}"/>
                <c:ext xmlns:c16="http://schemas.microsoft.com/office/drawing/2014/chart" uri="{C3380CC4-5D6E-409C-BE32-E72D297353CC}">
                  <c16:uniqueId val="{000001F4-54F4-4F49-BF99-32C6A3633B7B}"/>
                </c:ext>
              </c:extLst>
            </c:dLbl>
            <c:dLbl>
              <c:idx val="135"/>
              <c:delete val="1"/>
              <c:extLst>
                <c:ext xmlns:c15="http://schemas.microsoft.com/office/drawing/2012/chart" uri="{CE6537A1-D6FC-4f65-9D91-7224C49458BB}"/>
                <c:ext xmlns:c16="http://schemas.microsoft.com/office/drawing/2014/chart" uri="{C3380CC4-5D6E-409C-BE32-E72D297353CC}">
                  <c16:uniqueId val="{000001F5-54F4-4F49-BF99-32C6A3633B7B}"/>
                </c:ext>
              </c:extLst>
            </c:dLbl>
            <c:dLbl>
              <c:idx val="136"/>
              <c:delete val="1"/>
              <c:extLst>
                <c:ext xmlns:c15="http://schemas.microsoft.com/office/drawing/2012/chart" uri="{CE6537A1-D6FC-4f65-9D91-7224C49458BB}"/>
                <c:ext xmlns:c16="http://schemas.microsoft.com/office/drawing/2014/chart" uri="{C3380CC4-5D6E-409C-BE32-E72D297353CC}">
                  <c16:uniqueId val="{000001F6-54F4-4F49-BF99-32C6A3633B7B}"/>
                </c:ext>
              </c:extLst>
            </c:dLbl>
            <c:dLbl>
              <c:idx val="137"/>
              <c:delete val="1"/>
              <c:extLst>
                <c:ext xmlns:c15="http://schemas.microsoft.com/office/drawing/2012/chart" uri="{CE6537A1-D6FC-4f65-9D91-7224C49458BB}"/>
                <c:ext xmlns:c16="http://schemas.microsoft.com/office/drawing/2014/chart" uri="{C3380CC4-5D6E-409C-BE32-E72D297353CC}">
                  <c16:uniqueId val="{000001F7-54F4-4F49-BF99-32C6A3633B7B}"/>
                </c:ext>
              </c:extLst>
            </c:dLbl>
            <c:dLbl>
              <c:idx val="138"/>
              <c:delete val="1"/>
              <c:extLst>
                <c:ext xmlns:c15="http://schemas.microsoft.com/office/drawing/2012/chart" uri="{CE6537A1-D6FC-4f65-9D91-7224C49458BB}"/>
                <c:ext xmlns:c16="http://schemas.microsoft.com/office/drawing/2014/chart" uri="{C3380CC4-5D6E-409C-BE32-E72D297353CC}">
                  <c16:uniqueId val="{000001F8-54F4-4F49-BF99-32C6A3633B7B}"/>
                </c:ext>
              </c:extLst>
            </c:dLbl>
            <c:dLbl>
              <c:idx val="139"/>
              <c:delete val="1"/>
              <c:extLst>
                <c:ext xmlns:c15="http://schemas.microsoft.com/office/drawing/2012/chart" uri="{CE6537A1-D6FC-4f65-9D91-7224C49458BB}"/>
                <c:ext xmlns:c16="http://schemas.microsoft.com/office/drawing/2014/chart" uri="{C3380CC4-5D6E-409C-BE32-E72D297353CC}">
                  <c16:uniqueId val="{000001F9-54F4-4F49-BF99-32C6A3633B7B}"/>
                </c:ext>
              </c:extLst>
            </c:dLbl>
            <c:dLbl>
              <c:idx val="140"/>
              <c:delete val="1"/>
              <c:extLst>
                <c:ext xmlns:c15="http://schemas.microsoft.com/office/drawing/2012/chart" uri="{CE6537A1-D6FC-4f65-9D91-7224C49458BB}"/>
                <c:ext xmlns:c16="http://schemas.microsoft.com/office/drawing/2014/chart" uri="{C3380CC4-5D6E-409C-BE32-E72D297353CC}">
                  <c16:uniqueId val="{000001FA-54F4-4F49-BF99-32C6A3633B7B}"/>
                </c:ext>
              </c:extLst>
            </c:dLbl>
            <c:dLbl>
              <c:idx val="141"/>
              <c:delete val="1"/>
              <c:extLst>
                <c:ext xmlns:c15="http://schemas.microsoft.com/office/drawing/2012/chart" uri="{CE6537A1-D6FC-4f65-9D91-7224C49458BB}"/>
                <c:ext xmlns:c16="http://schemas.microsoft.com/office/drawing/2014/chart" uri="{C3380CC4-5D6E-409C-BE32-E72D297353CC}">
                  <c16:uniqueId val="{000001FB-54F4-4F49-BF99-32C6A3633B7B}"/>
                </c:ext>
              </c:extLst>
            </c:dLbl>
            <c:dLbl>
              <c:idx val="142"/>
              <c:delete val="1"/>
              <c:extLst>
                <c:ext xmlns:c15="http://schemas.microsoft.com/office/drawing/2012/chart" uri="{CE6537A1-D6FC-4f65-9D91-7224C49458BB}"/>
                <c:ext xmlns:c16="http://schemas.microsoft.com/office/drawing/2014/chart" uri="{C3380CC4-5D6E-409C-BE32-E72D297353CC}">
                  <c16:uniqueId val="{000001FC-54F4-4F49-BF99-32C6A3633B7B}"/>
                </c:ext>
              </c:extLst>
            </c:dLbl>
            <c:dLbl>
              <c:idx val="143"/>
              <c:delete val="1"/>
              <c:extLst>
                <c:ext xmlns:c15="http://schemas.microsoft.com/office/drawing/2012/chart" uri="{CE6537A1-D6FC-4f65-9D91-7224C49458BB}"/>
                <c:ext xmlns:c16="http://schemas.microsoft.com/office/drawing/2014/chart" uri="{C3380CC4-5D6E-409C-BE32-E72D297353CC}">
                  <c16:uniqueId val="{000001FD-54F4-4F49-BF99-32C6A3633B7B}"/>
                </c:ext>
              </c:extLst>
            </c:dLbl>
            <c:dLbl>
              <c:idx val="144"/>
              <c:delete val="1"/>
              <c:extLst>
                <c:ext xmlns:c15="http://schemas.microsoft.com/office/drawing/2012/chart" uri="{CE6537A1-D6FC-4f65-9D91-7224C49458BB}"/>
                <c:ext xmlns:c16="http://schemas.microsoft.com/office/drawing/2014/chart" uri="{C3380CC4-5D6E-409C-BE32-E72D297353CC}">
                  <c16:uniqueId val="{000001FE-54F4-4F49-BF99-32C6A3633B7B}"/>
                </c:ext>
              </c:extLst>
            </c:dLbl>
            <c:dLbl>
              <c:idx val="145"/>
              <c:delete val="1"/>
              <c:extLst>
                <c:ext xmlns:c15="http://schemas.microsoft.com/office/drawing/2012/chart" uri="{CE6537A1-D6FC-4f65-9D91-7224C49458BB}"/>
                <c:ext xmlns:c16="http://schemas.microsoft.com/office/drawing/2014/chart" uri="{C3380CC4-5D6E-409C-BE32-E72D297353CC}">
                  <c16:uniqueId val="{000001FF-54F4-4F49-BF99-32C6A3633B7B}"/>
                </c:ext>
              </c:extLst>
            </c:dLbl>
            <c:dLbl>
              <c:idx val="146"/>
              <c:delete val="1"/>
              <c:extLst>
                <c:ext xmlns:c15="http://schemas.microsoft.com/office/drawing/2012/chart" uri="{CE6537A1-D6FC-4f65-9D91-7224C49458BB}"/>
                <c:ext xmlns:c16="http://schemas.microsoft.com/office/drawing/2014/chart" uri="{C3380CC4-5D6E-409C-BE32-E72D297353CC}">
                  <c16:uniqueId val="{00000200-54F4-4F49-BF99-32C6A3633B7B}"/>
                </c:ext>
              </c:extLst>
            </c:dLbl>
            <c:dLbl>
              <c:idx val="147"/>
              <c:delete val="1"/>
              <c:extLst>
                <c:ext xmlns:c15="http://schemas.microsoft.com/office/drawing/2012/chart" uri="{CE6537A1-D6FC-4f65-9D91-7224C49458BB}"/>
                <c:ext xmlns:c16="http://schemas.microsoft.com/office/drawing/2014/chart" uri="{C3380CC4-5D6E-409C-BE32-E72D297353CC}">
                  <c16:uniqueId val="{00000201-54F4-4F49-BF99-32C6A3633B7B}"/>
                </c:ext>
              </c:extLst>
            </c:dLbl>
            <c:dLbl>
              <c:idx val="148"/>
              <c:delete val="1"/>
              <c:extLst>
                <c:ext xmlns:c15="http://schemas.microsoft.com/office/drawing/2012/chart" uri="{CE6537A1-D6FC-4f65-9D91-7224C49458BB}"/>
                <c:ext xmlns:c16="http://schemas.microsoft.com/office/drawing/2014/chart" uri="{C3380CC4-5D6E-409C-BE32-E72D297353CC}">
                  <c16:uniqueId val="{00000202-54F4-4F49-BF99-32C6A3633B7B}"/>
                </c:ext>
              </c:extLst>
            </c:dLbl>
            <c:dLbl>
              <c:idx val="149"/>
              <c:delete val="1"/>
              <c:extLst>
                <c:ext xmlns:c15="http://schemas.microsoft.com/office/drawing/2012/chart" uri="{CE6537A1-D6FC-4f65-9D91-7224C49458BB}"/>
                <c:ext xmlns:c16="http://schemas.microsoft.com/office/drawing/2014/chart" uri="{C3380CC4-5D6E-409C-BE32-E72D297353CC}">
                  <c16:uniqueId val="{00000203-54F4-4F49-BF99-32C6A3633B7B}"/>
                </c:ext>
              </c:extLst>
            </c:dLbl>
            <c:dLbl>
              <c:idx val="150"/>
              <c:delete val="1"/>
              <c:extLst>
                <c:ext xmlns:c15="http://schemas.microsoft.com/office/drawing/2012/chart" uri="{CE6537A1-D6FC-4f65-9D91-7224C49458BB}"/>
                <c:ext xmlns:c16="http://schemas.microsoft.com/office/drawing/2014/chart" uri="{C3380CC4-5D6E-409C-BE32-E72D297353CC}">
                  <c16:uniqueId val="{00000204-54F4-4F49-BF99-32C6A3633B7B}"/>
                </c:ext>
              </c:extLst>
            </c:dLbl>
            <c:dLbl>
              <c:idx val="151"/>
              <c:delete val="1"/>
              <c:extLst>
                <c:ext xmlns:c15="http://schemas.microsoft.com/office/drawing/2012/chart" uri="{CE6537A1-D6FC-4f65-9D91-7224C49458BB}"/>
                <c:ext xmlns:c16="http://schemas.microsoft.com/office/drawing/2014/chart" uri="{C3380CC4-5D6E-409C-BE32-E72D297353CC}">
                  <c16:uniqueId val="{00000205-54F4-4F49-BF99-32C6A3633B7B}"/>
                </c:ext>
              </c:extLst>
            </c:dLbl>
            <c:dLbl>
              <c:idx val="152"/>
              <c:delete val="1"/>
              <c:extLst>
                <c:ext xmlns:c15="http://schemas.microsoft.com/office/drawing/2012/chart" uri="{CE6537A1-D6FC-4f65-9D91-7224C49458BB}"/>
                <c:ext xmlns:c16="http://schemas.microsoft.com/office/drawing/2014/chart" uri="{C3380CC4-5D6E-409C-BE32-E72D297353CC}">
                  <c16:uniqueId val="{00000206-54F4-4F49-BF99-32C6A3633B7B}"/>
                </c:ext>
              </c:extLst>
            </c:dLbl>
            <c:dLbl>
              <c:idx val="153"/>
              <c:delete val="1"/>
              <c:extLst>
                <c:ext xmlns:c15="http://schemas.microsoft.com/office/drawing/2012/chart" uri="{CE6537A1-D6FC-4f65-9D91-7224C49458BB}"/>
                <c:ext xmlns:c16="http://schemas.microsoft.com/office/drawing/2014/chart" uri="{C3380CC4-5D6E-409C-BE32-E72D297353CC}">
                  <c16:uniqueId val="{00000207-54F4-4F49-BF99-32C6A3633B7B}"/>
                </c:ext>
              </c:extLst>
            </c:dLbl>
            <c:dLbl>
              <c:idx val="154"/>
              <c:delete val="1"/>
              <c:extLst>
                <c:ext xmlns:c15="http://schemas.microsoft.com/office/drawing/2012/chart" uri="{CE6537A1-D6FC-4f65-9D91-7224C49458BB}"/>
                <c:ext xmlns:c16="http://schemas.microsoft.com/office/drawing/2014/chart" uri="{C3380CC4-5D6E-409C-BE32-E72D297353CC}">
                  <c16:uniqueId val="{00000208-54F4-4F49-BF99-32C6A3633B7B}"/>
                </c:ext>
              </c:extLst>
            </c:dLbl>
            <c:dLbl>
              <c:idx val="155"/>
              <c:delete val="1"/>
              <c:extLst>
                <c:ext xmlns:c15="http://schemas.microsoft.com/office/drawing/2012/chart" uri="{CE6537A1-D6FC-4f65-9D91-7224C49458BB}"/>
                <c:ext xmlns:c16="http://schemas.microsoft.com/office/drawing/2014/chart" uri="{C3380CC4-5D6E-409C-BE32-E72D297353CC}">
                  <c16:uniqueId val="{00000209-54F4-4F49-BF99-32C6A3633B7B}"/>
                </c:ext>
              </c:extLst>
            </c:dLbl>
            <c:dLbl>
              <c:idx val="156"/>
              <c:delete val="1"/>
              <c:extLst>
                <c:ext xmlns:c15="http://schemas.microsoft.com/office/drawing/2012/chart" uri="{CE6537A1-D6FC-4f65-9D91-7224C49458BB}"/>
                <c:ext xmlns:c16="http://schemas.microsoft.com/office/drawing/2014/chart" uri="{C3380CC4-5D6E-409C-BE32-E72D297353CC}">
                  <c16:uniqueId val="{0000020A-54F4-4F49-BF99-32C6A3633B7B}"/>
                </c:ext>
              </c:extLst>
            </c:dLbl>
            <c:dLbl>
              <c:idx val="157"/>
              <c:delete val="1"/>
              <c:extLst>
                <c:ext xmlns:c15="http://schemas.microsoft.com/office/drawing/2012/chart" uri="{CE6537A1-D6FC-4f65-9D91-7224C49458BB}"/>
                <c:ext xmlns:c16="http://schemas.microsoft.com/office/drawing/2014/chart" uri="{C3380CC4-5D6E-409C-BE32-E72D297353CC}">
                  <c16:uniqueId val="{0000020B-54F4-4F49-BF99-32C6A3633B7B}"/>
                </c:ext>
              </c:extLst>
            </c:dLbl>
            <c:dLbl>
              <c:idx val="158"/>
              <c:delete val="1"/>
              <c:extLst>
                <c:ext xmlns:c15="http://schemas.microsoft.com/office/drawing/2012/chart" uri="{CE6537A1-D6FC-4f65-9D91-7224C49458BB}"/>
                <c:ext xmlns:c16="http://schemas.microsoft.com/office/drawing/2014/chart" uri="{C3380CC4-5D6E-409C-BE32-E72D297353CC}">
                  <c16:uniqueId val="{0000020C-54F4-4F49-BF99-32C6A3633B7B}"/>
                </c:ext>
              </c:extLst>
            </c:dLbl>
            <c:dLbl>
              <c:idx val="159"/>
              <c:delete val="1"/>
              <c:extLst>
                <c:ext xmlns:c15="http://schemas.microsoft.com/office/drawing/2012/chart" uri="{CE6537A1-D6FC-4f65-9D91-7224C49458BB}"/>
                <c:ext xmlns:c16="http://schemas.microsoft.com/office/drawing/2014/chart" uri="{C3380CC4-5D6E-409C-BE32-E72D297353CC}">
                  <c16:uniqueId val="{0000020D-54F4-4F49-BF99-32C6A3633B7B}"/>
                </c:ext>
              </c:extLst>
            </c:dLbl>
            <c:dLbl>
              <c:idx val="160"/>
              <c:delete val="1"/>
              <c:extLst>
                <c:ext xmlns:c15="http://schemas.microsoft.com/office/drawing/2012/chart" uri="{CE6537A1-D6FC-4f65-9D91-7224C49458BB}"/>
                <c:ext xmlns:c16="http://schemas.microsoft.com/office/drawing/2014/chart" uri="{C3380CC4-5D6E-409C-BE32-E72D297353CC}">
                  <c16:uniqueId val="{0000020E-54F4-4F49-BF99-32C6A3633B7B}"/>
                </c:ext>
              </c:extLst>
            </c:dLbl>
            <c:dLbl>
              <c:idx val="161"/>
              <c:delete val="1"/>
              <c:extLst>
                <c:ext xmlns:c15="http://schemas.microsoft.com/office/drawing/2012/chart" uri="{CE6537A1-D6FC-4f65-9D91-7224C49458BB}"/>
                <c:ext xmlns:c16="http://schemas.microsoft.com/office/drawing/2014/chart" uri="{C3380CC4-5D6E-409C-BE32-E72D297353CC}">
                  <c16:uniqueId val="{0000020F-54F4-4F49-BF99-32C6A3633B7B}"/>
                </c:ext>
              </c:extLst>
            </c:dLbl>
            <c:dLbl>
              <c:idx val="162"/>
              <c:delete val="1"/>
              <c:extLst>
                <c:ext xmlns:c15="http://schemas.microsoft.com/office/drawing/2012/chart" uri="{CE6537A1-D6FC-4f65-9D91-7224C49458BB}"/>
                <c:ext xmlns:c16="http://schemas.microsoft.com/office/drawing/2014/chart" uri="{C3380CC4-5D6E-409C-BE32-E72D297353CC}">
                  <c16:uniqueId val="{00000210-54F4-4F49-BF99-32C6A3633B7B}"/>
                </c:ext>
              </c:extLst>
            </c:dLbl>
            <c:dLbl>
              <c:idx val="163"/>
              <c:delete val="1"/>
              <c:extLst>
                <c:ext xmlns:c15="http://schemas.microsoft.com/office/drawing/2012/chart" uri="{CE6537A1-D6FC-4f65-9D91-7224C49458BB}"/>
                <c:ext xmlns:c16="http://schemas.microsoft.com/office/drawing/2014/chart" uri="{C3380CC4-5D6E-409C-BE32-E72D297353CC}">
                  <c16:uniqueId val="{00000211-54F4-4F49-BF99-32C6A3633B7B}"/>
                </c:ext>
              </c:extLst>
            </c:dLbl>
            <c:dLbl>
              <c:idx val="164"/>
              <c:delete val="1"/>
              <c:extLst>
                <c:ext xmlns:c15="http://schemas.microsoft.com/office/drawing/2012/chart" uri="{CE6537A1-D6FC-4f65-9D91-7224C49458BB}"/>
                <c:ext xmlns:c16="http://schemas.microsoft.com/office/drawing/2014/chart" uri="{C3380CC4-5D6E-409C-BE32-E72D297353CC}">
                  <c16:uniqueId val="{00000212-54F4-4F49-BF99-32C6A3633B7B}"/>
                </c:ext>
              </c:extLst>
            </c:dLbl>
            <c:dLbl>
              <c:idx val="165"/>
              <c:delete val="1"/>
              <c:extLst>
                <c:ext xmlns:c15="http://schemas.microsoft.com/office/drawing/2012/chart" uri="{CE6537A1-D6FC-4f65-9D91-7224C49458BB}"/>
                <c:ext xmlns:c16="http://schemas.microsoft.com/office/drawing/2014/chart" uri="{C3380CC4-5D6E-409C-BE32-E72D297353CC}">
                  <c16:uniqueId val="{00000213-54F4-4F49-BF99-32C6A3633B7B}"/>
                </c:ext>
              </c:extLst>
            </c:dLbl>
            <c:dLbl>
              <c:idx val="166"/>
              <c:delete val="1"/>
              <c:extLst>
                <c:ext xmlns:c15="http://schemas.microsoft.com/office/drawing/2012/chart" uri="{CE6537A1-D6FC-4f65-9D91-7224C49458BB}"/>
                <c:ext xmlns:c16="http://schemas.microsoft.com/office/drawing/2014/chart" uri="{C3380CC4-5D6E-409C-BE32-E72D297353CC}">
                  <c16:uniqueId val="{00000214-54F4-4F49-BF99-32C6A3633B7B}"/>
                </c:ext>
              </c:extLst>
            </c:dLbl>
            <c:dLbl>
              <c:idx val="167"/>
              <c:delete val="1"/>
              <c:extLst>
                <c:ext xmlns:c15="http://schemas.microsoft.com/office/drawing/2012/chart" uri="{CE6537A1-D6FC-4f65-9D91-7224C49458BB}"/>
                <c:ext xmlns:c16="http://schemas.microsoft.com/office/drawing/2014/chart" uri="{C3380CC4-5D6E-409C-BE32-E72D297353CC}">
                  <c16:uniqueId val="{00000215-54F4-4F49-BF99-32C6A3633B7B}"/>
                </c:ext>
              </c:extLst>
            </c:dLbl>
            <c:dLbl>
              <c:idx val="168"/>
              <c:delete val="1"/>
              <c:extLst>
                <c:ext xmlns:c15="http://schemas.microsoft.com/office/drawing/2012/chart" uri="{CE6537A1-D6FC-4f65-9D91-7224C49458BB}"/>
                <c:ext xmlns:c16="http://schemas.microsoft.com/office/drawing/2014/chart" uri="{C3380CC4-5D6E-409C-BE32-E72D297353CC}">
                  <c16:uniqueId val="{00000216-54F4-4F49-BF99-32C6A3633B7B}"/>
                </c:ext>
              </c:extLst>
            </c:dLbl>
            <c:dLbl>
              <c:idx val="169"/>
              <c:delete val="1"/>
              <c:extLst>
                <c:ext xmlns:c15="http://schemas.microsoft.com/office/drawing/2012/chart" uri="{CE6537A1-D6FC-4f65-9D91-7224C49458BB}"/>
                <c:ext xmlns:c16="http://schemas.microsoft.com/office/drawing/2014/chart" uri="{C3380CC4-5D6E-409C-BE32-E72D297353CC}">
                  <c16:uniqueId val="{00000217-54F4-4F49-BF99-32C6A3633B7B}"/>
                </c:ext>
              </c:extLst>
            </c:dLbl>
            <c:dLbl>
              <c:idx val="170"/>
              <c:delete val="1"/>
              <c:extLst>
                <c:ext xmlns:c15="http://schemas.microsoft.com/office/drawing/2012/chart" uri="{CE6537A1-D6FC-4f65-9D91-7224C49458BB}"/>
                <c:ext xmlns:c16="http://schemas.microsoft.com/office/drawing/2014/chart" uri="{C3380CC4-5D6E-409C-BE32-E72D297353CC}">
                  <c16:uniqueId val="{00000218-54F4-4F49-BF99-32C6A3633B7B}"/>
                </c:ext>
              </c:extLst>
            </c:dLbl>
            <c:dLbl>
              <c:idx val="171"/>
              <c:delete val="1"/>
              <c:extLst>
                <c:ext xmlns:c15="http://schemas.microsoft.com/office/drawing/2012/chart" uri="{CE6537A1-D6FC-4f65-9D91-7224C49458BB}"/>
                <c:ext xmlns:c16="http://schemas.microsoft.com/office/drawing/2014/chart" uri="{C3380CC4-5D6E-409C-BE32-E72D297353CC}">
                  <c16:uniqueId val="{00000219-54F4-4F49-BF99-32C6A3633B7B}"/>
                </c:ext>
              </c:extLst>
            </c:dLbl>
            <c:dLbl>
              <c:idx val="172"/>
              <c:delete val="1"/>
              <c:extLst>
                <c:ext xmlns:c15="http://schemas.microsoft.com/office/drawing/2012/chart" uri="{CE6537A1-D6FC-4f65-9D91-7224C49458BB}"/>
                <c:ext xmlns:c16="http://schemas.microsoft.com/office/drawing/2014/chart" uri="{C3380CC4-5D6E-409C-BE32-E72D297353CC}">
                  <c16:uniqueId val="{0000021A-54F4-4F49-BF99-32C6A3633B7B}"/>
                </c:ext>
              </c:extLst>
            </c:dLbl>
            <c:dLbl>
              <c:idx val="173"/>
              <c:delete val="1"/>
              <c:extLst>
                <c:ext xmlns:c15="http://schemas.microsoft.com/office/drawing/2012/chart" uri="{CE6537A1-D6FC-4f65-9D91-7224C49458BB}"/>
                <c:ext xmlns:c16="http://schemas.microsoft.com/office/drawing/2014/chart" uri="{C3380CC4-5D6E-409C-BE32-E72D297353CC}">
                  <c16:uniqueId val="{0000021B-54F4-4F49-BF99-32C6A3633B7B}"/>
                </c:ext>
              </c:extLst>
            </c:dLbl>
            <c:dLbl>
              <c:idx val="174"/>
              <c:delete val="1"/>
              <c:extLst>
                <c:ext xmlns:c15="http://schemas.microsoft.com/office/drawing/2012/chart" uri="{CE6537A1-D6FC-4f65-9D91-7224C49458BB}"/>
                <c:ext xmlns:c16="http://schemas.microsoft.com/office/drawing/2014/chart" uri="{C3380CC4-5D6E-409C-BE32-E72D297353CC}">
                  <c16:uniqueId val="{0000021C-54F4-4F49-BF99-32C6A3633B7B}"/>
                </c:ext>
              </c:extLst>
            </c:dLbl>
            <c:dLbl>
              <c:idx val="175"/>
              <c:delete val="1"/>
              <c:extLst>
                <c:ext xmlns:c15="http://schemas.microsoft.com/office/drawing/2012/chart" uri="{CE6537A1-D6FC-4f65-9D91-7224C49458BB}"/>
                <c:ext xmlns:c16="http://schemas.microsoft.com/office/drawing/2014/chart" uri="{C3380CC4-5D6E-409C-BE32-E72D297353CC}">
                  <c16:uniqueId val="{0000021D-54F4-4F49-BF99-32C6A3633B7B}"/>
                </c:ext>
              </c:extLst>
            </c:dLbl>
            <c:dLbl>
              <c:idx val="176"/>
              <c:delete val="1"/>
              <c:extLst>
                <c:ext xmlns:c15="http://schemas.microsoft.com/office/drawing/2012/chart" uri="{CE6537A1-D6FC-4f65-9D91-7224C49458BB}"/>
                <c:ext xmlns:c16="http://schemas.microsoft.com/office/drawing/2014/chart" uri="{C3380CC4-5D6E-409C-BE32-E72D297353CC}">
                  <c16:uniqueId val="{0000021E-54F4-4F49-BF99-32C6A3633B7B}"/>
                </c:ext>
              </c:extLst>
            </c:dLbl>
            <c:dLbl>
              <c:idx val="177"/>
              <c:delete val="1"/>
              <c:extLst>
                <c:ext xmlns:c15="http://schemas.microsoft.com/office/drawing/2012/chart" uri="{CE6537A1-D6FC-4f65-9D91-7224C49458BB}"/>
                <c:ext xmlns:c16="http://schemas.microsoft.com/office/drawing/2014/chart" uri="{C3380CC4-5D6E-409C-BE32-E72D297353CC}">
                  <c16:uniqueId val="{0000021F-54F4-4F49-BF99-32C6A3633B7B}"/>
                </c:ext>
              </c:extLst>
            </c:dLbl>
            <c:dLbl>
              <c:idx val="178"/>
              <c:delete val="1"/>
              <c:extLst>
                <c:ext xmlns:c15="http://schemas.microsoft.com/office/drawing/2012/chart" uri="{CE6537A1-D6FC-4f65-9D91-7224C49458BB}"/>
                <c:ext xmlns:c16="http://schemas.microsoft.com/office/drawing/2014/chart" uri="{C3380CC4-5D6E-409C-BE32-E72D297353CC}">
                  <c16:uniqueId val="{00000220-54F4-4F49-BF99-32C6A3633B7B}"/>
                </c:ext>
              </c:extLst>
            </c:dLbl>
            <c:dLbl>
              <c:idx val="179"/>
              <c:delete val="1"/>
              <c:extLst>
                <c:ext xmlns:c15="http://schemas.microsoft.com/office/drawing/2012/chart" uri="{CE6537A1-D6FC-4f65-9D91-7224C49458BB}"/>
                <c:ext xmlns:c16="http://schemas.microsoft.com/office/drawing/2014/chart" uri="{C3380CC4-5D6E-409C-BE32-E72D297353CC}">
                  <c16:uniqueId val="{00000221-54F4-4F49-BF99-32C6A3633B7B}"/>
                </c:ext>
              </c:extLst>
            </c:dLbl>
            <c:dLbl>
              <c:idx val="180"/>
              <c:delete val="1"/>
              <c:extLst>
                <c:ext xmlns:c15="http://schemas.microsoft.com/office/drawing/2012/chart" uri="{CE6537A1-D6FC-4f65-9D91-7224C49458BB}"/>
                <c:ext xmlns:c16="http://schemas.microsoft.com/office/drawing/2014/chart" uri="{C3380CC4-5D6E-409C-BE32-E72D297353CC}">
                  <c16:uniqueId val="{00000222-54F4-4F49-BF99-32C6A3633B7B}"/>
                </c:ext>
              </c:extLst>
            </c:dLbl>
            <c:dLbl>
              <c:idx val="181"/>
              <c:tx>
                <c:rich>
                  <a:bodyPr/>
                  <a:lstStyle/>
                  <a:p>
                    <a:r>
                      <a:rPr lang="en-US" sz="900" b="0" baseline="0">
                        <a:solidFill>
                          <a:srgbClr val="8EB3DF"/>
                        </a:solidFill>
                        <a:latin typeface="Roboto Light"/>
                      </a:rPr>
                      <a:t>1.3%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223-54F4-4F49-BF99-32C6A3633B7B}"/>
                </c:ext>
              </c:extLst>
            </c:dLbl>
            <c:spPr>
              <a:noFill/>
              <a:ln>
                <a:noFill/>
              </a:ln>
              <a:effectLst/>
            </c:spPr>
            <c:txPr>
              <a:bodyPr wrap="square" lIns="38100" tIns="19050" rIns="38100" bIns="19050" anchor="ctr">
                <a:spAutoFit/>
              </a:bodyPr>
              <a:lstStyle/>
              <a:p>
                <a:pPr>
                  <a:defRPr b="1"/>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'E4'!$A$2:$A$183</c:f>
              <c:numCache>
                <c:formatCode>yyyy\-mm\-dd</c:formatCode>
                <c:ptCount val="182"/>
                <c:pt idx="0">
                  <c:v>46055</c:v>
                </c:pt>
                <c:pt idx="1">
                  <c:v>46056</c:v>
                </c:pt>
                <c:pt idx="2">
                  <c:v>46057</c:v>
                </c:pt>
                <c:pt idx="3">
                  <c:v>46058</c:v>
                </c:pt>
                <c:pt idx="4">
                  <c:v>46059</c:v>
                </c:pt>
                <c:pt idx="5">
                  <c:v>46062</c:v>
                </c:pt>
                <c:pt idx="6">
                  <c:v>46063</c:v>
                </c:pt>
                <c:pt idx="7">
                  <c:v>46064</c:v>
                </c:pt>
                <c:pt idx="8">
                  <c:v>46065</c:v>
                </c:pt>
                <c:pt idx="9">
                  <c:v>46066</c:v>
                </c:pt>
                <c:pt idx="10">
                  <c:v>46071</c:v>
                </c:pt>
                <c:pt idx="11">
                  <c:v>46072</c:v>
                </c:pt>
                <c:pt idx="12">
                  <c:v>46073</c:v>
                </c:pt>
                <c:pt idx="13">
                  <c:v>46076</c:v>
                </c:pt>
                <c:pt idx="14">
                  <c:v>46077</c:v>
                </c:pt>
                <c:pt idx="15">
                  <c:v>46078</c:v>
                </c:pt>
                <c:pt idx="16">
                  <c:v>46079</c:v>
                </c:pt>
                <c:pt idx="17">
                  <c:v>46080</c:v>
                </c:pt>
                <c:pt idx="18">
                  <c:v>46083</c:v>
                </c:pt>
                <c:pt idx="19">
                  <c:v>46084</c:v>
                </c:pt>
                <c:pt idx="20">
                  <c:v>46085</c:v>
                </c:pt>
                <c:pt idx="21">
                  <c:v>46086</c:v>
                </c:pt>
                <c:pt idx="22">
                  <c:v>46087</c:v>
                </c:pt>
                <c:pt idx="23">
                  <c:v>46090</c:v>
                </c:pt>
                <c:pt idx="24">
                  <c:v>46091</c:v>
                </c:pt>
                <c:pt idx="25">
                  <c:v>46092</c:v>
                </c:pt>
                <c:pt idx="26">
                  <c:v>46093</c:v>
                </c:pt>
                <c:pt idx="27">
                  <c:v>46094</c:v>
                </c:pt>
                <c:pt idx="28">
                  <c:v>46097</c:v>
                </c:pt>
                <c:pt idx="29">
                  <c:v>46098</c:v>
                </c:pt>
                <c:pt idx="30">
                  <c:v>46099</c:v>
                </c:pt>
                <c:pt idx="31">
                  <c:v>46100</c:v>
                </c:pt>
                <c:pt idx="32">
                  <c:v>46101</c:v>
                </c:pt>
                <c:pt idx="33">
                  <c:v>46104</c:v>
                </c:pt>
                <c:pt idx="34">
                  <c:v>46105</c:v>
                </c:pt>
                <c:pt idx="35">
                  <c:v>46106</c:v>
                </c:pt>
                <c:pt idx="36">
                  <c:v>46107</c:v>
                </c:pt>
                <c:pt idx="37">
                  <c:v>46108</c:v>
                </c:pt>
                <c:pt idx="38">
                  <c:v>46111</c:v>
                </c:pt>
                <c:pt idx="39">
                  <c:v>46112</c:v>
                </c:pt>
                <c:pt idx="40">
                  <c:v>46113</c:v>
                </c:pt>
                <c:pt idx="41">
                  <c:v>46114</c:v>
                </c:pt>
                <c:pt idx="42">
                  <c:v>46118</c:v>
                </c:pt>
                <c:pt idx="43">
                  <c:v>46119</c:v>
                </c:pt>
                <c:pt idx="44">
                  <c:v>46120</c:v>
                </c:pt>
                <c:pt idx="45">
                  <c:v>46121</c:v>
                </c:pt>
                <c:pt idx="46">
                  <c:v>46122</c:v>
                </c:pt>
                <c:pt idx="47">
                  <c:v>46125</c:v>
                </c:pt>
                <c:pt idx="48">
                  <c:v>46126</c:v>
                </c:pt>
                <c:pt idx="49">
                  <c:v>46127</c:v>
                </c:pt>
                <c:pt idx="50">
                  <c:v>46128</c:v>
                </c:pt>
                <c:pt idx="51">
                  <c:v>46129</c:v>
                </c:pt>
                <c:pt idx="52">
                  <c:v>46132</c:v>
                </c:pt>
                <c:pt idx="53">
                  <c:v>46134</c:v>
                </c:pt>
                <c:pt idx="54">
                  <c:v>46135</c:v>
                </c:pt>
                <c:pt idx="55">
                  <c:v>46136</c:v>
                </c:pt>
                <c:pt idx="56">
                  <c:v>46139</c:v>
                </c:pt>
                <c:pt idx="57">
                  <c:v>46140</c:v>
                </c:pt>
                <c:pt idx="58">
                  <c:v>46141</c:v>
                </c:pt>
                <c:pt idx="59">
                  <c:v>46142</c:v>
                </c:pt>
                <c:pt idx="60">
                  <c:v>46146</c:v>
                </c:pt>
                <c:pt idx="61">
                  <c:v>46147</c:v>
                </c:pt>
                <c:pt idx="62">
                  <c:v>46148</c:v>
                </c:pt>
                <c:pt idx="63">
                  <c:v>46149</c:v>
                </c:pt>
                <c:pt idx="64">
                  <c:v>46150</c:v>
                </c:pt>
                <c:pt idx="65">
                  <c:v>46153</c:v>
                </c:pt>
                <c:pt idx="66">
                  <c:v>46154</c:v>
                </c:pt>
                <c:pt idx="67">
                  <c:v>46155</c:v>
                </c:pt>
                <c:pt idx="68">
                  <c:v>46156</c:v>
                </c:pt>
                <c:pt idx="69">
                  <c:v>46157</c:v>
                </c:pt>
                <c:pt idx="70">
                  <c:v>46160</c:v>
                </c:pt>
                <c:pt idx="71">
                  <c:v>46161</c:v>
                </c:pt>
                <c:pt idx="72">
                  <c:v>46162</c:v>
                </c:pt>
                <c:pt idx="73">
                  <c:v>46163</c:v>
                </c:pt>
                <c:pt idx="74">
                  <c:v>46164</c:v>
                </c:pt>
                <c:pt idx="75">
                  <c:v>46167</c:v>
                </c:pt>
                <c:pt idx="76">
                  <c:v>46168</c:v>
                </c:pt>
                <c:pt idx="77">
                  <c:v>46169</c:v>
                </c:pt>
                <c:pt idx="78">
                  <c:v>46170</c:v>
                </c:pt>
                <c:pt idx="79">
                  <c:v>46171</c:v>
                </c:pt>
                <c:pt idx="80">
                  <c:v>46174</c:v>
                </c:pt>
                <c:pt idx="81">
                  <c:v>46175</c:v>
                </c:pt>
                <c:pt idx="82">
                  <c:v>46176</c:v>
                </c:pt>
                <c:pt idx="83">
                  <c:v>46178</c:v>
                </c:pt>
                <c:pt idx="84">
                  <c:v>46181</c:v>
                </c:pt>
                <c:pt idx="85">
                  <c:v>46182</c:v>
                </c:pt>
                <c:pt idx="86">
                  <c:v>46183</c:v>
                </c:pt>
                <c:pt idx="87">
                  <c:v>46184</c:v>
                </c:pt>
                <c:pt idx="88">
                  <c:v>46185</c:v>
                </c:pt>
                <c:pt idx="89">
                  <c:v>46188</c:v>
                </c:pt>
                <c:pt idx="90">
                  <c:v>46189</c:v>
                </c:pt>
                <c:pt idx="91">
                  <c:v>46190</c:v>
                </c:pt>
                <c:pt idx="92">
                  <c:v>46191</c:v>
                </c:pt>
                <c:pt idx="93">
                  <c:v>46192</c:v>
                </c:pt>
                <c:pt idx="94">
                  <c:v>46195</c:v>
                </c:pt>
                <c:pt idx="95">
                  <c:v>46196</c:v>
                </c:pt>
                <c:pt idx="96">
                  <c:v>46197</c:v>
                </c:pt>
                <c:pt idx="97">
                  <c:v>46198</c:v>
                </c:pt>
                <c:pt idx="98">
                  <c:v>46199</c:v>
                </c:pt>
                <c:pt idx="99">
                  <c:v>46202</c:v>
                </c:pt>
                <c:pt idx="100">
                  <c:v>46203</c:v>
                </c:pt>
                <c:pt idx="101">
                  <c:v>46204</c:v>
                </c:pt>
                <c:pt idx="102">
                  <c:v>46205</c:v>
                </c:pt>
                <c:pt idx="103">
                  <c:v>46206</c:v>
                </c:pt>
                <c:pt idx="104">
                  <c:v>46209</c:v>
                </c:pt>
                <c:pt idx="105">
                  <c:v>46210</c:v>
                </c:pt>
                <c:pt idx="106">
                  <c:v>46211</c:v>
                </c:pt>
                <c:pt idx="107">
                  <c:v>46212</c:v>
                </c:pt>
                <c:pt idx="108">
                  <c:v>46213</c:v>
                </c:pt>
                <c:pt idx="109">
                  <c:v>46216</c:v>
                </c:pt>
                <c:pt idx="110">
                  <c:v>46217</c:v>
                </c:pt>
                <c:pt idx="111">
                  <c:v>46218</c:v>
                </c:pt>
                <c:pt idx="112">
                  <c:v>46219</c:v>
                </c:pt>
                <c:pt idx="113">
                  <c:v>46220</c:v>
                </c:pt>
                <c:pt idx="114">
                  <c:v>46223</c:v>
                </c:pt>
                <c:pt idx="115">
                  <c:v>46224</c:v>
                </c:pt>
                <c:pt idx="116">
                  <c:v>46225</c:v>
                </c:pt>
                <c:pt idx="117">
                  <c:v>46226</c:v>
                </c:pt>
                <c:pt idx="118">
                  <c:v>46227</c:v>
                </c:pt>
                <c:pt idx="119">
                  <c:v>46230</c:v>
                </c:pt>
                <c:pt idx="120">
                  <c:v>46231</c:v>
                </c:pt>
                <c:pt idx="121">
                  <c:v>46232</c:v>
                </c:pt>
                <c:pt idx="122">
                  <c:v>46233</c:v>
                </c:pt>
                <c:pt idx="123">
                  <c:v>46234</c:v>
                </c:pt>
                <c:pt idx="124">
                  <c:v>46237</c:v>
                </c:pt>
                <c:pt idx="125">
                  <c:v>46238</c:v>
                </c:pt>
                <c:pt idx="126">
                  <c:v>46239</c:v>
                </c:pt>
                <c:pt idx="127">
                  <c:v>46240</c:v>
                </c:pt>
                <c:pt idx="128">
                  <c:v>46241</c:v>
                </c:pt>
                <c:pt idx="129">
                  <c:v>46244</c:v>
                </c:pt>
                <c:pt idx="130">
                  <c:v>46245</c:v>
                </c:pt>
                <c:pt idx="131">
                  <c:v>46246</c:v>
                </c:pt>
                <c:pt idx="132">
                  <c:v>46247</c:v>
                </c:pt>
                <c:pt idx="133">
                  <c:v>46248</c:v>
                </c:pt>
                <c:pt idx="134">
                  <c:v>46251</c:v>
                </c:pt>
                <c:pt idx="135">
                  <c:v>46252</c:v>
                </c:pt>
                <c:pt idx="136">
                  <c:v>46253</c:v>
                </c:pt>
                <c:pt idx="137">
                  <c:v>46254</c:v>
                </c:pt>
                <c:pt idx="138">
                  <c:v>46255</c:v>
                </c:pt>
                <c:pt idx="139">
                  <c:v>46258</c:v>
                </c:pt>
                <c:pt idx="140">
                  <c:v>46259</c:v>
                </c:pt>
                <c:pt idx="141">
                  <c:v>46260</c:v>
                </c:pt>
                <c:pt idx="142">
                  <c:v>46261</c:v>
                </c:pt>
                <c:pt idx="143">
                  <c:v>46262</c:v>
                </c:pt>
                <c:pt idx="144">
                  <c:v>46265</c:v>
                </c:pt>
                <c:pt idx="145">
                  <c:v>46266</c:v>
                </c:pt>
                <c:pt idx="146">
                  <c:v>46267</c:v>
                </c:pt>
                <c:pt idx="147">
                  <c:v>46268</c:v>
                </c:pt>
                <c:pt idx="148">
                  <c:v>46269</c:v>
                </c:pt>
                <c:pt idx="149">
                  <c:v>46273</c:v>
                </c:pt>
                <c:pt idx="150">
                  <c:v>46274</c:v>
                </c:pt>
                <c:pt idx="151">
                  <c:v>46275</c:v>
                </c:pt>
                <c:pt idx="152">
                  <c:v>46276</c:v>
                </c:pt>
                <c:pt idx="153">
                  <c:v>46279</c:v>
                </c:pt>
                <c:pt idx="154">
                  <c:v>46280</c:v>
                </c:pt>
                <c:pt idx="155">
                  <c:v>46281</c:v>
                </c:pt>
                <c:pt idx="156">
                  <c:v>46282</c:v>
                </c:pt>
                <c:pt idx="157">
                  <c:v>46283</c:v>
                </c:pt>
                <c:pt idx="158">
                  <c:v>46286</c:v>
                </c:pt>
                <c:pt idx="159">
                  <c:v>46287</c:v>
                </c:pt>
                <c:pt idx="160">
                  <c:v>46288</c:v>
                </c:pt>
                <c:pt idx="161">
                  <c:v>46289</c:v>
                </c:pt>
                <c:pt idx="162">
                  <c:v>46290</c:v>
                </c:pt>
                <c:pt idx="163">
                  <c:v>46293</c:v>
                </c:pt>
                <c:pt idx="164">
                  <c:v>46294</c:v>
                </c:pt>
                <c:pt idx="165">
                  <c:v>46295</c:v>
                </c:pt>
                <c:pt idx="166">
                  <c:v>46296</c:v>
                </c:pt>
                <c:pt idx="167">
                  <c:v>46297</c:v>
                </c:pt>
                <c:pt idx="168">
                  <c:v>46300</c:v>
                </c:pt>
                <c:pt idx="169">
                  <c:v>46301</c:v>
                </c:pt>
                <c:pt idx="170">
                  <c:v>46302</c:v>
                </c:pt>
                <c:pt idx="171">
                  <c:v>46303</c:v>
                </c:pt>
                <c:pt idx="172">
                  <c:v>46304</c:v>
                </c:pt>
                <c:pt idx="173">
                  <c:v>46308</c:v>
                </c:pt>
                <c:pt idx="174">
                  <c:v>46309</c:v>
                </c:pt>
                <c:pt idx="175">
                  <c:v>46310</c:v>
                </c:pt>
                <c:pt idx="176">
                  <c:v>46311</c:v>
                </c:pt>
                <c:pt idx="177">
                  <c:v>46314</c:v>
                </c:pt>
                <c:pt idx="178">
                  <c:v>46315</c:v>
                </c:pt>
                <c:pt idx="179">
                  <c:v>46316</c:v>
                </c:pt>
                <c:pt idx="180">
                  <c:v>46317</c:v>
                </c:pt>
                <c:pt idx="181">
                  <c:v>46318</c:v>
                </c:pt>
              </c:numCache>
            </c:numRef>
          </c:cat>
          <c:val>
            <c:numRef>
              <c:f>'E4'!$D$2:$D$183</c:f>
              <c:numCache>
                <c:formatCode>General</c:formatCode>
                <c:ptCount val="182"/>
                <c:pt idx="181">
                  <c:v>13.145</c:v>
                </c:pt>
              </c:numCache>
            </c:numRef>
          </c:val>
          <c:smooth val="0"/>
          <c:extLst>
            <c:ext xmlns:c16="http://schemas.microsoft.com/office/drawing/2014/chart" uri="{C3380CC4-5D6E-409C-BE32-E72D297353CC}">
              <c16:uniqueId val="{00000224-54F4-4F49-BF99-32C6A3633B7B}"/>
            </c:ext>
          </c:extLst>
        </c:ser>
        <c:dLbls>
          <c:showLegendKey val="0"/>
          <c:showVal val="0"/>
          <c:showCatName val="0"/>
          <c:showSerName val="0"/>
          <c:showPercent val="0"/>
          <c:showBubbleSize val="0"/>
        </c:dLbls>
        <c:smooth val="0"/>
        <c:axId val="50040001"/>
        <c:axId val="50040002"/>
      </c:lineChart>
      <c:dateAx>
        <c:axId val="50040001"/>
        <c:scaling>
          <c:orientation val="minMax"/>
          <c:max val="46318"/>
          <c:min val="46054"/>
        </c:scaling>
        <c:delete val="0"/>
        <c:axPos val="b"/>
        <c:numFmt formatCode="[$-409]mmm\-yy" sourceLinked="0"/>
        <c:majorTickMark val="out"/>
        <c:minorTickMark val="none"/>
        <c:tickLblPos val="low"/>
        <c:spPr>
          <a:ln w="9525">
            <a:solidFill>
              <a:srgbClr val="DBDDDE"/>
            </a:solidFill>
          </a:ln>
        </c:spPr>
        <c:txPr>
          <a:bodyPr rot="-5400000" vert="horz"/>
          <a:lstStyle/>
          <a:p>
            <a:pPr>
              <a:defRPr sz="900" b="0" baseline="0">
                <a:solidFill>
                  <a:srgbClr val="000000"/>
                </a:solidFill>
                <a:latin typeface="Roboto Light"/>
              </a:defRPr>
            </a:pPr>
            <a:endParaRPr lang="en-US"/>
          </a:p>
        </c:txPr>
        <c:crossAx val="50040002"/>
        <c:crosses val="min"/>
        <c:auto val="1"/>
        <c:lblOffset val="100"/>
        <c:baseTimeUnit val="days"/>
        <c:majorUnit val="1"/>
        <c:majorTimeUnit val="months"/>
      </c:dateAx>
      <c:valAx>
        <c:axId val="50040002"/>
        <c:scaling>
          <c:orientation val="minMax"/>
          <c:max val="20"/>
          <c:min val="8"/>
        </c:scaling>
        <c:delete val="0"/>
        <c:axPos val="l"/>
        <c:majorGridlines>
          <c:spPr>
            <a:ln w="6350">
              <a:solidFill>
                <a:srgbClr val="DBDDDE"/>
              </a:solidFill>
              <a:prstDash val="dash"/>
            </a:ln>
          </c:spPr>
        </c:majorGridlines>
        <c:numFmt formatCode="0&quot;.&quot;0&quot;%&quot;" sourceLinked="0"/>
        <c:majorTickMark val="none"/>
        <c:minorTickMark val="none"/>
        <c:tickLblPos val="nextTo"/>
        <c:spPr>
          <a:ln>
            <a:noFill/>
          </a:ln>
        </c:spPr>
        <c:txPr>
          <a:bodyPr/>
          <a:lstStyle/>
          <a:p>
            <a:pPr>
              <a:defRPr sz="900" b="0" baseline="0">
                <a:solidFill>
                  <a:srgbClr val="000000"/>
                </a:solidFill>
                <a:latin typeface="Roboto Light"/>
              </a:defRPr>
            </a:pPr>
            <a:endParaRPr lang="en-US"/>
          </a:p>
        </c:txPr>
        <c:crossAx val="50040001"/>
        <c:crosses val="autoZero"/>
        <c:crossBetween val="between"/>
        <c:majorUnit val="2"/>
      </c:valAx>
      <c:spPr>
        <a:noFill/>
        <a:ln>
          <a:noFill/>
        </a:ln>
      </c:spPr>
    </c:plotArea>
    <c:legend>
      <c:legendPos val="t"/>
      <c:legendEntry>
        <c:idx val="2"/>
        <c:delete val="1"/>
      </c:legendEntry>
      <c:layout>
        <c:manualLayout>
          <c:xMode val="edge"/>
          <c:yMode val="edge"/>
          <c:x val="0.13408758475503063"/>
          <c:y val="6.6137566137566134E-3"/>
          <c:w val="0.73182448873578299"/>
          <c:h val="0.11039661708953047"/>
        </c:manualLayout>
      </c:layout>
      <c:overlay val="0"/>
      <c:txPr>
        <a:bodyPr/>
        <a:lstStyle/>
        <a:p>
          <a:pPr>
            <a:defRPr sz="9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2021</c:v>
          </c:tx>
          <c:spPr>
            <a:solidFill>
              <a:srgbClr val="8EB3DF"/>
            </a:solidFill>
            <a:ln>
              <a:noFill/>
            </a:ln>
          </c:spPr>
          <c:invertIfNegative val="0"/>
          <c:dLbls>
            <c:dLbl>
              <c:idx val="0"/>
              <c:tx>
                <c:rich>
                  <a:bodyPr/>
                  <a:lstStyle/>
                  <a:p>
                    <a:r>
                      <a:rPr lang="en-US" sz="900" b="0" baseline="0">
                        <a:solidFill>
                          <a:srgbClr val="000000"/>
                        </a:solidFill>
                        <a:latin typeface="Roboto Light"/>
                      </a:rPr>
                      <a:t>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998-4C23-BFAD-5120C88EF3D9}"/>
                </c:ext>
              </c:extLst>
            </c:dLbl>
            <c:dLbl>
              <c:idx val="1"/>
              <c:tx>
                <c:rich>
                  <a:bodyPr/>
                  <a:lstStyle/>
                  <a:p>
                    <a:r>
                      <a:rPr lang="en-US" sz="900" b="0" baseline="0">
                        <a:solidFill>
                          <a:srgbClr val="000000"/>
                        </a:solidFill>
                        <a:latin typeface="Roboto Light"/>
                      </a:rPr>
                      <a:t>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4998-4C23-BFAD-5120C88EF3D9}"/>
                </c:ext>
              </c:extLst>
            </c:dLbl>
            <c:dLbl>
              <c:idx val="2"/>
              <c:tx>
                <c:rich>
                  <a:bodyPr/>
                  <a:lstStyle/>
                  <a:p>
                    <a:r>
                      <a:rPr lang="en-US" sz="900" b="0" baseline="0">
                        <a:solidFill>
                          <a:srgbClr val="000000"/>
                        </a:solidFill>
                        <a:latin typeface="Roboto Light"/>
                      </a:rPr>
                      <a:t>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4998-4C23-BFAD-5120C88EF3D9}"/>
                </c:ext>
              </c:extLst>
            </c:dLbl>
            <c:dLbl>
              <c:idx val="3"/>
              <c:tx>
                <c:rich>
                  <a:bodyPr/>
                  <a:lstStyle/>
                  <a:p>
                    <a:r>
                      <a:rPr lang="en-US" sz="900" b="0" baseline="0">
                        <a:solidFill>
                          <a:srgbClr val="000000"/>
                        </a:solidFill>
                        <a:latin typeface="Roboto Light"/>
                      </a:rPr>
                      <a:t>26%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4998-4C23-BFAD-5120C88EF3D9}"/>
                </c:ext>
              </c:extLst>
            </c:dLbl>
            <c:spPr>
              <a:noFill/>
              <a:ln>
                <a:noFill/>
              </a:ln>
              <a:effectLst/>
            </c:spPr>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'E3'!$A$2:$A$5</c:f>
              <c:strCache>
                <c:ptCount val="4"/>
                <c:pt idx="0">
                  <c:v>Ibov ex-Fin</c:v>
                </c:pt>
                <c:pt idx="1">
                  <c:v>Commodities</c:v>
                </c:pt>
                <c:pt idx="2">
                  <c:v>Defensives</c:v>
                </c:pt>
                <c:pt idx="3">
                  <c:v>Cyclicals</c:v>
                </c:pt>
              </c:strCache>
            </c:strRef>
          </c:cat>
          <c:val>
            <c:numRef>
              <c:f>'E3'!$B$2:$B$5</c:f>
              <c:numCache>
                <c:formatCode>General</c:formatCode>
                <c:ptCount val="4"/>
                <c:pt idx="0">
                  <c:v>4.541097771989989</c:v>
                </c:pt>
                <c:pt idx="1">
                  <c:v>3.0159400776735379</c:v>
                </c:pt>
                <c:pt idx="2">
                  <c:v>6.9952684884104572</c:v>
                </c:pt>
                <c:pt idx="3">
                  <c:v>26.221752295579549</c:v>
                </c:pt>
              </c:numCache>
            </c:numRef>
          </c:val>
          <c:extLst>
            <c:ext xmlns:c16="http://schemas.microsoft.com/office/drawing/2014/chart" uri="{C3380CC4-5D6E-409C-BE32-E72D297353CC}">
              <c16:uniqueId val="{00000004-4998-4C23-BFAD-5120C88EF3D9}"/>
            </c:ext>
          </c:extLst>
        </c:ser>
        <c:ser>
          <c:idx val="1"/>
          <c:order val="1"/>
          <c:tx>
            <c:v>LTM 2Q26</c:v>
          </c:tx>
          <c:spPr>
            <a:solidFill>
              <a:srgbClr val="1F2F44"/>
            </a:solidFill>
            <a:ln>
              <a:noFill/>
            </a:ln>
          </c:spPr>
          <c:invertIfNegative val="0"/>
          <c:dLbls>
            <c:dLbl>
              <c:idx val="0"/>
              <c:tx>
                <c:rich>
                  <a:bodyPr/>
                  <a:lstStyle/>
                  <a:p>
                    <a:r>
                      <a:rPr lang="en-US" sz="900" b="0" baseline="0">
                        <a:solidFill>
                          <a:srgbClr val="000000"/>
                        </a:solidFill>
                        <a:latin typeface="Roboto Light"/>
                      </a:rPr>
                      <a:t>17%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4998-4C23-BFAD-5120C88EF3D9}"/>
                </c:ext>
              </c:extLst>
            </c:dLbl>
            <c:dLbl>
              <c:idx val="1"/>
              <c:tx>
                <c:rich>
                  <a:bodyPr/>
                  <a:lstStyle/>
                  <a:p>
                    <a:r>
                      <a:rPr lang="en-US" sz="900" b="0" baseline="0">
                        <a:solidFill>
                          <a:srgbClr val="000000"/>
                        </a:solidFill>
                        <a:latin typeface="Roboto Light"/>
                      </a:rPr>
                      <a:t>12%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4998-4C23-BFAD-5120C88EF3D9}"/>
                </c:ext>
              </c:extLst>
            </c:dLbl>
            <c:dLbl>
              <c:idx val="2"/>
              <c:tx>
                <c:rich>
                  <a:bodyPr/>
                  <a:lstStyle/>
                  <a:p>
                    <a:r>
                      <a:rPr lang="en-US" sz="900" b="0" baseline="0">
                        <a:solidFill>
                          <a:srgbClr val="000000"/>
                        </a:solidFill>
                        <a:latin typeface="Roboto Light"/>
                      </a:rPr>
                      <a:t>19%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4998-4C23-BFAD-5120C88EF3D9}"/>
                </c:ext>
              </c:extLst>
            </c:dLbl>
            <c:dLbl>
              <c:idx val="3"/>
              <c:tx>
                <c:rich>
                  <a:bodyPr/>
                  <a:lstStyle/>
                  <a:p>
                    <a:r>
                      <a:rPr lang="en-US" sz="900" b="0" baseline="0">
                        <a:solidFill>
                          <a:srgbClr val="000000"/>
                        </a:solidFill>
                        <a:latin typeface="Roboto Light"/>
                      </a:rPr>
                      <a:t>33%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4998-4C23-BFAD-5120C88EF3D9}"/>
                </c:ext>
              </c:extLst>
            </c:dLbl>
            <c:spPr>
              <a:noFill/>
              <a:ln>
                <a:noFill/>
              </a:ln>
              <a:effectLst/>
            </c:spPr>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'E3'!$A$2:$A$5</c:f>
              <c:strCache>
                <c:ptCount val="4"/>
                <c:pt idx="0">
                  <c:v>Ibov ex-Fin</c:v>
                </c:pt>
                <c:pt idx="1">
                  <c:v>Commodities</c:v>
                </c:pt>
                <c:pt idx="2">
                  <c:v>Defensives</c:v>
                </c:pt>
                <c:pt idx="3">
                  <c:v>Cyclicals</c:v>
                </c:pt>
              </c:strCache>
            </c:strRef>
          </c:cat>
          <c:val>
            <c:numRef>
              <c:f>'E3'!$C$2:$C$5</c:f>
              <c:numCache>
                <c:formatCode>General</c:formatCode>
                <c:ptCount val="4"/>
                <c:pt idx="0">
                  <c:v>16.536046075174291</c:v>
                </c:pt>
                <c:pt idx="1">
                  <c:v>11.618856008758851</c:v>
                </c:pt>
                <c:pt idx="2">
                  <c:v>18.789601676312611</c:v>
                </c:pt>
                <c:pt idx="3">
                  <c:v>33.16711841062633</c:v>
                </c:pt>
              </c:numCache>
            </c:numRef>
          </c:val>
          <c:extLst>
            <c:ext xmlns:c16="http://schemas.microsoft.com/office/drawing/2014/chart" uri="{C3380CC4-5D6E-409C-BE32-E72D297353CC}">
              <c16:uniqueId val="{00000009-4998-4C23-BFAD-5120C88EF3D9}"/>
            </c:ext>
          </c:extLst>
        </c:ser>
        <c:dLbls>
          <c:showLegendKey val="0"/>
          <c:showVal val="0"/>
          <c:showCatName val="0"/>
          <c:showSerName val="0"/>
          <c:showPercent val="0"/>
          <c:showBubbleSize val="0"/>
        </c:dLbls>
        <c:gapWidth val="80"/>
        <c:axId val="50030001"/>
        <c:axId val="50030002"/>
      </c:barChart>
      <c:catAx>
        <c:axId val="50030001"/>
        <c:scaling>
          <c:orientation val="minMax"/>
        </c:scaling>
        <c:delete val="0"/>
        <c:axPos val="b"/>
        <c:numFmt formatCode="General" sourceLinked="0"/>
        <c:majorTickMark val="none"/>
        <c:minorTickMark val="none"/>
        <c:tickLblPos val="low"/>
        <c:spPr>
          <a:ln w="9525">
            <a:solidFill>
              <a:srgbClr val="7E7E7E"/>
            </a:solidFill>
          </a:ln>
        </c:spPr>
        <c:txPr>
          <a:bodyPr rot="0" vert="horz"/>
          <a:lstStyle/>
          <a:p>
            <a:pPr>
              <a:defRPr sz="900" b="0" baseline="0">
                <a:solidFill>
                  <a:srgbClr val="000000"/>
                </a:solidFill>
                <a:latin typeface="Roboto Light"/>
              </a:defRPr>
            </a:pPr>
            <a:endParaRPr lang="en-US"/>
          </a:p>
        </c:txPr>
        <c:crossAx val="50030002"/>
        <c:crosses val="autoZero"/>
        <c:auto val="1"/>
        <c:lblAlgn val="ctr"/>
        <c:lblOffset val="100"/>
        <c:tickLblSkip val="1"/>
        <c:noMultiLvlLbl val="0"/>
      </c:catAx>
      <c:valAx>
        <c:axId val="50030002"/>
        <c:scaling>
          <c:orientation val="minMax"/>
          <c:min val="0"/>
        </c:scaling>
        <c:delete val="1"/>
        <c:axPos val="l"/>
        <c:numFmt formatCode="General" sourceLinked="1"/>
        <c:majorTickMark val="out"/>
        <c:minorTickMark val="none"/>
        <c:tickLblPos val="nextTo"/>
        <c:crossAx val="50030001"/>
        <c:crosses val="autoZero"/>
        <c:crossBetween val="between"/>
      </c:valAx>
      <c:spPr>
        <a:noFill/>
        <a:ln>
          <a:noFill/>
        </a:ln>
      </c:spPr>
    </c:plotArea>
    <c:legend>
      <c:legendPos val="t"/>
      <c:overlay val="0"/>
      <c:txPr>
        <a:bodyPr/>
        <a:lstStyle/>
        <a:p>
          <a:pPr>
            <a:defRPr sz="9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3548848935112497E-2"/>
          <c:y val="0.19767066376981787"/>
          <c:w val="0.86021293815034738"/>
          <c:h val="0.56926774801111124"/>
        </c:manualLayout>
      </c:layout>
      <c:lineChart>
        <c:grouping val="standard"/>
        <c:varyColors val="0"/>
        <c:ser>
          <c:idx val="0"/>
          <c:order val="0"/>
          <c:tx>
            <c:v>XP Sentiment Index (LHS)</c:v>
          </c:tx>
          <c:spPr>
            <a:ln w="22225" cap="rnd">
              <a:solidFill>
                <a:schemeClr val="accent4">
                  <a:lumMod val="40000"/>
                  <a:lumOff val="60000"/>
                </a:schemeClr>
              </a:solidFill>
              <a:round/>
            </a:ln>
            <a:effectLst/>
          </c:spPr>
          <c:marker>
            <c:symbol val="none"/>
          </c:marker>
          <c:cat>
            <c:numRef>
              <c:f>Sheet1!$A$2:$A$806</c:f>
              <c:numCache>
                <c:formatCode>m/d/yyyy</c:formatCode>
                <c:ptCount val="805"/>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45293</c:v>
                </c:pt>
                <c:pt idx="100">
                  <c:v>45294</c:v>
                </c:pt>
                <c:pt idx="101">
                  <c:v>45295</c:v>
                </c:pt>
                <c:pt idx="102">
                  <c:v>45296</c:v>
                </c:pt>
                <c:pt idx="103">
                  <c:v>45299</c:v>
                </c:pt>
                <c:pt idx="104">
                  <c:v>45300</c:v>
                </c:pt>
                <c:pt idx="105">
                  <c:v>45301</c:v>
                </c:pt>
                <c:pt idx="106">
                  <c:v>45302</c:v>
                </c:pt>
                <c:pt idx="107">
                  <c:v>45303</c:v>
                </c:pt>
                <c:pt idx="108">
                  <c:v>45306</c:v>
                </c:pt>
                <c:pt idx="109">
                  <c:v>45307</c:v>
                </c:pt>
                <c:pt idx="110">
                  <c:v>45308</c:v>
                </c:pt>
                <c:pt idx="111">
                  <c:v>45309</c:v>
                </c:pt>
                <c:pt idx="112">
                  <c:v>45310</c:v>
                </c:pt>
                <c:pt idx="113">
                  <c:v>45313</c:v>
                </c:pt>
                <c:pt idx="114">
                  <c:v>45314</c:v>
                </c:pt>
                <c:pt idx="115">
                  <c:v>45315</c:v>
                </c:pt>
                <c:pt idx="116">
                  <c:v>45316</c:v>
                </c:pt>
                <c:pt idx="117">
                  <c:v>45317</c:v>
                </c:pt>
                <c:pt idx="118">
                  <c:v>45320</c:v>
                </c:pt>
                <c:pt idx="119">
                  <c:v>45321</c:v>
                </c:pt>
                <c:pt idx="120">
                  <c:v>45322</c:v>
                </c:pt>
                <c:pt idx="121">
                  <c:v>45323</c:v>
                </c:pt>
                <c:pt idx="122">
                  <c:v>45324</c:v>
                </c:pt>
                <c:pt idx="123">
                  <c:v>45327</c:v>
                </c:pt>
                <c:pt idx="124">
                  <c:v>45328</c:v>
                </c:pt>
                <c:pt idx="125">
                  <c:v>45329</c:v>
                </c:pt>
                <c:pt idx="126">
                  <c:v>45330</c:v>
                </c:pt>
                <c:pt idx="127">
                  <c:v>45331</c:v>
                </c:pt>
                <c:pt idx="128">
                  <c:v>45336</c:v>
                </c:pt>
                <c:pt idx="129">
                  <c:v>45337</c:v>
                </c:pt>
                <c:pt idx="130">
                  <c:v>45338</c:v>
                </c:pt>
                <c:pt idx="131">
                  <c:v>45341</c:v>
                </c:pt>
                <c:pt idx="132">
                  <c:v>45342</c:v>
                </c:pt>
                <c:pt idx="133">
                  <c:v>45343</c:v>
                </c:pt>
                <c:pt idx="134">
                  <c:v>45344</c:v>
                </c:pt>
                <c:pt idx="135">
                  <c:v>45345</c:v>
                </c:pt>
                <c:pt idx="136">
                  <c:v>45348</c:v>
                </c:pt>
                <c:pt idx="137">
                  <c:v>45349</c:v>
                </c:pt>
                <c:pt idx="138">
                  <c:v>45350</c:v>
                </c:pt>
                <c:pt idx="139">
                  <c:v>45351</c:v>
                </c:pt>
                <c:pt idx="140">
                  <c:v>45352</c:v>
                </c:pt>
                <c:pt idx="141">
                  <c:v>45355</c:v>
                </c:pt>
                <c:pt idx="142">
                  <c:v>45356</c:v>
                </c:pt>
                <c:pt idx="143">
                  <c:v>45357</c:v>
                </c:pt>
                <c:pt idx="144">
                  <c:v>45358</c:v>
                </c:pt>
                <c:pt idx="145">
                  <c:v>45359</c:v>
                </c:pt>
                <c:pt idx="146">
                  <c:v>45362</c:v>
                </c:pt>
                <c:pt idx="147">
                  <c:v>45363</c:v>
                </c:pt>
                <c:pt idx="148">
                  <c:v>45364</c:v>
                </c:pt>
                <c:pt idx="149">
                  <c:v>45365</c:v>
                </c:pt>
                <c:pt idx="150">
                  <c:v>45366</c:v>
                </c:pt>
                <c:pt idx="151">
                  <c:v>45369</c:v>
                </c:pt>
                <c:pt idx="152">
                  <c:v>45370</c:v>
                </c:pt>
                <c:pt idx="153">
                  <c:v>45371</c:v>
                </c:pt>
                <c:pt idx="154">
                  <c:v>45372</c:v>
                </c:pt>
                <c:pt idx="155">
                  <c:v>45373</c:v>
                </c:pt>
                <c:pt idx="156">
                  <c:v>45376</c:v>
                </c:pt>
                <c:pt idx="157">
                  <c:v>45377</c:v>
                </c:pt>
                <c:pt idx="158">
                  <c:v>45378</c:v>
                </c:pt>
                <c:pt idx="159">
                  <c:v>45379</c:v>
                </c:pt>
                <c:pt idx="160">
                  <c:v>45383</c:v>
                </c:pt>
                <c:pt idx="161">
                  <c:v>45384</c:v>
                </c:pt>
                <c:pt idx="162">
                  <c:v>45385</c:v>
                </c:pt>
                <c:pt idx="163">
                  <c:v>45386</c:v>
                </c:pt>
                <c:pt idx="164">
                  <c:v>45387</c:v>
                </c:pt>
                <c:pt idx="165">
                  <c:v>45390</c:v>
                </c:pt>
                <c:pt idx="166">
                  <c:v>45391</c:v>
                </c:pt>
                <c:pt idx="167">
                  <c:v>45392</c:v>
                </c:pt>
                <c:pt idx="168">
                  <c:v>45393</c:v>
                </c:pt>
                <c:pt idx="169">
                  <c:v>45394</c:v>
                </c:pt>
                <c:pt idx="170">
                  <c:v>45397</c:v>
                </c:pt>
                <c:pt idx="171">
                  <c:v>45398</c:v>
                </c:pt>
                <c:pt idx="172">
                  <c:v>45399</c:v>
                </c:pt>
                <c:pt idx="173">
                  <c:v>45400</c:v>
                </c:pt>
                <c:pt idx="174">
                  <c:v>45401</c:v>
                </c:pt>
                <c:pt idx="175">
                  <c:v>45404</c:v>
                </c:pt>
                <c:pt idx="176">
                  <c:v>45405</c:v>
                </c:pt>
                <c:pt idx="177">
                  <c:v>45406</c:v>
                </c:pt>
                <c:pt idx="178">
                  <c:v>45407</c:v>
                </c:pt>
                <c:pt idx="179">
                  <c:v>45408</c:v>
                </c:pt>
                <c:pt idx="180">
                  <c:v>45411</c:v>
                </c:pt>
                <c:pt idx="181">
                  <c:v>45412</c:v>
                </c:pt>
                <c:pt idx="182">
                  <c:v>45414</c:v>
                </c:pt>
                <c:pt idx="183">
                  <c:v>45415</c:v>
                </c:pt>
                <c:pt idx="184">
                  <c:v>45418</c:v>
                </c:pt>
                <c:pt idx="185">
                  <c:v>45419</c:v>
                </c:pt>
                <c:pt idx="186">
                  <c:v>45420</c:v>
                </c:pt>
                <c:pt idx="187">
                  <c:v>45421</c:v>
                </c:pt>
                <c:pt idx="188">
                  <c:v>45422</c:v>
                </c:pt>
                <c:pt idx="189">
                  <c:v>45425</c:v>
                </c:pt>
                <c:pt idx="190">
                  <c:v>45426</c:v>
                </c:pt>
                <c:pt idx="191">
                  <c:v>45427</c:v>
                </c:pt>
                <c:pt idx="192">
                  <c:v>45428</c:v>
                </c:pt>
                <c:pt idx="193">
                  <c:v>45429</c:v>
                </c:pt>
                <c:pt idx="194">
                  <c:v>45432</c:v>
                </c:pt>
                <c:pt idx="195">
                  <c:v>45433</c:v>
                </c:pt>
                <c:pt idx="196">
                  <c:v>45434</c:v>
                </c:pt>
                <c:pt idx="197">
                  <c:v>45435</c:v>
                </c:pt>
                <c:pt idx="198">
                  <c:v>45436</c:v>
                </c:pt>
                <c:pt idx="199">
                  <c:v>45439</c:v>
                </c:pt>
                <c:pt idx="200">
                  <c:v>45440</c:v>
                </c:pt>
                <c:pt idx="201">
                  <c:v>45441</c:v>
                </c:pt>
                <c:pt idx="202">
                  <c:v>45443</c:v>
                </c:pt>
                <c:pt idx="203">
                  <c:v>45446</c:v>
                </c:pt>
                <c:pt idx="204">
                  <c:v>45447</c:v>
                </c:pt>
                <c:pt idx="205">
                  <c:v>45448</c:v>
                </c:pt>
                <c:pt idx="206">
                  <c:v>45449</c:v>
                </c:pt>
                <c:pt idx="207">
                  <c:v>45450</c:v>
                </c:pt>
                <c:pt idx="208">
                  <c:v>45453</c:v>
                </c:pt>
                <c:pt idx="209">
                  <c:v>45454</c:v>
                </c:pt>
                <c:pt idx="210">
                  <c:v>45455</c:v>
                </c:pt>
                <c:pt idx="211">
                  <c:v>45456</c:v>
                </c:pt>
                <c:pt idx="212">
                  <c:v>45457</c:v>
                </c:pt>
                <c:pt idx="213">
                  <c:v>45460</c:v>
                </c:pt>
                <c:pt idx="214">
                  <c:v>45461</c:v>
                </c:pt>
                <c:pt idx="215">
                  <c:v>45462</c:v>
                </c:pt>
                <c:pt idx="216">
                  <c:v>45463</c:v>
                </c:pt>
                <c:pt idx="217">
                  <c:v>45464</c:v>
                </c:pt>
                <c:pt idx="218">
                  <c:v>45467</c:v>
                </c:pt>
                <c:pt idx="219">
                  <c:v>45468</c:v>
                </c:pt>
                <c:pt idx="220">
                  <c:v>45469</c:v>
                </c:pt>
                <c:pt idx="221">
                  <c:v>45470</c:v>
                </c:pt>
                <c:pt idx="222">
                  <c:v>45471</c:v>
                </c:pt>
                <c:pt idx="223">
                  <c:v>45474</c:v>
                </c:pt>
                <c:pt idx="224">
                  <c:v>45475</c:v>
                </c:pt>
                <c:pt idx="225">
                  <c:v>45476</c:v>
                </c:pt>
                <c:pt idx="226">
                  <c:v>45477</c:v>
                </c:pt>
                <c:pt idx="227">
                  <c:v>45478</c:v>
                </c:pt>
                <c:pt idx="228">
                  <c:v>45481</c:v>
                </c:pt>
                <c:pt idx="229">
                  <c:v>45482</c:v>
                </c:pt>
                <c:pt idx="230">
                  <c:v>45483</c:v>
                </c:pt>
                <c:pt idx="231">
                  <c:v>45484</c:v>
                </c:pt>
                <c:pt idx="232">
                  <c:v>45485</c:v>
                </c:pt>
                <c:pt idx="233">
                  <c:v>45488</c:v>
                </c:pt>
                <c:pt idx="234">
                  <c:v>45489</c:v>
                </c:pt>
                <c:pt idx="235">
                  <c:v>45490</c:v>
                </c:pt>
                <c:pt idx="236">
                  <c:v>45491</c:v>
                </c:pt>
                <c:pt idx="237">
                  <c:v>45492</c:v>
                </c:pt>
                <c:pt idx="238">
                  <c:v>45495</c:v>
                </c:pt>
                <c:pt idx="239">
                  <c:v>45496</c:v>
                </c:pt>
                <c:pt idx="240">
                  <c:v>45497</c:v>
                </c:pt>
                <c:pt idx="241">
                  <c:v>45498</c:v>
                </c:pt>
                <c:pt idx="242">
                  <c:v>45499</c:v>
                </c:pt>
                <c:pt idx="243">
                  <c:v>45502</c:v>
                </c:pt>
                <c:pt idx="244">
                  <c:v>45503</c:v>
                </c:pt>
                <c:pt idx="245">
                  <c:v>45504</c:v>
                </c:pt>
                <c:pt idx="246">
                  <c:v>45505</c:v>
                </c:pt>
                <c:pt idx="247">
                  <c:v>45506</c:v>
                </c:pt>
                <c:pt idx="248">
                  <c:v>45509</c:v>
                </c:pt>
                <c:pt idx="249">
                  <c:v>45510</c:v>
                </c:pt>
                <c:pt idx="250">
                  <c:v>45511</c:v>
                </c:pt>
                <c:pt idx="251">
                  <c:v>45512</c:v>
                </c:pt>
                <c:pt idx="252">
                  <c:v>45513</c:v>
                </c:pt>
                <c:pt idx="253">
                  <c:v>45516</c:v>
                </c:pt>
                <c:pt idx="254">
                  <c:v>45517</c:v>
                </c:pt>
                <c:pt idx="255">
                  <c:v>45518</c:v>
                </c:pt>
                <c:pt idx="256">
                  <c:v>45519</c:v>
                </c:pt>
                <c:pt idx="257">
                  <c:v>45520</c:v>
                </c:pt>
                <c:pt idx="258">
                  <c:v>45523</c:v>
                </c:pt>
                <c:pt idx="259">
                  <c:v>45524</c:v>
                </c:pt>
                <c:pt idx="260">
                  <c:v>45525</c:v>
                </c:pt>
                <c:pt idx="261">
                  <c:v>45526</c:v>
                </c:pt>
                <c:pt idx="262">
                  <c:v>45527</c:v>
                </c:pt>
                <c:pt idx="263">
                  <c:v>45530</c:v>
                </c:pt>
                <c:pt idx="264">
                  <c:v>45531</c:v>
                </c:pt>
                <c:pt idx="265">
                  <c:v>45532</c:v>
                </c:pt>
                <c:pt idx="266">
                  <c:v>45533</c:v>
                </c:pt>
                <c:pt idx="267">
                  <c:v>45534</c:v>
                </c:pt>
                <c:pt idx="268">
                  <c:v>45537</c:v>
                </c:pt>
                <c:pt idx="269">
                  <c:v>45538</c:v>
                </c:pt>
                <c:pt idx="270">
                  <c:v>45539</c:v>
                </c:pt>
                <c:pt idx="271">
                  <c:v>45540</c:v>
                </c:pt>
                <c:pt idx="272">
                  <c:v>45541</c:v>
                </c:pt>
                <c:pt idx="273">
                  <c:v>45544</c:v>
                </c:pt>
                <c:pt idx="274">
                  <c:v>45545</c:v>
                </c:pt>
                <c:pt idx="275">
                  <c:v>45546</c:v>
                </c:pt>
                <c:pt idx="276">
                  <c:v>45547</c:v>
                </c:pt>
                <c:pt idx="277">
                  <c:v>45548</c:v>
                </c:pt>
                <c:pt idx="278">
                  <c:v>45551</c:v>
                </c:pt>
                <c:pt idx="279">
                  <c:v>45552</c:v>
                </c:pt>
                <c:pt idx="280">
                  <c:v>45553</c:v>
                </c:pt>
                <c:pt idx="281">
                  <c:v>45554</c:v>
                </c:pt>
                <c:pt idx="282">
                  <c:v>45555</c:v>
                </c:pt>
                <c:pt idx="283">
                  <c:v>45558</c:v>
                </c:pt>
                <c:pt idx="284">
                  <c:v>45559</c:v>
                </c:pt>
                <c:pt idx="285">
                  <c:v>45560</c:v>
                </c:pt>
                <c:pt idx="286">
                  <c:v>45561</c:v>
                </c:pt>
                <c:pt idx="287">
                  <c:v>45562</c:v>
                </c:pt>
                <c:pt idx="288">
                  <c:v>45565</c:v>
                </c:pt>
                <c:pt idx="289">
                  <c:v>45566</c:v>
                </c:pt>
                <c:pt idx="290">
                  <c:v>45567</c:v>
                </c:pt>
                <c:pt idx="291">
                  <c:v>45568</c:v>
                </c:pt>
                <c:pt idx="292">
                  <c:v>45569</c:v>
                </c:pt>
                <c:pt idx="293">
                  <c:v>45572</c:v>
                </c:pt>
                <c:pt idx="294">
                  <c:v>45573</c:v>
                </c:pt>
                <c:pt idx="295">
                  <c:v>45574</c:v>
                </c:pt>
                <c:pt idx="296">
                  <c:v>45575</c:v>
                </c:pt>
                <c:pt idx="297">
                  <c:v>45576</c:v>
                </c:pt>
                <c:pt idx="298">
                  <c:v>45579</c:v>
                </c:pt>
                <c:pt idx="299">
                  <c:v>45580</c:v>
                </c:pt>
                <c:pt idx="300">
                  <c:v>45581</c:v>
                </c:pt>
                <c:pt idx="301">
                  <c:v>45582</c:v>
                </c:pt>
                <c:pt idx="302">
                  <c:v>45583</c:v>
                </c:pt>
                <c:pt idx="303">
                  <c:v>45586</c:v>
                </c:pt>
                <c:pt idx="304">
                  <c:v>45587</c:v>
                </c:pt>
                <c:pt idx="305">
                  <c:v>45588</c:v>
                </c:pt>
                <c:pt idx="306">
                  <c:v>45589</c:v>
                </c:pt>
                <c:pt idx="307">
                  <c:v>45590</c:v>
                </c:pt>
                <c:pt idx="308">
                  <c:v>45593</c:v>
                </c:pt>
                <c:pt idx="309">
                  <c:v>45594</c:v>
                </c:pt>
                <c:pt idx="310">
                  <c:v>45595</c:v>
                </c:pt>
                <c:pt idx="311">
                  <c:v>45596</c:v>
                </c:pt>
                <c:pt idx="312">
                  <c:v>45597</c:v>
                </c:pt>
                <c:pt idx="313">
                  <c:v>45600</c:v>
                </c:pt>
                <c:pt idx="314">
                  <c:v>45601</c:v>
                </c:pt>
                <c:pt idx="315">
                  <c:v>45602</c:v>
                </c:pt>
                <c:pt idx="316">
                  <c:v>45603</c:v>
                </c:pt>
                <c:pt idx="317">
                  <c:v>45604</c:v>
                </c:pt>
                <c:pt idx="318">
                  <c:v>45607</c:v>
                </c:pt>
                <c:pt idx="319">
                  <c:v>45608</c:v>
                </c:pt>
                <c:pt idx="320">
                  <c:v>45609</c:v>
                </c:pt>
                <c:pt idx="321">
                  <c:v>45610</c:v>
                </c:pt>
                <c:pt idx="322">
                  <c:v>45614</c:v>
                </c:pt>
                <c:pt idx="323">
                  <c:v>45615</c:v>
                </c:pt>
                <c:pt idx="324">
                  <c:v>45617</c:v>
                </c:pt>
                <c:pt idx="325">
                  <c:v>45618</c:v>
                </c:pt>
                <c:pt idx="326">
                  <c:v>45621</c:v>
                </c:pt>
                <c:pt idx="327">
                  <c:v>45622</c:v>
                </c:pt>
                <c:pt idx="328">
                  <c:v>45623</c:v>
                </c:pt>
                <c:pt idx="329">
                  <c:v>45624</c:v>
                </c:pt>
                <c:pt idx="330">
                  <c:v>45625</c:v>
                </c:pt>
                <c:pt idx="331">
                  <c:v>45628</c:v>
                </c:pt>
                <c:pt idx="332">
                  <c:v>45629</c:v>
                </c:pt>
                <c:pt idx="333">
                  <c:v>45630</c:v>
                </c:pt>
                <c:pt idx="334">
                  <c:v>45631</c:v>
                </c:pt>
                <c:pt idx="335">
                  <c:v>45632</c:v>
                </c:pt>
                <c:pt idx="336">
                  <c:v>45635</c:v>
                </c:pt>
                <c:pt idx="337">
                  <c:v>45636</c:v>
                </c:pt>
                <c:pt idx="338">
                  <c:v>45637</c:v>
                </c:pt>
                <c:pt idx="339">
                  <c:v>45638</c:v>
                </c:pt>
                <c:pt idx="340">
                  <c:v>45639</c:v>
                </c:pt>
                <c:pt idx="341">
                  <c:v>45642</c:v>
                </c:pt>
                <c:pt idx="342">
                  <c:v>45643</c:v>
                </c:pt>
                <c:pt idx="343">
                  <c:v>45644</c:v>
                </c:pt>
                <c:pt idx="344">
                  <c:v>45645</c:v>
                </c:pt>
                <c:pt idx="345">
                  <c:v>45646</c:v>
                </c:pt>
                <c:pt idx="346">
                  <c:v>45649</c:v>
                </c:pt>
                <c:pt idx="347">
                  <c:v>45652</c:v>
                </c:pt>
                <c:pt idx="348">
                  <c:v>45653</c:v>
                </c:pt>
                <c:pt idx="349">
                  <c:v>45656</c:v>
                </c:pt>
                <c:pt idx="350">
                  <c:v>45659</c:v>
                </c:pt>
                <c:pt idx="351">
                  <c:v>45660</c:v>
                </c:pt>
                <c:pt idx="352">
                  <c:v>45663</c:v>
                </c:pt>
                <c:pt idx="353">
                  <c:v>45664</c:v>
                </c:pt>
                <c:pt idx="354">
                  <c:v>45665</c:v>
                </c:pt>
                <c:pt idx="355">
                  <c:v>45666</c:v>
                </c:pt>
                <c:pt idx="356">
                  <c:v>45667</c:v>
                </c:pt>
                <c:pt idx="357">
                  <c:v>45670</c:v>
                </c:pt>
                <c:pt idx="358">
                  <c:v>45671</c:v>
                </c:pt>
                <c:pt idx="359">
                  <c:v>45672</c:v>
                </c:pt>
                <c:pt idx="360">
                  <c:v>45673</c:v>
                </c:pt>
                <c:pt idx="361">
                  <c:v>45674</c:v>
                </c:pt>
                <c:pt idx="362">
                  <c:v>45677</c:v>
                </c:pt>
                <c:pt idx="363">
                  <c:v>45678</c:v>
                </c:pt>
                <c:pt idx="364">
                  <c:v>45679</c:v>
                </c:pt>
                <c:pt idx="365">
                  <c:v>45680</c:v>
                </c:pt>
                <c:pt idx="366">
                  <c:v>45681</c:v>
                </c:pt>
                <c:pt idx="367">
                  <c:v>45684</c:v>
                </c:pt>
                <c:pt idx="368">
                  <c:v>45685</c:v>
                </c:pt>
                <c:pt idx="369">
                  <c:v>45686</c:v>
                </c:pt>
                <c:pt idx="370">
                  <c:v>45687</c:v>
                </c:pt>
                <c:pt idx="371">
                  <c:v>45688</c:v>
                </c:pt>
                <c:pt idx="372">
                  <c:v>45691</c:v>
                </c:pt>
                <c:pt idx="373">
                  <c:v>45692</c:v>
                </c:pt>
                <c:pt idx="374">
                  <c:v>45693</c:v>
                </c:pt>
                <c:pt idx="375">
                  <c:v>45694</c:v>
                </c:pt>
                <c:pt idx="376">
                  <c:v>45695</c:v>
                </c:pt>
                <c:pt idx="377">
                  <c:v>45698</c:v>
                </c:pt>
                <c:pt idx="378">
                  <c:v>45699</c:v>
                </c:pt>
                <c:pt idx="379">
                  <c:v>45700</c:v>
                </c:pt>
                <c:pt idx="380">
                  <c:v>45701</c:v>
                </c:pt>
                <c:pt idx="381">
                  <c:v>45702</c:v>
                </c:pt>
                <c:pt idx="382">
                  <c:v>45705</c:v>
                </c:pt>
                <c:pt idx="383">
                  <c:v>45706</c:v>
                </c:pt>
                <c:pt idx="384">
                  <c:v>45707</c:v>
                </c:pt>
                <c:pt idx="385">
                  <c:v>45708</c:v>
                </c:pt>
                <c:pt idx="386">
                  <c:v>45709</c:v>
                </c:pt>
                <c:pt idx="387">
                  <c:v>45712</c:v>
                </c:pt>
                <c:pt idx="388">
                  <c:v>45713</c:v>
                </c:pt>
                <c:pt idx="389">
                  <c:v>45714</c:v>
                </c:pt>
                <c:pt idx="390">
                  <c:v>45715</c:v>
                </c:pt>
                <c:pt idx="391">
                  <c:v>45716</c:v>
                </c:pt>
                <c:pt idx="392">
                  <c:v>45721</c:v>
                </c:pt>
                <c:pt idx="393">
                  <c:v>45722</c:v>
                </c:pt>
                <c:pt idx="394">
                  <c:v>45723</c:v>
                </c:pt>
                <c:pt idx="395">
                  <c:v>45726</c:v>
                </c:pt>
                <c:pt idx="396">
                  <c:v>45727</c:v>
                </c:pt>
                <c:pt idx="397">
                  <c:v>45728</c:v>
                </c:pt>
                <c:pt idx="398">
                  <c:v>45729</c:v>
                </c:pt>
                <c:pt idx="399">
                  <c:v>45730</c:v>
                </c:pt>
                <c:pt idx="400">
                  <c:v>45733</c:v>
                </c:pt>
                <c:pt idx="401">
                  <c:v>45734</c:v>
                </c:pt>
                <c:pt idx="402">
                  <c:v>45735</c:v>
                </c:pt>
                <c:pt idx="403">
                  <c:v>45736</c:v>
                </c:pt>
                <c:pt idx="404">
                  <c:v>45737</c:v>
                </c:pt>
                <c:pt idx="405">
                  <c:v>45740</c:v>
                </c:pt>
                <c:pt idx="406">
                  <c:v>45741</c:v>
                </c:pt>
                <c:pt idx="407">
                  <c:v>45742</c:v>
                </c:pt>
                <c:pt idx="408">
                  <c:v>45743</c:v>
                </c:pt>
                <c:pt idx="409">
                  <c:v>45744</c:v>
                </c:pt>
                <c:pt idx="410">
                  <c:v>45747</c:v>
                </c:pt>
                <c:pt idx="411">
                  <c:v>45748</c:v>
                </c:pt>
                <c:pt idx="412">
                  <c:v>45749</c:v>
                </c:pt>
                <c:pt idx="413">
                  <c:v>45750</c:v>
                </c:pt>
                <c:pt idx="414">
                  <c:v>45751</c:v>
                </c:pt>
                <c:pt idx="415">
                  <c:v>45754</c:v>
                </c:pt>
                <c:pt idx="416">
                  <c:v>45755</c:v>
                </c:pt>
                <c:pt idx="417">
                  <c:v>45756</c:v>
                </c:pt>
                <c:pt idx="418">
                  <c:v>45757</c:v>
                </c:pt>
                <c:pt idx="419">
                  <c:v>45758</c:v>
                </c:pt>
                <c:pt idx="420">
                  <c:v>45761</c:v>
                </c:pt>
                <c:pt idx="421">
                  <c:v>45762</c:v>
                </c:pt>
                <c:pt idx="422">
                  <c:v>45763</c:v>
                </c:pt>
                <c:pt idx="423">
                  <c:v>45764</c:v>
                </c:pt>
                <c:pt idx="424">
                  <c:v>45769</c:v>
                </c:pt>
                <c:pt idx="425">
                  <c:v>45770</c:v>
                </c:pt>
                <c:pt idx="426">
                  <c:v>45771</c:v>
                </c:pt>
                <c:pt idx="427">
                  <c:v>45772</c:v>
                </c:pt>
                <c:pt idx="428">
                  <c:v>45775</c:v>
                </c:pt>
                <c:pt idx="429">
                  <c:v>45776</c:v>
                </c:pt>
                <c:pt idx="430">
                  <c:v>45777</c:v>
                </c:pt>
                <c:pt idx="431">
                  <c:v>45779</c:v>
                </c:pt>
                <c:pt idx="432">
                  <c:v>45782</c:v>
                </c:pt>
                <c:pt idx="433">
                  <c:v>45783</c:v>
                </c:pt>
                <c:pt idx="434">
                  <c:v>45784</c:v>
                </c:pt>
                <c:pt idx="435">
                  <c:v>45785</c:v>
                </c:pt>
                <c:pt idx="436">
                  <c:v>45786</c:v>
                </c:pt>
                <c:pt idx="437">
                  <c:v>45789</c:v>
                </c:pt>
                <c:pt idx="438">
                  <c:v>45790</c:v>
                </c:pt>
                <c:pt idx="439">
                  <c:v>45791</c:v>
                </c:pt>
                <c:pt idx="440">
                  <c:v>45792</c:v>
                </c:pt>
                <c:pt idx="441">
                  <c:v>45793</c:v>
                </c:pt>
                <c:pt idx="442">
                  <c:v>45796</c:v>
                </c:pt>
                <c:pt idx="443">
                  <c:v>45797</c:v>
                </c:pt>
                <c:pt idx="444">
                  <c:v>45798</c:v>
                </c:pt>
                <c:pt idx="445">
                  <c:v>45799</c:v>
                </c:pt>
                <c:pt idx="446">
                  <c:v>45800</c:v>
                </c:pt>
                <c:pt idx="447">
                  <c:v>45803</c:v>
                </c:pt>
                <c:pt idx="448">
                  <c:v>45804</c:v>
                </c:pt>
                <c:pt idx="449">
                  <c:v>45805</c:v>
                </c:pt>
                <c:pt idx="450">
                  <c:v>45806</c:v>
                </c:pt>
                <c:pt idx="451">
                  <c:v>45807</c:v>
                </c:pt>
                <c:pt idx="452">
                  <c:v>45810</c:v>
                </c:pt>
                <c:pt idx="453">
                  <c:v>45811</c:v>
                </c:pt>
                <c:pt idx="454">
                  <c:v>45812</c:v>
                </c:pt>
                <c:pt idx="455">
                  <c:v>45813</c:v>
                </c:pt>
                <c:pt idx="456">
                  <c:v>45814</c:v>
                </c:pt>
                <c:pt idx="457">
                  <c:v>45817</c:v>
                </c:pt>
                <c:pt idx="458">
                  <c:v>45818</c:v>
                </c:pt>
                <c:pt idx="459">
                  <c:v>45819</c:v>
                </c:pt>
                <c:pt idx="460">
                  <c:v>45820</c:v>
                </c:pt>
                <c:pt idx="461">
                  <c:v>45821</c:v>
                </c:pt>
                <c:pt idx="462">
                  <c:v>45824</c:v>
                </c:pt>
                <c:pt idx="463">
                  <c:v>45825</c:v>
                </c:pt>
                <c:pt idx="464">
                  <c:v>45826</c:v>
                </c:pt>
                <c:pt idx="465">
                  <c:v>45828</c:v>
                </c:pt>
                <c:pt idx="466">
                  <c:v>45831</c:v>
                </c:pt>
                <c:pt idx="467">
                  <c:v>45832</c:v>
                </c:pt>
                <c:pt idx="468">
                  <c:v>45833</c:v>
                </c:pt>
                <c:pt idx="469">
                  <c:v>45834</c:v>
                </c:pt>
                <c:pt idx="470">
                  <c:v>45835</c:v>
                </c:pt>
                <c:pt idx="471">
                  <c:v>45838</c:v>
                </c:pt>
                <c:pt idx="472">
                  <c:v>45839</c:v>
                </c:pt>
                <c:pt idx="473">
                  <c:v>45840</c:v>
                </c:pt>
                <c:pt idx="474">
                  <c:v>45841</c:v>
                </c:pt>
                <c:pt idx="475">
                  <c:v>45842</c:v>
                </c:pt>
                <c:pt idx="476">
                  <c:v>45845</c:v>
                </c:pt>
                <c:pt idx="477">
                  <c:v>45846</c:v>
                </c:pt>
                <c:pt idx="478">
                  <c:v>45847</c:v>
                </c:pt>
                <c:pt idx="479">
                  <c:v>45848</c:v>
                </c:pt>
                <c:pt idx="480">
                  <c:v>45849</c:v>
                </c:pt>
                <c:pt idx="481">
                  <c:v>45852</c:v>
                </c:pt>
                <c:pt idx="482">
                  <c:v>45853</c:v>
                </c:pt>
                <c:pt idx="483">
                  <c:v>45854</c:v>
                </c:pt>
                <c:pt idx="484">
                  <c:v>45855</c:v>
                </c:pt>
                <c:pt idx="485">
                  <c:v>45856</c:v>
                </c:pt>
                <c:pt idx="486">
                  <c:v>45859</c:v>
                </c:pt>
                <c:pt idx="487">
                  <c:v>45860</c:v>
                </c:pt>
                <c:pt idx="488">
                  <c:v>45861</c:v>
                </c:pt>
                <c:pt idx="489">
                  <c:v>45862</c:v>
                </c:pt>
                <c:pt idx="490">
                  <c:v>45863</c:v>
                </c:pt>
                <c:pt idx="491">
                  <c:v>45866</c:v>
                </c:pt>
                <c:pt idx="492">
                  <c:v>45867</c:v>
                </c:pt>
                <c:pt idx="493">
                  <c:v>45868</c:v>
                </c:pt>
                <c:pt idx="494">
                  <c:v>45869</c:v>
                </c:pt>
                <c:pt idx="495">
                  <c:v>45870</c:v>
                </c:pt>
                <c:pt idx="496">
                  <c:v>45873</c:v>
                </c:pt>
                <c:pt idx="497">
                  <c:v>45874</c:v>
                </c:pt>
                <c:pt idx="498">
                  <c:v>45875</c:v>
                </c:pt>
                <c:pt idx="499">
                  <c:v>45876</c:v>
                </c:pt>
                <c:pt idx="500">
                  <c:v>45877</c:v>
                </c:pt>
                <c:pt idx="501">
                  <c:v>45880</c:v>
                </c:pt>
                <c:pt idx="502">
                  <c:v>45881</c:v>
                </c:pt>
                <c:pt idx="503">
                  <c:v>45882</c:v>
                </c:pt>
                <c:pt idx="504">
                  <c:v>45883</c:v>
                </c:pt>
                <c:pt idx="505">
                  <c:v>45884</c:v>
                </c:pt>
                <c:pt idx="506">
                  <c:v>45887</c:v>
                </c:pt>
                <c:pt idx="507">
                  <c:v>45888</c:v>
                </c:pt>
                <c:pt idx="508">
                  <c:v>45889</c:v>
                </c:pt>
                <c:pt idx="509">
                  <c:v>45890</c:v>
                </c:pt>
                <c:pt idx="510">
                  <c:v>45891</c:v>
                </c:pt>
                <c:pt idx="511">
                  <c:v>45894</c:v>
                </c:pt>
                <c:pt idx="512">
                  <c:v>45895</c:v>
                </c:pt>
                <c:pt idx="513">
                  <c:v>45896</c:v>
                </c:pt>
                <c:pt idx="514">
                  <c:v>45897</c:v>
                </c:pt>
                <c:pt idx="515">
                  <c:v>45898</c:v>
                </c:pt>
                <c:pt idx="516">
                  <c:v>45901</c:v>
                </c:pt>
                <c:pt idx="517">
                  <c:v>45902</c:v>
                </c:pt>
                <c:pt idx="518">
                  <c:v>45903</c:v>
                </c:pt>
                <c:pt idx="519">
                  <c:v>45904</c:v>
                </c:pt>
                <c:pt idx="520">
                  <c:v>45905</c:v>
                </c:pt>
                <c:pt idx="521">
                  <c:v>45908</c:v>
                </c:pt>
                <c:pt idx="522">
                  <c:v>45909</c:v>
                </c:pt>
                <c:pt idx="523">
                  <c:v>45910</c:v>
                </c:pt>
                <c:pt idx="524">
                  <c:v>45911</c:v>
                </c:pt>
                <c:pt idx="525">
                  <c:v>45912</c:v>
                </c:pt>
                <c:pt idx="526">
                  <c:v>45915</c:v>
                </c:pt>
                <c:pt idx="527">
                  <c:v>45916</c:v>
                </c:pt>
                <c:pt idx="528">
                  <c:v>45917</c:v>
                </c:pt>
                <c:pt idx="529">
                  <c:v>45918</c:v>
                </c:pt>
                <c:pt idx="530">
                  <c:v>45919</c:v>
                </c:pt>
                <c:pt idx="531">
                  <c:v>45922</c:v>
                </c:pt>
                <c:pt idx="532">
                  <c:v>45923</c:v>
                </c:pt>
                <c:pt idx="533">
                  <c:v>45924</c:v>
                </c:pt>
                <c:pt idx="534">
                  <c:v>45925</c:v>
                </c:pt>
                <c:pt idx="535">
                  <c:v>45926</c:v>
                </c:pt>
                <c:pt idx="536">
                  <c:v>45929</c:v>
                </c:pt>
                <c:pt idx="537">
                  <c:v>45930</c:v>
                </c:pt>
                <c:pt idx="538">
                  <c:v>45931</c:v>
                </c:pt>
                <c:pt idx="539">
                  <c:v>45932</c:v>
                </c:pt>
                <c:pt idx="540">
                  <c:v>45933</c:v>
                </c:pt>
                <c:pt idx="541">
                  <c:v>45936</c:v>
                </c:pt>
                <c:pt idx="542">
                  <c:v>45937</c:v>
                </c:pt>
                <c:pt idx="543">
                  <c:v>45938</c:v>
                </c:pt>
                <c:pt idx="544">
                  <c:v>45939</c:v>
                </c:pt>
                <c:pt idx="545">
                  <c:v>45940</c:v>
                </c:pt>
                <c:pt idx="546">
                  <c:v>45943</c:v>
                </c:pt>
                <c:pt idx="547">
                  <c:v>45944</c:v>
                </c:pt>
                <c:pt idx="548">
                  <c:v>45945</c:v>
                </c:pt>
                <c:pt idx="549">
                  <c:v>45946</c:v>
                </c:pt>
                <c:pt idx="550">
                  <c:v>45947</c:v>
                </c:pt>
                <c:pt idx="551">
                  <c:v>45950</c:v>
                </c:pt>
                <c:pt idx="552">
                  <c:v>45951</c:v>
                </c:pt>
                <c:pt idx="553">
                  <c:v>45952</c:v>
                </c:pt>
                <c:pt idx="554">
                  <c:v>45953</c:v>
                </c:pt>
                <c:pt idx="555">
                  <c:v>45954</c:v>
                </c:pt>
                <c:pt idx="556">
                  <c:v>45957</c:v>
                </c:pt>
                <c:pt idx="557">
                  <c:v>45958</c:v>
                </c:pt>
                <c:pt idx="558">
                  <c:v>45959</c:v>
                </c:pt>
                <c:pt idx="559">
                  <c:v>45960</c:v>
                </c:pt>
                <c:pt idx="560">
                  <c:v>45961</c:v>
                </c:pt>
                <c:pt idx="561">
                  <c:v>45964</c:v>
                </c:pt>
                <c:pt idx="562">
                  <c:v>45965</c:v>
                </c:pt>
                <c:pt idx="563">
                  <c:v>45966</c:v>
                </c:pt>
                <c:pt idx="564">
                  <c:v>45967</c:v>
                </c:pt>
                <c:pt idx="565">
                  <c:v>45968</c:v>
                </c:pt>
                <c:pt idx="566">
                  <c:v>45971</c:v>
                </c:pt>
                <c:pt idx="567">
                  <c:v>45972</c:v>
                </c:pt>
                <c:pt idx="568">
                  <c:v>45973</c:v>
                </c:pt>
                <c:pt idx="569">
                  <c:v>45974</c:v>
                </c:pt>
                <c:pt idx="570">
                  <c:v>45975</c:v>
                </c:pt>
                <c:pt idx="571">
                  <c:v>45978</c:v>
                </c:pt>
                <c:pt idx="572">
                  <c:v>45979</c:v>
                </c:pt>
                <c:pt idx="573">
                  <c:v>45980</c:v>
                </c:pt>
                <c:pt idx="574">
                  <c:v>45982</c:v>
                </c:pt>
                <c:pt idx="575">
                  <c:v>45985</c:v>
                </c:pt>
                <c:pt idx="576">
                  <c:v>45986</c:v>
                </c:pt>
                <c:pt idx="577">
                  <c:v>45987</c:v>
                </c:pt>
                <c:pt idx="578">
                  <c:v>45988</c:v>
                </c:pt>
                <c:pt idx="579">
                  <c:v>45989</c:v>
                </c:pt>
                <c:pt idx="580">
                  <c:v>45992</c:v>
                </c:pt>
                <c:pt idx="581">
                  <c:v>45993</c:v>
                </c:pt>
                <c:pt idx="582">
                  <c:v>45994</c:v>
                </c:pt>
                <c:pt idx="583">
                  <c:v>45995</c:v>
                </c:pt>
                <c:pt idx="584">
                  <c:v>45996</c:v>
                </c:pt>
                <c:pt idx="585">
                  <c:v>45999</c:v>
                </c:pt>
                <c:pt idx="586">
                  <c:v>46000</c:v>
                </c:pt>
                <c:pt idx="587">
                  <c:v>46001</c:v>
                </c:pt>
                <c:pt idx="588">
                  <c:v>46002</c:v>
                </c:pt>
                <c:pt idx="589">
                  <c:v>46003</c:v>
                </c:pt>
                <c:pt idx="590">
                  <c:v>46006</c:v>
                </c:pt>
                <c:pt idx="591">
                  <c:v>46007</c:v>
                </c:pt>
                <c:pt idx="592">
                  <c:v>46008</c:v>
                </c:pt>
                <c:pt idx="593">
                  <c:v>46009</c:v>
                </c:pt>
                <c:pt idx="594">
                  <c:v>46010</c:v>
                </c:pt>
                <c:pt idx="595">
                  <c:v>46013</c:v>
                </c:pt>
                <c:pt idx="596">
                  <c:v>46014</c:v>
                </c:pt>
                <c:pt idx="597">
                  <c:v>46017</c:v>
                </c:pt>
                <c:pt idx="598">
                  <c:v>46020</c:v>
                </c:pt>
                <c:pt idx="599">
                  <c:v>46021</c:v>
                </c:pt>
                <c:pt idx="600">
                  <c:v>46024</c:v>
                </c:pt>
                <c:pt idx="601">
                  <c:v>46027</c:v>
                </c:pt>
                <c:pt idx="602">
                  <c:v>46028</c:v>
                </c:pt>
                <c:pt idx="603">
                  <c:v>46029</c:v>
                </c:pt>
                <c:pt idx="604">
                  <c:v>46030</c:v>
                </c:pt>
                <c:pt idx="605">
                  <c:v>46031</c:v>
                </c:pt>
                <c:pt idx="606">
                  <c:v>46034</c:v>
                </c:pt>
                <c:pt idx="607">
                  <c:v>46035</c:v>
                </c:pt>
                <c:pt idx="608">
                  <c:v>46036</c:v>
                </c:pt>
                <c:pt idx="609">
                  <c:v>46037</c:v>
                </c:pt>
                <c:pt idx="610">
                  <c:v>46038</c:v>
                </c:pt>
                <c:pt idx="611">
                  <c:v>46041</c:v>
                </c:pt>
                <c:pt idx="612">
                  <c:v>46042</c:v>
                </c:pt>
                <c:pt idx="613">
                  <c:v>46043</c:v>
                </c:pt>
                <c:pt idx="614">
                  <c:v>46044</c:v>
                </c:pt>
                <c:pt idx="615">
                  <c:v>46045</c:v>
                </c:pt>
                <c:pt idx="616">
                  <c:v>46048</c:v>
                </c:pt>
                <c:pt idx="617">
                  <c:v>46049</c:v>
                </c:pt>
                <c:pt idx="618">
                  <c:v>46050</c:v>
                </c:pt>
                <c:pt idx="619">
                  <c:v>46051</c:v>
                </c:pt>
                <c:pt idx="620">
                  <c:v>46052</c:v>
                </c:pt>
                <c:pt idx="621">
                  <c:v>46055</c:v>
                </c:pt>
                <c:pt idx="622">
                  <c:v>46056</c:v>
                </c:pt>
                <c:pt idx="623">
                  <c:v>46057</c:v>
                </c:pt>
                <c:pt idx="624">
                  <c:v>46058</c:v>
                </c:pt>
                <c:pt idx="625">
                  <c:v>46059</c:v>
                </c:pt>
                <c:pt idx="626">
                  <c:v>46062</c:v>
                </c:pt>
                <c:pt idx="627">
                  <c:v>46063</c:v>
                </c:pt>
                <c:pt idx="628">
                  <c:v>46064</c:v>
                </c:pt>
                <c:pt idx="629">
                  <c:v>46065</c:v>
                </c:pt>
                <c:pt idx="630">
                  <c:v>46066</c:v>
                </c:pt>
                <c:pt idx="631">
                  <c:v>46071</c:v>
                </c:pt>
                <c:pt idx="632">
                  <c:v>46072</c:v>
                </c:pt>
                <c:pt idx="633">
                  <c:v>46073</c:v>
                </c:pt>
                <c:pt idx="634">
                  <c:v>46076</c:v>
                </c:pt>
                <c:pt idx="635">
                  <c:v>46077</c:v>
                </c:pt>
                <c:pt idx="636">
                  <c:v>46078</c:v>
                </c:pt>
                <c:pt idx="637">
                  <c:v>46079</c:v>
                </c:pt>
                <c:pt idx="638">
                  <c:v>46080</c:v>
                </c:pt>
                <c:pt idx="639">
                  <c:v>46083</c:v>
                </c:pt>
                <c:pt idx="640">
                  <c:v>46084</c:v>
                </c:pt>
                <c:pt idx="641">
                  <c:v>46085</c:v>
                </c:pt>
                <c:pt idx="642">
                  <c:v>46086</c:v>
                </c:pt>
                <c:pt idx="643">
                  <c:v>46087</c:v>
                </c:pt>
                <c:pt idx="644">
                  <c:v>46090</c:v>
                </c:pt>
                <c:pt idx="645">
                  <c:v>46091</c:v>
                </c:pt>
                <c:pt idx="646">
                  <c:v>46092</c:v>
                </c:pt>
                <c:pt idx="647">
                  <c:v>46093</c:v>
                </c:pt>
                <c:pt idx="648">
                  <c:v>46094</c:v>
                </c:pt>
                <c:pt idx="649">
                  <c:v>46097</c:v>
                </c:pt>
                <c:pt idx="650">
                  <c:v>46098</c:v>
                </c:pt>
                <c:pt idx="651">
                  <c:v>46099</c:v>
                </c:pt>
                <c:pt idx="652">
                  <c:v>46100</c:v>
                </c:pt>
                <c:pt idx="653">
                  <c:v>46101</c:v>
                </c:pt>
                <c:pt idx="654">
                  <c:v>46104</c:v>
                </c:pt>
                <c:pt idx="655">
                  <c:v>46105</c:v>
                </c:pt>
                <c:pt idx="656">
                  <c:v>46106</c:v>
                </c:pt>
                <c:pt idx="657">
                  <c:v>46107</c:v>
                </c:pt>
                <c:pt idx="658">
                  <c:v>46108</c:v>
                </c:pt>
                <c:pt idx="659">
                  <c:v>46111</c:v>
                </c:pt>
                <c:pt idx="660">
                  <c:v>46112</c:v>
                </c:pt>
                <c:pt idx="661">
                  <c:v>46113</c:v>
                </c:pt>
                <c:pt idx="662">
                  <c:v>46114</c:v>
                </c:pt>
                <c:pt idx="663">
                  <c:v>46118</c:v>
                </c:pt>
                <c:pt idx="664">
                  <c:v>46119</c:v>
                </c:pt>
                <c:pt idx="665">
                  <c:v>46120</c:v>
                </c:pt>
                <c:pt idx="666">
                  <c:v>46121</c:v>
                </c:pt>
                <c:pt idx="667">
                  <c:v>46122</c:v>
                </c:pt>
                <c:pt idx="668">
                  <c:v>46125</c:v>
                </c:pt>
                <c:pt idx="669">
                  <c:v>46126</c:v>
                </c:pt>
                <c:pt idx="670">
                  <c:v>46127</c:v>
                </c:pt>
                <c:pt idx="671">
                  <c:v>46128</c:v>
                </c:pt>
                <c:pt idx="672">
                  <c:v>46129</c:v>
                </c:pt>
                <c:pt idx="673">
                  <c:v>46132</c:v>
                </c:pt>
                <c:pt idx="674">
                  <c:v>46134</c:v>
                </c:pt>
                <c:pt idx="675">
                  <c:v>46135</c:v>
                </c:pt>
                <c:pt idx="676">
                  <c:v>46136</c:v>
                </c:pt>
                <c:pt idx="677">
                  <c:v>46139</c:v>
                </c:pt>
                <c:pt idx="678">
                  <c:v>46140</c:v>
                </c:pt>
                <c:pt idx="679">
                  <c:v>46141</c:v>
                </c:pt>
                <c:pt idx="680">
                  <c:v>46142</c:v>
                </c:pt>
                <c:pt idx="681">
                  <c:v>46146</c:v>
                </c:pt>
                <c:pt idx="682">
                  <c:v>46147</c:v>
                </c:pt>
                <c:pt idx="683">
                  <c:v>46148</c:v>
                </c:pt>
                <c:pt idx="684">
                  <c:v>46149</c:v>
                </c:pt>
                <c:pt idx="685">
                  <c:v>46150</c:v>
                </c:pt>
                <c:pt idx="686">
                  <c:v>46153</c:v>
                </c:pt>
                <c:pt idx="687">
                  <c:v>46154</c:v>
                </c:pt>
                <c:pt idx="688">
                  <c:v>46155</c:v>
                </c:pt>
                <c:pt idx="689">
                  <c:v>46156</c:v>
                </c:pt>
                <c:pt idx="690">
                  <c:v>46157</c:v>
                </c:pt>
                <c:pt idx="691">
                  <c:v>46160</c:v>
                </c:pt>
                <c:pt idx="692">
                  <c:v>46161</c:v>
                </c:pt>
                <c:pt idx="693">
                  <c:v>46162</c:v>
                </c:pt>
                <c:pt idx="694">
                  <c:v>46163</c:v>
                </c:pt>
                <c:pt idx="695">
                  <c:v>46164</c:v>
                </c:pt>
                <c:pt idx="696">
                  <c:v>46167</c:v>
                </c:pt>
                <c:pt idx="697">
                  <c:v>46168</c:v>
                </c:pt>
                <c:pt idx="698">
                  <c:v>46169</c:v>
                </c:pt>
                <c:pt idx="699">
                  <c:v>46170</c:v>
                </c:pt>
                <c:pt idx="700">
                  <c:v>46171</c:v>
                </c:pt>
                <c:pt idx="701">
                  <c:v>46174</c:v>
                </c:pt>
                <c:pt idx="702">
                  <c:v>46175</c:v>
                </c:pt>
                <c:pt idx="703">
                  <c:v>46176</c:v>
                </c:pt>
                <c:pt idx="704">
                  <c:v>46178</c:v>
                </c:pt>
                <c:pt idx="705">
                  <c:v>46181</c:v>
                </c:pt>
                <c:pt idx="706">
                  <c:v>46182</c:v>
                </c:pt>
                <c:pt idx="707">
                  <c:v>46183</c:v>
                </c:pt>
                <c:pt idx="708">
                  <c:v>46184</c:v>
                </c:pt>
                <c:pt idx="709">
                  <c:v>46185</c:v>
                </c:pt>
                <c:pt idx="710">
                  <c:v>46188</c:v>
                </c:pt>
                <c:pt idx="711">
                  <c:v>46189</c:v>
                </c:pt>
                <c:pt idx="712">
                  <c:v>46190</c:v>
                </c:pt>
                <c:pt idx="713">
                  <c:v>46191</c:v>
                </c:pt>
                <c:pt idx="714">
                  <c:v>46192</c:v>
                </c:pt>
                <c:pt idx="715">
                  <c:v>46195</c:v>
                </c:pt>
                <c:pt idx="716">
                  <c:v>46196</c:v>
                </c:pt>
                <c:pt idx="717">
                  <c:v>46197</c:v>
                </c:pt>
                <c:pt idx="718">
                  <c:v>46198</c:v>
                </c:pt>
                <c:pt idx="719">
                  <c:v>46199</c:v>
                </c:pt>
                <c:pt idx="720">
                  <c:v>46202</c:v>
                </c:pt>
                <c:pt idx="721">
                  <c:v>46203</c:v>
                </c:pt>
                <c:pt idx="722">
                  <c:v>46204</c:v>
                </c:pt>
                <c:pt idx="723">
                  <c:v>46205</c:v>
                </c:pt>
                <c:pt idx="724">
                  <c:v>46206</c:v>
                </c:pt>
                <c:pt idx="725">
                  <c:v>46209</c:v>
                </c:pt>
                <c:pt idx="726">
                  <c:v>46210</c:v>
                </c:pt>
                <c:pt idx="727">
                  <c:v>46211</c:v>
                </c:pt>
                <c:pt idx="728">
                  <c:v>46212</c:v>
                </c:pt>
                <c:pt idx="729">
                  <c:v>46213</c:v>
                </c:pt>
                <c:pt idx="730">
                  <c:v>46216</c:v>
                </c:pt>
                <c:pt idx="731">
                  <c:v>46217</c:v>
                </c:pt>
                <c:pt idx="732">
                  <c:v>46218</c:v>
                </c:pt>
                <c:pt idx="733">
                  <c:v>46219</c:v>
                </c:pt>
                <c:pt idx="734">
                  <c:v>46220</c:v>
                </c:pt>
                <c:pt idx="735">
                  <c:v>46223</c:v>
                </c:pt>
                <c:pt idx="736">
                  <c:v>46224</c:v>
                </c:pt>
                <c:pt idx="737">
                  <c:v>46225</c:v>
                </c:pt>
                <c:pt idx="738">
                  <c:v>46226</c:v>
                </c:pt>
                <c:pt idx="739">
                  <c:v>46227</c:v>
                </c:pt>
                <c:pt idx="740">
                  <c:v>46230</c:v>
                </c:pt>
                <c:pt idx="741">
                  <c:v>46231</c:v>
                </c:pt>
                <c:pt idx="742">
                  <c:v>46232</c:v>
                </c:pt>
                <c:pt idx="743">
                  <c:v>46233</c:v>
                </c:pt>
                <c:pt idx="744">
                  <c:v>46234</c:v>
                </c:pt>
                <c:pt idx="745">
                  <c:v>46237</c:v>
                </c:pt>
                <c:pt idx="746">
                  <c:v>46238</c:v>
                </c:pt>
                <c:pt idx="747">
                  <c:v>46239</c:v>
                </c:pt>
                <c:pt idx="748">
                  <c:v>46240</c:v>
                </c:pt>
                <c:pt idx="749">
                  <c:v>46241</c:v>
                </c:pt>
                <c:pt idx="750">
                  <c:v>46244</c:v>
                </c:pt>
                <c:pt idx="751">
                  <c:v>46245</c:v>
                </c:pt>
                <c:pt idx="752">
                  <c:v>46246</c:v>
                </c:pt>
                <c:pt idx="753">
                  <c:v>46247</c:v>
                </c:pt>
                <c:pt idx="754">
                  <c:v>46248</c:v>
                </c:pt>
                <c:pt idx="755">
                  <c:v>46251</c:v>
                </c:pt>
                <c:pt idx="756">
                  <c:v>46252</c:v>
                </c:pt>
                <c:pt idx="757">
                  <c:v>46253</c:v>
                </c:pt>
                <c:pt idx="758">
                  <c:v>46254</c:v>
                </c:pt>
                <c:pt idx="759">
                  <c:v>46255</c:v>
                </c:pt>
                <c:pt idx="760">
                  <c:v>46258</c:v>
                </c:pt>
                <c:pt idx="761">
                  <c:v>46259</c:v>
                </c:pt>
                <c:pt idx="762">
                  <c:v>46260</c:v>
                </c:pt>
                <c:pt idx="763">
                  <c:v>46261</c:v>
                </c:pt>
                <c:pt idx="764">
                  <c:v>46262</c:v>
                </c:pt>
                <c:pt idx="765">
                  <c:v>46265</c:v>
                </c:pt>
                <c:pt idx="766">
                  <c:v>46266</c:v>
                </c:pt>
                <c:pt idx="767">
                  <c:v>46267</c:v>
                </c:pt>
                <c:pt idx="768">
                  <c:v>46268</c:v>
                </c:pt>
                <c:pt idx="769">
                  <c:v>46269</c:v>
                </c:pt>
                <c:pt idx="770">
                  <c:v>46273</c:v>
                </c:pt>
                <c:pt idx="771">
                  <c:v>46274</c:v>
                </c:pt>
                <c:pt idx="772">
                  <c:v>46275</c:v>
                </c:pt>
                <c:pt idx="773">
                  <c:v>46276</c:v>
                </c:pt>
                <c:pt idx="774">
                  <c:v>46279</c:v>
                </c:pt>
                <c:pt idx="775">
                  <c:v>46280</c:v>
                </c:pt>
                <c:pt idx="776">
                  <c:v>46281</c:v>
                </c:pt>
                <c:pt idx="777">
                  <c:v>46282</c:v>
                </c:pt>
                <c:pt idx="778">
                  <c:v>46283</c:v>
                </c:pt>
                <c:pt idx="779">
                  <c:v>46286</c:v>
                </c:pt>
                <c:pt idx="780">
                  <c:v>46287</c:v>
                </c:pt>
                <c:pt idx="781">
                  <c:v>46288</c:v>
                </c:pt>
                <c:pt idx="782">
                  <c:v>46289</c:v>
                </c:pt>
                <c:pt idx="783">
                  <c:v>46290</c:v>
                </c:pt>
                <c:pt idx="784">
                  <c:v>46293</c:v>
                </c:pt>
                <c:pt idx="785">
                  <c:v>46294</c:v>
                </c:pt>
                <c:pt idx="786">
                  <c:v>46295</c:v>
                </c:pt>
                <c:pt idx="787">
                  <c:v>46296</c:v>
                </c:pt>
                <c:pt idx="788">
                  <c:v>46297</c:v>
                </c:pt>
                <c:pt idx="789">
                  <c:v>46300</c:v>
                </c:pt>
                <c:pt idx="790">
                  <c:v>46301</c:v>
                </c:pt>
                <c:pt idx="791">
                  <c:v>46302</c:v>
                </c:pt>
                <c:pt idx="792">
                  <c:v>46303</c:v>
                </c:pt>
                <c:pt idx="793">
                  <c:v>46304</c:v>
                </c:pt>
                <c:pt idx="794">
                  <c:v>46308</c:v>
                </c:pt>
                <c:pt idx="795">
                  <c:v>46309</c:v>
                </c:pt>
                <c:pt idx="796">
                  <c:v>46310</c:v>
                </c:pt>
                <c:pt idx="797">
                  <c:v>46311</c:v>
                </c:pt>
                <c:pt idx="798">
                  <c:v>46314</c:v>
                </c:pt>
                <c:pt idx="799">
                  <c:v>46315</c:v>
                </c:pt>
                <c:pt idx="800">
                  <c:v>46316</c:v>
                </c:pt>
                <c:pt idx="801">
                  <c:v>46317</c:v>
                </c:pt>
                <c:pt idx="802">
                  <c:v>46318</c:v>
                </c:pt>
                <c:pt idx="803">
                  <c:v>46321</c:v>
                </c:pt>
                <c:pt idx="804">
                  <c:v>46322</c:v>
                </c:pt>
              </c:numCache>
            </c:numRef>
          </c:cat>
          <c:val>
            <c:numRef>
              <c:f>Sheet1!$B$2:$B$806</c:f>
              <c:numCache>
                <c:formatCode>0.00</c:formatCode>
                <c:ptCount val="805"/>
                <c:pt idx="0">
                  <c:v>0.83852195980861366</c:v>
                </c:pt>
                <c:pt idx="1">
                  <c:v>0.73837203366890902</c:v>
                </c:pt>
                <c:pt idx="2">
                  <c:v>0.59369932309030449</c:v>
                </c:pt>
                <c:pt idx="3">
                  <c:v>0.63780571337259773</c:v>
                </c:pt>
                <c:pt idx="4">
                  <c:v>0.53912973445418544</c:v>
                </c:pt>
                <c:pt idx="5">
                  <c:v>0.35519118275562578</c:v>
                </c:pt>
                <c:pt idx="6">
                  <c:v>0.29907613479065781</c:v>
                </c:pt>
                <c:pt idx="7">
                  <c:v>0.243589907985298</c:v>
                </c:pt>
                <c:pt idx="8">
                  <c:v>0.16781693067395931</c:v>
                </c:pt>
                <c:pt idx="9">
                  <c:v>0.33040427810230311</c:v>
                </c:pt>
                <c:pt idx="10">
                  <c:v>0.21084957893122899</c:v>
                </c:pt>
                <c:pt idx="11">
                  <c:v>0.39902846195588781</c:v>
                </c:pt>
                <c:pt idx="12">
                  <c:v>0.52601859509895166</c:v>
                </c:pt>
                <c:pt idx="13">
                  <c:v>0.30063223557482988</c:v>
                </c:pt>
                <c:pt idx="14">
                  <c:v>0.1023432375148709</c:v>
                </c:pt>
                <c:pt idx="15">
                  <c:v>0.17277214194726251</c:v>
                </c:pt>
                <c:pt idx="16">
                  <c:v>0.30528522160712618</c:v>
                </c:pt>
                <c:pt idx="17">
                  <c:v>0.2329428245107448</c:v>
                </c:pt>
                <c:pt idx="18">
                  <c:v>-6.6460642172570403E-2</c:v>
                </c:pt>
                <c:pt idx="19">
                  <c:v>0.2224123419458659</c:v>
                </c:pt>
                <c:pt idx="20">
                  <c:v>0.15519312052845641</c:v>
                </c:pt>
                <c:pt idx="21">
                  <c:v>4.7223581853777447E-3</c:v>
                </c:pt>
                <c:pt idx="22">
                  <c:v>-0.1209638994081835</c:v>
                </c:pt>
                <c:pt idx="23">
                  <c:v>-0.19162928811723329</c:v>
                </c:pt>
                <c:pt idx="24">
                  <c:v>-6.5274479073118563E-3</c:v>
                </c:pt>
                <c:pt idx="25">
                  <c:v>0.1520494951860345</c:v>
                </c:pt>
                <c:pt idx="26">
                  <c:v>0.16835773959618419</c:v>
                </c:pt>
                <c:pt idx="27">
                  <c:v>0.2140631906882815</c:v>
                </c:pt>
                <c:pt idx="28">
                  <c:v>7.3941495417535405E-2</c:v>
                </c:pt>
                <c:pt idx="29">
                  <c:v>2.468795536805388E-2</c:v>
                </c:pt>
                <c:pt idx="30">
                  <c:v>-6.3161045782251832E-2</c:v>
                </c:pt>
                <c:pt idx="31">
                  <c:v>0.1167311889763171</c:v>
                </c:pt>
                <c:pt idx="32">
                  <c:v>-0.1244604739885774</c:v>
                </c:pt>
                <c:pt idx="33">
                  <c:v>-0.23091142988850691</c:v>
                </c:pt>
                <c:pt idx="34">
                  <c:v>-0.25062064016073959</c:v>
                </c:pt>
                <c:pt idx="35">
                  <c:v>-0.49058888585919291</c:v>
                </c:pt>
                <c:pt idx="36">
                  <c:v>-0.53099329270351037</c:v>
                </c:pt>
                <c:pt idx="37">
                  <c:v>-0.26076833365902408</c:v>
                </c:pt>
                <c:pt idx="38">
                  <c:v>-7.6088252182255497E-2</c:v>
                </c:pt>
                <c:pt idx="39">
                  <c:v>-0.34534330574144662</c:v>
                </c:pt>
                <c:pt idx="40">
                  <c:v>-0.5967484311714234</c:v>
                </c:pt>
                <c:pt idx="41">
                  <c:v>-0.45879538574563761</c:v>
                </c:pt>
                <c:pt idx="42">
                  <c:v>-0.51982435763463142</c:v>
                </c:pt>
                <c:pt idx="43">
                  <c:v>-0.52514424186524555</c:v>
                </c:pt>
                <c:pt idx="44">
                  <c:v>-0.33784758901158779</c:v>
                </c:pt>
                <c:pt idx="45">
                  <c:v>1.9146187056346851E-3</c:v>
                </c:pt>
                <c:pt idx="46">
                  <c:v>3.8633484839360318E-3</c:v>
                </c:pt>
                <c:pt idx="47">
                  <c:v>-0.29069583853536801</c:v>
                </c:pt>
                <c:pt idx="48">
                  <c:v>-0.22670999553061669</c:v>
                </c:pt>
                <c:pt idx="49">
                  <c:v>-0.50798200436051955</c:v>
                </c:pt>
                <c:pt idx="50">
                  <c:v>-0.7405613872498249</c:v>
                </c:pt>
                <c:pt idx="51">
                  <c:v>-0.73675158270549845</c:v>
                </c:pt>
                <c:pt idx="52">
                  <c:v>-0.85984556521572753</c:v>
                </c:pt>
                <c:pt idx="53">
                  <c:v>-0.7619387339780338</c:v>
                </c:pt>
                <c:pt idx="54">
                  <c:v>-0.54014118478775686</c:v>
                </c:pt>
                <c:pt idx="55">
                  <c:v>-0.75267350133402144</c:v>
                </c:pt>
                <c:pt idx="56">
                  <c:v>-0.46982027333850168</c:v>
                </c:pt>
                <c:pt idx="57">
                  <c:v>-0.78852950698989832</c:v>
                </c:pt>
                <c:pt idx="58">
                  <c:v>-0.92722580507560526</c:v>
                </c:pt>
                <c:pt idx="59">
                  <c:v>-0.78141360008893235</c:v>
                </c:pt>
                <c:pt idx="60">
                  <c:v>-0.56089820465877305</c:v>
                </c:pt>
                <c:pt idx="61">
                  <c:v>-9.1717532076725811E-2</c:v>
                </c:pt>
                <c:pt idx="62">
                  <c:v>-0.11884643014383189</c:v>
                </c:pt>
                <c:pt idx="63">
                  <c:v>9.5149704886497377E-2</c:v>
                </c:pt>
                <c:pt idx="64">
                  <c:v>9.1966266513136732E-2</c:v>
                </c:pt>
                <c:pt idx="65">
                  <c:v>9.1898242545514625E-3</c:v>
                </c:pt>
                <c:pt idx="66">
                  <c:v>0.17028763007693901</c:v>
                </c:pt>
                <c:pt idx="67">
                  <c:v>9.1338884541274978E-2</c:v>
                </c:pt>
                <c:pt idx="68">
                  <c:v>0.45842630353438169</c:v>
                </c:pt>
                <c:pt idx="69">
                  <c:v>0.68102327789679584</c:v>
                </c:pt>
                <c:pt idx="70">
                  <c:v>0.592555652875844</c:v>
                </c:pt>
                <c:pt idx="71">
                  <c:v>0.71403577620925274</c:v>
                </c:pt>
                <c:pt idx="72">
                  <c:v>0.55395014249733787</c:v>
                </c:pt>
                <c:pt idx="73">
                  <c:v>0.63922275554559038</c:v>
                </c:pt>
                <c:pt idx="74">
                  <c:v>0.73498783391842515</c:v>
                </c:pt>
                <c:pt idx="75">
                  <c:v>0.56425611261666586</c:v>
                </c:pt>
                <c:pt idx="76">
                  <c:v>0.59182630490134636</c:v>
                </c:pt>
                <c:pt idx="77">
                  <c:v>0.82983917340704016</c:v>
                </c:pt>
                <c:pt idx="78">
                  <c:v>0.74448214575342053</c:v>
                </c:pt>
                <c:pt idx="79">
                  <c:v>0.89692744898543653</c:v>
                </c:pt>
                <c:pt idx="80">
                  <c:v>1.0877741671308501</c:v>
                </c:pt>
                <c:pt idx="81">
                  <c:v>0.90505000034904348</c:v>
                </c:pt>
                <c:pt idx="82">
                  <c:v>1.027818666304984</c:v>
                </c:pt>
                <c:pt idx="83">
                  <c:v>0.94205607241043576</c:v>
                </c:pt>
                <c:pt idx="84">
                  <c:v>1.052190300595748</c:v>
                </c:pt>
                <c:pt idx="85">
                  <c:v>1.170803689499025</c:v>
                </c:pt>
                <c:pt idx="86">
                  <c:v>1.045913434616103</c:v>
                </c:pt>
                <c:pt idx="87">
                  <c:v>0.98189653147942502</c:v>
                </c:pt>
                <c:pt idx="88">
                  <c:v>1.3478914820056569</c:v>
                </c:pt>
                <c:pt idx="89">
                  <c:v>1.5088337066996189</c:v>
                </c:pt>
                <c:pt idx="90">
                  <c:v>1.4155414879191379</c:v>
                </c:pt>
                <c:pt idx="91">
                  <c:v>1.5034139751507489</c:v>
                </c:pt>
                <c:pt idx="92">
                  <c:v>1.601404334401118</c:v>
                </c:pt>
                <c:pt idx="93">
                  <c:v>1.5057140921731389</c:v>
                </c:pt>
                <c:pt idx="94">
                  <c:v>1.589001622620547</c:v>
                </c:pt>
                <c:pt idx="95">
                  <c:v>1.7339778650360911</c:v>
                </c:pt>
                <c:pt idx="96">
                  <c:v>1.781757358948892</c:v>
                </c:pt>
                <c:pt idx="97">
                  <c:v>1.888716793111153</c:v>
                </c:pt>
                <c:pt idx="98">
                  <c:v>1.817246875856553</c:v>
                </c:pt>
                <c:pt idx="99">
                  <c:v>1.3863267782700901</c:v>
                </c:pt>
                <c:pt idx="100">
                  <c:v>1.3297408995755851</c:v>
                </c:pt>
                <c:pt idx="101">
                  <c:v>0.99389634810326988</c:v>
                </c:pt>
                <c:pt idx="102">
                  <c:v>1.1432530954131019</c:v>
                </c:pt>
                <c:pt idx="103">
                  <c:v>1.274987343013483</c:v>
                </c:pt>
                <c:pt idx="104">
                  <c:v>1.1612293540237879</c:v>
                </c:pt>
                <c:pt idx="105">
                  <c:v>0.99585262816532372</c:v>
                </c:pt>
                <c:pt idx="106">
                  <c:v>0.90660699661125954</c:v>
                </c:pt>
                <c:pt idx="107">
                  <c:v>0.97131784736747062</c:v>
                </c:pt>
                <c:pt idx="108">
                  <c:v>1.043772798958998</c:v>
                </c:pt>
                <c:pt idx="109">
                  <c:v>0.66945116997178422</c:v>
                </c:pt>
                <c:pt idx="110">
                  <c:v>0.55116800184867853</c:v>
                </c:pt>
                <c:pt idx="111">
                  <c:v>0.35299044449673539</c:v>
                </c:pt>
                <c:pt idx="112">
                  <c:v>0.41493072040871609</c:v>
                </c:pt>
                <c:pt idx="113">
                  <c:v>0.20615870493387661</c:v>
                </c:pt>
                <c:pt idx="114">
                  <c:v>0.46122805370777781</c:v>
                </c:pt>
                <c:pt idx="115">
                  <c:v>0.36509437839896069</c:v>
                </c:pt>
                <c:pt idx="116">
                  <c:v>0.43161508502562002</c:v>
                </c:pt>
                <c:pt idx="117">
                  <c:v>0.37763250565724288</c:v>
                </c:pt>
                <c:pt idx="118">
                  <c:v>0.1246223368101623</c:v>
                </c:pt>
                <c:pt idx="119">
                  <c:v>-0.18251914779662581</c:v>
                </c:pt>
                <c:pt idx="120">
                  <c:v>-2.9718138808755849E-2</c:v>
                </c:pt>
                <c:pt idx="121">
                  <c:v>-6.0859040457950778E-2</c:v>
                </c:pt>
                <c:pt idx="122">
                  <c:v>-0.30807610668927982</c:v>
                </c:pt>
                <c:pt idx="123">
                  <c:v>-0.37763198068242232</c:v>
                </c:pt>
                <c:pt idx="124">
                  <c:v>-8.8466462822797215E-2</c:v>
                </c:pt>
                <c:pt idx="125">
                  <c:v>-0.14645080845922639</c:v>
                </c:pt>
                <c:pt idx="126">
                  <c:v>-0.4026505861572453</c:v>
                </c:pt>
                <c:pt idx="127">
                  <c:v>-0.39117382136169992</c:v>
                </c:pt>
                <c:pt idx="128">
                  <c:v>-0.60508739041229498</c:v>
                </c:pt>
                <c:pt idx="129">
                  <c:v>-0.55856503915507716</c:v>
                </c:pt>
                <c:pt idx="130">
                  <c:v>-0.38403094464068599</c:v>
                </c:pt>
                <c:pt idx="131">
                  <c:v>-0.35655020203879029</c:v>
                </c:pt>
                <c:pt idx="132">
                  <c:v>-0.18161966854239561</c:v>
                </c:pt>
                <c:pt idx="133">
                  <c:v>-0.25292874427909451</c:v>
                </c:pt>
                <c:pt idx="134">
                  <c:v>-6.8067107729509996E-2</c:v>
                </c:pt>
                <c:pt idx="135">
                  <c:v>-0.29365096866260643</c:v>
                </c:pt>
                <c:pt idx="136">
                  <c:v>-0.28644407443762038</c:v>
                </c:pt>
                <c:pt idx="137">
                  <c:v>5.5511468303875773E-2</c:v>
                </c:pt>
                <c:pt idx="138">
                  <c:v>-5.720313227283963E-2</c:v>
                </c:pt>
                <c:pt idx="139">
                  <c:v>-0.1270337122365667</c:v>
                </c:pt>
                <c:pt idx="140">
                  <c:v>-5.4464971061060047E-2</c:v>
                </c:pt>
                <c:pt idx="141">
                  <c:v>-0.23494184513285879</c:v>
                </c:pt>
                <c:pt idx="142">
                  <c:v>-0.19351354777101101</c:v>
                </c:pt>
                <c:pt idx="143">
                  <c:v>-0.10619268069077049</c:v>
                </c:pt>
                <c:pt idx="144">
                  <c:v>-0.17256070414501429</c:v>
                </c:pt>
                <c:pt idx="145">
                  <c:v>-9.9766254542203156E-2</c:v>
                </c:pt>
                <c:pt idx="146">
                  <c:v>-0.27237846365561752</c:v>
                </c:pt>
                <c:pt idx="147">
                  <c:v>-5.0242933112771157E-2</c:v>
                </c:pt>
                <c:pt idx="148">
                  <c:v>-1.3961426777083319E-3</c:v>
                </c:pt>
                <c:pt idx="149">
                  <c:v>-7.0286172032585387E-2</c:v>
                </c:pt>
                <c:pt idx="150">
                  <c:v>-0.1243054556418445</c:v>
                </c:pt>
                <c:pt idx="151">
                  <c:v>-0.1100235301614637</c:v>
                </c:pt>
                <c:pt idx="152">
                  <c:v>-3.1433180911333097E-2</c:v>
                </c:pt>
                <c:pt idx="153">
                  <c:v>0.26776890382239837</c:v>
                </c:pt>
                <c:pt idx="154">
                  <c:v>0.15896392401524409</c:v>
                </c:pt>
                <c:pt idx="155">
                  <c:v>1.5910279791797231E-2</c:v>
                </c:pt>
                <c:pt idx="156">
                  <c:v>-4.215094871758094E-2</c:v>
                </c:pt>
                <c:pt idx="157">
                  <c:v>-6.9152516070794437E-2</c:v>
                </c:pt>
                <c:pt idx="158">
                  <c:v>0.10752751019638621</c:v>
                </c:pt>
                <c:pt idx="159">
                  <c:v>0.1232969259189365</c:v>
                </c:pt>
                <c:pt idx="160">
                  <c:v>-6.3756186713686172E-2</c:v>
                </c:pt>
                <c:pt idx="161">
                  <c:v>-5.1582306863897268E-2</c:v>
                </c:pt>
                <c:pt idx="162">
                  <c:v>-9.615513151516758E-2</c:v>
                </c:pt>
                <c:pt idx="163">
                  <c:v>-1.7821154220722678E-2</c:v>
                </c:pt>
                <c:pt idx="164">
                  <c:v>-0.14028628238986751</c:v>
                </c:pt>
                <c:pt idx="165">
                  <c:v>8.9232581514967851E-2</c:v>
                </c:pt>
                <c:pt idx="166">
                  <c:v>0.26512447493649688</c:v>
                </c:pt>
                <c:pt idx="167">
                  <c:v>-5.8687743497744173E-2</c:v>
                </c:pt>
                <c:pt idx="168">
                  <c:v>-0.1971227272016558</c:v>
                </c:pt>
                <c:pt idx="169">
                  <c:v>-0.49108535402600317</c:v>
                </c:pt>
                <c:pt idx="170">
                  <c:v>-0.79028638993752875</c:v>
                </c:pt>
                <c:pt idx="171">
                  <c:v>-0.95444264422184799</c:v>
                </c:pt>
                <c:pt idx="172">
                  <c:v>-1.025539646862009</c:v>
                </c:pt>
                <c:pt idx="173">
                  <c:v>-1.0499101786842</c:v>
                </c:pt>
                <c:pt idx="174">
                  <c:v>-0.82275881491176572</c:v>
                </c:pt>
                <c:pt idx="175">
                  <c:v>-0.75664817833567821</c:v>
                </c:pt>
                <c:pt idx="176">
                  <c:v>-0.78186092754298264</c:v>
                </c:pt>
                <c:pt idx="177">
                  <c:v>-0.87772343669600494</c:v>
                </c:pt>
                <c:pt idx="178">
                  <c:v>-0.926779116759189</c:v>
                </c:pt>
                <c:pt idx="179">
                  <c:v>-0.59045864441326434</c:v>
                </c:pt>
                <c:pt idx="180">
                  <c:v>-0.52977519630439884</c:v>
                </c:pt>
                <c:pt idx="181">
                  <c:v>-0.76536268593832846</c:v>
                </c:pt>
                <c:pt idx="182">
                  <c:v>-0.544545985029394</c:v>
                </c:pt>
                <c:pt idx="183">
                  <c:v>-0.20303996507636379</c:v>
                </c:pt>
                <c:pt idx="184">
                  <c:v>-0.28100268887808028</c:v>
                </c:pt>
                <c:pt idx="185">
                  <c:v>-0.2353162576237593</c:v>
                </c:pt>
                <c:pt idx="186">
                  <c:v>-0.16941756288709819</c:v>
                </c:pt>
                <c:pt idx="187">
                  <c:v>-0.37704687747770921</c:v>
                </c:pt>
                <c:pt idx="188">
                  <c:v>-0.63035191687916003</c:v>
                </c:pt>
                <c:pt idx="189">
                  <c:v>-0.54892752359444796</c:v>
                </c:pt>
                <c:pt idx="190">
                  <c:v>-0.38133471595872509</c:v>
                </c:pt>
                <c:pt idx="191">
                  <c:v>-0.36137190484445292</c:v>
                </c:pt>
                <c:pt idx="192">
                  <c:v>-0.28219902875657538</c:v>
                </c:pt>
                <c:pt idx="193">
                  <c:v>-0.31034561366243058</c:v>
                </c:pt>
                <c:pt idx="194">
                  <c:v>-0.24917461977334429</c:v>
                </c:pt>
                <c:pt idx="195">
                  <c:v>-0.29266347700205891</c:v>
                </c:pt>
                <c:pt idx="196">
                  <c:v>-0.54633654348611371</c:v>
                </c:pt>
                <c:pt idx="197">
                  <c:v>-0.65136133755564196</c:v>
                </c:pt>
                <c:pt idx="198">
                  <c:v>-0.68950771198096683</c:v>
                </c:pt>
                <c:pt idx="199">
                  <c:v>-0.64258204360560078</c:v>
                </c:pt>
                <c:pt idx="200">
                  <c:v>-0.73958452756566317</c:v>
                </c:pt>
                <c:pt idx="201">
                  <c:v>-0.896376327735811</c:v>
                </c:pt>
                <c:pt idx="202">
                  <c:v>-0.98847602785017774</c:v>
                </c:pt>
                <c:pt idx="203">
                  <c:v>-0.87579759409340929</c:v>
                </c:pt>
                <c:pt idx="204">
                  <c:v>-0.89430007699447689</c:v>
                </c:pt>
                <c:pt idx="205">
                  <c:v>-0.94383510514641622</c:v>
                </c:pt>
                <c:pt idx="206">
                  <c:v>-0.67883339945087184</c:v>
                </c:pt>
                <c:pt idx="207">
                  <c:v>-0.96097512792274309</c:v>
                </c:pt>
                <c:pt idx="208">
                  <c:v>-1.056379267071663</c:v>
                </c:pt>
                <c:pt idx="209">
                  <c:v>-0.85140532694312865</c:v>
                </c:pt>
                <c:pt idx="210">
                  <c:v>-1.1216099278586891</c:v>
                </c:pt>
                <c:pt idx="211">
                  <c:v>-1.1755950623827101</c:v>
                </c:pt>
                <c:pt idx="212">
                  <c:v>-1.04542331648253</c:v>
                </c:pt>
                <c:pt idx="213">
                  <c:v>-1.222891695780816</c:v>
                </c:pt>
                <c:pt idx="214">
                  <c:v>-1.197788177595474</c:v>
                </c:pt>
                <c:pt idx="215">
                  <c:v>-1.0950318576322859</c:v>
                </c:pt>
                <c:pt idx="216">
                  <c:v>-1.133098971663127</c:v>
                </c:pt>
                <c:pt idx="217">
                  <c:v>-0.98063745655486712</c:v>
                </c:pt>
                <c:pt idx="218">
                  <c:v>-0.75563344948941569</c:v>
                </c:pt>
                <c:pt idx="219">
                  <c:v>-0.80880802727556134</c:v>
                </c:pt>
                <c:pt idx="220">
                  <c:v>-0.85827600004778215</c:v>
                </c:pt>
                <c:pt idx="221">
                  <c:v>-0.32091871885891338</c:v>
                </c:pt>
                <c:pt idx="222">
                  <c:v>-0.75015730711472428</c:v>
                </c:pt>
                <c:pt idx="223">
                  <c:v>-0.70563501420032904</c:v>
                </c:pt>
                <c:pt idx="224">
                  <c:v>-0.6731007831088397</c:v>
                </c:pt>
                <c:pt idx="225">
                  <c:v>-0.46524457198260438</c:v>
                </c:pt>
                <c:pt idx="226">
                  <c:v>-0.2398256343347325</c:v>
                </c:pt>
                <c:pt idx="227">
                  <c:v>-7.9287124512377891E-2</c:v>
                </c:pt>
                <c:pt idx="228">
                  <c:v>-0.16649842585871291</c:v>
                </c:pt>
                <c:pt idx="229">
                  <c:v>-7.2424932775064149E-2</c:v>
                </c:pt>
                <c:pt idx="230">
                  <c:v>-1.1787309501057649E-3</c:v>
                </c:pt>
                <c:pt idx="231">
                  <c:v>0.26435199879924343</c:v>
                </c:pt>
                <c:pt idx="232">
                  <c:v>0.26730315982679148</c:v>
                </c:pt>
                <c:pt idx="233">
                  <c:v>0.41233181476462999</c:v>
                </c:pt>
                <c:pt idx="234">
                  <c:v>0.38578061765255311</c:v>
                </c:pt>
                <c:pt idx="235">
                  <c:v>0.45443513290467258</c:v>
                </c:pt>
                <c:pt idx="236">
                  <c:v>9.8741353685082106E-2</c:v>
                </c:pt>
                <c:pt idx="237">
                  <c:v>9.9566038125675091E-2</c:v>
                </c:pt>
                <c:pt idx="238">
                  <c:v>0.24567512252743359</c:v>
                </c:pt>
                <c:pt idx="239">
                  <c:v>5.0058519786725833E-2</c:v>
                </c:pt>
                <c:pt idx="240">
                  <c:v>-4.1738042044019527E-2</c:v>
                </c:pt>
                <c:pt idx="241">
                  <c:v>-0.14833952488027469</c:v>
                </c:pt>
                <c:pt idx="242">
                  <c:v>-5.7187786659634691E-3</c:v>
                </c:pt>
                <c:pt idx="243">
                  <c:v>-0.17745651099541879</c:v>
                </c:pt>
                <c:pt idx="244">
                  <c:v>-0.28957741249605617</c:v>
                </c:pt>
                <c:pt idx="245">
                  <c:v>-0.16104798888643621</c:v>
                </c:pt>
                <c:pt idx="246">
                  <c:v>-0.17333491680688229</c:v>
                </c:pt>
                <c:pt idx="247">
                  <c:v>-0.1870923734377582</c:v>
                </c:pt>
                <c:pt idx="248">
                  <c:v>-0.29933591479544369</c:v>
                </c:pt>
                <c:pt idx="249">
                  <c:v>-0.21230641891235391</c:v>
                </c:pt>
                <c:pt idx="250">
                  <c:v>6.000463888693134E-2</c:v>
                </c:pt>
                <c:pt idx="251">
                  <c:v>0.20304214971607429</c:v>
                </c:pt>
                <c:pt idx="252">
                  <c:v>0.4117590034744632</c:v>
                </c:pt>
                <c:pt idx="253">
                  <c:v>0.38945137019324583</c:v>
                </c:pt>
                <c:pt idx="254">
                  <c:v>0.47116379536868958</c:v>
                </c:pt>
                <c:pt idx="255">
                  <c:v>0.41627824933894242</c:v>
                </c:pt>
                <c:pt idx="256">
                  <c:v>0.46495569759094918</c:v>
                </c:pt>
                <c:pt idx="257">
                  <c:v>0.34501777425013519</c:v>
                </c:pt>
                <c:pt idx="258">
                  <c:v>0.63809454416835454</c:v>
                </c:pt>
                <c:pt idx="259">
                  <c:v>0.64824664116855824</c:v>
                </c:pt>
                <c:pt idx="260">
                  <c:v>0.64037650267463042</c:v>
                </c:pt>
                <c:pt idx="261">
                  <c:v>0.39872991412241449</c:v>
                </c:pt>
                <c:pt idx="262">
                  <c:v>0.65975809393856144</c:v>
                </c:pt>
                <c:pt idx="263">
                  <c:v>0.65300055104226706</c:v>
                </c:pt>
                <c:pt idx="264">
                  <c:v>0.63715408966089448</c:v>
                </c:pt>
                <c:pt idx="265">
                  <c:v>0.56492728214746424</c:v>
                </c:pt>
                <c:pt idx="266">
                  <c:v>0.32875895811216399</c:v>
                </c:pt>
                <c:pt idx="267">
                  <c:v>0.29153238183245472</c:v>
                </c:pt>
                <c:pt idx="268">
                  <c:v>0.1687840673052764</c:v>
                </c:pt>
                <c:pt idx="269">
                  <c:v>0.17796866651090931</c:v>
                </c:pt>
                <c:pt idx="270">
                  <c:v>0.46361474750194659</c:v>
                </c:pt>
                <c:pt idx="271">
                  <c:v>0.56020955321478783</c:v>
                </c:pt>
                <c:pt idx="272">
                  <c:v>0.36421041906932788</c:v>
                </c:pt>
                <c:pt idx="273">
                  <c:v>0.32972944842993618</c:v>
                </c:pt>
                <c:pt idx="274">
                  <c:v>0.32364258002797619</c:v>
                </c:pt>
                <c:pt idx="275">
                  <c:v>0.37763001567201709</c:v>
                </c:pt>
                <c:pt idx="276">
                  <c:v>0.21722153567843849</c:v>
                </c:pt>
                <c:pt idx="277">
                  <c:v>0.4931127984997376</c:v>
                </c:pt>
                <c:pt idx="278">
                  <c:v>0.49277239286702412</c:v>
                </c:pt>
                <c:pt idx="279">
                  <c:v>0.53333088924165539</c:v>
                </c:pt>
                <c:pt idx="280">
                  <c:v>0.30675061525366332</c:v>
                </c:pt>
                <c:pt idx="281">
                  <c:v>0.1095595146737616</c:v>
                </c:pt>
                <c:pt idx="282">
                  <c:v>-0.2096104559289278</c:v>
                </c:pt>
                <c:pt idx="283">
                  <c:v>-0.38324245956665193</c:v>
                </c:pt>
                <c:pt idx="284">
                  <c:v>-0.22978260250837329</c:v>
                </c:pt>
                <c:pt idx="285">
                  <c:v>-0.29795303294739678</c:v>
                </c:pt>
                <c:pt idx="286">
                  <c:v>-0.1214604472179843</c:v>
                </c:pt>
                <c:pt idx="287">
                  <c:v>-0.1586142015673988</c:v>
                </c:pt>
                <c:pt idx="288">
                  <c:v>-0.30536148905497518</c:v>
                </c:pt>
                <c:pt idx="289">
                  <c:v>-0.25800397214405962</c:v>
                </c:pt>
                <c:pt idx="290">
                  <c:v>-2.4597421303070691E-2</c:v>
                </c:pt>
                <c:pt idx="291">
                  <c:v>-0.34044430742303672</c:v>
                </c:pt>
                <c:pt idx="292">
                  <c:v>-0.29897134434183859</c:v>
                </c:pt>
                <c:pt idx="293">
                  <c:v>-0.32583230289851062</c:v>
                </c:pt>
                <c:pt idx="294">
                  <c:v>-0.25209256590967238</c:v>
                </c:pt>
                <c:pt idx="295">
                  <c:v>-0.60440309779495216</c:v>
                </c:pt>
                <c:pt idx="296">
                  <c:v>-0.65781981588789151</c:v>
                </c:pt>
                <c:pt idx="297">
                  <c:v>-0.66704051142589937</c:v>
                </c:pt>
                <c:pt idx="298">
                  <c:v>-0.38420539117073199</c:v>
                </c:pt>
                <c:pt idx="299">
                  <c:v>-0.43326335477260858</c:v>
                </c:pt>
                <c:pt idx="300">
                  <c:v>-0.35893356235712442</c:v>
                </c:pt>
                <c:pt idx="301">
                  <c:v>-0.50536790329374914</c:v>
                </c:pt>
                <c:pt idx="302">
                  <c:v>-0.56406671313338252</c:v>
                </c:pt>
                <c:pt idx="303">
                  <c:v>-0.56409270429615843</c:v>
                </c:pt>
                <c:pt idx="304">
                  <c:v>-0.62907663095911348</c:v>
                </c:pt>
                <c:pt idx="305">
                  <c:v>-0.65087011223988367</c:v>
                </c:pt>
                <c:pt idx="306">
                  <c:v>-0.4484250187063743</c:v>
                </c:pt>
                <c:pt idx="307">
                  <c:v>-0.5230671629876954</c:v>
                </c:pt>
                <c:pt idx="308">
                  <c:v>-0.36516316047920883</c:v>
                </c:pt>
                <c:pt idx="309">
                  <c:v>-0.53829791961661178</c:v>
                </c:pt>
                <c:pt idx="310">
                  <c:v>-0.39007048959499019</c:v>
                </c:pt>
                <c:pt idx="311">
                  <c:v>-0.55405431811894246</c:v>
                </c:pt>
                <c:pt idx="312">
                  <c:v>-0.85481590991343592</c:v>
                </c:pt>
                <c:pt idx="313">
                  <c:v>-0.4721686863601578</c:v>
                </c:pt>
                <c:pt idx="314">
                  <c:v>-0.42632988599378008</c:v>
                </c:pt>
                <c:pt idx="315">
                  <c:v>-0.42563595858687059</c:v>
                </c:pt>
                <c:pt idx="316">
                  <c:v>-0.5793594642330907</c:v>
                </c:pt>
                <c:pt idx="317">
                  <c:v>-0.72411380096773059</c:v>
                </c:pt>
                <c:pt idx="318">
                  <c:v>-0.71191270332487688</c:v>
                </c:pt>
                <c:pt idx="319">
                  <c:v>-0.74220569936304326</c:v>
                </c:pt>
                <c:pt idx="320">
                  <c:v>-0.77545162684049296</c:v>
                </c:pt>
                <c:pt idx="321">
                  <c:v>-0.7534400054996544</c:v>
                </c:pt>
                <c:pt idx="322">
                  <c:v>-0.82508014592589107</c:v>
                </c:pt>
                <c:pt idx="323">
                  <c:v>-0.69312118672753276</c:v>
                </c:pt>
                <c:pt idx="324">
                  <c:v>-0.89021403063064286</c:v>
                </c:pt>
                <c:pt idx="325">
                  <c:v>-0.5132327547110388</c:v>
                </c:pt>
                <c:pt idx="326">
                  <c:v>-0.42316163121284339</c:v>
                </c:pt>
                <c:pt idx="327">
                  <c:v>-0.21847028830264961</c:v>
                </c:pt>
                <c:pt idx="328">
                  <c:v>-0.49298752466335177</c:v>
                </c:pt>
                <c:pt idx="329">
                  <c:v>-0.91927851556233675</c:v>
                </c:pt>
                <c:pt idx="330">
                  <c:v>-0.86485387182051154</c:v>
                </c:pt>
                <c:pt idx="331">
                  <c:v>-0.93239081312620764</c:v>
                </c:pt>
                <c:pt idx="332">
                  <c:v>-0.82118893680663441</c:v>
                </c:pt>
                <c:pt idx="333">
                  <c:v>-0.82227177716026967</c:v>
                </c:pt>
                <c:pt idx="334">
                  <c:v>-0.58561450810661086</c:v>
                </c:pt>
                <c:pt idx="335">
                  <c:v>-0.8417455463982243</c:v>
                </c:pt>
                <c:pt idx="336">
                  <c:v>-0.89927440251487611</c:v>
                </c:pt>
                <c:pt idx="337">
                  <c:v>-0.65816676283797426</c:v>
                </c:pt>
                <c:pt idx="338">
                  <c:v>-0.44565372162908379</c:v>
                </c:pt>
                <c:pt idx="339">
                  <c:v>-0.85385795675420795</c:v>
                </c:pt>
                <c:pt idx="340">
                  <c:v>-1.0840858741859869</c:v>
                </c:pt>
                <c:pt idx="341">
                  <c:v>-1.3550062519785879</c:v>
                </c:pt>
                <c:pt idx="342">
                  <c:v>-1.207810561997025</c:v>
                </c:pt>
                <c:pt idx="343">
                  <c:v>-1.5740435921202971</c:v>
                </c:pt>
                <c:pt idx="344">
                  <c:v>-1.345633944721691</c:v>
                </c:pt>
                <c:pt idx="345">
                  <c:v>-1.093305621994616</c:v>
                </c:pt>
                <c:pt idx="346">
                  <c:v>-1.338186014076518</c:v>
                </c:pt>
                <c:pt idx="347">
                  <c:v>-1.334463139150933</c:v>
                </c:pt>
                <c:pt idx="348">
                  <c:v>-1.391856379993349</c:v>
                </c:pt>
                <c:pt idx="349">
                  <c:v>-1.513780093249766</c:v>
                </c:pt>
                <c:pt idx="350">
                  <c:v>-1.5924665340719899</c:v>
                </c:pt>
                <c:pt idx="351">
                  <c:v>-1.7246039629304371</c:v>
                </c:pt>
                <c:pt idx="352">
                  <c:v>-1.4774707642036771</c:v>
                </c:pt>
                <c:pt idx="353">
                  <c:v>-1.31339018396268</c:v>
                </c:pt>
                <c:pt idx="354">
                  <c:v>-1.497138446175996</c:v>
                </c:pt>
                <c:pt idx="355">
                  <c:v>-1.4445025785589509</c:v>
                </c:pt>
                <c:pt idx="356">
                  <c:v>-1.54491765019748</c:v>
                </c:pt>
                <c:pt idx="357">
                  <c:v>-1.485681394252695</c:v>
                </c:pt>
                <c:pt idx="358">
                  <c:v>-1.3564577990821269</c:v>
                </c:pt>
                <c:pt idx="359">
                  <c:v>-1.0397813788289141</c:v>
                </c:pt>
                <c:pt idx="360">
                  <c:v>-1.027026842007204</c:v>
                </c:pt>
                <c:pt idx="361">
                  <c:v>-0.78384794833673854</c:v>
                </c:pt>
                <c:pt idx="362">
                  <c:v>-0.724702805201343</c:v>
                </c:pt>
                <c:pt idx="363">
                  <c:v>-0.55809617317453508</c:v>
                </c:pt>
                <c:pt idx="364">
                  <c:v>-0.50598131383625999</c:v>
                </c:pt>
                <c:pt idx="365">
                  <c:v>-0.57710326891678687</c:v>
                </c:pt>
                <c:pt idx="366">
                  <c:v>-0.57950605887434536</c:v>
                </c:pt>
                <c:pt idx="367">
                  <c:v>-0.23775732362675411</c:v>
                </c:pt>
                <c:pt idx="368">
                  <c:v>-0.37347945125544141</c:v>
                </c:pt>
                <c:pt idx="369">
                  <c:v>-0.40941291160905152</c:v>
                </c:pt>
                <c:pt idx="370">
                  <c:v>1.9189995426234289E-2</c:v>
                </c:pt>
                <c:pt idx="371">
                  <c:v>-5.9790306729682413E-2</c:v>
                </c:pt>
                <c:pt idx="372">
                  <c:v>-6.9247171132895469E-2</c:v>
                </c:pt>
                <c:pt idx="373">
                  <c:v>-0.25057451845703432</c:v>
                </c:pt>
                <c:pt idx="374">
                  <c:v>-0.27750120163397463</c:v>
                </c:pt>
                <c:pt idx="375">
                  <c:v>-9.0214425141858443E-2</c:v>
                </c:pt>
                <c:pt idx="376">
                  <c:v>-0.32854073336208928</c:v>
                </c:pt>
                <c:pt idx="377">
                  <c:v>-0.12814073429229311</c:v>
                </c:pt>
                <c:pt idx="378">
                  <c:v>0.1819426155277119</c:v>
                </c:pt>
                <c:pt idx="379">
                  <c:v>-9.0770910922334705E-2</c:v>
                </c:pt>
                <c:pt idx="380">
                  <c:v>-5.000358250879039E-2</c:v>
                </c:pt>
                <c:pt idx="381">
                  <c:v>0.45935980522221409</c:v>
                </c:pt>
                <c:pt idx="382">
                  <c:v>0.67868584531803233</c:v>
                </c:pt>
                <c:pt idx="383">
                  <c:v>0.55632707199719122</c:v>
                </c:pt>
                <c:pt idx="384">
                  <c:v>0.30894434240518848</c:v>
                </c:pt>
                <c:pt idx="385">
                  <c:v>0.22450661850861151</c:v>
                </c:pt>
                <c:pt idx="386">
                  <c:v>0.2458967958075346</c:v>
                </c:pt>
                <c:pt idx="387">
                  <c:v>-1.25992710659968E-2</c:v>
                </c:pt>
                <c:pt idx="388">
                  <c:v>0.13462427095916599</c:v>
                </c:pt>
                <c:pt idx="389">
                  <c:v>-0.1517297593733114</c:v>
                </c:pt>
                <c:pt idx="390">
                  <c:v>-0.31151105472914581</c:v>
                </c:pt>
                <c:pt idx="391">
                  <c:v>-0.59765825398247574</c:v>
                </c:pt>
                <c:pt idx="392">
                  <c:v>-0.54106369467698523</c:v>
                </c:pt>
                <c:pt idx="393">
                  <c:v>-0.38812098633185432</c:v>
                </c:pt>
                <c:pt idx="394">
                  <c:v>-5.6423415507934907E-2</c:v>
                </c:pt>
                <c:pt idx="395">
                  <c:v>-0.1208149026374383</c:v>
                </c:pt>
                <c:pt idx="396">
                  <c:v>-0.26683131139458138</c:v>
                </c:pt>
                <c:pt idx="397">
                  <c:v>-0.1952021023207019</c:v>
                </c:pt>
                <c:pt idx="398">
                  <c:v>-1.319355425143498E-2</c:v>
                </c:pt>
                <c:pt idx="399">
                  <c:v>0.28698560132703382</c:v>
                </c:pt>
                <c:pt idx="400">
                  <c:v>0.36170164888656342</c:v>
                </c:pt>
                <c:pt idx="401">
                  <c:v>0.34748699090027202</c:v>
                </c:pt>
                <c:pt idx="402">
                  <c:v>0.59538641141511817</c:v>
                </c:pt>
                <c:pt idx="403">
                  <c:v>0.48749950640465117</c:v>
                </c:pt>
                <c:pt idx="404">
                  <c:v>0.49466276301968121</c:v>
                </c:pt>
                <c:pt idx="405">
                  <c:v>0.39894152839012048</c:v>
                </c:pt>
                <c:pt idx="406">
                  <c:v>0.59581705981220201</c:v>
                </c:pt>
                <c:pt idx="407">
                  <c:v>0.67769825318781163</c:v>
                </c:pt>
                <c:pt idx="408">
                  <c:v>0.79012444869638798</c:v>
                </c:pt>
                <c:pt idx="409">
                  <c:v>0.61236434866488931</c:v>
                </c:pt>
                <c:pt idx="410">
                  <c:v>0.20788468186861531</c:v>
                </c:pt>
                <c:pt idx="411">
                  <c:v>0.37141318848200661</c:v>
                </c:pt>
                <c:pt idx="412">
                  <c:v>0.39859765892487031</c:v>
                </c:pt>
                <c:pt idx="413">
                  <c:v>0.56458985342212775</c:v>
                </c:pt>
                <c:pt idx="414">
                  <c:v>0.1224677742394705</c:v>
                </c:pt>
                <c:pt idx="415">
                  <c:v>-0.1226313891446566</c:v>
                </c:pt>
                <c:pt idx="416">
                  <c:v>-0.37479786271917181</c:v>
                </c:pt>
                <c:pt idx="417">
                  <c:v>1.888069578665074E-2</c:v>
                </c:pt>
                <c:pt idx="418">
                  <c:v>-0.1742239397258559</c:v>
                </c:pt>
                <c:pt idx="419">
                  <c:v>6.0984108003449153E-2</c:v>
                </c:pt>
                <c:pt idx="420">
                  <c:v>0.2045871519913369</c:v>
                </c:pt>
                <c:pt idx="421">
                  <c:v>0.27236663338510197</c:v>
                </c:pt>
                <c:pt idx="422">
                  <c:v>0.23503013534242631</c:v>
                </c:pt>
                <c:pt idx="423">
                  <c:v>0.49697536439619128</c:v>
                </c:pt>
                <c:pt idx="424">
                  <c:v>0.62896979075011006</c:v>
                </c:pt>
                <c:pt idx="425">
                  <c:v>0.89776741900679347</c:v>
                </c:pt>
                <c:pt idx="426">
                  <c:v>1.154758348248929</c:v>
                </c:pt>
                <c:pt idx="427">
                  <c:v>1.1210434988511671</c:v>
                </c:pt>
                <c:pt idx="428">
                  <c:v>1.112431222306959</c:v>
                </c:pt>
                <c:pt idx="429">
                  <c:v>0.98213517281350327</c:v>
                </c:pt>
                <c:pt idx="430">
                  <c:v>0.96094488600358152</c:v>
                </c:pt>
                <c:pt idx="431">
                  <c:v>0.93580598979624263</c:v>
                </c:pt>
                <c:pt idx="432">
                  <c:v>0.71900591538589731</c:v>
                </c:pt>
                <c:pt idx="433">
                  <c:v>0.63501184364225272</c:v>
                </c:pt>
                <c:pt idx="434">
                  <c:v>0.50904507791490083</c:v>
                </c:pt>
                <c:pt idx="435">
                  <c:v>0.87092150764611009</c:v>
                </c:pt>
                <c:pt idx="436">
                  <c:v>0.89175257349307036</c:v>
                </c:pt>
                <c:pt idx="437">
                  <c:v>0.90090687240999623</c:v>
                </c:pt>
                <c:pt idx="438">
                  <c:v>1.2366592512818591</c:v>
                </c:pt>
                <c:pt idx="439">
                  <c:v>1.20928519535763</c:v>
                </c:pt>
                <c:pt idx="440">
                  <c:v>1.39764619036909</c:v>
                </c:pt>
                <c:pt idx="441">
                  <c:v>1.506991491992036</c:v>
                </c:pt>
                <c:pt idx="442">
                  <c:v>1.481251973586815</c:v>
                </c:pt>
                <c:pt idx="443">
                  <c:v>1.5187807238382549</c:v>
                </c:pt>
                <c:pt idx="444">
                  <c:v>1.3226776223456169</c:v>
                </c:pt>
                <c:pt idx="445">
                  <c:v>1.4100252834923741</c:v>
                </c:pt>
                <c:pt idx="446">
                  <c:v>1.419419691717162</c:v>
                </c:pt>
                <c:pt idx="447">
                  <c:v>1.504367107130747</c:v>
                </c:pt>
                <c:pt idx="448">
                  <c:v>1.6725222446685699</c:v>
                </c:pt>
                <c:pt idx="449">
                  <c:v>1.6687835823461989</c:v>
                </c:pt>
                <c:pt idx="450">
                  <c:v>1.6113406379365041</c:v>
                </c:pt>
                <c:pt idx="451">
                  <c:v>1.4208614246490261</c:v>
                </c:pt>
                <c:pt idx="452">
                  <c:v>1.3792893998314131</c:v>
                </c:pt>
                <c:pt idx="453">
                  <c:v>1.521649681178318</c:v>
                </c:pt>
                <c:pt idx="454">
                  <c:v>1.4119535452282139</c:v>
                </c:pt>
                <c:pt idx="455">
                  <c:v>1.254615613606106</c:v>
                </c:pt>
                <c:pt idx="456">
                  <c:v>1.135810231590322</c:v>
                </c:pt>
                <c:pt idx="457">
                  <c:v>1.0572077416903269</c:v>
                </c:pt>
                <c:pt idx="458">
                  <c:v>1.074986817511498</c:v>
                </c:pt>
                <c:pt idx="459">
                  <c:v>1.070864709713498</c:v>
                </c:pt>
                <c:pt idx="460">
                  <c:v>1.0718794149625059</c:v>
                </c:pt>
                <c:pt idx="461">
                  <c:v>0.89612574894330632</c:v>
                </c:pt>
                <c:pt idx="462">
                  <c:v>1.091261457957142</c:v>
                </c:pt>
                <c:pt idx="463">
                  <c:v>1.0552033572001089</c:v>
                </c:pt>
                <c:pt idx="464">
                  <c:v>0.95920041971774184</c:v>
                </c:pt>
                <c:pt idx="465">
                  <c:v>0.62232338632879125</c:v>
                </c:pt>
                <c:pt idx="466">
                  <c:v>0.45689064725663647</c:v>
                </c:pt>
                <c:pt idx="467">
                  <c:v>0.6135655080578617</c:v>
                </c:pt>
                <c:pt idx="468">
                  <c:v>0.39717179403065689</c:v>
                </c:pt>
                <c:pt idx="469">
                  <c:v>0.49558629179049862</c:v>
                </c:pt>
                <c:pt idx="470">
                  <c:v>0.42825140412883272</c:v>
                </c:pt>
                <c:pt idx="471">
                  <c:v>0.65751670504813886</c:v>
                </c:pt>
                <c:pt idx="472">
                  <c:v>0.70341000730167191</c:v>
                </c:pt>
                <c:pt idx="473">
                  <c:v>0.59262433632284861</c:v>
                </c:pt>
                <c:pt idx="474">
                  <c:v>0.80790000444235366</c:v>
                </c:pt>
                <c:pt idx="475">
                  <c:v>0.85407220729114663</c:v>
                </c:pt>
                <c:pt idx="476">
                  <c:v>0.6811035609949998</c:v>
                </c:pt>
                <c:pt idx="477">
                  <c:v>0.59058859462159063</c:v>
                </c:pt>
                <c:pt idx="478">
                  <c:v>0.35138327608294079</c:v>
                </c:pt>
                <c:pt idx="479">
                  <c:v>0.2165139728479471</c:v>
                </c:pt>
                <c:pt idx="480">
                  <c:v>1.7480879633352639E-2</c:v>
                </c:pt>
                <c:pt idx="481">
                  <c:v>-5.2181104297089047E-2</c:v>
                </c:pt>
                <c:pt idx="482">
                  <c:v>1.9498264781604109E-2</c:v>
                </c:pt>
                <c:pt idx="483">
                  <c:v>-1.413005484652571E-2</c:v>
                </c:pt>
                <c:pt idx="484">
                  <c:v>-1.001230228759886E-2</c:v>
                </c:pt>
                <c:pt idx="485">
                  <c:v>-0.33885942488450582</c:v>
                </c:pt>
                <c:pt idx="486">
                  <c:v>-0.30141093416363091</c:v>
                </c:pt>
                <c:pt idx="487">
                  <c:v>-0.27547219393007311</c:v>
                </c:pt>
                <c:pt idx="488">
                  <c:v>-6.8233792081734398E-2</c:v>
                </c:pt>
                <c:pt idx="489">
                  <c:v>-0.22524407571089539</c:v>
                </c:pt>
                <c:pt idx="490">
                  <c:v>-0.16609574014523781</c:v>
                </c:pt>
                <c:pt idx="491">
                  <c:v>-0.36003895113571732</c:v>
                </c:pt>
                <c:pt idx="492">
                  <c:v>-0.25978293075672299</c:v>
                </c:pt>
                <c:pt idx="493">
                  <c:v>-0.10956965830554539</c:v>
                </c:pt>
                <c:pt idx="494">
                  <c:v>-0.37505808996955181</c:v>
                </c:pt>
                <c:pt idx="495">
                  <c:v>-0.33980433421180728</c:v>
                </c:pt>
                <c:pt idx="496">
                  <c:v>-0.30799295401525278</c:v>
                </c:pt>
                <c:pt idx="497">
                  <c:v>-0.33015711239054157</c:v>
                </c:pt>
                <c:pt idx="498">
                  <c:v>-0.1996375019067875</c:v>
                </c:pt>
                <c:pt idx="499">
                  <c:v>-6.6972376567884032E-2</c:v>
                </c:pt>
                <c:pt idx="500">
                  <c:v>-0.18807193578955311</c:v>
                </c:pt>
                <c:pt idx="501">
                  <c:v>-0.30271213499757049</c:v>
                </c:pt>
                <c:pt idx="502">
                  <c:v>-0.12347249044631391</c:v>
                </c:pt>
                <c:pt idx="503">
                  <c:v>-0.29773789802746192</c:v>
                </c:pt>
                <c:pt idx="504">
                  <c:v>-0.35603908327730049</c:v>
                </c:pt>
                <c:pt idx="505">
                  <c:v>-0.43440290785870511</c:v>
                </c:pt>
                <c:pt idx="506">
                  <c:v>-0.26216443216801649</c:v>
                </c:pt>
                <c:pt idx="507">
                  <c:v>-0.46107166275910239</c:v>
                </c:pt>
                <c:pt idx="508">
                  <c:v>-0.42108647682763811</c:v>
                </c:pt>
                <c:pt idx="509">
                  <c:v>-0.47156661077964762</c:v>
                </c:pt>
                <c:pt idx="510">
                  <c:v>-0.1220423242726786</c:v>
                </c:pt>
                <c:pt idx="511">
                  <c:v>-7.7616716710172937E-2</c:v>
                </c:pt>
                <c:pt idx="512">
                  <c:v>-2.8415397747108731E-2</c:v>
                </c:pt>
                <c:pt idx="513">
                  <c:v>0.19750683026646079</c:v>
                </c:pt>
                <c:pt idx="514">
                  <c:v>0.46722756470809462</c:v>
                </c:pt>
                <c:pt idx="515">
                  <c:v>0.58862233799423458</c:v>
                </c:pt>
                <c:pt idx="516">
                  <c:v>0.56981302537809209</c:v>
                </c:pt>
                <c:pt idx="517">
                  <c:v>0.34259615349458078</c:v>
                </c:pt>
                <c:pt idx="518">
                  <c:v>0.28813217568714022</c:v>
                </c:pt>
                <c:pt idx="519">
                  <c:v>0.46897338363603991</c:v>
                </c:pt>
                <c:pt idx="520">
                  <c:v>0.58564100457362478</c:v>
                </c:pt>
                <c:pt idx="521">
                  <c:v>0.44670981807996329</c:v>
                </c:pt>
                <c:pt idx="522">
                  <c:v>0.3760613608339925</c:v>
                </c:pt>
                <c:pt idx="523">
                  <c:v>0.43934371347110962</c:v>
                </c:pt>
                <c:pt idx="524">
                  <c:v>0.5613574131977338</c:v>
                </c:pt>
                <c:pt idx="525">
                  <c:v>0.50207264985017164</c:v>
                </c:pt>
                <c:pt idx="526">
                  <c:v>0.6971833387093751</c:v>
                </c:pt>
                <c:pt idx="527">
                  <c:v>0.84747441583643057</c:v>
                </c:pt>
                <c:pt idx="528">
                  <c:v>1.026151084864352</c:v>
                </c:pt>
                <c:pt idx="529">
                  <c:v>0.93263367187159185</c:v>
                </c:pt>
                <c:pt idx="530">
                  <c:v>0.90444125688257093</c:v>
                </c:pt>
                <c:pt idx="531">
                  <c:v>0.70968539482674431</c:v>
                </c:pt>
                <c:pt idx="532">
                  <c:v>0.85818227077963127</c:v>
                </c:pt>
                <c:pt idx="533">
                  <c:v>0.71132750892324237</c:v>
                </c:pt>
                <c:pt idx="534">
                  <c:v>0.49342107237980742</c:v>
                </c:pt>
                <c:pt idx="535">
                  <c:v>0.6091333095795759</c:v>
                </c:pt>
                <c:pt idx="536">
                  <c:v>0.62871079666760499</c:v>
                </c:pt>
                <c:pt idx="537">
                  <c:v>0.55113094973733223</c:v>
                </c:pt>
                <c:pt idx="538">
                  <c:v>0.43200109887407062</c:v>
                </c:pt>
                <c:pt idx="539">
                  <c:v>0.1892003107983263</c:v>
                </c:pt>
                <c:pt idx="540">
                  <c:v>0.16177817325699029</c:v>
                </c:pt>
                <c:pt idx="541">
                  <c:v>1.4393402764429219E-2</c:v>
                </c:pt>
                <c:pt idx="542">
                  <c:v>-0.27010887404163908</c:v>
                </c:pt>
                <c:pt idx="543">
                  <c:v>-0.16438909594689161</c:v>
                </c:pt>
                <c:pt idx="544">
                  <c:v>-0.2413401618318213</c:v>
                </c:pt>
                <c:pt idx="545">
                  <c:v>-0.53818428695497034</c:v>
                </c:pt>
                <c:pt idx="546">
                  <c:v>-0.42609104300625289</c:v>
                </c:pt>
                <c:pt idx="547">
                  <c:v>-0.41322477831708038</c:v>
                </c:pt>
                <c:pt idx="548">
                  <c:v>-0.26434175929476389</c:v>
                </c:pt>
                <c:pt idx="549">
                  <c:v>-0.30468513624987209</c:v>
                </c:pt>
                <c:pt idx="550">
                  <c:v>-0.19312393226877889</c:v>
                </c:pt>
                <c:pt idx="551">
                  <c:v>-7.1796488672985562E-2</c:v>
                </c:pt>
                <c:pt idx="552">
                  <c:v>-0.13788857198097429</c:v>
                </c:pt>
                <c:pt idx="553">
                  <c:v>-9.3633070692043685E-2</c:v>
                </c:pt>
                <c:pt idx="554">
                  <c:v>9.8888956512446488E-2</c:v>
                </c:pt>
                <c:pt idx="555">
                  <c:v>0.15276770824524399</c:v>
                </c:pt>
                <c:pt idx="556">
                  <c:v>0.31269495816635529</c:v>
                </c:pt>
                <c:pt idx="557">
                  <c:v>0.28604695709010608</c:v>
                </c:pt>
                <c:pt idx="558">
                  <c:v>0.30618668228052759</c:v>
                </c:pt>
                <c:pt idx="559">
                  <c:v>0.29028236123599022</c:v>
                </c:pt>
                <c:pt idx="560">
                  <c:v>0.42938181771128431</c:v>
                </c:pt>
                <c:pt idx="561">
                  <c:v>0.3524913566248542</c:v>
                </c:pt>
                <c:pt idx="562">
                  <c:v>0.3201379575343305</c:v>
                </c:pt>
                <c:pt idx="563">
                  <c:v>0.48192858672388611</c:v>
                </c:pt>
                <c:pt idx="564">
                  <c:v>0.31179912813606109</c:v>
                </c:pt>
                <c:pt idx="565">
                  <c:v>0.37978741950371459</c:v>
                </c:pt>
                <c:pt idx="566">
                  <c:v>0.54842935767205847</c:v>
                </c:pt>
                <c:pt idx="567">
                  <c:v>0.74978576823084708</c:v>
                </c:pt>
                <c:pt idx="568">
                  <c:v>0.71437905999179652</c:v>
                </c:pt>
                <c:pt idx="569">
                  <c:v>0.6628228703018344</c:v>
                </c:pt>
                <c:pt idx="570">
                  <c:v>0.69694553665944792</c:v>
                </c:pt>
                <c:pt idx="571">
                  <c:v>0.65496719555784577</c:v>
                </c:pt>
                <c:pt idx="572">
                  <c:v>0.64045023454759653</c:v>
                </c:pt>
                <c:pt idx="573">
                  <c:v>0.55170966401512123</c:v>
                </c:pt>
                <c:pt idx="574">
                  <c:v>0.44588219122777129</c:v>
                </c:pt>
                <c:pt idx="575">
                  <c:v>0.49323233797489119</c:v>
                </c:pt>
                <c:pt idx="576">
                  <c:v>0.56827764871611874</c:v>
                </c:pt>
                <c:pt idx="577">
                  <c:v>0.77874932872520908</c:v>
                </c:pt>
                <c:pt idx="578">
                  <c:v>0.75638325198533052</c:v>
                </c:pt>
                <c:pt idx="579">
                  <c:v>0.77995251963316881</c:v>
                </c:pt>
                <c:pt idx="580">
                  <c:v>0.70348388809252738</c:v>
                </c:pt>
                <c:pt idx="581">
                  <c:v>0.90831375228079347</c:v>
                </c:pt>
                <c:pt idx="582">
                  <c:v>0.94773426001237449</c:v>
                </c:pt>
                <c:pt idx="583">
                  <c:v>1.091822938503864</c:v>
                </c:pt>
                <c:pt idx="584">
                  <c:v>0.52416020096299554</c:v>
                </c:pt>
                <c:pt idx="585">
                  <c:v>0.54662460557071202</c:v>
                </c:pt>
                <c:pt idx="586">
                  <c:v>0.34739675790891927</c:v>
                </c:pt>
                <c:pt idx="587">
                  <c:v>0.36223480389348101</c:v>
                </c:pt>
                <c:pt idx="588">
                  <c:v>0.25173730068363132</c:v>
                </c:pt>
                <c:pt idx="589">
                  <c:v>0.37394873195670858</c:v>
                </c:pt>
                <c:pt idx="590">
                  <c:v>0.40282833642760679</c:v>
                </c:pt>
                <c:pt idx="591">
                  <c:v>0.20930430387272189</c:v>
                </c:pt>
                <c:pt idx="592">
                  <c:v>1.7968791931436089E-2</c:v>
                </c:pt>
                <c:pt idx="593">
                  <c:v>9.5663295792463285E-2</c:v>
                </c:pt>
                <c:pt idx="594">
                  <c:v>9.9448006913460021E-2</c:v>
                </c:pt>
                <c:pt idx="595">
                  <c:v>-1.3360569460911241E-2</c:v>
                </c:pt>
                <c:pt idx="596">
                  <c:v>0.2290828441822334</c:v>
                </c:pt>
                <c:pt idx="597">
                  <c:v>0.27504374933111458</c:v>
                </c:pt>
                <c:pt idx="598">
                  <c:v>0.14197159892250261</c:v>
                </c:pt>
                <c:pt idx="599">
                  <c:v>0.19823927437150521</c:v>
                </c:pt>
                <c:pt idx="600">
                  <c:v>-8.7577362431846564E-2</c:v>
                </c:pt>
                <c:pt idx="601">
                  <c:v>-9.2479539876797592E-2</c:v>
                </c:pt>
                <c:pt idx="602">
                  <c:v>0.14259162608130441</c:v>
                </c:pt>
                <c:pt idx="603">
                  <c:v>6.4136333558018788E-2</c:v>
                </c:pt>
                <c:pt idx="604">
                  <c:v>0.12636083655280911</c:v>
                </c:pt>
                <c:pt idx="605">
                  <c:v>0.15922327076231119</c:v>
                </c:pt>
                <c:pt idx="606">
                  <c:v>0.22124624667713899</c:v>
                </c:pt>
                <c:pt idx="607">
                  <c:v>0.14277402164694719</c:v>
                </c:pt>
                <c:pt idx="608">
                  <c:v>0.3385815757310609</c:v>
                </c:pt>
                <c:pt idx="609">
                  <c:v>0.3032479724048463</c:v>
                </c:pt>
                <c:pt idx="610">
                  <c:v>0.20331767835806791</c:v>
                </c:pt>
                <c:pt idx="611">
                  <c:v>0.13769644583952151</c:v>
                </c:pt>
                <c:pt idx="612">
                  <c:v>0.30248483500753032</c:v>
                </c:pt>
                <c:pt idx="613">
                  <c:v>0.68549712731487322</c:v>
                </c:pt>
                <c:pt idx="614">
                  <c:v>1.085700132447899</c:v>
                </c:pt>
                <c:pt idx="615">
                  <c:v>1.334427986150569</c:v>
                </c:pt>
                <c:pt idx="616">
                  <c:v>1.4513205170775809</c:v>
                </c:pt>
                <c:pt idx="617">
                  <c:v>1.645793746737285</c:v>
                </c:pt>
                <c:pt idx="618">
                  <c:v>1.80373222725783</c:v>
                </c:pt>
                <c:pt idx="619">
                  <c:v>1.5945590669866829</c:v>
                </c:pt>
                <c:pt idx="620">
                  <c:v>1.5214566092087229</c:v>
                </c:pt>
                <c:pt idx="621">
                  <c:v>1.511566883351894</c:v>
                </c:pt>
                <c:pt idx="622">
                  <c:v>1.6598903392439599</c:v>
                </c:pt>
                <c:pt idx="623">
                  <c:v>1.328680380001958</c:v>
                </c:pt>
                <c:pt idx="624">
                  <c:v>1.280947259491656</c:v>
                </c:pt>
                <c:pt idx="625">
                  <c:v>1.271447458587929</c:v>
                </c:pt>
                <c:pt idx="626">
                  <c:v>1.4187837946611179</c:v>
                </c:pt>
                <c:pt idx="627">
                  <c:v>1.4072733101748149</c:v>
                </c:pt>
                <c:pt idx="628">
                  <c:v>1.612803696799511</c:v>
                </c:pt>
                <c:pt idx="629">
                  <c:v>1.371447319961133</c:v>
                </c:pt>
                <c:pt idx="630">
                  <c:v>1.2698737841837759</c:v>
                </c:pt>
                <c:pt idx="631">
                  <c:v>1.270858914915006</c:v>
                </c:pt>
                <c:pt idx="632">
                  <c:v>1.4622856933035611</c:v>
                </c:pt>
                <c:pt idx="633">
                  <c:v>1.56086309928008</c:v>
                </c:pt>
                <c:pt idx="634">
                  <c:v>1.415957564959794</c:v>
                </c:pt>
                <c:pt idx="635">
                  <c:v>1.603641476882832</c:v>
                </c:pt>
                <c:pt idx="636">
                  <c:v>1.397234410951985</c:v>
                </c:pt>
                <c:pt idx="637">
                  <c:v>1.3219484024116741</c:v>
                </c:pt>
                <c:pt idx="638">
                  <c:v>1.0284504107176831</c:v>
                </c:pt>
                <c:pt idx="639">
                  <c:v>0.84135730483667504</c:v>
                </c:pt>
                <c:pt idx="640">
                  <c:v>0.45505660369021289</c:v>
                </c:pt>
                <c:pt idx="641">
                  <c:v>0.58021014708298746</c:v>
                </c:pt>
                <c:pt idx="642">
                  <c:v>0.31236206950845508</c:v>
                </c:pt>
                <c:pt idx="643">
                  <c:v>9.1166741829300846E-2</c:v>
                </c:pt>
                <c:pt idx="644">
                  <c:v>0.16397859836801121</c:v>
                </c:pt>
                <c:pt idx="645">
                  <c:v>0.31713043340858438</c:v>
                </c:pt>
                <c:pt idx="646">
                  <c:v>0.19772704557567081</c:v>
                </c:pt>
                <c:pt idx="647">
                  <c:v>-0.15044342596510879</c:v>
                </c:pt>
                <c:pt idx="648">
                  <c:v>-0.34583730835539489</c:v>
                </c:pt>
                <c:pt idx="649">
                  <c:v>-0.18474702092215459</c:v>
                </c:pt>
                <c:pt idx="650">
                  <c:v>-0.1752603950128</c:v>
                </c:pt>
                <c:pt idx="651">
                  <c:v>-0.38297780187244118</c:v>
                </c:pt>
                <c:pt idx="652">
                  <c:v>-0.29879994425989448</c:v>
                </c:pt>
                <c:pt idx="653">
                  <c:v>-0.63603552266414431</c:v>
                </c:pt>
                <c:pt idx="654">
                  <c:v>-0.1767051857035746</c:v>
                </c:pt>
                <c:pt idx="655">
                  <c:v>-0.22189294009720101</c:v>
                </c:pt>
                <c:pt idx="656">
                  <c:v>0.11661696265539601</c:v>
                </c:pt>
                <c:pt idx="657">
                  <c:v>-0.2011081226493856</c:v>
                </c:pt>
                <c:pt idx="658">
                  <c:v>-0.509545967337516</c:v>
                </c:pt>
                <c:pt idx="659">
                  <c:v>-0.47682912219194179</c:v>
                </c:pt>
                <c:pt idx="660">
                  <c:v>-4.6918708896156978E-2</c:v>
                </c:pt>
                <c:pt idx="661">
                  <c:v>7.0011815388314635E-2</c:v>
                </c:pt>
                <c:pt idx="662">
                  <c:v>-1.420999837885332E-2</c:v>
                </c:pt>
                <c:pt idx="663">
                  <c:v>-0.1014266332836164</c:v>
                </c:pt>
                <c:pt idx="664">
                  <c:v>-0.23783633590658959</c:v>
                </c:pt>
                <c:pt idx="665">
                  <c:v>4.5533404122150963E-2</c:v>
                </c:pt>
                <c:pt idx="666">
                  <c:v>0.42631291068392829</c:v>
                </c:pt>
                <c:pt idx="667">
                  <c:v>0.51793452005770135</c:v>
                </c:pt>
                <c:pt idx="668">
                  <c:v>0.54040685014493095</c:v>
                </c:pt>
                <c:pt idx="669">
                  <c:v>0.60057830212934138</c:v>
                </c:pt>
                <c:pt idx="670">
                  <c:v>0.56694343132346825</c:v>
                </c:pt>
                <c:pt idx="671">
                  <c:v>0.28412889945243242</c:v>
                </c:pt>
                <c:pt idx="672">
                  <c:v>0.32479252982956258</c:v>
                </c:pt>
                <c:pt idx="673">
                  <c:v>0.36087396700802687</c:v>
                </c:pt>
                <c:pt idx="674">
                  <c:v>8.5717399521850451E-2</c:v>
                </c:pt>
                <c:pt idx="675">
                  <c:v>-0.23926444426133481</c:v>
                </c:pt>
                <c:pt idx="676">
                  <c:v>-0.3092712174428851</c:v>
                </c:pt>
                <c:pt idx="677">
                  <c:v>-0.63710163338170001</c:v>
                </c:pt>
                <c:pt idx="678">
                  <c:v>-0.71051572481605985</c:v>
                </c:pt>
                <c:pt idx="679">
                  <c:v>-0.93920917656881697</c:v>
                </c:pt>
                <c:pt idx="680">
                  <c:v>-0.61182056003416796</c:v>
                </c:pt>
                <c:pt idx="681">
                  <c:v>-0.65208470032765398</c:v>
                </c:pt>
                <c:pt idx="682">
                  <c:v>-0.5323382040009953</c:v>
                </c:pt>
                <c:pt idx="683">
                  <c:v>-0.32270059431948539</c:v>
                </c:pt>
                <c:pt idx="684">
                  <c:v>-0.58888700103157809</c:v>
                </c:pt>
                <c:pt idx="685">
                  <c:v>-0.67870827184528271</c:v>
                </c:pt>
                <c:pt idx="686">
                  <c:v>-0.92199450138383277</c:v>
                </c:pt>
                <c:pt idx="687">
                  <c:v>-1.1019163008848381</c:v>
                </c:pt>
                <c:pt idx="688">
                  <c:v>-1.5117134751308621</c:v>
                </c:pt>
                <c:pt idx="689">
                  <c:v>-1.3459554768490849</c:v>
                </c:pt>
                <c:pt idx="690">
                  <c:v>-1.727980066853438</c:v>
                </c:pt>
                <c:pt idx="691">
                  <c:v>-1.857064949681376</c:v>
                </c:pt>
                <c:pt idx="692">
                  <c:v>-2.185453163734246</c:v>
                </c:pt>
                <c:pt idx="693">
                  <c:v>-1.6166919022824291</c:v>
                </c:pt>
                <c:pt idx="694">
                  <c:v>-1.5455307012093109</c:v>
                </c:pt>
                <c:pt idx="695">
                  <c:v>-1.7343776841282501</c:v>
                </c:pt>
                <c:pt idx="696">
                  <c:v>-1.4991463828518219</c:v>
                </c:pt>
                <c:pt idx="697">
                  <c:v>-1.6558436502845151</c:v>
                </c:pt>
                <c:pt idx="698">
                  <c:v>-1.6489359547316429</c:v>
                </c:pt>
                <c:pt idx="699">
                  <c:v>-1.6983256342109849</c:v>
                </c:pt>
                <c:pt idx="700">
                  <c:v>-1.8416638170641919</c:v>
                </c:pt>
                <c:pt idx="701">
                  <c:v>-2.007513168371978</c:v>
                </c:pt>
                <c:pt idx="702">
                  <c:v>-1.662672888344586</c:v>
                </c:pt>
                <c:pt idx="703">
                  <c:v>-2.0259181804622282</c:v>
                </c:pt>
                <c:pt idx="704">
                  <c:v>-2.1081435818921439</c:v>
                </c:pt>
                <c:pt idx="705">
                  <c:v>-2.1168605251967052</c:v>
                </c:pt>
                <c:pt idx="706">
                  <c:v>-1.8419558808367009</c:v>
                </c:pt>
                <c:pt idx="707">
                  <c:v>-1.9780987988986161</c:v>
                </c:pt>
                <c:pt idx="708">
                  <c:v>-1.61466162089524</c:v>
                </c:pt>
                <c:pt idx="709">
                  <c:v>-1.5957424037430139</c:v>
                </c:pt>
                <c:pt idx="710">
                  <c:v>-1.580582697678067</c:v>
                </c:pt>
                <c:pt idx="711">
                  <c:v>-1.6597259977307171</c:v>
                </c:pt>
                <c:pt idx="712">
                  <c:v>-1.733010615710092</c:v>
                </c:pt>
                <c:pt idx="713">
                  <c:v>-1.6333968285310381</c:v>
                </c:pt>
                <c:pt idx="714">
                  <c:v>-1.533568446636667</c:v>
                </c:pt>
                <c:pt idx="715">
                  <c:v>-1.3488208189518709</c:v>
                </c:pt>
                <c:pt idx="716">
                  <c:v>-1.2819534148283329</c:v>
                </c:pt>
                <c:pt idx="717">
                  <c:v>-1.266378965589658</c:v>
                </c:pt>
                <c:pt idx="718">
                  <c:v>-1.139726813448267</c:v>
                </c:pt>
                <c:pt idx="719">
                  <c:v>-0.92888308184589397</c:v>
                </c:pt>
                <c:pt idx="720">
                  <c:v>-0.94369646060984369</c:v>
                </c:pt>
                <c:pt idx="721">
                  <c:v>-1.107701212608678</c:v>
                </c:pt>
                <c:pt idx="722">
                  <c:v>-1.164615539070071</c:v>
                </c:pt>
                <c:pt idx="723">
                  <c:v>-0.97480475502316577</c:v>
                </c:pt>
                <c:pt idx="724">
                  <c:v>-0.73723840493548598</c:v>
                </c:pt>
                <c:pt idx="725">
                  <c:v>-0.94672083392524164</c:v>
                </c:pt>
                <c:pt idx="726">
                  <c:v>-1.055084038156721</c:v>
                </c:pt>
                <c:pt idx="727">
                  <c:v>-1.2351350699667829</c:v>
                </c:pt>
                <c:pt idx="728">
                  <c:v>-0.93437362269032187</c:v>
                </c:pt>
                <c:pt idx="729">
                  <c:v>-0.5277272004042548</c:v>
                </c:pt>
                <c:pt idx="730">
                  <c:v>-0.74026610685089478</c:v>
                </c:pt>
                <c:pt idx="731">
                  <c:v>-0.66061541983670702</c:v>
                </c:pt>
                <c:pt idx="732">
                  <c:v>-0.7797553286738923</c:v>
                </c:pt>
                <c:pt idx="733">
                  <c:v>-0.93086240337401427</c:v>
                </c:pt>
                <c:pt idx="734">
                  <c:v>-1.002802536427027</c:v>
                </c:pt>
                <c:pt idx="735">
                  <c:v>-1.1241217068059499</c:v>
                </c:pt>
                <c:pt idx="736">
                  <c:v>-1.125084640001776</c:v>
                </c:pt>
                <c:pt idx="737">
                  <c:v>-0.81937938313712044</c:v>
                </c:pt>
                <c:pt idx="738">
                  <c:v>-0.97383871192109883</c:v>
                </c:pt>
                <c:pt idx="739">
                  <c:v>-1.1885703084015771</c:v>
                </c:pt>
                <c:pt idx="740">
                  <c:v>-0.90581990517558242</c:v>
                </c:pt>
                <c:pt idx="741">
                  <c:v>-0.77807882442029808</c:v>
                </c:pt>
                <c:pt idx="742">
                  <c:v>-1.015629703566461</c:v>
                </c:pt>
                <c:pt idx="743">
                  <c:v>-0.75475023263176377</c:v>
                </c:pt>
                <c:pt idx="744">
                  <c:v>-0.64324078578242772</c:v>
                </c:pt>
                <c:pt idx="745">
                  <c:v>-0.64101262711758489</c:v>
                </c:pt>
                <c:pt idx="746">
                  <c:v>-0.65971889911104031</c:v>
                </c:pt>
                <c:pt idx="747">
                  <c:v>-0.6841255598796725</c:v>
                </c:pt>
                <c:pt idx="748">
                  <c:v>-0.94478526264480023</c:v>
                </c:pt>
                <c:pt idx="749">
                  <c:v>-1.169630846629409</c:v>
                </c:pt>
                <c:pt idx="750">
                  <c:v>-1.3162265598615781</c:v>
                </c:pt>
                <c:pt idx="751">
                  <c:v>-1.6491260935970371</c:v>
                </c:pt>
                <c:pt idx="752">
                  <c:v>-1.7134672179436821</c:v>
                </c:pt>
                <c:pt idx="753">
                  <c:v>-1.674536540697299</c:v>
                </c:pt>
                <c:pt idx="754">
                  <c:v>-1.698378986673857</c:v>
                </c:pt>
                <c:pt idx="755">
                  <c:v>-1.799838133839069</c:v>
                </c:pt>
                <c:pt idx="756">
                  <c:v>-1.849863111470563</c:v>
                </c:pt>
                <c:pt idx="757">
                  <c:v>-1.633468111728724</c:v>
                </c:pt>
                <c:pt idx="758">
                  <c:v>-1.653483038331121</c:v>
                </c:pt>
                <c:pt idx="759">
                  <c:v>-1.3548533293278859</c:v>
                </c:pt>
                <c:pt idx="760">
                  <c:v>-1.232072779100079</c:v>
                </c:pt>
                <c:pt idx="761">
                  <c:v>-0.97401105863578885</c:v>
                </c:pt>
                <c:pt idx="762">
                  <c:v>-0.97927164141260692</c:v>
                </c:pt>
                <c:pt idx="763">
                  <c:v>-0.96291109821913745</c:v>
                </c:pt>
                <c:pt idx="764">
                  <c:v>-0.94578208735838432</c:v>
                </c:pt>
                <c:pt idx="765">
                  <c:v>-0.75948938988435011</c:v>
                </c:pt>
                <c:pt idx="766">
                  <c:v>-0.63252859004679685</c:v>
                </c:pt>
                <c:pt idx="767">
                  <c:v>-0.33737573230453322</c:v>
                </c:pt>
                <c:pt idx="768">
                  <c:v>-0.26599756553398007</c:v>
                </c:pt>
                <c:pt idx="769">
                  <c:v>-0.21493544004557591</c:v>
                </c:pt>
                <c:pt idx="770">
                  <c:v>-0.10776325822227099</c:v>
                </c:pt>
                <c:pt idx="771">
                  <c:v>-0.31319829145874228</c:v>
                </c:pt>
                <c:pt idx="772">
                  <c:v>-9.727320201628388E-2</c:v>
                </c:pt>
                <c:pt idx="773">
                  <c:v>-0.30115509832299991</c:v>
                </c:pt>
                <c:pt idx="774">
                  <c:v>-0.48580359966233622</c:v>
                </c:pt>
                <c:pt idx="775">
                  <c:v>-0.36889785210135662</c:v>
                </c:pt>
                <c:pt idx="776">
                  <c:v>-0.35494585043158361</c:v>
                </c:pt>
                <c:pt idx="777">
                  <c:v>-0.44813733032973718</c:v>
                </c:pt>
                <c:pt idx="778">
                  <c:v>-0.42987035482886821</c:v>
                </c:pt>
                <c:pt idx="779">
                  <c:v>-0.24137345057288481</c:v>
                </c:pt>
                <c:pt idx="780">
                  <c:v>-8.5409023171674717E-2</c:v>
                </c:pt>
                <c:pt idx="781">
                  <c:v>-0.19374458079258261</c:v>
                </c:pt>
                <c:pt idx="782">
                  <c:v>-0.30110512171016918</c:v>
                </c:pt>
                <c:pt idx="783">
                  <c:v>-0.24126184758335531</c:v>
                </c:pt>
                <c:pt idx="784">
                  <c:v>-0.32662634003198088</c:v>
                </c:pt>
                <c:pt idx="785">
                  <c:v>-0.19224447761220459</c:v>
                </c:pt>
                <c:pt idx="786">
                  <c:v>5.8806902592553043E-2</c:v>
                </c:pt>
                <c:pt idx="787">
                  <c:v>0.20619226658500919</c:v>
                </c:pt>
                <c:pt idx="788">
                  <c:v>0.52769858632046773</c:v>
                </c:pt>
                <c:pt idx="789">
                  <c:v>1.0219942379863169</c:v>
                </c:pt>
                <c:pt idx="790">
                  <c:v>1.0516934199908869</c:v>
                </c:pt>
                <c:pt idx="791">
                  <c:v>1.0196689845620079</c:v>
                </c:pt>
                <c:pt idx="792">
                  <c:v>1.119030746550246</c:v>
                </c:pt>
                <c:pt idx="793">
                  <c:v>1.363931356914557</c:v>
                </c:pt>
                <c:pt idx="794">
                  <c:v>1.085598557216666</c:v>
                </c:pt>
                <c:pt idx="795">
                  <c:v>0.93855331825088173</c:v>
                </c:pt>
                <c:pt idx="796">
                  <c:v>0.68613272915302148</c:v>
                </c:pt>
                <c:pt idx="797">
                  <c:v>0.70566634143565177</c:v>
                </c:pt>
                <c:pt idx="798">
                  <c:v>0.82269359973017742</c:v>
                </c:pt>
                <c:pt idx="799">
                  <c:v>1.042781276877905</c:v>
                </c:pt>
                <c:pt idx="800">
                  <c:v>0.82246761549273428</c:v>
                </c:pt>
                <c:pt idx="801">
                  <c:v>0.61395955170647165</c:v>
                </c:pt>
                <c:pt idx="802">
                  <c:v>0.72926698603893003</c:v>
                </c:pt>
                <c:pt idx="803">
                  <c:v>-0.25385527457629847</c:v>
                </c:pt>
                <c:pt idx="804">
                  <c:v>-0.25040194973549168</c:v>
                </c:pt>
              </c:numCache>
            </c:numRef>
          </c:val>
          <c:smooth val="0"/>
          <c:extLst>
            <c:ext xmlns:c16="http://schemas.microsoft.com/office/drawing/2014/chart" uri="{C3380CC4-5D6E-409C-BE32-E72D297353CC}">
              <c16:uniqueId val="{00000000-B3F9-42F0-961A-C5E37E38A9B9}"/>
            </c:ext>
          </c:extLst>
        </c:ser>
        <c:ser>
          <c:idx val="2"/>
          <c:order val="2"/>
          <c:tx>
            <c:v>Shifted &amp; Smoothed Sentiment Index (LHS)</c:v>
          </c:tx>
          <c:spPr>
            <a:ln w="28575" cap="rnd">
              <a:solidFill>
                <a:srgbClr val="8EB3DF"/>
              </a:solidFill>
              <a:round/>
            </a:ln>
            <a:effectLst/>
          </c:spPr>
          <c:marker>
            <c:symbol val="none"/>
          </c:marker>
          <c:cat>
            <c:numRef>
              <c:f>Sheet1!$A$2:$A$806</c:f>
              <c:numCache>
                <c:formatCode>m/d/yyyy</c:formatCode>
                <c:ptCount val="805"/>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45293</c:v>
                </c:pt>
                <c:pt idx="100">
                  <c:v>45294</c:v>
                </c:pt>
                <c:pt idx="101">
                  <c:v>45295</c:v>
                </c:pt>
                <c:pt idx="102">
                  <c:v>45296</c:v>
                </c:pt>
                <c:pt idx="103">
                  <c:v>45299</c:v>
                </c:pt>
                <c:pt idx="104">
                  <c:v>45300</c:v>
                </c:pt>
                <c:pt idx="105">
                  <c:v>45301</c:v>
                </c:pt>
                <c:pt idx="106">
                  <c:v>45302</c:v>
                </c:pt>
                <c:pt idx="107">
                  <c:v>45303</c:v>
                </c:pt>
                <c:pt idx="108">
                  <c:v>45306</c:v>
                </c:pt>
                <c:pt idx="109">
                  <c:v>45307</c:v>
                </c:pt>
                <c:pt idx="110">
                  <c:v>45308</c:v>
                </c:pt>
                <c:pt idx="111">
                  <c:v>45309</c:v>
                </c:pt>
                <c:pt idx="112">
                  <c:v>45310</c:v>
                </c:pt>
                <c:pt idx="113">
                  <c:v>45313</c:v>
                </c:pt>
                <c:pt idx="114">
                  <c:v>45314</c:v>
                </c:pt>
                <c:pt idx="115">
                  <c:v>45315</c:v>
                </c:pt>
                <c:pt idx="116">
                  <c:v>45316</c:v>
                </c:pt>
                <c:pt idx="117">
                  <c:v>45317</c:v>
                </c:pt>
                <c:pt idx="118">
                  <c:v>45320</c:v>
                </c:pt>
                <c:pt idx="119">
                  <c:v>45321</c:v>
                </c:pt>
                <c:pt idx="120">
                  <c:v>45322</c:v>
                </c:pt>
                <c:pt idx="121">
                  <c:v>45323</c:v>
                </c:pt>
                <c:pt idx="122">
                  <c:v>45324</c:v>
                </c:pt>
                <c:pt idx="123">
                  <c:v>45327</c:v>
                </c:pt>
                <c:pt idx="124">
                  <c:v>45328</c:v>
                </c:pt>
                <c:pt idx="125">
                  <c:v>45329</c:v>
                </c:pt>
                <c:pt idx="126">
                  <c:v>45330</c:v>
                </c:pt>
                <c:pt idx="127">
                  <c:v>45331</c:v>
                </c:pt>
                <c:pt idx="128">
                  <c:v>45336</c:v>
                </c:pt>
                <c:pt idx="129">
                  <c:v>45337</c:v>
                </c:pt>
                <c:pt idx="130">
                  <c:v>45338</c:v>
                </c:pt>
                <c:pt idx="131">
                  <c:v>45341</c:v>
                </c:pt>
                <c:pt idx="132">
                  <c:v>45342</c:v>
                </c:pt>
                <c:pt idx="133">
                  <c:v>45343</c:v>
                </c:pt>
                <c:pt idx="134">
                  <c:v>45344</c:v>
                </c:pt>
                <c:pt idx="135">
                  <c:v>45345</c:v>
                </c:pt>
                <c:pt idx="136">
                  <c:v>45348</c:v>
                </c:pt>
                <c:pt idx="137">
                  <c:v>45349</c:v>
                </c:pt>
                <c:pt idx="138">
                  <c:v>45350</c:v>
                </c:pt>
                <c:pt idx="139">
                  <c:v>45351</c:v>
                </c:pt>
                <c:pt idx="140">
                  <c:v>45352</c:v>
                </c:pt>
                <c:pt idx="141">
                  <c:v>45355</c:v>
                </c:pt>
                <c:pt idx="142">
                  <c:v>45356</c:v>
                </c:pt>
                <c:pt idx="143">
                  <c:v>45357</c:v>
                </c:pt>
                <c:pt idx="144">
                  <c:v>45358</c:v>
                </c:pt>
                <c:pt idx="145">
                  <c:v>45359</c:v>
                </c:pt>
                <c:pt idx="146">
                  <c:v>45362</c:v>
                </c:pt>
                <c:pt idx="147">
                  <c:v>45363</c:v>
                </c:pt>
                <c:pt idx="148">
                  <c:v>45364</c:v>
                </c:pt>
                <c:pt idx="149">
                  <c:v>45365</c:v>
                </c:pt>
                <c:pt idx="150">
                  <c:v>45366</c:v>
                </c:pt>
                <c:pt idx="151">
                  <c:v>45369</c:v>
                </c:pt>
                <c:pt idx="152">
                  <c:v>45370</c:v>
                </c:pt>
                <c:pt idx="153">
                  <c:v>45371</c:v>
                </c:pt>
                <c:pt idx="154">
                  <c:v>45372</c:v>
                </c:pt>
                <c:pt idx="155">
                  <c:v>45373</c:v>
                </c:pt>
                <c:pt idx="156">
                  <c:v>45376</c:v>
                </c:pt>
                <c:pt idx="157">
                  <c:v>45377</c:v>
                </c:pt>
                <c:pt idx="158">
                  <c:v>45378</c:v>
                </c:pt>
                <c:pt idx="159">
                  <c:v>45379</c:v>
                </c:pt>
                <c:pt idx="160">
                  <c:v>45383</c:v>
                </c:pt>
                <c:pt idx="161">
                  <c:v>45384</c:v>
                </c:pt>
                <c:pt idx="162">
                  <c:v>45385</c:v>
                </c:pt>
                <c:pt idx="163">
                  <c:v>45386</c:v>
                </c:pt>
                <c:pt idx="164">
                  <c:v>45387</c:v>
                </c:pt>
                <c:pt idx="165">
                  <c:v>45390</c:v>
                </c:pt>
                <c:pt idx="166">
                  <c:v>45391</c:v>
                </c:pt>
                <c:pt idx="167">
                  <c:v>45392</c:v>
                </c:pt>
                <c:pt idx="168">
                  <c:v>45393</c:v>
                </c:pt>
                <c:pt idx="169">
                  <c:v>45394</c:v>
                </c:pt>
                <c:pt idx="170">
                  <c:v>45397</c:v>
                </c:pt>
                <c:pt idx="171">
                  <c:v>45398</c:v>
                </c:pt>
                <c:pt idx="172">
                  <c:v>45399</c:v>
                </c:pt>
                <c:pt idx="173">
                  <c:v>45400</c:v>
                </c:pt>
                <c:pt idx="174">
                  <c:v>45401</c:v>
                </c:pt>
                <c:pt idx="175">
                  <c:v>45404</c:v>
                </c:pt>
                <c:pt idx="176">
                  <c:v>45405</c:v>
                </c:pt>
                <c:pt idx="177">
                  <c:v>45406</c:v>
                </c:pt>
                <c:pt idx="178">
                  <c:v>45407</c:v>
                </c:pt>
                <c:pt idx="179">
                  <c:v>45408</c:v>
                </c:pt>
                <c:pt idx="180">
                  <c:v>45411</c:v>
                </c:pt>
                <c:pt idx="181">
                  <c:v>45412</c:v>
                </c:pt>
                <c:pt idx="182">
                  <c:v>45414</c:v>
                </c:pt>
                <c:pt idx="183">
                  <c:v>45415</c:v>
                </c:pt>
                <c:pt idx="184">
                  <c:v>45418</c:v>
                </c:pt>
                <c:pt idx="185">
                  <c:v>45419</c:v>
                </c:pt>
                <c:pt idx="186">
                  <c:v>45420</c:v>
                </c:pt>
                <c:pt idx="187">
                  <c:v>45421</c:v>
                </c:pt>
                <c:pt idx="188">
                  <c:v>45422</c:v>
                </c:pt>
                <c:pt idx="189">
                  <c:v>45425</c:v>
                </c:pt>
                <c:pt idx="190">
                  <c:v>45426</c:v>
                </c:pt>
                <c:pt idx="191">
                  <c:v>45427</c:v>
                </c:pt>
                <c:pt idx="192">
                  <c:v>45428</c:v>
                </c:pt>
                <c:pt idx="193">
                  <c:v>45429</c:v>
                </c:pt>
                <c:pt idx="194">
                  <c:v>45432</c:v>
                </c:pt>
                <c:pt idx="195">
                  <c:v>45433</c:v>
                </c:pt>
                <c:pt idx="196">
                  <c:v>45434</c:v>
                </c:pt>
                <c:pt idx="197">
                  <c:v>45435</c:v>
                </c:pt>
                <c:pt idx="198">
                  <c:v>45436</c:v>
                </c:pt>
                <c:pt idx="199">
                  <c:v>45439</c:v>
                </c:pt>
                <c:pt idx="200">
                  <c:v>45440</c:v>
                </c:pt>
                <c:pt idx="201">
                  <c:v>45441</c:v>
                </c:pt>
                <c:pt idx="202">
                  <c:v>45443</c:v>
                </c:pt>
                <c:pt idx="203">
                  <c:v>45446</c:v>
                </c:pt>
                <c:pt idx="204">
                  <c:v>45447</c:v>
                </c:pt>
                <c:pt idx="205">
                  <c:v>45448</c:v>
                </c:pt>
                <c:pt idx="206">
                  <c:v>45449</c:v>
                </c:pt>
                <c:pt idx="207">
                  <c:v>45450</c:v>
                </c:pt>
                <c:pt idx="208">
                  <c:v>45453</c:v>
                </c:pt>
                <c:pt idx="209">
                  <c:v>45454</c:v>
                </c:pt>
                <c:pt idx="210">
                  <c:v>45455</c:v>
                </c:pt>
                <c:pt idx="211">
                  <c:v>45456</c:v>
                </c:pt>
                <c:pt idx="212">
                  <c:v>45457</c:v>
                </c:pt>
                <c:pt idx="213">
                  <c:v>45460</c:v>
                </c:pt>
                <c:pt idx="214">
                  <c:v>45461</c:v>
                </c:pt>
                <c:pt idx="215">
                  <c:v>45462</c:v>
                </c:pt>
                <c:pt idx="216">
                  <c:v>45463</c:v>
                </c:pt>
                <c:pt idx="217">
                  <c:v>45464</c:v>
                </c:pt>
                <c:pt idx="218">
                  <c:v>45467</c:v>
                </c:pt>
                <c:pt idx="219">
                  <c:v>45468</c:v>
                </c:pt>
                <c:pt idx="220">
                  <c:v>45469</c:v>
                </c:pt>
                <c:pt idx="221">
                  <c:v>45470</c:v>
                </c:pt>
                <c:pt idx="222">
                  <c:v>45471</c:v>
                </c:pt>
                <c:pt idx="223">
                  <c:v>45474</c:v>
                </c:pt>
                <c:pt idx="224">
                  <c:v>45475</c:v>
                </c:pt>
                <c:pt idx="225">
                  <c:v>45476</c:v>
                </c:pt>
                <c:pt idx="226">
                  <c:v>45477</c:v>
                </c:pt>
                <c:pt idx="227">
                  <c:v>45478</c:v>
                </c:pt>
                <c:pt idx="228">
                  <c:v>45481</c:v>
                </c:pt>
                <c:pt idx="229">
                  <c:v>45482</c:v>
                </c:pt>
                <c:pt idx="230">
                  <c:v>45483</c:v>
                </c:pt>
                <c:pt idx="231">
                  <c:v>45484</c:v>
                </c:pt>
                <c:pt idx="232">
                  <c:v>45485</c:v>
                </c:pt>
                <c:pt idx="233">
                  <c:v>45488</c:v>
                </c:pt>
                <c:pt idx="234">
                  <c:v>45489</c:v>
                </c:pt>
                <c:pt idx="235">
                  <c:v>45490</c:v>
                </c:pt>
                <c:pt idx="236">
                  <c:v>45491</c:v>
                </c:pt>
                <c:pt idx="237">
                  <c:v>45492</c:v>
                </c:pt>
                <c:pt idx="238">
                  <c:v>45495</c:v>
                </c:pt>
                <c:pt idx="239">
                  <c:v>45496</c:v>
                </c:pt>
                <c:pt idx="240">
                  <c:v>45497</c:v>
                </c:pt>
                <c:pt idx="241">
                  <c:v>45498</c:v>
                </c:pt>
                <c:pt idx="242">
                  <c:v>45499</c:v>
                </c:pt>
                <c:pt idx="243">
                  <c:v>45502</c:v>
                </c:pt>
                <c:pt idx="244">
                  <c:v>45503</c:v>
                </c:pt>
                <c:pt idx="245">
                  <c:v>45504</c:v>
                </c:pt>
                <c:pt idx="246">
                  <c:v>45505</c:v>
                </c:pt>
                <c:pt idx="247">
                  <c:v>45506</c:v>
                </c:pt>
                <c:pt idx="248">
                  <c:v>45509</c:v>
                </c:pt>
                <c:pt idx="249">
                  <c:v>45510</c:v>
                </c:pt>
                <c:pt idx="250">
                  <c:v>45511</c:v>
                </c:pt>
                <c:pt idx="251">
                  <c:v>45512</c:v>
                </c:pt>
                <c:pt idx="252">
                  <c:v>45513</c:v>
                </c:pt>
                <c:pt idx="253">
                  <c:v>45516</c:v>
                </c:pt>
                <c:pt idx="254">
                  <c:v>45517</c:v>
                </c:pt>
                <c:pt idx="255">
                  <c:v>45518</c:v>
                </c:pt>
                <c:pt idx="256">
                  <c:v>45519</c:v>
                </c:pt>
                <c:pt idx="257">
                  <c:v>45520</c:v>
                </c:pt>
                <c:pt idx="258">
                  <c:v>45523</c:v>
                </c:pt>
                <c:pt idx="259">
                  <c:v>45524</c:v>
                </c:pt>
                <c:pt idx="260">
                  <c:v>45525</c:v>
                </c:pt>
                <c:pt idx="261">
                  <c:v>45526</c:v>
                </c:pt>
                <c:pt idx="262">
                  <c:v>45527</c:v>
                </c:pt>
                <c:pt idx="263">
                  <c:v>45530</c:v>
                </c:pt>
                <c:pt idx="264">
                  <c:v>45531</c:v>
                </c:pt>
                <c:pt idx="265">
                  <c:v>45532</c:v>
                </c:pt>
                <c:pt idx="266">
                  <c:v>45533</c:v>
                </c:pt>
                <c:pt idx="267">
                  <c:v>45534</c:v>
                </c:pt>
                <c:pt idx="268">
                  <c:v>45537</c:v>
                </c:pt>
                <c:pt idx="269">
                  <c:v>45538</c:v>
                </c:pt>
                <c:pt idx="270">
                  <c:v>45539</c:v>
                </c:pt>
                <c:pt idx="271">
                  <c:v>45540</c:v>
                </c:pt>
                <c:pt idx="272">
                  <c:v>45541</c:v>
                </c:pt>
                <c:pt idx="273">
                  <c:v>45544</c:v>
                </c:pt>
                <c:pt idx="274">
                  <c:v>45545</c:v>
                </c:pt>
                <c:pt idx="275">
                  <c:v>45546</c:v>
                </c:pt>
                <c:pt idx="276">
                  <c:v>45547</c:v>
                </c:pt>
                <c:pt idx="277">
                  <c:v>45548</c:v>
                </c:pt>
                <c:pt idx="278">
                  <c:v>45551</c:v>
                </c:pt>
                <c:pt idx="279">
                  <c:v>45552</c:v>
                </c:pt>
                <c:pt idx="280">
                  <c:v>45553</c:v>
                </c:pt>
                <c:pt idx="281">
                  <c:v>45554</c:v>
                </c:pt>
                <c:pt idx="282">
                  <c:v>45555</c:v>
                </c:pt>
                <c:pt idx="283">
                  <c:v>45558</c:v>
                </c:pt>
                <c:pt idx="284">
                  <c:v>45559</c:v>
                </c:pt>
                <c:pt idx="285">
                  <c:v>45560</c:v>
                </c:pt>
                <c:pt idx="286">
                  <c:v>45561</c:v>
                </c:pt>
                <c:pt idx="287">
                  <c:v>45562</c:v>
                </c:pt>
                <c:pt idx="288">
                  <c:v>45565</c:v>
                </c:pt>
                <c:pt idx="289">
                  <c:v>45566</c:v>
                </c:pt>
                <c:pt idx="290">
                  <c:v>45567</c:v>
                </c:pt>
                <c:pt idx="291">
                  <c:v>45568</c:v>
                </c:pt>
                <c:pt idx="292">
                  <c:v>45569</c:v>
                </c:pt>
                <c:pt idx="293">
                  <c:v>45572</c:v>
                </c:pt>
                <c:pt idx="294">
                  <c:v>45573</c:v>
                </c:pt>
                <c:pt idx="295">
                  <c:v>45574</c:v>
                </c:pt>
                <c:pt idx="296">
                  <c:v>45575</c:v>
                </c:pt>
                <c:pt idx="297">
                  <c:v>45576</c:v>
                </c:pt>
                <c:pt idx="298">
                  <c:v>45579</c:v>
                </c:pt>
                <c:pt idx="299">
                  <c:v>45580</c:v>
                </c:pt>
                <c:pt idx="300">
                  <c:v>45581</c:v>
                </c:pt>
                <c:pt idx="301">
                  <c:v>45582</c:v>
                </c:pt>
                <c:pt idx="302">
                  <c:v>45583</c:v>
                </c:pt>
                <c:pt idx="303">
                  <c:v>45586</c:v>
                </c:pt>
                <c:pt idx="304">
                  <c:v>45587</c:v>
                </c:pt>
                <c:pt idx="305">
                  <c:v>45588</c:v>
                </c:pt>
                <c:pt idx="306">
                  <c:v>45589</c:v>
                </c:pt>
                <c:pt idx="307">
                  <c:v>45590</c:v>
                </c:pt>
                <c:pt idx="308">
                  <c:v>45593</c:v>
                </c:pt>
                <c:pt idx="309">
                  <c:v>45594</c:v>
                </c:pt>
                <c:pt idx="310">
                  <c:v>45595</c:v>
                </c:pt>
                <c:pt idx="311">
                  <c:v>45596</c:v>
                </c:pt>
                <c:pt idx="312">
                  <c:v>45597</c:v>
                </c:pt>
                <c:pt idx="313">
                  <c:v>45600</c:v>
                </c:pt>
                <c:pt idx="314">
                  <c:v>45601</c:v>
                </c:pt>
                <c:pt idx="315">
                  <c:v>45602</c:v>
                </c:pt>
                <c:pt idx="316">
                  <c:v>45603</c:v>
                </c:pt>
                <c:pt idx="317">
                  <c:v>45604</c:v>
                </c:pt>
                <c:pt idx="318">
                  <c:v>45607</c:v>
                </c:pt>
                <c:pt idx="319">
                  <c:v>45608</c:v>
                </c:pt>
                <c:pt idx="320">
                  <c:v>45609</c:v>
                </c:pt>
                <c:pt idx="321">
                  <c:v>45610</c:v>
                </c:pt>
                <c:pt idx="322">
                  <c:v>45614</c:v>
                </c:pt>
                <c:pt idx="323">
                  <c:v>45615</c:v>
                </c:pt>
                <c:pt idx="324">
                  <c:v>45617</c:v>
                </c:pt>
                <c:pt idx="325">
                  <c:v>45618</c:v>
                </c:pt>
                <c:pt idx="326">
                  <c:v>45621</c:v>
                </c:pt>
                <c:pt idx="327">
                  <c:v>45622</c:v>
                </c:pt>
                <c:pt idx="328">
                  <c:v>45623</c:v>
                </c:pt>
                <c:pt idx="329">
                  <c:v>45624</c:v>
                </c:pt>
                <c:pt idx="330">
                  <c:v>45625</c:v>
                </c:pt>
                <c:pt idx="331">
                  <c:v>45628</c:v>
                </c:pt>
                <c:pt idx="332">
                  <c:v>45629</c:v>
                </c:pt>
                <c:pt idx="333">
                  <c:v>45630</c:v>
                </c:pt>
                <c:pt idx="334">
                  <c:v>45631</c:v>
                </c:pt>
                <c:pt idx="335">
                  <c:v>45632</c:v>
                </c:pt>
                <c:pt idx="336">
                  <c:v>45635</c:v>
                </c:pt>
                <c:pt idx="337">
                  <c:v>45636</c:v>
                </c:pt>
                <c:pt idx="338">
                  <c:v>45637</c:v>
                </c:pt>
                <c:pt idx="339">
                  <c:v>45638</c:v>
                </c:pt>
                <c:pt idx="340">
                  <c:v>45639</c:v>
                </c:pt>
                <c:pt idx="341">
                  <c:v>45642</c:v>
                </c:pt>
                <c:pt idx="342">
                  <c:v>45643</c:v>
                </c:pt>
                <c:pt idx="343">
                  <c:v>45644</c:v>
                </c:pt>
                <c:pt idx="344">
                  <c:v>45645</c:v>
                </c:pt>
                <c:pt idx="345">
                  <c:v>45646</c:v>
                </c:pt>
                <c:pt idx="346">
                  <c:v>45649</c:v>
                </c:pt>
                <c:pt idx="347">
                  <c:v>45652</c:v>
                </c:pt>
                <c:pt idx="348">
                  <c:v>45653</c:v>
                </c:pt>
                <c:pt idx="349">
                  <c:v>45656</c:v>
                </c:pt>
                <c:pt idx="350">
                  <c:v>45659</c:v>
                </c:pt>
                <c:pt idx="351">
                  <c:v>45660</c:v>
                </c:pt>
                <c:pt idx="352">
                  <c:v>45663</c:v>
                </c:pt>
                <c:pt idx="353">
                  <c:v>45664</c:v>
                </c:pt>
                <c:pt idx="354">
                  <c:v>45665</c:v>
                </c:pt>
                <c:pt idx="355">
                  <c:v>45666</c:v>
                </c:pt>
                <c:pt idx="356">
                  <c:v>45667</c:v>
                </c:pt>
                <c:pt idx="357">
                  <c:v>45670</c:v>
                </c:pt>
                <c:pt idx="358">
                  <c:v>45671</c:v>
                </c:pt>
                <c:pt idx="359">
                  <c:v>45672</c:v>
                </c:pt>
                <c:pt idx="360">
                  <c:v>45673</c:v>
                </c:pt>
                <c:pt idx="361">
                  <c:v>45674</c:v>
                </c:pt>
                <c:pt idx="362">
                  <c:v>45677</c:v>
                </c:pt>
                <c:pt idx="363">
                  <c:v>45678</c:v>
                </c:pt>
                <c:pt idx="364">
                  <c:v>45679</c:v>
                </c:pt>
                <c:pt idx="365">
                  <c:v>45680</c:v>
                </c:pt>
                <c:pt idx="366">
                  <c:v>45681</c:v>
                </c:pt>
                <c:pt idx="367">
                  <c:v>45684</c:v>
                </c:pt>
                <c:pt idx="368">
                  <c:v>45685</c:v>
                </c:pt>
                <c:pt idx="369">
                  <c:v>45686</c:v>
                </c:pt>
                <c:pt idx="370">
                  <c:v>45687</c:v>
                </c:pt>
                <c:pt idx="371">
                  <c:v>45688</c:v>
                </c:pt>
                <c:pt idx="372">
                  <c:v>45691</c:v>
                </c:pt>
                <c:pt idx="373">
                  <c:v>45692</c:v>
                </c:pt>
                <c:pt idx="374">
                  <c:v>45693</c:v>
                </c:pt>
                <c:pt idx="375">
                  <c:v>45694</c:v>
                </c:pt>
                <c:pt idx="376">
                  <c:v>45695</c:v>
                </c:pt>
                <c:pt idx="377">
                  <c:v>45698</c:v>
                </c:pt>
                <c:pt idx="378">
                  <c:v>45699</c:v>
                </c:pt>
                <c:pt idx="379">
                  <c:v>45700</c:v>
                </c:pt>
                <c:pt idx="380">
                  <c:v>45701</c:v>
                </c:pt>
                <c:pt idx="381">
                  <c:v>45702</c:v>
                </c:pt>
                <c:pt idx="382">
                  <c:v>45705</c:v>
                </c:pt>
                <c:pt idx="383">
                  <c:v>45706</c:v>
                </c:pt>
                <c:pt idx="384">
                  <c:v>45707</c:v>
                </c:pt>
                <c:pt idx="385">
                  <c:v>45708</c:v>
                </c:pt>
                <c:pt idx="386">
                  <c:v>45709</c:v>
                </c:pt>
                <c:pt idx="387">
                  <c:v>45712</c:v>
                </c:pt>
                <c:pt idx="388">
                  <c:v>45713</c:v>
                </c:pt>
                <c:pt idx="389">
                  <c:v>45714</c:v>
                </c:pt>
                <c:pt idx="390">
                  <c:v>45715</c:v>
                </c:pt>
                <c:pt idx="391">
                  <c:v>45716</c:v>
                </c:pt>
                <c:pt idx="392">
                  <c:v>45721</c:v>
                </c:pt>
                <c:pt idx="393">
                  <c:v>45722</c:v>
                </c:pt>
                <c:pt idx="394">
                  <c:v>45723</c:v>
                </c:pt>
                <c:pt idx="395">
                  <c:v>45726</c:v>
                </c:pt>
                <c:pt idx="396">
                  <c:v>45727</c:v>
                </c:pt>
                <c:pt idx="397">
                  <c:v>45728</c:v>
                </c:pt>
                <c:pt idx="398">
                  <c:v>45729</c:v>
                </c:pt>
                <c:pt idx="399">
                  <c:v>45730</c:v>
                </c:pt>
                <c:pt idx="400">
                  <c:v>45733</c:v>
                </c:pt>
                <c:pt idx="401">
                  <c:v>45734</c:v>
                </c:pt>
                <c:pt idx="402">
                  <c:v>45735</c:v>
                </c:pt>
                <c:pt idx="403">
                  <c:v>45736</c:v>
                </c:pt>
                <c:pt idx="404">
                  <c:v>45737</c:v>
                </c:pt>
                <c:pt idx="405">
                  <c:v>45740</c:v>
                </c:pt>
                <c:pt idx="406">
                  <c:v>45741</c:v>
                </c:pt>
                <c:pt idx="407">
                  <c:v>45742</c:v>
                </c:pt>
                <c:pt idx="408">
                  <c:v>45743</c:v>
                </c:pt>
                <c:pt idx="409">
                  <c:v>45744</c:v>
                </c:pt>
                <c:pt idx="410">
                  <c:v>45747</c:v>
                </c:pt>
                <c:pt idx="411">
                  <c:v>45748</c:v>
                </c:pt>
                <c:pt idx="412">
                  <c:v>45749</c:v>
                </c:pt>
                <c:pt idx="413">
                  <c:v>45750</c:v>
                </c:pt>
                <c:pt idx="414">
                  <c:v>45751</c:v>
                </c:pt>
                <c:pt idx="415">
                  <c:v>45754</c:v>
                </c:pt>
                <c:pt idx="416">
                  <c:v>45755</c:v>
                </c:pt>
                <c:pt idx="417">
                  <c:v>45756</c:v>
                </c:pt>
                <c:pt idx="418">
                  <c:v>45757</c:v>
                </c:pt>
                <c:pt idx="419">
                  <c:v>45758</c:v>
                </c:pt>
                <c:pt idx="420">
                  <c:v>45761</c:v>
                </c:pt>
                <c:pt idx="421">
                  <c:v>45762</c:v>
                </c:pt>
                <c:pt idx="422">
                  <c:v>45763</c:v>
                </c:pt>
                <c:pt idx="423">
                  <c:v>45764</c:v>
                </c:pt>
                <c:pt idx="424">
                  <c:v>45769</c:v>
                </c:pt>
                <c:pt idx="425">
                  <c:v>45770</c:v>
                </c:pt>
                <c:pt idx="426">
                  <c:v>45771</c:v>
                </c:pt>
                <c:pt idx="427">
                  <c:v>45772</c:v>
                </c:pt>
                <c:pt idx="428">
                  <c:v>45775</c:v>
                </c:pt>
                <c:pt idx="429">
                  <c:v>45776</c:v>
                </c:pt>
                <c:pt idx="430">
                  <c:v>45777</c:v>
                </c:pt>
                <c:pt idx="431">
                  <c:v>45779</c:v>
                </c:pt>
                <c:pt idx="432">
                  <c:v>45782</c:v>
                </c:pt>
                <c:pt idx="433">
                  <c:v>45783</c:v>
                </c:pt>
                <c:pt idx="434">
                  <c:v>45784</c:v>
                </c:pt>
                <c:pt idx="435">
                  <c:v>45785</c:v>
                </c:pt>
                <c:pt idx="436">
                  <c:v>45786</c:v>
                </c:pt>
                <c:pt idx="437">
                  <c:v>45789</c:v>
                </c:pt>
                <c:pt idx="438">
                  <c:v>45790</c:v>
                </c:pt>
                <c:pt idx="439">
                  <c:v>45791</c:v>
                </c:pt>
                <c:pt idx="440">
                  <c:v>45792</c:v>
                </c:pt>
                <c:pt idx="441">
                  <c:v>45793</c:v>
                </c:pt>
                <c:pt idx="442">
                  <c:v>45796</c:v>
                </c:pt>
                <c:pt idx="443">
                  <c:v>45797</c:v>
                </c:pt>
                <c:pt idx="444">
                  <c:v>45798</c:v>
                </c:pt>
                <c:pt idx="445">
                  <c:v>45799</c:v>
                </c:pt>
                <c:pt idx="446">
                  <c:v>45800</c:v>
                </c:pt>
                <c:pt idx="447">
                  <c:v>45803</c:v>
                </c:pt>
                <c:pt idx="448">
                  <c:v>45804</c:v>
                </c:pt>
                <c:pt idx="449">
                  <c:v>45805</c:v>
                </c:pt>
                <c:pt idx="450">
                  <c:v>45806</c:v>
                </c:pt>
                <c:pt idx="451">
                  <c:v>45807</c:v>
                </c:pt>
                <c:pt idx="452">
                  <c:v>45810</c:v>
                </c:pt>
                <c:pt idx="453">
                  <c:v>45811</c:v>
                </c:pt>
                <c:pt idx="454">
                  <c:v>45812</c:v>
                </c:pt>
                <c:pt idx="455">
                  <c:v>45813</c:v>
                </c:pt>
                <c:pt idx="456">
                  <c:v>45814</c:v>
                </c:pt>
                <c:pt idx="457">
                  <c:v>45817</c:v>
                </c:pt>
                <c:pt idx="458">
                  <c:v>45818</c:v>
                </c:pt>
                <c:pt idx="459">
                  <c:v>45819</c:v>
                </c:pt>
                <c:pt idx="460">
                  <c:v>45820</c:v>
                </c:pt>
                <c:pt idx="461">
                  <c:v>45821</c:v>
                </c:pt>
                <c:pt idx="462">
                  <c:v>45824</c:v>
                </c:pt>
                <c:pt idx="463">
                  <c:v>45825</c:v>
                </c:pt>
                <c:pt idx="464">
                  <c:v>45826</c:v>
                </c:pt>
                <c:pt idx="465">
                  <c:v>45828</c:v>
                </c:pt>
                <c:pt idx="466">
                  <c:v>45831</c:v>
                </c:pt>
                <c:pt idx="467">
                  <c:v>45832</c:v>
                </c:pt>
                <c:pt idx="468">
                  <c:v>45833</c:v>
                </c:pt>
                <c:pt idx="469">
                  <c:v>45834</c:v>
                </c:pt>
                <c:pt idx="470">
                  <c:v>45835</c:v>
                </c:pt>
                <c:pt idx="471">
                  <c:v>45838</c:v>
                </c:pt>
                <c:pt idx="472">
                  <c:v>45839</c:v>
                </c:pt>
                <c:pt idx="473">
                  <c:v>45840</c:v>
                </c:pt>
                <c:pt idx="474">
                  <c:v>45841</c:v>
                </c:pt>
                <c:pt idx="475">
                  <c:v>45842</c:v>
                </c:pt>
                <c:pt idx="476">
                  <c:v>45845</c:v>
                </c:pt>
                <c:pt idx="477">
                  <c:v>45846</c:v>
                </c:pt>
                <c:pt idx="478">
                  <c:v>45847</c:v>
                </c:pt>
                <c:pt idx="479">
                  <c:v>45848</c:v>
                </c:pt>
                <c:pt idx="480">
                  <c:v>45849</c:v>
                </c:pt>
                <c:pt idx="481">
                  <c:v>45852</c:v>
                </c:pt>
                <c:pt idx="482">
                  <c:v>45853</c:v>
                </c:pt>
                <c:pt idx="483">
                  <c:v>45854</c:v>
                </c:pt>
                <c:pt idx="484">
                  <c:v>45855</c:v>
                </c:pt>
                <c:pt idx="485">
                  <c:v>45856</c:v>
                </c:pt>
                <c:pt idx="486">
                  <c:v>45859</c:v>
                </c:pt>
                <c:pt idx="487">
                  <c:v>45860</c:v>
                </c:pt>
                <c:pt idx="488">
                  <c:v>45861</c:v>
                </c:pt>
                <c:pt idx="489">
                  <c:v>45862</c:v>
                </c:pt>
                <c:pt idx="490">
                  <c:v>45863</c:v>
                </c:pt>
                <c:pt idx="491">
                  <c:v>45866</c:v>
                </c:pt>
                <c:pt idx="492">
                  <c:v>45867</c:v>
                </c:pt>
                <c:pt idx="493">
                  <c:v>45868</c:v>
                </c:pt>
                <c:pt idx="494">
                  <c:v>45869</c:v>
                </c:pt>
                <c:pt idx="495">
                  <c:v>45870</c:v>
                </c:pt>
                <c:pt idx="496">
                  <c:v>45873</c:v>
                </c:pt>
                <c:pt idx="497">
                  <c:v>45874</c:v>
                </c:pt>
                <c:pt idx="498">
                  <c:v>45875</c:v>
                </c:pt>
                <c:pt idx="499">
                  <c:v>45876</c:v>
                </c:pt>
                <c:pt idx="500">
                  <c:v>45877</c:v>
                </c:pt>
                <c:pt idx="501">
                  <c:v>45880</c:v>
                </c:pt>
                <c:pt idx="502">
                  <c:v>45881</c:v>
                </c:pt>
                <c:pt idx="503">
                  <c:v>45882</c:v>
                </c:pt>
                <c:pt idx="504">
                  <c:v>45883</c:v>
                </c:pt>
                <c:pt idx="505">
                  <c:v>45884</c:v>
                </c:pt>
                <c:pt idx="506">
                  <c:v>45887</c:v>
                </c:pt>
                <c:pt idx="507">
                  <c:v>45888</c:v>
                </c:pt>
                <c:pt idx="508">
                  <c:v>45889</c:v>
                </c:pt>
                <c:pt idx="509">
                  <c:v>45890</c:v>
                </c:pt>
                <c:pt idx="510">
                  <c:v>45891</c:v>
                </c:pt>
                <c:pt idx="511">
                  <c:v>45894</c:v>
                </c:pt>
                <c:pt idx="512">
                  <c:v>45895</c:v>
                </c:pt>
                <c:pt idx="513">
                  <c:v>45896</c:v>
                </c:pt>
                <c:pt idx="514">
                  <c:v>45897</c:v>
                </c:pt>
                <c:pt idx="515">
                  <c:v>45898</c:v>
                </c:pt>
                <c:pt idx="516">
                  <c:v>45901</c:v>
                </c:pt>
                <c:pt idx="517">
                  <c:v>45902</c:v>
                </c:pt>
                <c:pt idx="518">
                  <c:v>45903</c:v>
                </c:pt>
                <c:pt idx="519">
                  <c:v>45904</c:v>
                </c:pt>
                <c:pt idx="520">
                  <c:v>45905</c:v>
                </c:pt>
                <c:pt idx="521">
                  <c:v>45908</c:v>
                </c:pt>
                <c:pt idx="522">
                  <c:v>45909</c:v>
                </c:pt>
                <c:pt idx="523">
                  <c:v>45910</c:v>
                </c:pt>
                <c:pt idx="524">
                  <c:v>45911</c:v>
                </c:pt>
                <c:pt idx="525">
                  <c:v>45912</c:v>
                </c:pt>
                <c:pt idx="526">
                  <c:v>45915</c:v>
                </c:pt>
                <c:pt idx="527">
                  <c:v>45916</c:v>
                </c:pt>
                <c:pt idx="528">
                  <c:v>45917</c:v>
                </c:pt>
                <c:pt idx="529">
                  <c:v>45918</c:v>
                </c:pt>
                <c:pt idx="530">
                  <c:v>45919</c:v>
                </c:pt>
                <c:pt idx="531">
                  <c:v>45922</c:v>
                </c:pt>
                <c:pt idx="532">
                  <c:v>45923</c:v>
                </c:pt>
                <c:pt idx="533">
                  <c:v>45924</c:v>
                </c:pt>
                <c:pt idx="534">
                  <c:v>45925</c:v>
                </c:pt>
                <c:pt idx="535">
                  <c:v>45926</c:v>
                </c:pt>
                <c:pt idx="536">
                  <c:v>45929</c:v>
                </c:pt>
                <c:pt idx="537">
                  <c:v>45930</c:v>
                </c:pt>
                <c:pt idx="538">
                  <c:v>45931</c:v>
                </c:pt>
                <c:pt idx="539">
                  <c:v>45932</c:v>
                </c:pt>
                <c:pt idx="540">
                  <c:v>45933</c:v>
                </c:pt>
                <c:pt idx="541">
                  <c:v>45936</c:v>
                </c:pt>
                <c:pt idx="542">
                  <c:v>45937</c:v>
                </c:pt>
                <c:pt idx="543">
                  <c:v>45938</c:v>
                </c:pt>
                <c:pt idx="544">
                  <c:v>45939</c:v>
                </c:pt>
                <c:pt idx="545">
                  <c:v>45940</c:v>
                </c:pt>
                <c:pt idx="546">
                  <c:v>45943</c:v>
                </c:pt>
                <c:pt idx="547">
                  <c:v>45944</c:v>
                </c:pt>
                <c:pt idx="548">
                  <c:v>45945</c:v>
                </c:pt>
                <c:pt idx="549">
                  <c:v>45946</c:v>
                </c:pt>
                <c:pt idx="550">
                  <c:v>45947</c:v>
                </c:pt>
                <c:pt idx="551">
                  <c:v>45950</c:v>
                </c:pt>
                <c:pt idx="552">
                  <c:v>45951</c:v>
                </c:pt>
                <c:pt idx="553">
                  <c:v>45952</c:v>
                </c:pt>
                <c:pt idx="554">
                  <c:v>45953</c:v>
                </c:pt>
                <c:pt idx="555">
                  <c:v>45954</c:v>
                </c:pt>
                <c:pt idx="556">
                  <c:v>45957</c:v>
                </c:pt>
                <c:pt idx="557">
                  <c:v>45958</c:v>
                </c:pt>
                <c:pt idx="558">
                  <c:v>45959</c:v>
                </c:pt>
                <c:pt idx="559">
                  <c:v>45960</c:v>
                </c:pt>
                <c:pt idx="560">
                  <c:v>45961</c:v>
                </c:pt>
                <c:pt idx="561">
                  <c:v>45964</c:v>
                </c:pt>
                <c:pt idx="562">
                  <c:v>45965</c:v>
                </c:pt>
                <c:pt idx="563">
                  <c:v>45966</c:v>
                </c:pt>
                <c:pt idx="564">
                  <c:v>45967</c:v>
                </c:pt>
                <c:pt idx="565">
                  <c:v>45968</c:v>
                </c:pt>
                <c:pt idx="566">
                  <c:v>45971</c:v>
                </c:pt>
                <c:pt idx="567">
                  <c:v>45972</c:v>
                </c:pt>
                <c:pt idx="568">
                  <c:v>45973</c:v>
                </c:pt>
                <c:pt idx="569">
                  <c:v>45974</c:v>
                </c:pt>
                <c:pt idx="570">
                  <c:v>45975</c:v>
                </c:pt>
                <c:pt idx="571">
                  <c:v>45978</c:v>
                </c:pt>
                <c:pt idx="572">
                  <c:v>45979</c:v>
                </c:pt>
                <c:pt idx="573">
                  <c:v>45980</c:v>
                </c:pt>
                <c:pt idx="574">
                  <c:v>45982</c:v>
                </c:pt>
                <c:pt idx="575">
                  <c:v>45985</c:v>
                </c:pt>
                <c:pt idx="576">
                  <c:v>45986</c:v>
                </c:pt>
                <c:pt idx="577">
                  <c:v>45987</c:v>
                </c:pt>
                <c:pt idx="578">
                  <c:v>45988</c:v>
                </c:pt>
                <c:pt idx="579">
                  <c:v>45989</c:v>
                </c:pt>
                <c:pt idx="580">
                  <c:v>45992</c:v>
                </c:pt>
                <c:pt idx="581">
                  <c:v>45993</c:v>
                </c:pt>
                <c:pt idx="582">
                  <c:v>45994</c:v>
                </c:pt>
                <c:pt idx="583">
                  <c:v>45995</c:v>
                </c:pt>
                <c:pt idx="584">
                  <c:v>45996</c:v>
                </c:pt>
                <c:pt idx="585">
                  <c:v>45999</c:v>
                </c:pt>
                <c:pt idx="586">
                  <c:v>46000</c:v>
                </c:pt>
                <c:pt idx="587">
                  <c:v>46001</c:v>
                </c:pt>
                <c:pt idx="588">
                  <c:v>46002</c:v>
                </c:pt>
                <c:pt idx="589">
                  <c:v>46003</c:v>
                </c:pt>
                <c:pt idx="590">
                  <c:v>46006</c:v>
                </c:pt>
                <c:pt idx="591">
                  <c:v>46007</c:v>
                </c:pt>
                <c:pt idx="592">
                  <c:v>46008</c:v>
                </c:pt>
                <c:pt idx="593">
                  <c:v>46009</c:v>
                </c:pt>
                <c:pt idx="594">
                  <c:v>46010</c:v>
                </c:pt>
                <c:pt idx="595">
                  <c:v>46013</c:v>
                </c:pt>
                <c:pt idx="596">
                  <c:v>46014</c:v>
                </c:pt>
                <c:pt idx="597">
                  <c:v>46017</c:v>
                </c:pt>
                <c:pt idx="598">
                  <c:v>46020</c:v>
                </c:pt>
                <c:pt idx="599">
                  <c:v>46021</c:v>
                </c:pt>
                <c:pt idx="600">
                  <c:v>46024</c:v>
                </c:pt>
                <c:pt idx="601">
                  <c:v>46027</c:v>
                </c:pt>
                <c:pt idx="602">
                  <c:v>46028</c:v>
                </c:pt>
                <c:pt idx="603">
                  <c:v>46029</c:v>
                </c:pt>
                <c:pt idx="604">
                  <c:v>46030</c:v>
                </c:pt>
                <c:pt idx="605">
                  <c:v>46031</c:v>
                </c:pt>
                <c:pt idx="606">
                  <c:v>46034</c:v>
                </c:pt>
                <c:pt idx="607">
                  <c:v>46035</c:v>
                </c:pt>
                <c:pt idx="608">
                  <c:v>46036</c:v>
                </c:pt>
                <c:pt idx="609">
                  <c:v>46037</c:v>
                </c:pt>
                <c:pt idx="610">
                  <c:v>46038</c:v>
                </c:pt>
                <c:pt idx="611">
                  <c:v>46041</c:v>
                </c:pt>
                <c:pt idx="612">
                  <c:v>46042</c:v>
                </c:pt>
                <c:pt idx="613">
                  <c:v>46043</c:v>
                </c:pt>
                <c:pt idx="614">
                  <c:v>46044</c:v>
                </c:pt>
                <c:pt idx="615">
                  <c:v>46045</c:v>
                </c:pt>
                <c:pt idx="616">
                  <c:v>46048</c:v>
                </c:pt>
                <c:pt idx="617">
                  <c:v>46049</c:v>
                </c:pt>
                <c:pt idx="618">
                  <c:v>46050</c:v>
                </c:pt>
                <c:pt idx="619">
                  <c:v>46051</c:v>
                </c:pt>
                <c:pt idx="620">
                  <c:v>46052</c:v>
                </c:pt>
                <c:pt idx="621">
                  <c:v>46055</c:v>
                </c:pt>
                <c:pt idx="622">
                  <c:v>46056</c:v>
                </c:pt>
                <c:pt idx="623">
                  <c:v>46057</c:v>
                </c:pt>
                <c:pt idx="624">
                  <c:v>46058</c:v>
                </c:pt>
                <c:pt idx="625">
                  <c:v>46059</c:v>
                </c:pt>
                <c:pt idx="626">
                  <c:v>46062</c:v>
                </c:pt>
                <c:pt idx="627">
                  <c:v>46063</c:v>
                </c:pt>
                <c:pt idx="628">
                  <c:v>46064</c:v>
                </c:pt>
                <c:pt idx="629">
                  <c:v>46065</c:v>
                </c:pt>
                <c:pt idx="630">
                  <c:v>46066</c:v>
                </c:pt>
                <c:pt idx="631">
                  <c:v>46071</c:v>
                </c:pt>
                <c:pt idx="632">
                  <c:v>46072</c:v>
                </c:pt>
                <c:pt idx="633">
                  <c:v>46073</c:v>
                </c:pt>
                <c:pt idx="634">
                  <c:v>46076</c:v>
                </c:pt>
                <c:pt idx="635">
                  <c:v>46077</c:v>
                </c:pt>
                <c:pt idx="636">
                  <c:v>46078</c:v>
                </c:pt>
                <c:pt idx="637">
                  <c:v>46079</c:v>
                </c:pt>
                <c:pt idx="638">
                  <c:v>46080</c:v>
                </c:pt>
                <c:pt idx="639">
                  <c:v>46083</c:v>
                </c:pt>
                <c:pt idx="640">
                  <c:v>46084</c:v>
                </c:pt>
                <c:pt idx="641">
                  <c:v>46085</c:v>
                </c:pt>
                <c:pt idx="642">
                  <c:v>46086</c:v>
                </c:pt>
                <c:pt idx="643">
                  <c:v>46087</c:v>
                </c:pt>
                <c:pt idx="644">
                  <c:v>46090</c:v>
                </c:pt>
                <c:pt idx="645">
                  <c:v>46091</c:v>
                </c:pt>
                <c:pt idx="646">
                  <c:v>46092</c:v>
                </c:pt>
                <c:pt idx="647">
                  <c:v>46093</c:v>
                </c:pt>
                <c:pt idx="648">
                  <c:v>46094</c:v>
                </c:pt>
                <c:pt idx="649">
                  <c:v>46097</c:v>
                </c:pt>
                <c:pt idx="650">
                  <c:v>46098</c:v>
                </c:pt>
                <c:pt idx="651">
                  <c:v>46099</c:v>
                </c:pt>
                <c:pt idx="652">
                  <c:v>46100</c:v>
                </c:pt>
                <c:pt idx="653">
                  <c:v>46101</c:v>
                </c:pt>
                <c:pt idx="654">
                  <c:v>46104</c:v>
                </c:pt>
                <c:pt idx="655">
                  <c:v>46105</c:v>
                </c:pt>
                <c:pt idx="656">
                  <c:v>46106</c:v>
                </c:pt>
                <c:pt idx="657">
                  <c:v>46107</c:v>
                </c:pt>
                <c:pt idx="658">
                  <c:v>46108</c:v>
                </c:pt>
                <c:pt idx="659">
                  <c:v>46111</c:v>
                </c:pt>
                <c:pt idx="660">
                  <c:v>46112</c:v>
                </c:pt>
                <c:pt idx="661">
                  <c:v>46113</c:v>
                </c:pt>
                <c:pt idx="662">
                  <c:v>46114</c:v>
                </c:pt>
                <c:pt idx="663">
                  <c:v>46118</c:v>
                </c:pt>
                <c:pt idx="664">
                  <c:v>46119</c:v>
                </c:pt>
                <c:pt idx="665">
                  <c:v>46120</c:v>
                </c:pt>
                <c:pt idx="666">
                  <c:v>46121</c:v>
                </c:pt>
                <c:pt idx="667">
                  <c:v>46122</c:v>
                </c:pt>
                <c:pt idx="668">
                  <c:v>46125</c:v>
                </c:pt>
                <c:pt idx="669">
                  <c:v>46126</c:v>
                </c:pt>
                <c:pt idx="670">
                  <c:v>46127</c:v>
                </c:pt>
                <c:pt idx="671">
                  <c:v>46128</c:v>
                </c:pt>
                <c:pt idx="672">
                  <c:v>46129</c:v>
                </c:pt>
                <c:pt idx="673">
                  <c:v>46132</c:v>
                </c:pt>
                <c:pt idx="674">
                  <c:v>46134</c:v>
                </c:pt>
                <c:pt idx="675">
                  <c:v>46135</c:v>
                </c:pt>
                <c:pt idx="676">
                  <c:v>46136</c:v>
                </c:pt>
                <c:pt idx="677">
                  <c:v>46139</c:v>
                </c:pt>
                <c:pt idx="678">
                  <c:v>46140</c:v>
                </c:pt>
                <c:pt idx="679">
                  <c:v>46141</c:v>
                </c:pt>
                <c:pt idx="680">
                  <c:v>46142</c:v>
                </c:pt>
                <c:pt idx="681">
                  <c:v>46146</c:v>
                </c:pt>
                <c:pt idx="682">
                  <c:v>46147</c:v>
                </c:pt>
                <c:pt idx="683">
                  <c:v>46148</c:v>
                </c:pt>
                <c:pt idx="684">
                  <c:v>46149</c:v>
                </c:pt>
                <c:pt idx="685">
                  <c:v>46150</c:v>
                </c:pt>
                <c:pt idx="686">
                  <c:v>46153</c:v>
                </c:pt>
                <c:pt idx="687">
                  <c:v>46154</c:v>
                </c:pt>
                <c:pt idx="688">
                  <c:v>46155</c:v>
                </c:pt>
                <c:pt idx="689">
                  <c:v>46156</c:v>
                </c:pt>
                <c:pt idx="690">
                  <c:v>46157</c:v>
                </c:pt>
                <c:pt idx="691">
                  <c:v>46160</c:v>
                </c:pt>
                <c:pt idx="692">
                  <c:v>46161</c:v>
                </c:pt>
                <c:pt idx="693">
                  <c:v>46162</c:v>
                </c:pt>
                <c:pt idx="694">
                  <c:v>46163</c:v>
                </c:pt>
                <c:pt idx="695">
                  <c:v>46164</c:v>
                </c:pt>
                <c:pt idx="696">
                  <c:v>46167</c:v>
                </c:pt>
                <c:pt idx="697">
                  <c:v>46168</c:v>
                </c:pt>
                <c:pt idx="698">
                  <c:v>46169</c:v>
                </c:pt>
                <c:pt idx="699">
                  <c:v>46170</c:v>
                </c:pt>
                <c:pt idx="700">
                  <c:v>46171</c:v>
                </c:pt>
                <c:pt idx="701">
                  <c:v>46174</c:v>
                </c:pt>
                <c:pt idx="702">
                  <c:v>46175</c:v>
                </c:pt>
                <c:pt idx="703">
                  <c:v>46176</c:v>
                </c:pt>
                <c:pt idx="704">
                  <c:v>46178</c:v>
                </c:pt>
                <c:pt idx="705">
                  <c:v>46181</c:v>
                </c:pt>
                <c:pt idx="706">
                  <c:v>46182</c:v>
                </c:pt>
                <c:pt idx="707">
                  <c:v>46183</c:v>
                </c:pt>
                <c:pt idx="708">
                  <c:v>46184</c:v>
                </c:pt>
                <c:pt idx="709">
                  <c:v>46185</c:v>
                </c:pt>
                <c:pt idx="710">
                  <c:v>46188</c:v>
                </c:pt>
                <c:pt idx="711">
                  <c:v>46189</c:v>
                </c:pt>
                <c:pt idx="712">
                  <c:v>46190</c:v>
                </c:pt>
                <c:pt idx="713">
                  <c:v>46191</c:v>
                </c:pt>
                <c:pt idx="714">
                  <c:v>46192</c:v>
                </c:pt>
                <c:pt idx="715">
                  <c:v>46195</c:v>
                </c:pt>
                <c:pt idx="716">
                  <c:v>46196</c:v>
                </c:pt>
                <c:pt idx="717">
                  <c:v>46197</c:v>
                </c:pt>
                <c:pt idx="718">
                  <c:v>46198</c:v>
                </c:pt>
                <c:pt idx="719">
                  <c:v>46199</c:v>
                </c:pt>
                <c:pt idx="720">
                  <c:v>46202</c:v>
                </c:pt>
                <c:pt idx="721">
                  <c:v>46203</c:v>
                </c:pt>
                <c:pt idx="722">
                  <c:v>46204</c:v>
                </c:pt>
                <c:pt idx="723">
                  <c:v>46205</c:v>
                </c:pt>
                <c:pt idx="724">
                  <c:v>46206</c:v>
                </c:pt>
                <c:pt idx="725">
                  <c:v>46209</c:v>
                </c:pt>
                <c:pt idx="726">
                  <c:v>46210</c:v>
                </c:pt>
                <c:pt idx="727">
                  <c:v>46211</c:v>
                </c:pt>
                <c:pt idx="728">
                  <c:v>46212</c:v>
                </c:pt>
                <c:pt idx="729">
                  <c:v>46213</c:v>
                </c:pt>
                <c:pt idx="730">
                  <c:v>46216</c:v>
                </c:pt>
                <c:pt idx="731">
                  <c:v>46217</c:v>
                </c:pt>
                <c:pt idx="732">
                  <c:v>46218</c:v>
                </c:pt>
                <c:pt idx="733">
                  <c:v>46219</c:v>
                </c:pt>
                <c:pt idx="734">
                  <c:v>46220</c:v>
                </c:pt>
                <c:pt idx="735">
                  <c:v>46223</c:v>
                </c:pt>
                <c:pt idx="736">
                  <c:v>46224</c:v>
                </c:pt>
                <c:pt idx="737">
                  <c:v>46225</c:v>
                </c:pt>
                <c:pt idx="738">
                  <c:v>46226</c:v>
                </c:pt>
                <c:pt idx="739">
                  <c:v>46227</c:v>
                </c:pt>
                <c:pt idx="740">
                  <c:v>46230</c:v>
                </c:pt>
                <c:pt idx="741">
                  <c:v>46231</c:v>
                </c:pt>
                <c:pt idx="742">
                  <c:v>46232</c:v>
                </c:pt>
                <c:pt idx="743">
                  <c:v>46233</c:v>
                </c:pt>
                <c:pt idx="744">
                  <c:v>46234</c:v>
                </c:pt>
                <c:pt idx="745">
                  <c:v>46237</c:v>
                </c:pt>
                <c:pt idx="746">
                  <c:v>46238</c:v>
                </c:pt>
                <c:pt idx="747">
                  <c:v>46239</c:v>
                </c:pt>
                <c:pt idx="748">
                  <c:v>46240</c:v>
                </c:pt>
                <c:pt idx="749">
                  <c:v>46241</c:v>
                </c:pt>
                <c:pt idx="750">
                  <c:v>46244</c:v>
                </c:pt>
                <c:pt idx="751">
                  <c:v>46245</c:v>
                </c:pt>
                <c:pt idx="752">
                  <c:v>46246</c:v>
                </c:pt>
                <c:pt idx="753">
                  <c:v>46247</c:v>
                </c:pt>
                <c:pt idx="754">
                  <c:v>46248</c:v>
                </c:pt>
                <c:pt idx="755">
                  <c:v>46251</c:v>
                </c:pt>
                <c:pt idx="756">
                  <c:v>46252</c:v>
                </c:pt>
                <c:pt idx="757">
                  <c:v>46253</c:v>
                </c:pt>
                <c:pt idx="758">
                  <c:v>46254</c:v>
                </c:pt>
                <c:pt idx="759">
                  <c:v>46255</c:v>
                </c:pt>
                <c:pt idx="760">
                  <c:v>46258</c:v>
                </c:pt>
                <c:pt idx="761">
                  <c:v>46259</c:v>
                </c:pt>
                <c:pt idx="762">
                  <c:v>46260</c:v>
                </c:pt>
                <c:pt idx="763">
                  <c:v>46261</c:v>
                </c:pt>
                <c:pt idx="764">
                  <c:v>46262</c:v>
                </c:pt>
                <c:pt idx="765">
                  <c:v>46265</c:v>
                </c:pt>
                <c:pt idx="766">
                  <c:v>46266</c:v>
                </c:pt>
                <c:pt idx="767">
                  <c:v>46267</c:v>
                </c:pt>
                <c:pt idx="768">
                  <c:v>46268</c:v>
                </c:pt>
                <c:pt idx="769">
                  <c:v>46269</c:v>
                </c:pt>
                <c:pt idx="770">
                  <c:v>46273</c:v>
                </c:pt>
                <c:pt idx="771">
                  <c:v>46274</c:v>
                </c:pt>
                <c:pt idx="772">
                  <c:v>46275</c:v>
                </c:pt>
                <c:pt idx="773">
                  <c:v>46276</c:v>
                </c:pt>
                <c:pt idx="774">
                  <c:v>46279</c:v>
                </c:pt>
                <c:pt idx="775">
                  <c:v>46280</c:v>
                </c:pt>
                <c:pt idx="776">
                  <c:v>46281</c:v>
                </c:pt>
                <c:pt idx="777">
                  <c:v>46282</c:v>
                </c:pt>
                <c:pt idx="778">
                  <c:v>46283</c:v>
                </c:pt>
                <c:pt idx="779">
                  <c:v>46286</c:v>
                </c:pt>
                <c:pt idx="780">
                  <c:v>46287</c:v>
                </c:pt>
                <c:pt idx="781">
                  <c:v>46288</c:v>
                </c:pt>
                <c:pt idx="782">
                  <c:v>46289</c:v>
                </c:pt>
                <c:pt idx="783">
                  <c:v>46290</c:v>
                </c:pt>
                <c:pt idx="784">
                  <c:v>46293</c:v>
                </c:pt>
                <c:pt idx="785">
                  <c:v>46294</c:v>
                </c:pt>
                <c:pt idx="786">
                  <c:v>46295</c:v>
                </c:pt>
                <c:pt idx="787">
                  <c:v>46296</c:v>
                </c:pt>
                <c:pt idx="788">
                  <c:v>46297</c:v>
                </c:pt>
                <c:pt idx="789">
                  <c:v>46300</c:v>
                </c:pt>
                <c:pt idx="790">
                  <c:v>46301</c:v>
                </c:pt>
                <c:pt idx="791">
                  <c:v>46302</c:v>
                </c:pt>
                <c:pt idx="792">
                  <c:v>46303</c:v>
                </c:pt>
                <c:pt idx="793">
                  <c:v>46304</c:v>
                </c:pt>
                <c:pt idx="794">
                  <c:v>46308</c:v>
                </c:pt>
                <c:pt idx="795">
                  <c:v>46309</c:v>
                </c:pt>
                <c:pt idx="796">
                  <c:v>46310</c:v>
                </c:pt>
                <c:pt idx="797">
                  <c:v>46311</c:v>
                </c:pt>
                <c:pt idx="798">
                  <c:v>46314</c:v>
                </c:pt>
                <c:pt idx="799">
                  <c:v>46315</c:v>
                </c:pt>
                <c:pt idx="800">
                  <c:v>46316</c:v>
                </c:pt>
                <c:pt idx="801">
                  <c:v>46317</c:v>
                </c:pt>
                <c:pt idx="802">
                  <c:v>46318</c:v>
                </c:pt>
                <c:pt idx="803">
                  <c:v>46321</c:v>
                </c:pt>
                <c:pt idx="804">
                  <c:v>46322</c:v>
                </c:pt>
              </c:numCache>
            </c:numRef>
          </c:cat>
          <c:val>
            <c:numRef>
              <c:f>Sheet1!$C$2:$C$806</c:f>
              <c:numCache>
                <c:formatCode>0.00</c:formatCode>
                <c:ptCount val="805"/>
                <c:pt idx="0">
                  <c:v>0.83852195980861366</c:v>
                </c:pt>
                <c:pt idx="1">
                  <c:v>0.78844699673876129</c:v>
                </c:pt>
                <c:pt idx="2">
                  <c:v>0.72353110552260913</c:v>
                </c:pt>
                <c:pt idx="3">
                  <c:v>0.70209975748510622</c:v>
                </c:pt>
                <c:pt idx="4">
                  <c:v>0.66950575287892211</c:v>
                </c:pt>
                <c:pt idx="5">
                  <c:v>0.61711999119170602</c:v>
                </c:pt>
                <c:pt idx="6">
                  <c:v>0.57168515456298485</c:v>
                </c:pt>
                <c:pt idx="7">
                  <c:v>0.53067324874077404</c:v>
                </c:pt>
                <c:pt idx="8">
                  <c:v>0.4903558800666834</c:v>
                </c:pt>
                <c:pt idx="9">
                  <c:v>0.47436071987024542</c:v>
                </c:pt>
                <c:pt idx="10">
                  <c:v>0.4504051616030621</c:v>
                </c:pt>
                <c:pt idx="11">
                  <c:v>0.44612376996579761</c:v>
                </c:pt>
                <c:pt idx="12">
                  <c:v>0.45226952574527102</c:v>
                </c:pt>
                <c:pt idx="13">
                  <c:v>0.44143829073309659</c:v>
                </c:pt>
                <c:pt idx="14">
                  <c:v>0.4188319538518816</c:v>
                </c:pt>
                <c:pt idx="15">
                  <c:v>0.37444863266112483</c:v>
                </c:pt>
                <c:pt idx="16">
                  <c:v>0.34557617852367267</c:v>
                </c:pt>
                <c:pt idx="17">
                  <c:v>0.32152574528503541</c:v>
                </c:pt>
                <c:pt idx="18">
                  <c:v>0.27457465491535749</c:v>
                </c:pt>
                <c:pt idx="19">
                  <c:v>0.25346016208146949</c:v>
                </c:pt>
                <c:pt idx="20">
                  <c:v>0.24012695793299149</c:v>
                </c:pt>
                <c:pt idx="21">
                  <c:v>0.22050337282597279</c:v>
                </c:pt>
                <c:pt idx="22">
                  <c:v>0.19619978566640739</c:v>
                </c:pt>
                <c:pt idx="23">
                  <c:v>0.17223670441366129</c:v>
                </c:pt>
                <c:pt idx="24">
                  <c:v>0.1497745893463536</c:v>
                </c:pt>
                <c:pt idx="25">
                  <c:v>0.1458545837633406</c:v>
                </c:pt>
                <c:pt idx="26">
                  <c:v>0.13047653560602701</c:v>
                </c:pt>
                <c:pt idx="27">
                  <c:v>0.1096795086453157</c:v>
                </c:pt>
                <c:pt idx="28">
                  <c:v>9.4566792634829394E-2</c:v>
                </c:pt>
                <c:pt idx="29">
                  <c:v>8.9389773825041582E-2</c:v>
                </c:pt>
                <c:pt idx="30">
                  <c:v>7.3660894643073974E-2</c:v>
                </c:pt>
                <c:pt idx="31">
                  <c:v>6.1090625801020031E-2</c:v>
                </c:pt>
                <c:pt idx="32">
                  <c:v>3.7263739234398553E-2</c:v>
                </c:pt>
                <c:pt idx="33">
                  <c:v>2.6300353386669448E-2</c:v>
                </c:pt>
                <c:pt idx="34">
                  <c:v>-5.2351787537709164E-3</c:v>
                </c:pt>
                <c:pt idx="35">
                  <c:v>-4.8287312512947538E-2</c:v>
                </c:pt>
                <c:pt idx="36">
                  <c:v>-8.4001689238873425E-2</c:v>
                </c:pt>
                <c:pt idx="37">
                  <c:v>-9.3321984855596118E-2</c:v>
                </c:pt>
                <c:pt idx="38">
                  <c:v>-8.5619249126597602E-2</c:v>
                </c:pt>
                <c:pt idx="39">
                  <c:v>-0.10820697298220661</c:v>
                </c:pt>
                <c:pt idx="40">
                  <c:v>-0.15812683473937039</c:v>
                </c:pt>
                <c:pt idx="41">
                  <c:v>-0.1999370430954919</c:v>
                </c:pt>
                <c:pt idx="42">
                  <c:v>-0.24886287965035281</c:v>
                </c:pt>
                <c:pt idx="43">
                  <c:v>-0.28880192880253808</c:v>
                </c:pt>
                <c:pt idx="44">
                  <c:v>-0.31297096509451428</c:v>
                </c:pt>
                <c:pt idx="45">
                  <c:v>-0.30863258746198852</c:v>
                </c:pt>
                <c:pt idx="46">
                  <c:v>-0.31615711016148063</c:v>
                </c:pt>
                <c:pt idx="47">
                  <c:v>-0.32723946779793328</c:v>
                </c:pt>
                <c:pt idx="48">
                  <c:v>-0.32695937217407389</c:v>
                </c:pt>
                <c:pt idx="49">
                  <c:v>-0.34411679645405918</c:v>
                </c:pt>
                <c:pt idx="50">
                  <c:v>-0.36078162988010137</c:v>
                </c:pt>
                <c:pt idx="51">
                  <c:v>-0.37449884921356719</c:v>
                </c:pt>
                <c:pt idx="52">
                  <c:v>-0.41443733131734739</c:v>
                </c:pt>
                <c:pt idx="53">
                  <c:v>-0.46016069677039939</c:v>
                </c:pt>
                <c:pt idx="54">
                  <c:v>-0.47314722204015341</c:v>
                </c:pt>
                <c:pt idx="55">
                  <c:v>-0.48354222671766001</c:v>
                </c:pt>
                <c:pt idx="56">
                  <c:v>-0.48427721922385092</c:v>
                </c:pt>
                <c:pt idx="57">
                  <c:v>-0.50219089584753529</c:v>
                </c:pt>
                <c:pt idx="58">
                  <c:v>-0.52899633339489271</c:v>
                </c:pt>
                <c:pt idx="59">
                  <c:v>-0.55856740080004896</c:v>
                </c:pt>
                <c:pt idx="60">
                  <c:v>-0.59608825569100954</c:v>
                </c:pt>
                <c:pt idx="61">
                  <c:v>-0.60246031439505354</c:v>
                </c:pt>
                <c:pt idx="62">
                  <c:v>-0.59100368716895124</c:v>
                </c:pt>
                <c:pt idx="63">
                  <c:v>-0.56954637380781015</c:v>
                </c:pt>
                <c:pt idx="64">
                  <c:v>-0.52954982241623305</c:v>
                </c:pt>
                <c:pt idx="65">
                  <c:v>-0.47956640831594138</c:v>
                </c:pt>
                <c:pt idx="66">
                  <c:v>-0.41909712746377892</c:v>
                </c:pt>
                <c:pt idx="67">
                  <c:v>-0.35568483081331209</c:v>
                </c:pt>
                <c:pt idx="68">
                  <c:v>-0.27432716164581772</c:v>
                </c:pt>
                <c:pt idx="69">
                  <c:v>-0.19291619746684749</c:v>
                </c:pt>
                <c:pt idx="70">
                  <c:v>-0.10323425385285651</c:v>
                </c:pt>
                <c:pt idx="71">
                  <c:v>-2.4310517216339519E-2</c:v>
                </c:pt>
                <c:pt idx="72">
                  <c:v>6.5188126082809564E-2</c:v>
                </c:pt>
                <c:pt idx="73">
                  <c:v>0.16961803012422261</c:v>
                </c:pt>
                <c:pt idx="74">
                  <c:v>0.27071145905804639</c:v>
                </c:pt>
                <c:pt idx="75">
                  <c:v>0.34572174687640911</c:v>
                </c:pt>
                <c:pt idx="76">
                  <c:v>0.39129133600828048</c:v>
                </c:pt>
                <c:pt idx="77">
                  <c:v>0.45453704291167202</c:v>
                </c:pt>
                <c:pt idx="78">
                  <c:v>0.49782587230280018</c:v>
                </c:pt>
                <c:pt idx="79">
                  <c:v>0.55148995113428678</c:v>
                </c:pt>
                <c:pt idx="80">
                  <c:v>0.62339557399270673</c:v>
                </c:pt>
                <c:pt idx="81">
                  <c:v>0.67237973201084711</c:v>
                </c:pt>
                <c:pt idx="82">
                  <c:v>0.7348117174617611</c:v>
                </c:pt>
                <c:pt idx="83">
                  <c:v>0.76705370205349799</c:v>
                </c:pt>
                <c:pt idx="84">
                  <c:v>0.79179817023342802</c:v>
                </c:pt>
                <c:pt idx="85">
                  <c:v>0.83034803934164014</c:v>
                </c:pt>
                <c:pt idx="86">
                  <c:v>0.85247321656876351</c:v>
                </c:pt>
                <c:pt idx="87">
                  <c:v>0.88100297583423604</c:v>
                </c:pt>
                <c:pt idx="88">
                  <c:v>0.9282475575982404</c:v>
                </c:pt>
                <c:pt idx="89">
                  <c:v>0.97983728245031998</c:v>
                </c:pt>
                <c:pt idx="90">
                  <c:v>1.036589640803818</c:v>
                </c:pt>
                <c:pt idx="91">
                  <c:v>1.097362152153778</c:v>
                </c:pt>
                <c:pt idx="92">
                  <c:v>1.148799829553383</c:v>
                </c:pt>
                <c:pt idx="93">
                  <c:v>1.199548625981365</c:v>
                </c:pt>
                <c:pt idx="94">
                  <c:v>1.245686904223706</c:v>
                </c:pt>
                <c:pt idx="95">
                  <c:v>1.2887671507507219</c:v>
                </c:pt>
                <c:pt idx="96">
                  <c:v>1.347214307990712</c:v>
                </c:pt>
                <c:pt idx="97">
                  <c:v>1.404607516444456</c:v>
                </c:pt>
                <c:pt idx="98">
                  <c:v>1.46295357000753</c:v>
                </c:pt>
                <c:pt idx="99">
                  <c:v>1.527076127967802</c:v>
                </c:pt>
                <c:pt idx="100">
                  <c:v>1.5459979589651009</c:v>
                </c:pt>
                <c:pt idx="101">
                  <c:v>1.5467979467400239</c:v>
                </c:pt>
                <c:pt idx="102">
                  <c:v>1.5331553876338539</c:v>
                </c:pt>
                <c:pt idx="103">
                  <c:v>1.517565630054778</c:v>
                </c:pt>
                <c:pt idx="104">
                  <c:v>1.500611487795088</c:v>
                </c:pt>
                <c:pt idx="105">
                  <c:v>1.4667740646627261</c:v>
                </c:pt>
                <c:pt idx="106">
                  <c:v>1.4204542421434021</c:v>
                </c:pt>
                <c:pt idx="107">
                  <c:v>1.384827825823024</c:v>
                </c:pt>
                <c:pt idx="108">
                  <c:v>1.348479237578921</c:v>
                </c:pt>
                <c:pt idx="109">
                  <c:v>1.2775107912413011</c:v>
                </c:pt>
                <c:pt idx="110">
                  <c:v>1.1954715007679531</c:v>
                </c:pt>
                <c:pt idx="111">
                  <c:v>1.093089744193658</c:v>
                </c:pt>
                <c:pt idx="112">
                  <c:v>0.99960200049713599</c:v>
                </c:pt>
                <c:pt idx="113">
                  <c:v>0.89344554207747739</c:v>
                </c:pt>
                <c:pt idx="114">
                  <c:v>0.83177229377332318</c:v>
                </c:pt>
                <c:pt idx="115">
                  <c:v>0.7674625256948816</c:v>
                </c:pt>
                <c:pt idx="116">
                  <c:v>0.72997710815637162</c:v>
                </c:pt>
                <c:pt idx="117">
                  <c:v>0.67893573550598096</c:v>
                </c:pt>
                <c:pt idx="118">
                  <c:v>0.60224473509242638</c:v>
                </c:pt>
                <c:pt idx="119">
                  <c:v>0.51266150163773205</c:v>
                </c:pt>
                <c:pt idx="120">
                  <c:v>0.44429011717279349</c:v>
                </c:pt>
                <c:pt idx="121">
                  <c:v>0.37979238136817928</c:v>
                </c:pt>
                <c:pt idx="122">
                  <c:v>0.29449945109772929</c:v>
                </c:pt>
                <c:pt idx="123">
                  <c:v>0.19973913245496799</c:v>
                </c:pt>
                <c:pt idx="124">
                  <c:v>0.14921129026866259</c:v>
                </c:pt>
                <c:pt idx="125">
                  <c:v>0.102703369581469</c:v>
                </c:pt>
                <c:pt idx="126">
                  <c:v>5.2327300871203561E-2</c:v>
                </c:pt>
                <c:pt idx="127">
                  <c:v>-1.4130019134908341E-3</c:v>
                </c:pt>
                <c:pt idx="128">
                  <c:v>-5.549607493656894E-2</c:v>
                </c:pt>
                <c:pt idx="129">
                  <c:v>-0.1234822811274259</c:v>
                </c:pt>
                <c:pt idx="130">
                  <c:v>-0.17342396933006901</c:v>
                </c:pt>
                <c:pt idx="131">
                  <c:v>-0.22596832180102969</c:v>
                </c:pt>
                <c:pt idx="132">
                  <c:v>-0.26325180008100563</c:v>
                </c:pt>
                <c:pt idx="133">
                  <c:v>-0.28842187215362269</c:v>
                </c:pt>
                <c:pt idx="134">
                  <c:v>-0.28079173614914837</c:v>
                </c:pt>
                <c:pt idx="135">
                  <c:v>-0.29838725813940498</c:v>
                </c:pt>
                <c:pt idx="136">
                  <c:v>-0.31342626040471638</c:v>
                </c:pt>
                <c:pt idx="137">
                  <c:v>-0.28918708873850613</c:v>
                </c:pt>
                <c:pt idx="138">
                  <c:v>-0.2678251655112005</c:v>
                </c:pt>
                <c:pt idx="139">
                  <c:v>-0.27039631547211851</c:v>
                </c:pt>
                <c:pt idx="140">
                  <c:v>-0.26426392631224072</c:v>
                </c:pt>
                <c:pt idx="141">
                  <c:v>-0.25308334357728163</c:v>
                </c:pt>
                <c:pt idx="142">
                  <c:v>-0.239905992004569</c:v>
                </c:pt>
                <c:pt idx="143">
                  <c:v>-0.2066463446898007</c:v>
                </c:pt>
                <c:pt idx="144">
                  <c:v>-0.1809127223557965</c:v>
                </c:pt>
                <c:pt idx="145">
                  <c:v>-0.16196174301589769</c:v>
                </c:pt>
                <c:pt idx="146">
                  <c:v>-0.15635029379035281</c:v>
                </c:pt>
                <c:pt idx="147">
                  <c:v>-0.14759184476171119</c:v>
                </c:pt>
                <c:pt idx="148">
                  <c:v>-0.13082300465495211</c:v>
                </c:pt>
                <c:pt idx="149">
                  <c:v>-0.1309709422751571</c:v>
                </c:pt>
                <c:pt idx="150">
                  <c:v>-0.1196812414071063</c:v>
                </c:pt>
                <c:pt idx="151">
                  <c:v>-0.1079198717886959</c:v>
                </c:pt>
                <c:pt idx="152">
                  <c:v>-0.1137161817363765</c:v>
                </c:pt>
                <c:pt idx="153">
                  <c:v>-9.2051379330027272E-2</c:v>
                </c:pt>
                <c:pt idx="154">
                  <c:v>-7.2984870246573227E-2</c:v>
                </c:pt>
                <c:pt idx="155">
                  <c:v>-6.8293186856382748E-2</c:v>
                </c:pt>
                <c:pt idx="156">
                  <c:v>-5.5440460428697547E-2</c:v>
                </c:pt>
                <c:pt idx="157">
                  <c:v>-4.7149724982016437E-2</c:v>
                </c:pt>
                <c:pt idx="158">
                  <c:v>-3.2901712256206E-2</c:v>
                </c:pt>
                <c:pt idx="159">
                  <c:v>-1.317787025194261E-2</c:v>
                </c:pt>
                <c:pt idx="160">
                  <c:v>-1.077719906337482E-2</c:v>
                </c:pt>
                <c:pt idx="161">
                  <c:v>3.9425447227398628E-3</c:v>
                </c:pt>
                <c:pt idx="162">
                  <c:v>8.8173149591343485E-4</c:v>
                </c:pt>
                <c:pt idx="163">
                  <c:v>-2.1326927362085539E-4</c:v>
                </c:pt>
                <c:pt idx="164">
                  <c:v>-4.8799432974396661E-3</c:v>
                </c:pt>
                <c:pt idx="165">
                  <c:v>9.3559258463478227E-3</c:v>
                </c:pt>
                <c:pt idx="166">
                  <c:v>3.4365792852878531E-2</c:v>
                </c:pt>
                <c:pt idx="167">
                  <c:v>3.2548822013784458E-2</c:v>
                </c:pt>
                <c:pt idx="168">
                  <c:v>1.556046612180847E-3</c:v>
                </c:pt>
                <c:pt idx="169">
                  <c:v>-4.1780571923902297E-2</c:v>
                </c:pt>
                <c:pt idx="170">
                  <c:v>-9.5527016572524034E-2</c:v>
                </c:pt>
                <c:pt idx="171">
                  <c:v>-0.15634646293947521</c:v>
                </c:pt>
                <c:pt idx="172">
                  <c:v>-0.22010560499222279</c:v>
                </c:pt>
                <c:pt idx="173">
                  <c:v>-0.29726811758426192</c:v>
                </c:pt>
                <c:pt idx="174">
                  <c:v>-0.36033850030630882</c:v>
                </c:pt>
                <c:pt idx="175">
                  <c:v>-0.40653129974777491</c:v>
                </c:pt>
                <c:pt idx="176">
                  <c:v>-0.45521654112638049</c:v>
                </c:pt>
                <c:pt idx="177">
                  <c:v>-0.50732109480510301</c:v>
                </c:pt>
                <c:pt idx="178">
                  <c:v>-0.56791829230766744</c:v>
                </c:pt>
                <c:pt idx="179">
                  <c:v>-0.59792978310922729</c:v>
                </c:pt>
                <c:pt idx="180">
                  <c:v>-0.63919696829718498</c:v>
                </c:pt>
                <c:pt idx="181">
                  <c:v>-0.70789611235550665</c:v>
                </c:pt>
                <c:pt idx="182">
                  <c:v>-0.74028666179095004</c:v>
                </c:pt>
                <c:pt idx="183">
                  <c:v>-0.74068114431593057</c:v>
                </c:pt>
                <c:pt idx="184">
                  <c:v>-0.72667563330606899</c:v>
                </c:pt>
                <c:pt idx="185">
                  <c:v>-0.68967762448515102</c:v>
                </c:pt>
                <c:pt idx="186">
                  <c:v>-0.6373426190628344</c:v>
                </c:pt>
                <c:pt idx="187">
                  <c:v>-0.5941097677705478</c:v>
                </c:pt>
                <c:pt idx="188">
                  <c:v>-0.56613921698354519</c:v>
                </c:pt>
                <c:pt idx="189">
                  <c:v>-0.54788379756239058</c:v>
                </c:pt>
                <c:pt idx="190">
                  <c:v>-0.52286290007059377</c:v>
                </c:pt>
                <c:pt idx="191">
                  <c:v>-0.49483029855735838</c:v>
                </c:pt>
                <c:pt idx="192">
                  <c:v>-0.4551286713613964</c:v>
                </c:pt>
                <c:pt idx="193">
                  <c:v>-0.41403310448827918</c:v>
                </c:pt>
                <c:pt idx="194">
                  <c:v>-0.39128083617895121</c:v>
                </c:pt>
                <c:pt idx="195">
                  <c:v>-0.37547338822546189</c:v>
                </c:pt>
                <c:pt idx="196">
                  <c:v>-0.36087164539531419</c:v>
                </c:pt>
                <c:pt idx="197">
                  <c:v>-0.36799266889706411</c:v>
                </c:pt>
                <c:pt idx="198">
                  <c:v>-0.40042385202403757</c:v>
                </c:pt>
                <c:pt idx="199">
                  <c:v>-0.42452914233920569</c:v>
                </c:pt>
                <c:pt idx="200">
                  <c:v>-0.45814702700199922</c:v>
                </c:pt>
                <c:pt idx="201">
                  <c:v>-0.50661094465858014</c:v>
                </c:pt>
                <c:pt idx="202">
                  <c:v>-0.54737288801674466</c:v>
                </c:pt>
                <c:pt idx="203">
                  <c:v>-0.56373593316436121</c:v>
                </c:pt>
                <c:pt idx="204">
                  <c:v>-0.58676077005769645</c:v>
                </c:pt>
                <c:pt idx="205">
                  <c:v>-0.62426079600354256</c:v>
                </c:pt>
                <c:pt idx="206">
                  <c:v>-0.64542489564397054</c:v>
                </c:pt>
                <c:pt idx="207">
                  <c:v>-0.69067663558838166</c:v>
                </c:pt>
                <c:pt idx="208">
                  <c:v>-0.74041221248233058</c:v>
                </c:pt>
                <c:pt idx="209">
                  <c:v>-0.78056092629364948</c:v>
                </c:pt>
                <c:pt idx="210">
                  <c:v>-0.83582402301742487</c:v>
                </c:pt>
                <c:pt idx="211">
                  <c:v>-0.87777459094386467</c:v>
                </c:pt>
                <c:pt idx="212">
                  <c:v>-0.9040453895389905</c:v>
                </c:pt>
                <c:pt idx="213">
                  <c:v>-0.9396043217923139</c:v>
                </c:pt>
                <c:pt idx="214">
                  <c:v>-0.97661806405830531</c:v>
                </c:pt>
                <c:pt idx="215">
                  <c:v>-1.0003145527294131</c:v>
                </c:pt>
                <c:pt idx="216">
                  <c:v>-1.0160960623245681</c:v>
                </c:pt>
                <c:pt idx="217">
                  <c:v>-1.015573490904881</c:v>
                </c:pt>
                <c:pt idx="218">
                  <c:v>-1.0075625479312811</c:v>
                </c:pt>
                <c:pt idx="219">
                  <c:v>-1.0018630779500199</c:v>
                </c:pt>
                <c:pt idx="220">
                  <c:v>-0.99615913761011099</c:v>
                </c:pt>
                <c:pt idx="221">
                  <c:v>-0.97229815890398041</c:v>
                </c:pt>
                <c:pt idx="222">
                  <c:v>-0.9582436375167791</c:v>
                </c:pt>
                <c:pt idx="223">
                  <c:v>-0.93486068732535688</c:v>
                </c:pt>
                <c:pt idx="224">
                  <c:v>-0.92297371773640435</c:v>
                </c:pt>
                <c:pt idx="225">
                  <c:v>-0.87921602734466531</c:v>
                </c:pt>
                <c:pt idx="226">
                  <c:v>-0.8168313988081336</c:v>
                </c:pt>
                <c:pt idx="227">
                  <c:v>-0.7524223193434566</c:v>
                </c:pt>
                <c:pt idx="228">
                  <c:v>-0.68199610134864985</c:v>
                </c:pt>
                <c:pt idx="229">
                  <c:v>-0.60697188502728916</c:v>
                </c:pt>
                <c:pt idx="230">
                  <c:v>-0.53404834324847705</c:v>
                </c:pt>
                <c:pt idx="231">
                  <c:v>-0.44088494521765242</c:v>
                </c:pt>
                <c:pt idx="232">
                  <c:v>-0.35768890412554188</c:v>
                </c:pt>
                <c:pt idx="233">
                  <c:v>-0.27982455317527222</c:v>
                </c:pt>
                <c:pt idx="234">
                  <c:v>-0.2001853101800645</c:v>
                </c:pt>
                <c:pt idx="235">
                  <c:v>-0.11267123464990079</c:v>
                </c:pt>
                <c:pt idx="236">
                  <c:v>-8.4693896480301165E-2</c:v>
                </c:pt>
                <c:pt idx="237">
                  <c:v>-2.8045673464274539E-2</c:v>
                </c:pt>
                <c:pt idx="238">
                  <c:v>3.5375002317576308E-2</c:v>
                </c:pt>
                <c:pt idx="239">
                  <c:v>8.3585622510614008E-2</c:v>
                </c:pt>
                <c:pt idx="240">
                  <c:v>0.1118193911731863</c:v>
                </c:pt>
                <c:pt idx="241">
                  <c:v>0.11791846513681679</c:v>
                </c:pt>
                <c:pt idx="242">
                  <c:v>0.1228230215265778</c:v>
                </c:pt>
                <c:pt idx="243">
                  <c:v>0.1220924825174641</c:v>
                </c:pt>
                <c:pt idx="244">
                  <c:v>0.1076156505360646</c:v>
                </c:pt>
                <c:pt idx="245">
                  <c:v>9.6957700006975928E-2</c:v>
                </c:pt>
                <c:pt idx="246">
                  <c:v>6.7778572299900877E-2</c:v>
                </c:pt>
                <c:pt idx="247">
                  <c:v>3.7485536748930903E-2</c:v>
                </c:pt>
                <c:pt idx="248">
                  <c:v>-9.9589785550740165E-3</c:v>
                </c:pt>
                <c:pt idx="249">
                  <c:v>-4.9831447659401153E-2</c:v>
                </c:pt>
                <c:pt idx="250">
                  <c:v>-7.612681392725057E-2</c:v>
                </c:pt>
                <c:pt idx="251">
                  <c:v>-6.9173427525184419E-2</c:v>
                </c:pt>
                <c:pt idx="252">
                  <c:v>-4.8360563168598533E-2</c:v>
                </c:pt>
                <c:pt idx="253">
                  <c:v>-3.8775479990877729E-2</c:v>
                </c:pt>
                <c:pt idx="254">
                  <c:v>-1.070179495208015E-2</c:v>
                </c:pt>
                <c:pt idx="255">
                  <c:v>1.983262447345064E-2</c:v>
                </c:pt>
                <c:pt idx="256">
                  <c:v>6.07189726381989E-2</c:v>
                </c:pt>
                <c:pt idx="257">
                  <c:v>8.4101409499272153E-2</c:v>
                </c:pt>
                <c:pt idx="258">
                  <c:v>0.1384714798435237</c:v>
                </c:pt>
                <c:pt idx="259">
                  <c:v>0.2009930834211647</c:v>
                </c:pt>
                <c:pt idx="260">
                  <c:v>0.25442138285856908</c:v>
                </c:pt>
                <c:pt idx="261">
                  <c:v>0.2925590382538556</c:v>
                </c:pt>
                <c:pt idx="262">
                  <c:v>0.34901573607894348</c:v>
                </c:pt>
                <c:pt idx="263">
                  <c:v>0.41250483380145758</c:v>
                </c:pt>
                <c:pt idx="264">
                  <c:v>0.46913553437300748</c:v>
                </c:pt>
                <c:pt idx="265">
                  <c:v>0.50279704392370972</c:v>
                </c:pt>
                <c:pt idx="266">
                  <c:v>0.51117816448344899</c:v>
                </c:pt>
                <c:pt idx="267">
                  <c:v>0.50316305637398173</c:v>
                </c:pt>
                <c:pt idx="268">
                  <c:v>0.48845190284811718</c:v>
                </c:pt>
                <c:pt idx="269">
                  <c:v>0.46890556092426511</c:v>
                </c:pt>
                <c:pt idx="270">
                  <c:v>0.47206132746846541</c:v>
                </c:pt>
                <c:pt idx="271">
                  <c:v>0.47841158451005472</c:v>
                </c:pt>
                <c:pt idx="272">
                  <c:v>0.47969109416466738</c:v>
                </c:pt>
                <c:pt idx="273">
                  <c:v>0.45913342111543959</c:v>
                </c:pt>
                <c:pt idx="274">
                  <c:v>0.43749315037273412</c:v>
                </c:pt>
                <c:pt idx="275">
                  <c:v>0.41997671790589319</c:v>
                </c:pt>
                <c:pt idx="276">
                  <c:v>0.40787615934296151</c:v>
                </c:pt>
                <c:pt idx="277">
                  <c:v>0.39676647298037321</c:v>
                </c:pt>
                <c:pt idx="278">
                  <c:v>0.38608459576869042</c:v>
                </c:pt>
                <c:pt idx="279">
                  <c:v>0.3791630490740745</c:v>
                </c:pt>
                <c:pt idx="280">
                  <c:v>0.3619512712811544</c:v>
                </c:pt>
                <c:pt idx="281">
                  <c:v>0.34733797505192748</c:v>
                </c:pt>
                <c:pt idx="282">
                  <c:v>0.31392845253450202</c:v>
                </c:pt>
                <c:pt idx="283">
                  <c:v>0.27712668407637348</c:v>
                </c:pt>
                <c:pt idx="284">
                  <c:v>0.24994326614175469</c:v>
                </c:pt>
                <c:pt idx="285">
                  <c:v>0.1991720807784651</c:v>
                </c:pt>
                <c:pt idx="286">
                  <c:v>0.15372741408294699</c:v>
                </c:pt>
                <c:pt idx="287">
                  <c:v>0.1188724393738318</c:v>
                </c:pt>
                <c:pt idx="288">
                  <c:v>7.6533043541504406E-2</c:v>
                </c:pt>
                <c:pt idx="289">
                  <c:v>3.7756606730035343E-2</c:v>
                </c:pt>
                <c:pt idx="290">
                  <c:v>1.09414442650295E-2</c:v>
                </c:pt>
                <c:pt idx="291">
                  <c:v>-2.6236278608402181E-2</c:v>
                </c:pt>
                <c:pt idx="292">
                  <c:v>-7.9041888131173924E-2</c:v>
                </c:pt>
                <c:pt idx="293">
                  <c:v>-0.13361553451554289</c:v>
                </c:pt>
                <c:pt idx="294">
                  <c:v>-0.1859770981922981</c:v>
                </c:pt>
                <c:pt idx="295">
                  <c:v>-0.24672067906220579</c:v>
                </c:pt>
                <c:pt idx="296">
                  <c:v>-0.29787930109964927</c:v>
                </c:pt>
                <c:pt idx="297">
                  <c:v>-0.32837463813278078</c:v>
                </c:pt>
                <c:pt idx="298">
                  <c:v>-0.32843883357305281</c:v>
                </c:pt>
                <c:pt idx="299">
                  <c:v>-0.34200421705733508</c:v>
                </c:pt>
                <c:pt idx="300">
                  <c:v>-0.34606958568465029</c:v>
                </c:pt>
                <c:pt idx="301">
                  <c:v>-0.37166341608970133</c:v>
                </c:pt>
                <c:pt idx="302">
                  <c:v>-0.39869358352743361</c:v>
                </c:pt>
                <c:pt idx="303">
                  <c:v>-0.41594233121017898</c:v>
                </c:pt>
                <c:pt idx="304">
                  <c:v>-0.44068050846451601</c:v>
                </c:pt>
                <c:pt idx="305">
                  <c:v>-0.48243202119363687</c:v>
                </c:pt>
                <c:pt idx="306">
                  <c:v>-0.48963073527919282</c:v>
                </c:pt>
                <c:pt idx="307">
                  <c:v>-0.50457045652224985</c:v>
                </c:pt>
                <c:pt idx="308">
                  <c:v>-0.50719251369429641</c:v>
                </c:pt>
                <c:pt idx="309">
                  <c:v>-0.52627287060809236</c:v>
                </c:pt>
                <c:pt idx="310">
                  <c:v>-0.51198403006142823</c:v>
                </c:pt>
                <c:pt idx="311">
                  <c:v>-0.50506633021016489</c:v>
                </c:pt>
                <c:pt idx="312">
                  <c:v>-0.51758469010933406</c:v>
                </c:pt>
                <c:pt idx="313">
                  <c:v>-0.52344890978862912</c:v>
                </c:pt>
                <c:pt idx="314">
                  <c:v>-0.52298667853670711</c:v>
                </c:pt>
                <c:pt idx="315">
                  <c:v>-0.52743350495202368</c:v>
                </c:pt>
                <c:pt idx="316">
                  <c:v>-0.53236627568131312</c:v>
                </c:pt>
                <c:pt idx="317">
                  <c:v>-0.54303608153693628</c:v>
                </c:pt>
                <c:pt idx="318">
                  <c:v>-0.55289074813885075</c:v>
                </c:pt>
                <c:pt idx="319">
                  <c:v>-0.56043268603244611</c:v>
                </c:pt>
                <c:pt idx="320">
                  <c:v>-0.56873812033915339</c:v>
                </c:pt>
                <c:pt idx="321">
                  <c:v>-0.58907245279203879</c:v>
                </c:pt>
                <c:pt idx="322">
                  <c:v>-0.6092066516545851</c:v>
                </c:pt>
                <c:pt idx="323">
                  <c:v>-0.63107052007114006</c:v>
                </c:pt>
                <c:pt idx="324">
                  <c:v>-0.65453159413874207</c:v>
                </c:pt>
                <c:pt idx="325">
                  <c:v>-0.6627424118131453</c:v>
                </c:pt>
                <c:pt idx="326">
                  <c:v>-0.65401623268607212</c:v>
                </c:pt>
                <c:pt idx="327">
                  <c:v>-0.61159319124535305</c:v>
                </c:pt>
                <c:pt idx="328">
                  <c:v>-0.6129811137988993</c:v>
                </c:pt>
                <c:pt idx="329">
                  <c:v>-0.64584435577013644</c:v>
                </c:pt>
                <c:pt idx="330">
                  <c:v>-0.67512554998571261</c:v>
                </c:pt>
                <c:pt idx="331">
                  <c:v>-0.69866097324525356</c:v>
                </c:pt>
                <c:pt idx="332">
                  <c:v>-0.70513264896784722</c:v>
                </c:pt>
                <c:pt idx="333">
                  <c:v>-0.71248992055687332</c:v>
                </c:pt>
                <c:pt idx="334">
                  <c:v>-0.70205050780644451</c:v>
                </c:pt>
                <c:pt idx="335">
                  <c:v>-0.70647010244362662</c:v>
                </c:pt>
                <c:pt idx="336">
                  <c:v>-0.71619239557797476</c:v>
                </c:pt>
                <c:pt idx="337">
                  <c:v>-0.70506483670544684</c:v>
                </c:pt>
                <c:pt idx="338">
                  <c:v>-0.68856700569888374</c:v>
                </c:pt>
                <c:pt idx="339">
                  <c:v>-0.68614326744045473</c:v>
                </c:pt>
                <c:pt idx="340">
                  <c:v>-0.72420014207211791</c:v>
                </c:pt>
                <c:pt idx="341">
                  <c:v>-0.78632311678983424</c:v>
                </c:pt>
                <c:pt idx="342">
                  <c:v>-0.85227913503612596</c:v>
                </c:pt>
                <c:pt idx="343">
                  <c:v>-0.92434953953325549</c:v>
                </c:pt>
                <c:pt idx="344">
                  <c:v>-0.95277323481054599</c:v>
                </c:pt>
                <c:pt idx="345">
                  <c:v>-0.96800335148881944</c:v>
                </c:pt>
                <c:pt idx="346">
                  <c:v>-0.99505636488550675</c:v>
                </c:pt>
                <c:pt idx="347">
                  <c:v>-1.0620933219118021</c:v>
                </c:pt>
                <c:pt idx="348">
                  <c:v>-1.115842780037585</c:v>
                </c:pt>
                <c:pt idx="349">
                  <c:v>-1.1606450831610211</c:v>
                </c:pt>
                <c:pt idx="350">
                  <c:v>-1.261761181504192</c:v>
                </c:pt>
                <c:pt idx="351">
                  <c:v>-1.347024530924283</c:v>
                </c:pt>
                <c:pt idx="352">
                  <c:v>-1.388598718087581</c:v>
                </c:pt>
                <c:pt idx="353">
                  <c:v>-1.4038856720726931</c:v>
                </c:pt>
                <c:pt idx="354">
                  <c:v>-1.413361151685854</c:v>
                </c:pt>
                <c:pt idx="355">
                  <c:v>-1.4291406194566489</c:v>
                </c:pt>
                <c:pt idx="356">
                  <c:v>-1.427198889995128</c:v>
                </c:pt>
                <c:pt idx="357">
                  <c:v>-1.4365353866305279</c:v>
                </c:pt>
                <c:pt idx="358">
                  <c:v>-1.454078865103029</c:v>
                </c:pt>
                <c:pt idx="359">
                  <c:v>-1.434185222753189</c:v>
                </c:pt>
                <c:pt idx="360">
                  <c:v>-1.4150168835396431</c:v>
                </c:pt>
                <c:pt idx="361">
                  <c:v>-1.37830920415203</c:v>
                </c:pt>
                <c:pt idx="362">
                  <c:v>-1.333832299165896</c:v>
                </c:pt>
                <c:pt idx="363">
                  <c:v>-1.270120037827547</c:v>
                </c:pt>
                <c:pt idx="364">
                  <c:v>-1.2050710516547349</c:v>
                </c:pt>
                <c:pt idx="365">
                  <c:v>-1.1373801673110551</c:v>
                </c:pt>
                <c:pt idx="366">
                  <c:v>-1.0610403070406489</c:v>
                </c:pt>
                <c:pt idx="367">
                  <c:v>-0.97839274433552059</c:v>
                </c:pt>
                <c:pt idx="368">
                  <c:v>-0.91573202882170468</c:v>
                </c:pt>
                <c:pt idx="369">
                  <c:v>-0.84321699318390841</c:v>
                </c:pt>
                <c:pt idx="370">
                  <c:v>-0.74563748825156262</c:v>
                </c:pt>
                <c:pt idx="371">
                  <c:v>-0.64662899868704282</c:v>
                </c:pt>
                <c:pt idx="372">
                  <c:v>-0.55220005047905629</c:v>
                </c:pt>
                <c:pt idx="373">
                  <c:v>-0.47847449843738338</c:v>
                </c:pt>
                <c:pt idx="374">
                  <c:v>-0.42765581995772078</c:v>
                </c:pt>
                <c:pt idx="375">
                  <c:v>-0.36520165883336442</c:v>
                </c:pt>
                <c:pt idx="376">
                  <c:v>-0.33484784450172123</c:v>
                </c:pt>
                <c:pt idx="377">
                  <c:v>-0.29507703977445121</c:v>
                </c:pt>
                <c:pt idx="378">
                  <c:v>-0.24574112052763469</c:v>
                </c:pt>
                <c:pt idx="379">
                  <c:v>-0.21806042700003969</c:v>
                </c:pt>
                <c:pt idx="380">
                  <c:v>-0.18292044790617321</c:v>
                </c:pt>
                <c:pt idx="381">
                  <c:v>-0.1136627236330693</c:v>
                </c:pt>
                <c:pt idx="382">
                  <c:v>-5.2566512370083508E-2</c:v>
                </c:pt>
                <c:pt idx="383">
                  <c:v>9.4205891800920021E-3</c:v>
                </c:pt>
                <c:pt idx="384">
                  <c:v>5.7311072781041333E-2</c:v>
                </c:pt>
                <c:pt idx="385">
                  <c:v>7.0998847653199817E-2</c:v>
                </c:pt>
                <c:pt idx="386">
                  <c:v>9.1377987822347601E-2</c:v>
                </c:pt>
                <c:pt idx="387">
                  <c:v>9.5154514493474188E-2</c:v>
                </c:pt>
                <c:pt idx="388">
                  <c:v>0.12083443378788759</c:v>
                </c:pt>
                <c:pt idx="389">
                  <c:v>0.1292191966052651</c:v>
                </c:pt>
                <c:pt idx="390">
                  <c:v>0.1144660879661126</c:v>
                </c:pt>
                <c:pt idx="391">
                  <c:v>9.6524919924753524E-2</c:v>
                </c:pt>
                <c:pt idx="392">
                  <c:v>6.8996722565774021E-2</c:v>
                </c:pt>
                <c:pt idx="393">
                  <c:v>3.099248244180295E-2</c:v>
                </c:pt>
                <c:pt idx="394">
                  <c:v>3.3282315469429599E-2</c:v>
                </c:pt>
                <c:pt idx="395">
                  <c:v>2.8561560794186411E-2</c:v>
                </c:pt>
                <c:pt idx="396">
                  <c:v>-1.9851180313599951E-2</c:v>
                </c:pt>
                <c:pt idx="397">
                  <c:v>-7.8110376822848895E-2</c:v>
                </c:pt>
                <c:pt idx="398">
                  <c:v>-0.1160784185727573</c:v>
                </c:pt>
                <c:pt idx="399">
                  <c:v>-0.1175423346446343</c:v>
                </c:pt>
                <c:pt idx="400">
                  <c:v>-0.1083959992861042</c:v>
                </c:pt>
                <c:pt idx="401">
                  <c:v>-0.10162331961325501</c:v>
                </c:pt>
                <c:pt idx="402">
                  <c:v>-6.1090940781180679E-2</c:v>
                </c:pt>
                <c:pt idx="403">
                  <c:v>-3.7565925084815002E-2</c:v>
                </c:pt>
                <c:pt idx="404">
                  <c:v>5.5269097413845076E-3</c:v>
                </c:pt>
                <c:pt idx="405">
                  <c:v>5.2890415282668933E-2</c:v>
                </c:pt>
                <c:pt idx="406">
                  <c:v>0.13245543620231409</c:v>
                </c:pt>
                <c:pt idx="407">
                  <c:v>0.21370623272663389</c:v>
                </c:pt>
                <c:pt idx="408">
                  <c:v>0.29225592839518338</c:v>
                </c:pt>
                <c:pt idx="409">
                  <c:v>0.33684177934003828</c:v>
                </c:pt>
                <c:pt idx="410">
                  <c:v>0.35875508497377517</c:v>
                </c:pt>
                <c:pt idx="411">
                  <c:v>0.40130471829888109</c:v>
                </c:pt>
                <c:pt idx="412">
                  <c:v>0.44089136904858589</c:v>
                </c:pt>
                <c:pt idx="413">
                  <c:v>0.47941026289349009</c:v>
                </c:pt>
                <c:pt idx="414">
                  <c:v>0.46844240775431928</c:v>
                </c:pt>
                <c:pt idx="415">
                  <c:v>0.43615353855223782</c:v>
                </c:pt>
                <c:pt idx="416">
                  <c:v>0.38800121497760831</c:v>
                </c:pt>
                <c:pt idx="417">
                  <c:v>0.34956750060237712</c:v>
                </c:pt>
                <c:pt idx="418">
                  <c:v>0.30545260419367659</c:v>
                </c:pt>
                <c:pt idx="419">
                  <c:v>0.27654069385926122</c:v>
                </c:pt>
                <c:pt idx="420">
                  <c:v>0.2635837354326756</c:v>
                </c:pt>
                <c:pt idx="421">
                  <c:v>0.24202037367086901</c:v>
                </c:pt>
                <c:pt idx="422">
                  <c:v>0.2125091658145099</c:v>
                </c:pt>
                <c:pt idx="423">
                  <c:v>0.19296589352783011</c:v>
                </c:pt>
                <c:pt idx="424">
                  <c:v>0.1940729230001782</c:v>
                </c:pt>
                <c:pt idx="425">
                  <c:v>0.24006510547605681</c:v>
                </c:pt>
                <c:pt idx="426">
                  <c:v>0.29228811612718492</c:v>
                </c:pt>
                <c:pt idx="427">
                  <c:v>0.34045117212227127</c:v>
                </c:pt>
                <c:pt idx="428">
                  <c:v>0.37697393004792679</c:v>
                </c:pt>
                <c:pt idx="429">
                  <c:v>0.43428508995286219</c:v>
                </c:pt>
                <c:pt idx="430">
                  <c:v>0.50652350829607817</c:v>
                </c:pt>
                <c:pt idx="431">
                  <c:v>0.59389709846377248</c:v>
                </c:pt>
                <c:pt idx="432">
                  <c:v>0.6405721131037222</c:v>
                </c:pt>
                <c:pt idx="433">
                  <c:v>0.6945211653282628</c:v>
                </c:pt>
                <c:pt idx="434">
                  <c:v>0.72439189665569281</c:v>
                </c:pt>
                <c:pt idx="435">
                  <c:v>0.76881418703267779</c:v>
                </c:pt>
                <c:pt idx="436">
                  <c:v>0.81010658303987559</c:v>
                </c:pt>
                <c:pt idx="437">
                  <c:v>0.85449836551104696</c:v>
                </c:pt>
                <c:pt idx="438">
                  <c:v>0.9038106246367581</c:v>
                </c:pt>
                <c:pt idx="439">
                  <c:v>0.94249831827725949</c:v>
                </c:pt>
                <c:pt idx="440">
                  <c:v>0.97582356970141271</c:v>
                </c:pt>
                <c:pt idx="441">
                  <c:v>0.99930577928428643</c:v>
                </c:pt>
                <c:pt idx="442">
                  <c:v>1.023319677599996</c:v>
                </c:pt>
                <c:pt idx="443">
                  <c:v>1.050409644368749</c:v>
                </c:pt>
                <c:pt idx="444">
                  <c:v>1.0731124743375571</c:v>
                </c:pt>
                <c:pt idx="445">
                  <c:v>1.103051167503476</c:v>
                </c:pt>
                <c:pt idx="446">
                  <c:v>1.135292080964871</c:v>
                </c:pt>
                <c:pt idx="447">
                  <c:v>1.187649493747861</c:v>
                </c:pt>
                <c:pt idx="448">
                  <c:v>1.2568168538162821</c:v>
                </c:pt>
                <c:pt idx="449">
                  <c:v>1.3341327541117021</c:v>
                </c:pt>
                <c:pt idx="450">
                  <c:v>1.3834940294643949</c:v>
                </c:pt>
                <c:pt idx="451">
                  <c:v>1.4187679528747921</c:v>
                </c:pt>
                <c:pt idx="452">
                  <c:v>1.4506601213695529</c:v>
                </c:pt>
                <c:pt idx="453">
                  <c:v>1.4696594833626511</c:v>
                </c:pt>
                <c:pt idx="454">
                  <c:v>1.4831707066873561</c:v>
                </c:pt>
                <c:pt idx="455">
                  <c:v>1.473635334903157</c:v>
                </c:pt>
                <c:pt idx="456">
                  <c:v>1.448889917543043</c:v>
                </c:pt>
                <c:pt idx="457">
                  <c:v>1.4206203020832771</c:v>
                </c:pt>
                <c:pt idx="458">
                  <c:v>1.391034041661493</c:v>
                </c:pt>
                <c:pt idx="459">
                  <c:v>1.374246514152685</c:v>
                </c:pt>
                <c:pt idx="460">
                  <c:v>1.351703456250694</c:v>
                </c:pt>
                <c:pt idx="461">
                  <c:v>1.316817193399104</c:v>
                </c:pt>
                <c:pt idx="462">
                  <c:v>1.2892768167875299</c:v>
                </c:pt>
                <c:pt idx="463">
                  <c:v>1.248122224289633</c:v>
                </c:pt>
                <c:pt idx="464">
                  <c:v>1.200816680114402</c:v>
                </c:pt>
                <c:pt idx="465">
                  <c:v>1.134882196673888</c:v>
                </c:pt>
                <c:pt idx="466">
                  <c:v>1.070617478181062</c:v>
                </c:pt>
                <c:pt idx="467">
                  <c:v>1.019569218729492</c:v>
                </c:pt>
                <c:pt idx="468">
                  <c:v>0.94460402625298134</c:v>
                </c:pt>
                <c:pt idx="469">
                  <c:v>0.88351287602380024</c:v>
                </c:pt>
                <c:pt idx="470">
                  <c:v>0.82842192872531539</c:v>
                </c:pt>
                <c:pt idx="471">
                  <c:v>0.79653569362250309</c:v>
                </c:pt>
                <c:pt idx="472">
                  <c:v>0.77294917799659268</c:v>
                </c:pt>
                <c:pt idx="473">
                  <c:v>0.74079167925068279</c:v>
                </c:pt>
                <c:pt idx="474">
                  <c:v>0.72326069889927314</c:v>
                </c:pt>
                <c:pt idx="475">
                  <c:v>0.70874021838784917</c:v>
                </c:pt>
                <c:pt idx="476">
                  <c:v>0.69440540585796207</c:v>
                </c:pt>
                <c:pt idx="477">
                  <c:v>0.66102721496892525</c:v>
                </c:pt>
                <c:pt idx="478">
                  <c:v>0.61410587622778079</c:v>
                </c:pt>
                <c:pt idx="479">
                  <c:v>0.56459344643646114</c:v>
                </c:pt>
                <c:pt idx="480">
                  <c:v>0.52427061265676522</c:v>
                </c:pt>
                <c:pt idx="481">
                  <c:v>0.49033249588651678</c:v>
                </c:pt>
                <c:pt idx="482">
                  <c:v>0.45072801300143289</c:v>
                </c:pt>
                <c:pt idx="483">
                  <c:v>0.42330788974295408</c:v>
                </c:pt>
                <c:pt idx="484">
                  <c:v>0.38960131680441429</c:v>
                </c:pt>
                <c:pt idx="485">
                  <c:v>0.3384605948701917</c:v>
                </c:pt>
                <c:pt idx="486">
                  <c:v>0.27453208558940712</c:v>
                </c:pt>
                <c:pt idx="487">
                  <c:v>0.20927327217395739</c:v>
                </c:pt>
                <c:pt idx="488">
                  <c:v>0.16521606361365179</c:v>
                </c:pt>
                <c:pt idx="489">
                  <c:v>9.6339791603435254E-2</c:v>
                </c:pt>
                <c:pt idx="490">
                  <c:v>2.832859510767631E-2</c:v>
                </c:pt>
                <c:pt idx="491">
                  <c:v>-4.1080905701038173E-2</c:v>
                </c:pt>
                <c:pt idx="492">
                  <c:v>-9.777234072625908E-2</c:v>
                </c:pt>
                <c:pt idx="493">
                  <c:v>-0.12850253635215819</c:v>
                </c:pt>
                <c:pt idx="494">
                  <c:v>-0.16794067387332479</c:v>
                </c:pt>
                <c:pt idx="495">
                  <c:v>-0.1917596881296687</c:v>
                </c:pt>
                <c:pt idx="496">
                  <c:v>-0.20881381144421299</c:v>
                </c:pt>
                <c:pt idx="497">
                  <c:v>-0.23212416992235599</c:v>
                </c:pt>
                <c:pt idx="498">
                  <c:v>-0.2444913330597068</c:v>
                </c:pt>
                <c:pt idx="499">
                  <c:v>-0.24828867134505919</c:v>
                </c:pt>
                <c:pt idx="500">
                  <c:v>-0.2382361720720623</c:v>
                </c:pt>
                <c:pt idx="501">
                  <c:v>-0.23832291879432499</c:v>
                </c:pt>
                <c:pt idx="502">
                  <c:v>-0.22818960522874099</c:v>
                </c:pt>
                <c:pt idx="503">
                  <c:v>-0.2434898789584562</c:v>
                </c:pt>
                <c:pt idx="504">
                  <c:v>-0.25220954612954988</c:v>
                </c:pt>
                <c:pt idx="505">
                  <c:v>-0.270096690643781</c:v>
                </c:pt>
                <c:pt idx="506">
                  <c:v>-0.26357172271260099</c:v>
                </c:pt>
                <c:pt idx="507">
                  <c:v>-0.27699097151275959</c:v>
                </c:pt>
                <c:pt idx="508">
                  <c:v>-0.29775875941423252</c:v>
                </c:pt>
                <c:pt idx="509">
                  <c:v>-0.3041926608015722</c:v>
                </c:pt>
                <c:pt idx="510">
                  <c:v>-0.28967519347229692</c:v>
                </c:pt>
                <c:pt idx="511">
                  <c:v>-0.27431677765195828</c:v>
                </c:pt>
                <c:pt idx="512">
                  <c:v>-0.25420066334239599</c:v>
                </c:pt>
                <c:pt idx="513">
                  <c:v>-0.22772437453084621</c:v>
                </c:pt>
                <c:pt idx="514">
                  <c:v>-0.19211104511244759</c:v>
                </c:pt>
                <c:pt idx="515">
                  <c:v>-0.14033142686019509</c:v>
                </c:pt>
                <c:pt idx="516">
                  <c:v>-8.2163082835150933E-2</c:v>
                </c:pt>
                <c:pt idx="517">
                  <c:v>-5.1091839905757927E-2</c:v>
                </c:pt>
                <c:pt idx="518">
                  <c:v>-1.203383499145114E-2</c:v>
                </c:pt>
                <c:pt idx="519">
                  <c:v>4.2966996136104892E-2</c:v>
                </c:pt>
                <c:pt idx="520">
                  <c:v>0.1109699236315935</c:v>
                </c:pt>
                <c:pt idx="521">
                  <c:v>0.1582282069814589</c:v>
                </c:pt>
                <c:pt idx="522">
                  <c:v>0.21403707522099849</c:v>
                </c:pt>
                <c:pt idx="523">
                  <c:v>0.27139908790758172</c:v>
                </c:pt>
                <c:pt idx="524">
                  <c:v>0.34026068950607369</c:v>
                </c:pt>
                <c:pt idx="525">
                  <c:v>0.38186835444759709</c:v>
                </c:pt>
                <c:pt idx="526">
                  <c:v>0.43352169147556707</c:v>
                </c:pt>
                <c:pt idx="527">
                  <c:v>0.49191434571446963</c:v>
                </c:pt>
                <c:pt idx="528">
                  <c:v>0.54715729602099572</c:v>
                </c:pt>
                <c:pt idx="529">
                  <c:v>0.57818436983189547</c:v>
                </c:pt>
                <c:pt idx="530">
                  <c:v>0.59923896442445135</c:v>
                </c:pt>
                <c:pt idx="531">
                  <c:v>0.60856378905436148</c:v>
                </c:pt>
                <c:pt idx="532">
                  <c:v>0.64293619687336478</c:v>
                </c:pt>
                <c:pt idx="533">
                  <c:v>0.67114921908910508</c:v>
                </c:pt>
                <c:pt idx="534">
                  <c:v>0.67277906500535611</c:v>
                </c:pt>
                <c:pt idx="535">
                  <c:v>0.67434521867241948</c:v>
                </c:pt>
                <c:pt idx="536">
                  <c:v>0.68647861724492887</c:v>
                </c:pt>
                <c:pt idx="537">
                  <c:v>0.69814992317181834</c:v>
                </c:pt>
                <c:pt idx="538">
                  <c:v>0.69766041553201574</c:v>
                </c:pt>
                <c:pt idx="539">
                  <c:v>0.67284994203872184</c:v>
                </c:pt>
                <c:pt idx="540">
                  <c:v>0.65016364359917644</c:v>
                </c:pt>
                <c:pt idx="541">
                  <c:v>0.60464431453618006</c:v>
                </c:pt>
                <c:pt idx="542">
                  <c:v>0.53013876187764208</c:v>
                </c:pt>
                <c:pt idx="543">
                  <c:v>0.45076941649022578</c:v>
                </c:pt>
                <c:pt idx="544">
                  <c:v>0.37250449424333171</c:v>
                </c:pt>
                <c:pt idx="545">
                  <c:v>0.27632945798749547</c:v>
                </c:pt>
                <c:pt idx="546">
                  <c:v>0.20061102879862899</c:v>
                </c:pt>
                <c:pt idx="547">
                  <c:v>0.1158505588588483</c:v>
                </c:pt>
                <c:pt idx="548">
                  <c:v>5.0805940977647852E-2</c:v>
                </c:pt>
                <c:pt idx="549">
                  <c:v>-2.4011395976641218E-3</c:v>
                </c:pt>
                <c:pt idx="550">
                  <c:v>-5.5884955720887773E-2</c:v>
                </c:pt>
                <c:pt idx="551">
                  <c:v>-0.10258544141026051</c:v>
                </c:pt>
                <c:pt idx="552">
                  <c:v>-0.14852007619148089</c:v>
                </c:pt>
                <c:pt idx="553">
                  <c:v>-0.1835623541625552</c:v>
                </c:pt>
                <c:pt idx="554">
                  <c:v>-0.18958311111494719</c:v>
                </c:pt>
                <c:pt idx="555">
                  <c:v>-0.19018380878239691</c:v>
                </c:pt>
                <c:pt idx="556">
                  <c:v>-0.17029703842226851</c:v>
                </c:pt>
                <c:pt idx="557">
                  <c:v>-0.1332199830134855</c:v>
                </c:pt>
                <c:pt idx="558">
                  <c:v>-0.1018482644649909</c:v>
                </c:pt>
                <c:pt idx="559">
                  <c:v>-6.6406762927136778E-2</c:v>
                </c:pt>
                <c:pt idx="560">
                  <c:v>-1.902355949386481E-3</c:v>
                </c:pt>
                <c:pt idx="561">
                  <c:v>5.0003137359353987E-2</c:v>
                </c:pt>
                <c:pt idx="562">
                  <c:v>9.8893986416114729E-2</c:v>
                </c:pt>
                <c:pt idx="563">
                  <c:v>0.14864534281735811</c:v>
                </c:pt>
                <c:pt idx="564">
                  <c:v>0.1897442937764203</c:v>
                </c:pt>
                <c:pt idx="565">
                  <c:v>0.22793838389458651</c:v>
                </c:pt>
                <c:pt idx="566">
                  <c:v>0.26928677365092279</c:v>
                </c:pt>
                <c:pt idx="567">
                  <c:v>0.32846506299837752</c:v>
                </c:pt>
                <c:pt idx="568">
                  <c:v>0.38233253837730019</c:v>
                </c:pt>
                <c:pt idx="569">
                  <c:v>0.41992813262992612</c:v>
                </c:pt>
                <c:pt idx="570">
                  <c:v>0.45620665452420628</c:v>
                </c:pt>
                <c:pt idx="571">
                  <c:v>0.47902480368363898</c:v>
                </c:pt>
                <c:pt idx="572">
                  <c:v>0.5026516888474718</c:v>
                </c:pt>
                <c:pt idx="573">
                  <c:v>0.51901988762977802</c:v>
                </c:pt>
                <c:pt idx="574">
                  <c:v>0.52939320962922998</c:v>
                </c:pt>
                <c:pt idx="575">
                  <c:v>0.53364991098013725</c:v>
                </c:pt>
                <c:pt idx="576">
                  <c:v>0.54803566378622148</c:v>
                </c:pt>
                <c:pt idx="577">
                  <c:v>0.57860975519894675</c:v>
                </c:pt>
                <c:pt idx="578">
                  <c:v>0.59690673288304297</c:v>
                </c:pt>
                <c:pt idx="579">
                  <c:v>0.62811695898285025</c:v>
                </c:pt>
                <c:pt idx="580">
                  <c:v>0.64969672355543773</c:v>
                </c:pt>
                <c:pt idx="581">
                  <c:v>0.67368901652935331</c:v>
                </c:pt>
                <c:pt idx="582">
                  <c:v>0.68688558264812183</c:v>
                </c:pt>
                <c:pt idx="583">
                  <c:v>0.71204850788225971</c:v>
                </c:pt>
                <c:pt idx="584">
                  <c:v>0.70280432992633712</c:v>
                </c:pt>
                <c:pt idx="585">
                  <c:v>0.69278293452042139</c:v>
                </c:pt>
                <c:pt idx="586">
                  <c:v>0.67227823867715963</c:v>
                </c:pt>
                <c:pt idx="587">
                  <c:v>0.65373054330021863</c:v>
                </c:pt>
                <c:pt idx="588">
                  <c:v>0.63373238574478596</c:v>
                </c:pt>
                <c:pt idx="589">
                  <c:v>0.62893682179338162</c:v>
                </c:pt>
                <c:pt idx="590">
                  <c:v>0.62290988835689609</c:v>
                </c:pt>
                <c:pt idx="591">
                  <c:v>0.59897833203400297</c:v>
                </c:pt>
                <c:pt idx="592">
                  <c:v>0.54825962958108465</c:v>
                </c:pt>
                <c:pt idx="593">
                  <c:v>0.50421163250156031</c:v>
                </c:pt>
                <c:pt idx="594">
                  <c:v>0.45884466498691301</c:v>
                </c:pt>
                <c:pt idx="595">
                  <c:v>0.41105503448335051</c:v>
                </c:pt>
                <c:pt idx="596">
                  <c:v>0.36577297394344649</c:v>
                </c:pt>
                <c:pt idx="597">
                  <c:v>0.26010183507116469</c:v>
                </c:pt>
                <c:pt idx="598">
                  <c:v>0.23462259493513191</c:v>
                </c:pt>
                <c:pt idx="599">
                  <c:v>0.21139690618851811</c:v>
                </c:pt>
                <c:pt idx="600">
                  <c:v>0.16992212310505289</c:v>
                </c:pt>
                <c:pt idx="601">
                  <c:v>0.14697433373435759</c:v>
                </c:pt>
                <c:pt idx="602">
                  <c:v>0.13155052667599729</c:v>
                </c:pt>
                <c:pt idx="603">
                  <c:v>0.1089710598180248</c:v>
                </c:pt>
                <c:pt idx="604">
                  <c:v>0.10344149533003059</c:v>
                </c:pt>
                <c:pt idx="605">
                  <c:v>0.1128584605854223</c:v>
                </c:pt>
                <c:pt idx="606">
                  <c:v>0.1212306573110673</c:v>
                </c:pt>
                <c:pt idx="607">
                  <c:v>0.12411905829329981</c:v>
                </c:pt>
                <c:pt idx="608">
                  <c:v>0.1475818679727646</c:v>
                </c:pt>
                <c:pt idx="609">
                  <c:v>0.15252620985427209</c:v>
                </c:pt>
                <c:pt idx="610">
                  <c:v>0.15411763067141679</c:v>
                </c:pt>
                <c:pt idx="611">
                  <c:v>0.1449611437719773</c:v>
                </c:pt>
                <c:pt idx="612">
                  <c:v>0.1556620261776458</c:v>
                </c:pt>
                <c:pt idx="613">
                  <c:v>0.188145883040537</c:v>
                </c:pt>
                <c:pt idx="614">
                  <c:v>0.2488534133382457</c:v>
                </c:pt>
                <c:pt idx="615">
                  <c:v>0.34365376991040669</c:v>
                </c:pt>
                <c:pt idx="616">
                  <c:v>0.44657377370736528</c:v>
                </c:pt>
                <c:pt idx="617">
                  <c:v>0.54678724841776405</c:v>
                </c:pt>
                <c:pt idx="618">
                  <c:v>0.66276030799775143</c:v>
                </c:pt>
                <c:pt idx="619">
                  <c:v>0.76064019002667627</c:v>
                </c:pt>
                <c:pt idx="620">
                  <c:v>0.8514557459231038</c:v>
                </c:pt>
                <c:pt idx="621">
                  <c:v>0.93747712170142061</c:v>
                </c:pt>
                <c:pt idx="622">
                  <c:v>1.038618209541222</c:v>
                </c:pt>
                <c:pt idx="623">
                  <c:v>1.104624796492615</c:v>
                </c:pt>
                <c:pt idx="624">
                  <c:v>1.169804748965068</c:v>
                </c:pt>
                <c:pt idx="625">
                  <c:v>1.241013400980393</c:v>
                </c:pt>
                <c:pt idx="626">
                  <c:v>1.326419224235166</c:v>
                </c:pt>
                <c:pt idx="627">
                  <c:v>1.4000717892463179</c:v>
                </c:pt>
                <c:pt idx="628">
                  <c:v>1.461892227211961</c:v>
                </c:pt>
                <c:pt idx="629">
                  <c:v>1.480942039712843</c:v>
                </c:pt>
                <c:pt idx="630">
                  <c:v>1.47663842624839</c:v>
                </c:pt>
                <c:pt idx="631">
                  <c:v>1.4646076527708849</c:v>
                </c:pt>
                <c:pt idx="632">
                  <c:v>1.45237378254197</c:v>
                </c:pt>
                <c:pt idx="633">
                  <c:v>1.4361825073434531</c:v>
                </c:pt>
                <c:pt idx="634">
                  <c:v>1.4242757405416611</c:v>
                </c:pt>
                <c:pt idx="635">
                  <c:v>1.4297547317199351</c:v>
                </c:pt>
                <c:pt idx="636">
                  <c:v>1.4221325668932741</c:v>
                </c:pt>
                <c:pt idx="637">
                  <c:v>1.399603104437789</c:v>
                </c:pt>
                <c:pt idx="638">
                  <c:v>1.37958777315217</c:v>
                </c:pt>
                <c:pt idx="639">
                  <c:v>1.350281776175172</c:v>
                </c:pt>
                <c:pt idx="640">
                  <c:v>1.2958557191819899</c:v>
                </c:pt>
                <c:pt idx="641">
                  <c:v>1.2399508093434479</c:v>
                </c:pt>
                <c:pt idx="642">
                  <c:v>1.1669567266323571</c:v>
                </c:pt>
                <c:pt idx="643">
                  <c:v>1.065514262967677</c:v>
                </c:pt>
                <c:pt idx="644">
                  <c:v>0.98501634819480222</c:v>
                </c:pt>
                <c:pt idx="645">
                  <c:v>0.92150012480978949</c:v>
                </c:pt>
                <c:pt idx="646">
                  <c:v>0.84995800018716705</c:v>
                </c:pt>
                <c:pt idx="647">
                  <c:v>0.74244272556925595</c:v>
                </c:pt>
                <c:pt idx="648">
                  <c:v>0.61532936506022418</c:v>
                </c:pt>
                <c:pt idx="649">
                  <c:v>0.50861572600142757</c:v>
                </c:pt>
                <c:pt idx="650">
                  <c:v>0.39002226787505212</c:v>
                </c:pt>
                <c:pt idx="651">
                  <c:v>0.27134145368675711</c:v>
                </c:pt>
                <c:pt idx="652">
                  <c:v>0.1632915639086524</c:v>
                </c:pt>
                <c:pt idx="653">
                  <c:v>5.2325835016530653E-2</c:v>
                </c:pt>
                <c:pt idx="654">
                  <c:v>-1.554499768615266E-2</c:v>
                </c:pt>
                <c:pt idx="655">
                  <c:v>-6.0674967271980247E-2</c:v>
                </c:pt>
                <c:pt idx="656">
                  <c:v>-9.1581179567153004E-2</c:v>
                </c:pt>
                <c:pt idx="657">
                  <c:v>-0.12581252571100909</c:v>
                </c:pt>
                <c:pt idx="658">
                  <c:v>-0.1658600396554635</c:v>
                </c:pt>
                <c:pt idx="659">
                  <c:v>-0.20858055435946041</c:v>
                </c:pt>
                <c:pt idx="660">
                  <c:v>-0.23285049717977649</c:v>
                </c:pt>
                <c:pt idx="661">
                  <c:v>-0.2413648458589335</c:v>
                </c:pt>
                <c:pt idx="662">
                  <c:v>-0.2322826173531832</c:v>
                </c:pt>
                <c:pt idx="663">
                  <c:v>-0.21598857234839791</c:v>
                </c:pt>
                <c:pt idx="664">
                  <c:v>-0.21952786001402691</c:v>
                </c:pt>
                <c:pt idx="665">
                  <c:v>-0.20480827340503019</c:v>
                </c:pt>
                <c:pt idx="666">
                  <c:v>-0.15085555923460561</c:v>
                </c:pt>
                <c:pt idx="667">
                  <c:v>-9.6406594946765858E-2</c:v>
                </c:pt>
                <c:pt idx="668">
                  <c:v>-1.797710342616083E-2</c:v>
                </c:pt>
                <c:pt idx="669">
                  <c:v>3.384179576270023E-2</c:v>
                </c:pt>
                <c:pt idx="670">
                  <c:v>8.6430887190744848E-2</c:v>
                </c:pt>
                <c:pt idx="671">
                  <c:v>9.7598349643880603E-2</c:v>
                </c:pt>
                <c:pt idx="672">
                  <c:v>0.13265839314247721</c:v>
                </c:pt>
                <c:pt idx="673">
                  <c:v>0.1906863887655133</c:v>
                </c:pt>
                <c:pt idx="674">
                  <c:v>0.22818949021309951</c:v>
                </c:pt>
                <c:pt idx="675">
                  <c:v>0.21536644118875431</c:v>
                </c:pt>
                <c:pt idx="676">
                  <c:v>0.19008090566667429</c:v>
                </c:pt>
                <c:pt idx="677">
                  <c:v>0.14855479666648461</c:v>
                </c:pt>
                <c:pt idx="678">
                  <c:v>0.10794885723098829</c:v>
                </c:pt>
                <c:pt idx="679">
                  <c:v>6.1190667853506478E-2</c:v>
                </c:pt>
                <c:pt idx="680">
                  <c:v>1.736707024308522E-2</c:v>
                </c:pt>
                <c:pt idx="681">
                  <c:v>-5.4526103824353599E-2</c:v>
                </c:pt>
                <c:pt idx="682">
                  <c:v>-0.1245442854282667</c:v>
                </c:pt>
                <c:pt idx="683">
                  <c:v>-0.18208478172589451</c:v>
                </c:pt>
                <c:pt idx="684">
                  <c:v>-0.26138246860328912</c:v>
                </c:pt>
                <c:pt idx="685">
                  <c:v>-0.34442591548120582</c:v>
                </c:pt>
                <c:pt idx="686">
                  <c:v>-0.42483414220362348</c:v>
                </c:pt>
                <c:pt idx="687">
                  <c:v>-0.51994806425125029</c:v>
                </c:pt>
                <c:pt idx="688">
                  <c:v>-0.6447872270605095</c:v>
                </c:pt>
                <c:pt idx="689">
                  <c:v>-0.74023208548523844</c:v>
                </c:pt>
                <c:pt idx="690">
                  <c:v>-0.83947979365804537</c:v>
                </c:pt>
                <c:pt idx="691">
                  <c:v>-0.9426660424739447</c:v>
                </c:pt>
                <c:pt idx="692">
                  <c:v>-1.045889477830781</c:v>
                </c:pt>
                <c:pt idx="693">
                  <c:v>-1.1063012229952061</c:v>
                </c:pt>
                <c:pt idx="694">
                  <c:v>-1.1467226579712391</c:v>
                </c:pt>
                <c:pt idx="695">
                  <c:v>-1.2215597995775109</c:v>
                </c:pt>
                <c:pt idx="696">
                  <c:v>-1.278030578412455</c:v>
                </c:pt>
                <c:pt idx="697">
                  <c:v>-1.3529309414980231</c:v>
                </c:pt>
                <c:pt idx="698">
                  <c:v>-1.4413466321921671</c:v>
                </c:pt>
                <c:pt idx="699">
                  <c:v>-1.515309207737461</c:v>
                </c:pt>
                <c:pt idx="700">
                  <c:v>-1.5928395774187221</c:v>
                </c:pt>
                <c:pt idx="701">
                  <c:v>-1.665207488551264</c:v>
                </c:pt>
                <c:pt idx="702">
                  <c:v>-1.7025912610485809</c:v>
                </c:pt>
                <c:pt idx="703">
                  <c:v>-1.7368715747373391</c:v>
                </c:pt>
                <c:pt idx="704">
                  <c:v>-1.787684115073543</c:v>
                </c:pt>
                <c:pt idx="705">
                  <c:v>-1.8136094789630941</c:v>
                </c:pt>
                <c:pt idx="706">
                  <c:v>-1.812602207706782</c:v>
                </c:pt>
                <c:pt idx="707">
                  <c:v>-1.798778583384407</c:v>
                </c:pt>
                <c:pt idx="708">
                  <c:v>-1.798643231291928</c:v>
                </c:pt>
                <c:pt idx="709">
                  <c:v>-1.8019906781275079</c:v>
                </c:pt>
                <c:pt idx="710">
                  <c:v>-1.791737679030829</c:v>
                </c:pt>
                <c:pt idx="711">
                  <c:v>-1.802442986689422</c:v>
                </c:pt>
                <c:pt idx="712">
                  <c:v>-1.8075874510511269</c:v>
                </c:pt>
                <c:pt idx="713">
                  <c:v>-1.80655150930442</c:v>
                </c:pt>
                <c:pt idx="714">
                  <c:v>-1.795567696799466</c:v>
                </c:pt>
                <c:pt idx="715">
                  <c:v>-1.762711496925311</c:v>
                </c:pt>
                <c:pt idx="716">
                  <c:v>-1.7143408466890679</c:v>
                </c:pt>
                <c:pt idx="717">
                  <c:v>-1.687921251838739</c:v>
                </c:pt>
                <c:pt idx="718">
                  <c:v>-1.628841827371142</c:v>
                </c:pt>
                <c:pt idx="719">
                  <c:v>-1.550224460701392</c:v>
                </c:pt>
                <c:pt idx="720">
                  <c:v>-1.472013523062268</c:v>
                </c:pt>
                <c:pt idx="721">
                  <c:v>-1.4230632118470661</c:v>
                </c:pt>
                <c:pt idx="722">
                  <c:v>-1.3688309945251631</c:v>
                </c:pt>
                <c:pt idx="723">
                  <c:v>-1.326173870133692</c:v>
                </c:pt>
                <c:pt idx="724">
                  <c:v>-1.26894027021319</c:v>
                </c:pt>
                <c:pt idx="725">
                  <c:v>-1.2266828126296681</c:v>
                </c:pt>
                <c:pt idx="726">
                  <c:v>-1.186373348658069</c:v>
                </c:pt>
                <c:pt idx="727">
                  <c:v>-1.1531816456085151</c:v>
                </c:pt>
                <c:pt idx="728">
                  <c:v>-1.106580098552467</c:v>
                </c:pt>
                <c:pt idx="729">
                  <c:v>-1.039524015470306</c:v>
                </c:pt>
                <c:pt idx="730">
                  <c:v>-0.99895370133024075</c:v>
                </c:pt>
                <c:pt idx="731">
                  <c:v>-0.9575311683307991</c:v>
                </c:pt>
                <c:pt idx="732">
                  <c:v>-0.92508959253641476</c:v>
                </c:pt>
                <c:pt idx="733">
                  <c:v>-0.91116529853146455</c:v>
                </c:pt>
                <c:pt idx="734">
                  <c:v>-0.91609326217020681</c:v>
                </c:pt>
                <c:pt idx="735">
                  <c:v>-0.92812161191661391</c:v>
                </c:pt>
                <c:pt idx="736">
                  <c:v>-0.92928050707615373</c:v>
                </c:pt>
                <c:pt idx="737">
                  <c:v>-0.90626476334729034</c:v>
                </c:pt>
                <c:pt idx="738">
                  <c:v>-0.90620036047381924</c:v>
                </c:pt>
                <c:pt idx="739">
                  <c:v>-0.93628915403822532</c:v>
                </c:pt>
                <c:pt idx="740">
                  <c:v>-0.93356242545491464</c:v>
                </c:pt>
                <c:pt idx="741">
                  <c:v>-0.91509541120581983</c:v>
                </c:pt>
                <c:pt idx="742">
                  <c:v>-0.90046172011246495</c:v>
                </c:pt>
                <c:pt idx="743">
                  <c:v>-0.88848682744189444</c:v>
                </c:pt>
                <c:pt idx="744">
                  <c:v>-0.89618773313377253</c:v>
                </c:pt>
                <c:pt idx="745">
                  <c:v>-0.88957083448488528</c:v>
                </c:pt>
                <c:pt idx="746">
                  <c:v>-0.88951106643650746</c:v>
                </c:pt>
                <c:pt idx="747">
                  <c:v>-0.8831357485168928</c:v>
                </c:pt>
                <c:pt idx="748">
                  <c:v>-0.8840639391349453</c:v>
                </c:pt>
                <c:pt idx="749">
                  <c:v>-0.89518582648177081</c:v>
                </c:pt>
                <c:pt idx="750">
                  <c:v>-0.90799281668547926</c:v>
                </c:pt>
                <c:pt idx="751">
                  <c:v>-0.94292891359182995</c:v>
                </c:pt>
                <c:pt idx="752">
                  <c:v>-1.002534769245601</c:v>
                </c:pt>
                <c:pt idx="753">
                  <c:v>-1.049247957830681</c:v>
                </c:pt>
                <c:pt idx="754">
                  <c:v>-1.083235203048833</c:v>
                </c:pt>
                <c:pt idx="755">
                  <c:v>-1.142836418293065</c:v>
                </c:pt>
                <c:pt idx="756">
                  <c:v>-1.2142887040964161</c:v>
                </c:pt>
                <c:pt idx="757">
                  <c:v>-1.255477931307234</c:v>
                </c:pt>
                <c:pt idx="758">
                  <c:v>-1.315393451687191</c:v>
                </c:pt>
                <c:pt idx="759">
                  <c:v>-1.3628342879235551</c:v>
                </c:pt>
                <c:pt idx="760">
                  <c:v>-1.4022382980557211</c:v>
                </c:pt>
                <c:pt idx="761">
                  <c:v>-1.4231911086907041</c:v>
                </c:pt>
                <c:pt idx="762">
                  <c:v>-1.442867514126233</c:v>
                </c:pt>
                <c:pt idx="763">
                  <c:v>-1.4440759031645221</c:v>
                </c:pt>
                <c:pt idx="764">
                  <c:v>-1.429152652546454</c:v>
                </c:pt>
                <c:pt idx="765">
                  <c:v>-1.3920368412146391</c:v>
                </c:pt>
                <c:pt idx="766">
                  <c:v>-1.3242636743112901</c:v>
                </c:pt>
                <c:pt idx="767">
                  <c:v>-1.232524241935347</c:v>
                </c:pt>
                <c:pt idx="768">
                  <c:v>-1.1386216435911249</c:v>
                </c:pt>
                <c:pt idx="769">
                  <c:v>-1.0397254071492401</c:v>
                </c:pt>
                <c:pt idx="770">
                  <c:v>-0.92692041544145309</c:v>
                </c:pt>
                <c:pt idx="771">
                  <c:v>-0.8244760941073318</c:v>
                </c:pt>
                <c:pt idx="772">
                  <c:v>-0.72206310012650243</c:v>
                </c:pt>
                <c:pt idx="773">
                  <c:v>-0.63190790412596098</c:v>
                </c:pt>
                <c:pt idx="774">
                  <c:v>-0.573971255481591</c:v>
                </c:pt>
                <c:pt idx="775">
                  <c:v>-0.51642626034834282</c:v>
                </c:pt>
                <c:pt idx="776">
                  <c:v>-0.47515524646806251</c:v>
                </c:pt>
                <c:pt idx="777">
                  <c:v>-0.43974629239587121</c:v>
                </c:pt>
                <c:pt idx="778">
                  <c:v>-0.40421024283651991</c:v>
                </c:pt>
                <c:pt idx="779">
                  <c:v>-0.3572496670508199</c:v>
                </c:pt>
                <c:pt idx="780">
                  <c:v>-0.31231097593664159</c:v>
                </c:pt>
                <c:pt idx="781">
                  <c:v>-0.28305870865302729</c:v>
                </c:pt>
                <c:pt idx="782">
                  <c:v>-0.28064066794673642</c:v>
                </c:pt>
                <c:pt idx="783">
                  <c:v>-0.27899162008336142</c:v>
                </c:pt>
                <c:pt idx="784">
                  <c:v>-0.28643768008245502</c:v>
                </c:pt>
                <c:pt idx="785">
                  <c:v>-0.29206976137511731</c:v>
                </c:pt>
                <c:pt idx="786">
                  <c:v>-0.26726941510503088</c:v>
                </c:pt>
                <c:pt idx="787">
                  <c:v>-0.2470383838649447</c:v>
                </c:pt>
                <c:pt idx="788">
                  <c:v>-0.1917814715553802</c:v>
                </c:pt>
                <c:pt idx="789">
                  <c:v>-9.1261615712136701E-2</c:v>
                </c:pt>
                <c:pt idx="790">
                  <c:v>3.4444690940128361E-3</c:v>
                </c:pt>
                <c:pt idx="791">
                  <c:v>9.5085458093585623E-2</c:v>
                </c:pt>
                <c:pt idx="792">
                  <c:v>0.19956332988558451</c:v>
                </c:pt>
                <c:pt idx="793">
                  <c:v>0.31915011066847948</c:v>
                </c:pt>
                <c:pt idx="794">
                  <c:v>0.40761491118778292</c:v>
                </c:pt>
                <c:pt idx="795">
                  <c:v>0.47587906728262003</c:v>
                </c:pt>
                <c:pt idx="796">
                  <c:v>0.53453755461232688</c:v>
                </c:pt>
                <c:pt idx="797">
                  <c:v>0.60165565215538164</c:v>
                </c:pt>
                <c:pt idx="798">
                  <c:v>0.67258601530961726</c:v>
                </c:pt>
                <c:pt idx="799">
                  <c:v>0.76387985643694301</c:v>
                </c:pt>
                <c:pt idx="800">
                  <c:v>0.83152732931060547</c:v>
                </c:pt>
                <c:pt idx="801">
                  <c:v>0.86853750591820011</c:v>
                </c:pt>
                <c:pt idx="802">
                  <c:v>0.90340915388179477</c:v>
                </c:pt>
                <c:pt idx="803">
                  <c:v>0.85130556315534389</c:v>
                </c:pt>
                <c:pt idx="804">
                  <c:v>0.76647915064055649</c:v>
                </c:pt>
              </c:numCache>
            </c:numRef>
          </c:val>
          <c:smooth val="0"/>
          <c:extLst>
            <c:ext xmlns:c16="http://schemas.microsoft.com/office/drawing/2014/chart" uri="{C3380CC4-5D6E-409C-BE32-E72D297353CC}">
              <c16:uniqueId val="{00000001-B3F9-42F0-961A-C5E37E38A9B9}"/>
            </c:ext>
          </c:extLst>
        </c:ser>
        <c:dLbls>
          <c:showLegendKey val="0"/>
          <c:showVal val="0"/>
          <c:showCatName val="0"/>
          <c:showSerName val="0"/>
          <c:showPercent val="0"/>
          <c:showBubbleSize val="0"/>
        </c:dLbls>
        <c:marker val="1"/>
        <c:smooth val="0"/>
        <c:axId val="338703552"/>
        <c:axId val="338698752"/>
      </c:lineChart>
      <c:lineChart>
        <c:grouping val="standard"/>
        <c:varyColors val="0"/>
        <c:ser>
          <c:idx val="1"/>
          <c:order val="1"/>
          <c:tx>
            <c:v>Ibovespa</c:v>
          </c:tx>
          <c:spPr>
            <a:ln w="22225" cap="rnd">
              <a:solidFill>
                <a:srgbClr val="1F2F44"/>
              </a:solidFill>
              <a:round/>
            </a:ln>
            <a:effectLst/>
          </c:spPr>
          <c:marker>
            <c:symbol val="none"/>
          </c:marker>
          <c:cat>
            <c:numRef>
              <c:f>Sheet1!$A$2:$A$806</c:f>
              <c:numCache>
                <c:formatCode>m/d/yyyy</c:formatCode>
                <c:ptCount val="805"/>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45293</c:v>
                </c:pt>
                <c:pt idx="100">
                  <c:v>45294</c:v>
                </c:pt>
                <c:pt idx="101">
                  <c:v>45295</c:v>
                </c:pt>
                <c:pt idx="102">
                  <c:v>45296</c:v>
                </c:pt>
                <c:pt idx="103">
                  <c:v>45299</c:v>
                </c:pt>
                <c:pt idx="104">
                  <c:v>45300</c:v>
                </c:pt>
                <c:pt idx="105">
                  <c:v>45301</c:v>
                </c:pt>
                <c:pt idx="106">
                  <c:v>45302</c:v>
                </c:pt>
                <c:pt idx="107">
                  <c:v>45303</c:v>
                </c:pt>
                <c:pt idx="108">
                  <c:v>45306</c:v>
                </c:pt>
                <c:pt idx="109">
                  <c:v>45307</c:v>
                </c:pt>
                <c:pt idx="110">
                  <c:v>45308</c:v>
                </c:pt>
                <c:pt idx="111">
                  <c:v>45309</c:v>
                </c:pt>
                <c:pt idx="112">
                  <c:v>45310</c:v>
                </c:pt>
                <c:pt idx="113">
                  <c:v>45313</c:v>
                </c:pt>
                <c:pt idx="114">
                  <c:v>45314</c:v>
                </c:pt>
                <c:pt idx="115">
                  <c:v>45315</c:v>
                </c:pt>
                <c:pt idx="116">
                  <c:v>45316</c:v>
                </c:pt>
                <c:pt idx="117">
                  <c:v>45317</c:v>
                </c:pt>
                <c:pt idx="118">
                  <c:v>45320</c:v>
                </c:pt>
                <c:pt idx="119">
                  <c:v>45321</c:v>
                </c:pt>
                <c:pt idx="120">
                  <c:v>45322</c:v>
                </c:pt>
                <c:pt idx="121">
                  <c:v>45323</c:v>
                </c:pt>
                <c:pt idx="122">
                  <c:v>45324</c:v>
                </c:pt>
                <c:pt idx="123">
                  <c:v>45327</c:v>
                </c:pt>
                <c:pt idx="124">
                  <c:v>45328</c:v>
                </c:pt>
                <c:pt idx="125">
                  <c:v>45329</c:v>
                </c:pt>
                <c:pt idx="126">
                  <c:v>45330</c:v>
                </c:pt>
                <c:pt idx="127">
                  <c:v>45331</c:v>
                </c:pt>
                <c:pt idx="128">
                  <c:v>45336</c:v>
                </c:pt>
                <c:pt idx="129">
                  <c:v>45337</c:v>
                </c:pt>
                <c:pt idx="130">
                  <c:v>45338</c:v>
                </c:pt>
                <c:pt idx="131">
                  <c:v>45341</c:v>
                </c:pt>
                <c:pt idx="132">
                  <c:v>45342</c:v>
                </c:pt>
                <c:pt idx="133">
                  <c:v>45343</c:v>
                </c:pt>
                <c:pt idx="134">
                  <c:v>45344</c:v>
                </c:pt>
                <c:pt idx="135">
                  <c:v>45345</c:v>
                </c:pt>
                <c:pt idx="136">
                  <c:v>45348</c:v>
                </c:pt>
                <c:pt idx="137">
                  <c:v>45349</c:v>
                </c:pt>
                <c:pt idx="138">
                  <c:v>45350</c:v>
                </c:pt>
                <c:pt idx="139">
                  <c:v>45351</c:v>
                </c:pt>
                <c:pt idx="140">
                  <c:v>45352</c:v>
                </c:pt>
                <c:pt idx="141">
                  <c:v>45355</c:v>
                </c:pt>
                <c:pt idx="142">
                  <c:v>45356</c:v>
                </c:pt>
                <c:pt idx="143">
                  <c:v>45357</c:v>
                </c:pt>
                <c:pt idx="144">
                  <c:v>45358</c:v>
                </c:pt>
                <c:pt idx="145">
                  <c:v>45359</c:v>
                </c:pt>
                <c:pt idx="146">
                  <c:v>45362</c:v>
                </c:pt>
                <c:pt idx="147">
                  <c:v>45363</c:v>
                </c:pt>
                <c:pt idx="148">
                  <c:v>45364</c:v>
                </c:pt>
                <c:pt idx="149">
                  <c:v>45365</c:v>
                </c:pt>
                <c:pt idx="150">
                  <c:v>45366</c:v>
                </c:pt>
                <c:pt idx="151">
                  <c:v>45369</c:v>
                </c:pt>
                <c:pt idx="152">
                  <c:v>45370</c:v>
                </c:pt>
                <c:pt idx="153">
                  <c:v>45371</c:v>
                </c:pt>
                <c:pt idx="154">
                  <c:v>45372</c:v>
                </c:pt>
                <c:pt idx="155">
                  <c:v>45373</c:v>
                </c:pt>
                <c:pt idx="156">
                  <c:v>45376</c:v>
                </c:pt>
                <c:pt idx="157">
                  <c:v>45377</c:v>
                </c:pt>
                <c:pt idx="158">
                  <c:v>45378</c:v>
                </c:pt>
                <c:pt idx="159">
                  <c:v>45379</c:v>
                </c:pt>
                <c:pt idx="160">
                  <c:v>45383</c:v>
                </c:pt>
                <c:pt idx="161">
                  <c:v>45384</c:v>
                </c:pt>
                <c:pt idx="162">
                  <c:v>45385</c:v>
                </c:pt>
                <c:pt idx="163">
                  <c:v>45386</c:v>
                </c:pt>
                <c:pt idx="164">
                  <c:v>45387</c:v>
                </c:pt>
                <c:pt idx="165">
                  <c:v>45390</c:v>
                </c:pt>
                <c:pt idx="166">
                  <c:v>45391</c:v>
                </c:pt>
                <c:pt idx="167">
                  <c:v>45392</c:v>
                </c:pt>
                <c:pt idx="168">
                  <c:v>45393</c:v>
                </c:pt>
                <c:pt idx="169">
                  <c:v>45394</c:v>
                </c:pt>
                <c:pt idx="170">
                  <c:v>45397</c:v>
                </c:pt>
                <c:pt idx="171">
                  <c:v>45398</c:v>
                </c:pt>
                <c:pt idx="172">
                  <c:v>45399</c:v>
                </c:pt>
                <c:pt idx="173">
                  <c:v>45400</c:v>
                </c:pt>
                <c:pt idx="174">
                  <c:v>45401</c:v>
                </c:pt>
                <c:pt idx="175">
                  <c:v>45404</c:v>
                </c:pt>
                <c:pt idx="176">
                  <c:v>45405</c:v>
                </c:pt>
                <c:pt idx="177">
                  <c:v>45406</c:v>
                </c:pt>
                <c:pt idx="178">
                  <c:v>45407</c:v>
                </c:pt>
                <c:pt idx="179">
                  <c:v>45408</c:v>
                </c:pt>
                <c:pt idx="180">
                  <c:v>45411</c:v>
                </c:pt>
                <c:pt idx="181">
                  <c:v>45412</c:v>
                </c:pt>
                <c:pt idx="182">
                  <c:v>45414</c:v>
                </c:pt>
                <c:pt idx="183">
                  <c:v>45415</c:v>
                </c:pt>
                <c:pt idx="184">
                  <c:v>45418</c:v>
                </c:pt>
                <c:pt idx="185">
                  <c:v>45419</c:v>
                </c:pt>
                <c:pt idx="186">
                  <c:v>45420</c:v>
                </c:pt>
                <c:pt idx="187">
                  <c:v>45421</c:v>
                </c:pt>
                <c:pt idx="188">
                  <c:v>45422</c:v>
                </c:pt>
                <c:pt idx="189">
                  <c:v>45425</c:v>
                </c:pt>
                <c:pt idx="190">
                  <c:v>45426</c:v>
                </c:pt>
                <c:pt idx="191">
                  <c:v>45427</c:v>
                </c:pt>
                <c:pt idx="192">
                  <c:v>45428</c:v>
                </c:pt>
                <c:pt idx="193">
                  <c:v>45429</c:v>
                </c:pt>
                <c:pt idx="194">
                  <c:v>45432</c:v>
                </c:pt>
                <c:pt idx="195">
                  <c:v>45433</c:v>
                </c:pt>
                <c:pt idx="196">
                  <c:v>45434</c:v>
                </c:pt>
                <c:pt idx="197">
                  <c:v>45435</c:v>
                </c:pt>
                <c:pt idx="198">
                  <c:v>45436</c:v>
                </c:pt>
                <c:pt idx="199">
                  <c:v>45439</c:v>
                </c:pt>
                <c:pt idx="200">
                  <c:v>45440</c:v>
                </c:pt>
                <c:pt idx="201">
                  <c:v>45441</c:v>
                </c:pt>
                <c:pt idx="202">
                  <c:v>45443</c:v>
                </c:pt>
                <c:pt idx="203">
                  <c:v>45446</c:v>
                </c:pt>
                <c:pt idx="204">
                  <c:v>45447</c:v>
                </c:pt>
                <c:pt idx="205">
                  <c:v>45448</c:v>
                </c:pt>
                <c:pt idx="206">
                  <c:v>45449</c:v>
                </c:pt>
                <c:pt idx="207">
                  <c:v>45450</c:v>
                </c:pt>
                <c:pt idx="208">
                  <c:v>45453</c:v>
                </c:pt>
                <c:pt idx="209">
                  <c:v>45454</c:v>
                </c:pt>
                <c:pt idx="210">
                  <c:v>45455</c:v>
                </c:pt>
                <c:pt idx="211">
                  <c:v>45456</c:v>
                </c:pt>
                <c:pt idx="212">
                  <c:v>45457</c:v>
                </c:pt>
                <c:pt idx="213">
                  <c:v>45460</c:v>
                </c:pt>
                <c:pt idx="214">
                  <c:v>45461</c:v>
                </c:pt>
                <c:pt idx="215">
                  <c:v>45462</c:v>
                </c:pt>
                <c:pt idx="216">
                  <c:v>45463</c:v>
                </c:pt>
                <c:pt idx="217">
                  <c:v>45464</c:v>
                </c:pt>
                <c:pt idx="218">
                  <c:v>45467</c:v>
                </c:pt>
                <c:pt idx="219">
                  <c:v>45468</c:v>
                </c:pt>
                <c:pt idx="220">
                  <c:v>45469</c:v>
                </c:pt>
                <c:pt idx="221">
                  <c:v>45470</c:v>
                </c:pt>
                <c:pt idx="222">
                  <c:v>45471</c:v>
                </c:pt>
                <c:pt idx="223">
                  <c:v>45474</c:v>
                </c:pt>
                <c:pt idx="224">
                  <c:v>45475</c:v>
                </c:pt>
                <c:pt idx="225">
                  <c:v>45476</c:v>
                </c:pt>
                <c:pt idx="226">
                  <c:v>45477</c:v>
                </c:pt>
                <c:pt idx="227">
                  <c:v>45478</c:v>
                </c:pt>
                <c:pt idx="228">
                  <c:v>45481</c:v>
                </c:pt>
                <c:pt idx="229">
                  <c:v>45482</c:v>
                </c:pt>
                <c:pt idx="230">
                  <c:v>45483</c:v>
                </c:pt>
                <c:pt idx="231">
                  <c:v>45484</c:v>
                </c:pt>
                <c:pt idx="232">
                  <c:v>45485</c:v>
                </c:pt>
                <c:pt idx="233">
                  <c:v>45488</c:v>
                </c:pt>
                <c:pt idx="234">
                  <c:v>45489</c:v>
                </c:pt>
                <c:pt idx="235">
                  <c:v>45490</c:v>
                </c:pt>
                <c:pt idx="236">
                  <c:v>45491</c:v>
                </c:pt>
                <c:pt idx="237">
                  <c:v>45492</c:v>
                </c:pt>
                <c:pt idx="238">
                  <c:v>45495</c:v>
                </c:pt>
                <c:pt idx="239">
                  <c:v>45496</c:v>
                </c:pt>
                <c:pt idx="240">
                  <c:v>45497</c:v>
                </c:pt>
                <c:pt idx="241">
                  <c:v>45498</c:v>
                </c:pt>
                <c:pt idx="242">
                  <c:v>45499</c:v>
                </c:pt>
                <c:pt idx="243">
                  <c:v>45502</c:v>
                </c:pt>
                <c:pt idx="244">
                  <c:v>45503</c:v>
                </c:pt>
                <c:pt idx="245">
                  <c:v>45504</c:v>
                </c:pt>
                <c:pt idx="246">
                  <c:v>45505</c:v>
                </c:pt>
                <c:pt idx="247">
                  <c:v>45506</c:v>
                </c:pt>
                <c:pt idx="248">
                  <c:v>45509</c:v>
                </c:pt>
                <c:pt idx="249">
                  <c:v>45510</c:v>
                </c:pt>
                <c:pt idx="250">
                  <c:v>45511</c:v>
                </c:pt>
                <c:pt idx="251">
                  <c:v>45512</c:v>
                </c:pt>
                <c:pt idx="252">
                  <c:v>45513</c:v>
                </c:pt>
                <c:pt idx="253">
                  <c:v>45516</c:v>
                </c:pt>
                <c:pt idx="254">
                  <c:v>45517</c:v>
                </c:pt>
                <c:pt idx="255">
                  <c:v>45518</c:v>
                </c:pt>
                <c:pt idx="256">
                  <c:v>45519</c:v>
                </c:pt>
                <c:pt idx="257">
                  <c:v>45520</c:v>
                </c:pt>
                <c:pt idx="258">
                  <c:v>45523</c:v>
                </c:pt>
                <c:pt idx="259">
                  <c:v>45524</c:v>
                </c:pt>
                <c:pt idx="260">
                  <c:v>45525</c:v>
                </c:pt>
                <c:pt idx="261">
                  <c:v>45526</c:v>
                </c:pt>
                <c:pt idx="262">
                  <c:v>45527</c:v>
                </c:pt>
                <c:pt idx="263">
                  <c:v>45530</c:v>
                </c:pt>
                <c:pt idx="264">
                  <c:v>45531</c:v>
                </c:pt>
                <c:pt idx="265">
                  <c:v>45532</c:v>
                </c:pt>
                <c:pt idx="266">
                  <c:v>45533</c:v>
                </c:pt>
                <c:pt idx="267">
                  <c:v>45534</c:v>
                </c:pt>
                <c:pt idx="268">
                  <c:v>45537</c:v>
                </c:pt>
                <c:pt idx="269">
                  <c:v>45538</c:v>
                </c:pt>
                <c:pt idx="270">
                  <c:v>45539</c:v>
                </c:pt>
                <c:pt idx="271">
                  <c:v>45540</c:v>
                </c:pt>
                <c:pt idx="272">
                  <c:v>45541</c:v>
                </c:pt>
                <c:pt idx="273">
                  <c:v>45544</c:v>
                </c:pt>
                <c:pt idx="274">
                  <c:v>45545</c:v>
                </c:pt>
                <c:pt idx="275">
                  <c:v>45546</c:v>
                </c:pt>
                <c:pt idx="276">
                  <c:v>45547</c:v>
                </c:pt>
                <c:pt idx="277">
                  <c:v>45548</c:v>
                </c:pt>
                <c:pt idx="278">
                  <c:v>45551</c:v>
                </c:pt>
                <c:pt idx="279">
                  <c:v>45552</c:v>
                </c:pt>
                <c:pt idx="280">
                  <c:v>45553</c:v>
                </c:pt>
                <c:pt idx="281">
                  <c:v>45554</c:v>
                </c:pt>
                <c:pt idx="282">
                  <c:v>45555</c:v>
                </c:pt>
                <c:pt idx="283">
                  <c:v>45558</c:v>
                </c:pt>
                <c:pt idx="284">
                  <c:v>45559</c:v>
                </c:pt>
                <c:pt idx="285">
                  <c:v>45560</c:v>
                </c:pt>
                <c:pt idx="286">
                  <c:v>45561</c:v>
                </c:pt>
                <c:pt idx="287">
                  <c:v>45562</c:v>
                </c:pt>
                <c:pt idx="288">
                  <c:v>45565</c:v>
                </c:pt>
                <c:pt idx="289">
                  <c:v>45566</c:v>
                </c:pt>
                <c:pt idx="290">
                  <c:v>45567</c:v>
                </c:pt>
                <c:pt idx="291">
                  <c:v>45568</c:v>
                </c:pt>
                <c:pt idx="292">
                  <c:v>45569</c:v>
                </c:pt>
                <c:pt idx="293">
                  <c:v>45572</c:v>
                </c:pt>
                <c:pt idx="294">
                  <c:v>45573</c:v>
                </c:pt>
                <c:pt idx="295">
                  <c:v>45574</c:v>
                </c:pt>
                <c:pt idx="296">
                  <c:v>45575</c:v>
                </c:pt>
                <c:pt idx="297">
                  <c:v>45576</c:v>
                </c:pt>
                <c:pt idx="298">
                  <c:v>45579</c:v>
                </c:pt>
                <c:pt idx="299">
                  <c:v>45580</c:v>
                </c:pt>
                <c:pt idx="300">
                  <c:v>45581</c:v>
                </c:pt>
                <c:pt idx="301">
                  <c:v>45582</c:v>
                </c:pt>
                <c:pt idx="302">
                  <c:v>45583</c:v>
                </c:pt>
                <c:pt idx="303">
                  <c:v>45586</c:v>
                </c:pt>
                <c:pt idx="304">
                  <c:v>45587</c:v>
                </c:pt>
                <c:pt idx="305">
                  <c:v>45588</c:v>
                </c:pt>
                <c:pt idx="306">
                  <c:v>45589</c:v>
                </c:pt>
                <c:pt idx="307">
                  <c:v>45590</c:v>
                </c:pt>
                <c:pt idx="308">
                  <c:v>45593</c:v>
                </c:pt>
                <c:pt idx="309">
                  <c:v>45594</c:v>
                </c:pt>
                <c:pt idx="310">
                  <c:v>45595</c:v>
                </c:pt>
                <c:pt idx="311">
                  <c:v>45596</c:v>
                </c:pt>
                <c:pt idx="312">
                  <c:v>45597</c:v>
                </c:pt>
                <c:pt idx="313">
                  <c:v>45600</c:v>
                </c:pt>
                <c:pt idx="314">
                  <c:v>45601</c:v>
                </c:pt>
                <c:pt idx="315">
                  <c:v>45602</c:v>
                </c:pt>
                <c:pt idx="316">
                  <c:v>45603</c:v>
                </c:pt>
                <c:pt idx="317">
                  <c:v>45604</c:v>
                </c:pt>
                <c:pt idx="318">
                  <c:v>45607</c:v>
                </c:pt>
                <c:pt idx="319">
                  <c:v>45608</c:v>
                </c:pt>
                <c:pt idx="320">
                  <c:v>45609</c:v>
                </c:pt>
                <c:pt idx="321">
                  <c:v>45610</c:v>
                </c:pt>
                <c:pt idx="322">
                  <c:v>45614</c:v>
                </c:pt>
                <c:pt idx="323">
                  <c:v>45615</c:v>
                </c:pt>
                <c:pt idx="324">
                  <c:v>45617</c:v>
                </c:pt>
                <c:pt idx="325">
                  <c:v>45618</c:v>
                </c:pt>
                <c:pt idx="326">
                  <c:v>45621</c:v>
                </c:pt>
                <c:pt idx="327">
                  <c:v>45622</c:v>
                </c:pt>
                <c:pt idx="328">
                  <c:v>45623</c:v>
                </c:pt>
                <c:pt idx="329">
                  <c:v>45624</c:v>
                </c:pt>
                <c:pt idx="330">
                  <c:v>45625</c:v>
                </c:pt>
                <c:pt idx="331">
                  <c:v>45628</c:v>
                </c:pt>
                <c:pt idx="332">
                  <c:v>45629</c:v>
                </c:pt>
                <c:pt idx="333">
                  <c:v>45630</c:v>
                </c:pt>
                <c:pt idx="334">
                  <c:v>45631</c:v>
                </c:pt>
                <c:pt idx="335">
                  <c:v>45632</c:v>
                </c:pt>
                <c:pt idx="336">
                  <c:v>45635</c:v>
                </c:pt>
                <c:pt idx="337">
                  <c:v>45636</c:v>
                </c:pt>
                <c:pt idx="338">
                  <c:v>45637</c:v>
                </c:pt>
                <c:pt idx="339">
                  <c:v>45638</c:v>
                </c:pt>
                <c:pt idx="340">
                  <c:v>45639</c:v>
                </c:pt>
                <c:pt idx="341">
                  <c:v>45642</c:v>
                </c:pt>
                <c:pt idx="342">
                  <c:v>45643</c:v>
                </c:pt>
                <c:pt idx="343">
                  <c:v>45644</c:v>
                </c:pt>
                <c:pt idx="344">
                  <c:v>45645</c:v>
                </c:pt>
                <c:pt idx="345">
                  <c:v>45646</c:v>
                </c:pt>
                <c:pt idx="346">
                  <c:v>45649</c:v>
                </c:pt>
                <c:pt idx="347">
                  <c:v>45652</c:v>
                </c:pt>
                <c:pt idx="348">
                  <c:v>45653</c:v>
                </c:pt>
                <c:pt idx="349">
                  <c:v>45656</c:v>
                </c:pt>
                <c:pt idx="350">
                  <c:v>45659</c:v>
                </c:pt>
                <c:pt idx="351">
                  <c:v>45660</c:v>
                </c:pt>
                <c:pt idx="352">
                  <c:v>45663</c:v>
                </c:pt>
                <c:pt idx="353">
                  <c:v>45664</c:v>
                </c:pt>
                <c:pt idx="354">
                  <c:v>45665</c:v>
                </c:pt>
                <c:pt idx="355">
                  <c:v>45666</c:v>
                </c:pt>
                <c:pt idx="356">
                  <c:v>45667</c:v>
                </c:pt>
                <c:pt idx="357">
                  <c:v>45670</c:v>
                </c:pt>
                <c:pt idx="358">
                  <c:v>45671</c:v>
                </c:pt>
                <c:pt idx="359">
                  <c:v>45672</c:v>
                </c:pt>
                <c:pt idx="360">
                  <c:v>45673</c:v>
                </c:pt>
                <c:pt idx="361">
                  <c:v>45674</c:v>
                </c:pt>
                <c:pt idx="362">
                  <c:v>45677</c:v>
                </c:pt>
                <c:pt idx="363">
                  <c:v>45678</c:v>
                </c:pt>
                <c:pt idx="364">
                  <c:v>45679</c:v>
                </c:pt>
                <c:pt idx="365">
                  <c:v>45680</c:v>
                </c:pt>
                <c:pt idx="366">
                  <c:v>45681</c:v>
                </c:pt>
                <c:pt idx="367">
                  <c:v>45684</c:v>
                </c:pt>
                <c:pt idx="368">
                  <c:v>45685</c:v>
                </c:pt>
                <c:pt idx="369">
                  <c:v>45686</c:v>
                </c:pt>
                <c:pt idx="370">
                  <c:v>45687</c:v>
                </c:pt>
                <c:pt idx="371">
                  <c:v>45688</c:v>
                </c:pt>
                <c:pt idx="372">
                  <c:v>45691</c:v>
                </c:pt>
                <c:pt idx="373">
                  <c:v>45692</c:v>
                </c:pt>
                <c:pt idx="374">
                  <c:v>45693</c:v>
                </c:pt>
                <c:pt idx="375">
                  <c:v>45694</c:v>
                </c:pt>
                <c:pt idx="376">
                  <c:v>45695</c:v>
                </c:pt>
                <c:pt idx="377">
                  <c:v>45698</c:v>
                </c:pt>
                <c:pt idx="378">
                  <c:v>45699</c:v>
                </c:pt>
                <c:pt idx="379">
                  <c:v>45700</c:v>
                </c:pt>
                <c:pt idx="380">
                  <c:v>45701</c:v>
                </c:pt>
                <c:pt idx="381">
                  <c:v>45702</c:v>
                </c:pt>
                <c:pt idx="382">
                  <c:v>45705</c:v>
                </c:pt>
                <c:pt idx="383">
                  <c:v>45706</c:v>
                </c:pt>
                <c:pt idx="384">
                  <c:v>45707</c:v>
                </c:pt>
                <c:pt idx="385">
                  <c:v>45708</c:v>
                </c:pt>
                <c:pt idx="386">
                  <c:v>45709</c:v>
                </c:pt>
                <c:pt idx="387">
                  <c:v>45712</c:v>
                </c:pt>
                <c:pt idx="388">
                  <c:v>45713</c:v>
                </c:pt>
                <c:pt idx="389">
                  <c:v>45714</c:v>
                </c:pt>
                <c:pt idx="390">
                  <c:v>45715</c:v>
                </c:pt>
                <c:pt idx="391">
                  <c:v>45716</c:v>
                </c:pt>
                <c:pt idx="392">
                  <c:v>45721</c:v>
                </c:pt>
                <c:pt idx="393">
                  <c:v>45722</c:v>
                </c:pt>
                <c:pt idx="394">
                  <c:v>45723</c:v>
                </c:pt>
                <c:pt idx="395">
                  <c:v>45726</c:v>
                </c:pt>
                <c:pt idx="396">
                  <c:v>45727</c:v>
                </c:pt>
                <c:pt idx="397">
                  <c:v>45728</c:v>
                </c:pt>
                <c:pt idx="398">
                  <c:v>45729</c:v>
                </c:pt>
                <c:pt idx="399">
                  <c:v>45730</c:v>
                </c:pt>
                <c:pt idx="400">
                  <c:v>45733</c:v>
                </c:pt>
                <c:pt idx="401">
                  <c:v>45734</c:v>
                </c:pt>
                <c:pt idx="402">
                  <c:v>45735</c:v>
                </c:pt>
                <c:pt idx="403">
                  <c:v>45736</c:v>
                </c:pt>
                <c:pt idx="404">
                  <c:v>45737</c:v>
                </c:pt>
                <c:pt idx="405">
                  <c:v>45740</c:v>
                </c:pt>
                <c:pt idx="406">
                  <c:v>45741</c:v>
                </c:pt>
                <c:pt idx="407">
                  <c:v>45742</c:v>
                </c:pt>
                <c:pt idx="408">
                  <c:v>45743</c:v>
                </c:pt>
                <c:pt idx="409">
                  <c:v>45744</c:v>
                </c:pt>
                <c:pt idx="410">
                  <c:v>45747</c:v>
                </c:pt>
                <c:pt idx="411">
                  <c:v>45748</c:v>
                </c:pt>
                <c:pt idx="412">
                  <c:v>45749</c:v>
                </c:pt>
                <c:pt idx="413">
                  <c:v>45750</c:v>
                </c:pt>
                <c:pt idx="414">
                  <c:v>45751</c:v>
                </c:pt>
                <c:pt idx="415">
                  <c:v>45754</c:v>
                </c:pt>
                <c:pt idx="416">
                  <c:v>45755</c:v>
                </c:pt>
                <c:pt idx="417">
                  <c:v>45756</c:v>
                </c:pt>
                <c:pt idx="418">
                  <c:v>45757</c:v>
                </c:pt>
                <c:pt idx="419">
                  <c:v>45758</c:v>
                </c:pt>
                <c:pt idx="420">
                  <c:v>45761</c:v>
                </c:pt>
                <c:pt idx="421">
                  <c:v>45762</c:v>
                </c:pt>
                <c:pt idx="422">
                  <c:v>45763</c:v>
                </c:pt>
                <c:pt idx="423">
                  <c:v>45764</c:v>
                </c:pt>
                <c:pt idx="424">
                  <c:v>45769</c:v>
                </c:pt>
                <c:pt idx="425">
                  <c:v>45770</c:v>
                </c:pt>
                <c:pt idx="426">
                  <c:v>45771</c:v>
                </c:pt>
                <c:pt idx="427">
                  <c:v>45772</c:v>
                </c:pt>
                <c:pt idx="428">
                  <c:v>45775</c:v>
                </c:pt>
                <c:pt idx="429">
                  <c:v>45776</c:v>
                </c:pt>
                <c:pt idx="430">
                  <c:v>45777</c:v>
                </c:pt>
                <c:pt idx="431">
                  <c:v>45779</c:v>
                </c:pt>
                <c:pt idx="432">
                  <c:v>45782</c:v>
                </c:pt>
                <c:pt idx="433">
                  <c:v>45783</c:v>
                </c:pt>
                <c:pt idx="434">
                  <c:v>45784</c:v>
                </c:pt>
                <c:pt idx="435">
                  <c:v>45785</c:v>
                </c:pt>
                <c:pt idx="436">
                  <c:v>45786</c:v>
                </c:pt>
                <c:pt idx="437">
                  <c:v>45789</c:v>
                </c:pt>
                <c:pt idx="438">
                  <c:v>45790</c:v>
                </c:pt>
                <c:pt idx="439">
                  <c:v>45791</c:v>
                </c:pt>
                <c:pt idx="440">
                  <c:v>45792</c:v>
                </c:pt>
                <c:pt idx="441">
                  <c:v>45793</c:v>
                </c:pt>
                <c:pt idx="442">
                  <c:v>45796</c:v>
                </c:pt>
                <c:pt idx="443">
                  <c:v>45797</c:v>
                </c:pt>
                <c:pt idx="444">
                  <c:v>45798</c:v>
                </c:pt>
                <c:pt idx="445">
                  <c:v>45799</c:v>
                </c:pt>
                <c:pt idx="446">
                  <c:v>45800</c:v>
                </c:pt>
                <c:pt idx="447">
                  <c:v>45803</c:v>
                </c:pt>
                <c:pt idx="448">
                  <c:v>45804</c:v>
                </c:pt>
                <c:pt idx="449">
                  <c:v>45805</c:v>
                </c:pt>
                <c:pt idx="450">
                  <c:v>45806</c:v>
                </c:pt>
                <c:pt idx="451">
                  <c:v>45807</c:v>
                </c:pt>
                <c:pt idx="452">
                  <c:v>45810</c:v>
                </c:pt>
                <c:pt idx="453">
                  <c:v>45811</c:v>
                </c:pt>
                <c:pt idx="454">
                  <c:v>45812</c:v>
                </c:pt>
                <c:pt idx="455">
                  <c:v>45813</c:v>
                </c:pt>
                <c:pt idx="456">
                  <c:v>45814</c:v>
                </c:pt>
                <c:pt idx="457">
                  <c:v>45817</c:v>
                </c:pt>
                <c:pt idx="458">
                  <c:v>45818</c:v>
                </c:pt>
                <c:pt idx="459">
                  <c:v>45819</c:v>
                </c:pt>
                <c:pt idx="460">
                  <c:v>45820</c:v>
                </c:pt>
                <c:pt idx="461">
                  <c:v>45821</c:v>
                </c:pt>
                <c:pt idx="462">
                  <c:v>45824</c:v>
                </c:pt>
                <c:pt idx="463">
                  <c:v>45825</c:v>
                </c:pt>
                <c:pt idx="464">
                  <c:v>45826</c:v>
                </c:pt>
                <c:pt idx="465">
                  <c:v>45828</c:v>
                </c:pt>
                <c:pt idx="466">
                  <c:v>45831</c:v>
                </c:pt>
                <c:pt idx="467">
                  <c:v>45832</c:v>
                </c:pt>
                <c:pt idx="468">
                  <c:v>45833</c:v>
                </c:pt>
                <c:pt idx="469">
                  <c:v>45834</c:v>
                </c:pt>
                <c:pt idx="470">
                  <c:v>45835</c:v>
                </c:pt>
                <c:pt idx="471">
                  <c:v>45838</c:v>
                </c:pt>
                <c:pt idx="472">
                  <c:v>45839</c:v>
                </c:pt>
                <c:pt idx="473">
                  <c:v>45840</c:v>
                </c:pt>
                <c:pt idx="474">
                  <c:v>45841</c:v>
                </c:pt>
                <c:pt idx="475">
                  <c:v>45842</c:v>
                </c:pt>
                <c:pt idx="476">
                  <c:v>45845</c:v>
                </c:pt>
                <c:pt idx="477">
                  <c:v>45846</c:v>
                </c:pt>
                <c:pt idx="478">
                  <c:v>45847</c:v>
                </c:pt>
                <c:pt idx="479">
                  <c:v>45848</c:v>
                </c:pt>
                <c:pt idx="480">
                  <c:v>45849</c:v>
                </c:pt>
                <c:pt idx="481">
                  <c:v>45852</c:v>
                </c:pt>
                <c:pt idx="482">
                  <c:v>45853</c:v>
                </c:pt>
                <c:pt idx="483">
                  <c:v>45854</c:v>
                </c:pt>
                <c:pt idx="484">
                  <c:v>45855</c:v>
                </c:pt>
                <c:pt idx="485">
                  <c:v>45856</c:v>
                </c:pt>
                <c:pt idx="486">
                  <c:v>45859</c:v>
                </c:pt>
                <c:pt idx="487">
                  <c:v>45860</c:v>
                </c:pt>
                <c:pt idx="488">
                  <c:v>45861</c:v>
                </c:pt>
                <c:pt idx="489">
                  <c:v>45862</c:v>
                </c:pt>
                <c:pt idx="490">
                  <c:v>45863</c:v>
                </c:pt>
                <c:pt idx="491">
                  <c:v>45866</c:v>
                </c:pt>
                <c:pt idx="492">
                  <c:v>45867</c:v>
                </c:pt>
                <c:pt idx="493">
                  <c:v>45868</c:v>
                </c:pt>
                <c:pt idx="494">
                  <c:v>45869</c:v>
                </c:pt>
                <c:pt idx="495">
                  <c:v>45870</c:v>
                </c:pt>
                <c:pt idx="496">
                  <c:v>45873</c:v>
                </c:pt>
                <c:pt idx="497">
                  <c:v>45874</c:v>
                </c:pt>
                <c:pt idx="498">
                  <c:v>45875</c:v>
                </c:pt>
                <c:pt idx="499">
                  <c:v>45876</c:v>
                </c:pt>
                <c:pt idx="500">
                  <c:v>45877</c:v>
                </c:pt>
                <c:pt idx="501">
                  <c:v>45880</c:v>
                </c:pt>
                <c:pt idx="502">
                  <c:v>45881</c:v>
                </c:pt>
                <c:pt idx="503">
                  <c:v>45882</c:v>
                </c:pt>
                <c:pt idx="504">
                  <c:v>45883</c:v>
                </c:pt>
                <c:pt idx="505">
                  <c:v>45884</c:v>
                </c:pt>
                <c:pt idx="506">
                  <c:v>45887</c:v>
                </c:pt>
                <c:pt idx="507">
                  <c:v>45888</c:v>
                </c:pt>
                <c:pt idx="508">
                  <c:v>45889</c:v>
                </c:pt>
                <c:pt idx="509">
                  <c:v>45890</c:v>
                </c:pt>
                <c:pt idx="510">
                  <c:v>45891</c:v>
                </c:pt>
                <c:pt idx="511">
                  <c:v>45894</c:v>
                </c:pt>
                <c:pt idx="512">
                  <c:v>45895</c:v>
                </c:pt>
                <c:pt idx="513">
                  <c:v>45896</c:v>
                </c:pt>
                <c:pt idx="514">
                  <c:v>45897</c:v>
                </c:pt>
                <c:pt idx="515">
                  <c:v>45898</c:v>
                </c:pt>
                <c:pt idx="516">
                  <c:v>45901</c:v>
                </c:pt>
                <c:pt idx="517">
                  <c:v>45902</c:v>
                </c:pt>
                <c:pt idx="518">
                  <c:v>45903</c:v>
                </c:pt>
                <c:pt idx="519">
                  <c:v>45904</c:v>
                </c:pt>
                <c:pt idx="520">
                  <c:v>45905</c:v>
                </c:pt>
                <c:pt idx="521">
                  <c:v>45908</c:v>
                </c:pt>
                <c:pt idx="522">
                  <c:v>45909</c:v>
                </c:pt>
                <c:pt idx="523">
                  <c:v>45910</c:v>
                </c:pt>
                <c:pt idx="524">
                  <c:v>45911</c:v>
                </c:pt>
                <c:pt idx="525">
                  <c:v>45912</c:v>
                </c:pt>
                <c:pt idx="526">
                  <c:v>45915</c:v>
                </c:pt>
                <c:pt idx="527">
                  <c:v>45916</c:v>
                </c:pt>
                <c:pt idx="528">
                  <c:v>45917</c:v>
                </c:pt>
                <c:pt idx="529">
                  <c:v>45918</c:v>
                </c:pt>
                <c:pt idx="530">
                  <c:v>45919</c:v>
                </c:pt>
                <c:pt idx="531">
                  <c:v>45922</c:v>
                </c:pt>
                <c:pt idx="532">
                  <c:v>45923</c:v>
                </c:pt>
                <c:pt idx="533">
                  <c:v>45924</c:v>
                </c:pt>
                <c:pt idx="534">
                  <c:v>45925</c:v>
                </c:pt>
                <c:pt idx="535">
                  <c:v>45926</c:v>
                </c:pt>
                <c:pt idx="536">
                  <c:v>45929</c:v>
                </c:pt>
                <c:pt idx="537">
                  <c:v>45930</c:v>
                </c:pt>
                <c:pt idx="538">
                  <c:v>45931</c:v>
                </c:pt>
                <c:pt idx="539">
                  <c:v>45932</c:v>
                </c:pt>
                <c:pt idx="540">
                  <c:v>45933</c:v>
                </c:pt>
                <c:pt idx="541">
                  <c:v>45936</c:v>
                </c:pt>
                <c:pt idx="542">
                  <c:v>45937</c:v>
                </c:pt>
                <c:pt idx="543">
                  <c:v>45938</c:v>
                </c:pt>
                <c:pt idx="544">
                  <c:v>45939</c:v>
                </c:pt>
                <c:pt idx="545">
                  <c:v>45940</c:v>
                </c:pt>
                <c:pt idx="546">
                  <c:v>45943</c:v>
                </c:pt>
                <c:pt idx="547">
                  <c:v>45944</c:v>
                </c:pt>
                <c:pt idx="548">
                  <c:v>45945</c:v>
                </c:pt>
                <c:pt idx="549">
                  <c:v>45946</c:v>
                </c:pt>
                <c:pt idx="550">
                  <c:v>45947</c:v>
                </c:pt>
                <c:pt idx="551">
                  <c:v>45950</c:v>
                </c:pt>
                <c:pt idx="552">
                  <c:v>45951</c:v>
                </c:pt>
                <c:pt idx="553">
                  <c:v>45952</c:v>
                </c:pt>
                <c:pt idx="554">
                  <c:v>45953</c:v>
                </c:pt>
                <c:pt idx="555">
                  <c:v>45954</c:v>
                </c:pt>
                <c:pt idx="556">
                  <c:v>45957</c:v>
                </c:pt>
                <c:pt idx="557">
                  <c:v>45958</c:v>
                </c:pt>
                <c:pt idx="558">
                  <c:v>45959</c:v>
                </c:pt>
                <c:pt idx="559">
                  <c:v>45960</c:v>
                </c:pt>
                <c:pt idx="560">
                  <c:v>45961</c:v>
                </c:pt>
                <c:pt idx="561">
                  <c:v>45964</c:v>
                </c:pt>
                <c:pt idx="562">
                  <c:v>45965</c:v>
                </c:pt>
                <c:pt idx="563">
                  <c:v>45966</c:v>
                </c:pt>
                <c:pt idx="564">
                  <c:v>45967</c:v>
                </c:pt>
                <c:pt idx="565">
                  <c:v>45968</c:v>
                </c:pt>
                <c:pt idx="566">
                  <c:v>45971</c:v>
                </c:pt>
                <c:pt idx="567">
                  <c:v>45972</c:v>
                </c:pt>
                <c:pt idx="568">
                  <c:v>45973</c:v>
                </c:pt>
                <c:pt idx="569">
                  <c:v>45974</c:v>
                </c:pt>
                <c:pt idx="570">
                  <c:v>45975</c:v>
                </c:pt>
                <c:pt idx="571">
                  <c:v>45978</c:v>
                </c:pt>
                <c:pt idx="572">
                  <c:v>45979</c:v>
                </c:pt>
                <c:pt idx="573">
                  <c:v>45980</c:v>
                </c:pt>
                <c:pt idx="574">
                  <c:v>45982</c:v>
                </c:pt>
                <c:pt idx="575">
                  <c:v>45985</c:v>
                </c:pt>
                <c:pt idx="576">
                  <c:v>45986</c:v>
                </c:pt>
                <c:pt idx="577">
                  <c:v>45987</c:v>
                </c:pt>
                <c:pt idx="578">
                  <c:v>45988</c:v>
                </c:pt>
                <c:pt idx="579">
                  <c:v>45989</c:v>
                </c:pt>
                <c:pt idx="580">
                  <c:v>45992</c:v>
                </c:pt>
                <c:pt idx="581">
                  <c:v>45993</c:v>
                </c:pt>
                <c:pt idx="582">
                  <c:v>45994</c:v>
                </c:pt>
                <c:pt idx="583">
                  <c:v>45995</c:v>
                </c:pt>
                <c:pt idx="584">
                  <c:v>45996</c:v>
                </c:pt>
                <c:pt idx="585">
                  <c:v>45999</c:v>
                </c:pt>
                <c:pt idx="586">
                  <c:v>46000</c:v>
                </c:pt>
                <c:pt idx="587">
                  <c:v>46001</c:v>
                </c:pt>
                <c:pt idx="588">
                  <c:v>46002</c:v>
                </c:pt>
                <c:pt idx="589">
                  <c:v>46003</c:v>
                </c:pt>
                <c:pt idx="590">
                  <c:v>46006</c:v>
                </c:pt>
                <c:pt idx="591">
                  <c:v>46007</c:v>
                </c:pt>
                <c:pt idx="592">
                  <c:v>46008</c:v>
                </c:pt>
                <c:pt idx="593">
                  <c:v>46009</c:v>
                </c:pt>
                <c:pt idx="594">
                  <c:v>46010</c:v>
                </c:pt>
                <c:pt idx="595">
                  <c:v>46013</c:v>
                </c:pt>
                <c:pt idx="596">
                  <c:v>46014</c:v>
                </c:pt>
                <c:pt idx="597">
                  <c:v>46017</c:v>
                </c:pt>
                <c:pt idx="598">
                  <c:v>46020</c:v>
                </c:pt>
                <c:pt idx="599">
                  <c:v>46021</c:v>
                </c:pt>
                <c:pt idx="600">
                  <c:v>46024</c:v>
                </c:pt>
                <c:pt idx="601">
                  <c:v>46027</c:v>
                </c:pt>
                <c:pt idx="602">
                  <c:v>46028</c:v>
                </c:pt>
                <c:pt idx="603">
                  <c:v>46029</c:v>
                </c:pt>
                <c:pt idx="604">
                  <c:v>46030</c:v>
                </c:pt>
                <c:pt idx="605">
                  <c:v>46031</c:v>
                </c:pt>
                <c:pt idx="606">
                  <c:v>46034</c:v>
                </c:pt>
                <c:pt idx="607">
                  <c:v>46035</c:v>
                </c:pt>
                <c:pt idx="608">
                  <c:v>46036</c:v>
                </c:pt>
                <c:pt idx="609">
                  <c:v>46037</c:v>
                </c:pt>
                <c:pt idx="610">
                  <c:v>46038</c:v>
                </c:pt>
                <c:pt idx="611">
                  <c:v>46041</c:v>
                </c:pt>
                <c:pt idx="612">
                  <c:v>46042</c:v>
                </c:pt>
                <c:pt idx="613">
                  <c:v>46043</c:v>
                </c:pt>
                <c:pt idx="614">
                  <c:v>46044</c:v>
                </c:pt>
                <c:pt idx="615">
                  <c:v>46045</c:v>
                </c:pt>
                <c:pt idx="616">
                  <c:v>46048</c:v>
                </c:pt>
                <c:pt idx="617">
                  <c:v>46049</c:v>
                </c:pt>
                <c:pt idx="618">
                  <c:v>46050</c:v>
                </c:pt>
                <c:pt idx="619">
                  <c:v>46051</c:v>
                </c:pt>
                <c:pt idx="620">
                  <c:v>46052</c:v>
                </c:pt>
                <c:pt idx="621">
                  <c:v>46055</c:v>
                </c:pt>
                <c:pt idx="622">
                  <c:v>46056</c:v>
                </c:pt>
                <c:pt idx="623">
                  <c:v>46057</c:v>
                </c:pt>
                <c:pt idx="624">
                  <c:v>46058</c:v>
                </c:pt>
                <c:pt idx="625">
                  <c:v>46059</c:v>
                </c:pt>
                <c:pt idx="626">
                  <c:v>46062</c:v>
                </c:pt>
                <c:pt idx="627">
                  <c:v>46063</c:v>
                </c:pt>
                <c:pt idx="628">
                  <c:v>46064</c:v>
                </c:pt>
                <c:pt idx="629">
                  <c:v>46065</c:v>
                </c:pt>
                <c:pt idx="630">
                  <c:v>46066</c:v>
                </c:pt>
                <c:pt idx="631">
                  <c:v>46071</c:v>
                </c:pt>
                <c:pt idx="632">
                  <c:v>46072</c:v>
                </c:pt>
                <c:pt idx="633">
                  <c:v>46073</c:v>
                </c:pt>
                <c:pt idx="634">
                  <c:v>46076</c:v>
                </c:pt>
                <c:pt idx="635">
                  <c:v>46077</c:v>
                </c:pt>
                <c:pt idx="636">
                  <c:v>46078</c:v>
                </c:pt>
                <c:pt idx="637">
                  <c:v>46079</c:v>
                </c:pt>
                <c:pt idx="638">
                  <c:v>46080</c:v>
                </c:pt>
                <c:pt idx="639">
                  <c:v>46083</c:v>
                </c:pt>
                <c:pt idx="640">
                  <c:v>46084</c:v>
                </c:pt>
                <c:pt idx="641">
                  <c:v>46085</c:v>
                </c:pt>
                <c:pt idx="642">
                  <c:v>46086</c:v>
                </c:pt>
                <c:pt idx="643">
                  <c:v>46087</c:v>
                </c:pt>
                <c:pt idx="644">
                  <c:v>46090</c:v>
                </c:pt>
                <c:pt idx="645">
                  <c:v>46091</c:v>
                </c:pt>
                <c:pt idx="646">
                  <c:v>46092</c:v>
                </c:pt>
                <c:pt idx="647">
                  <c:v>46093</c:v>
                </c:pt>
                <c:pt idx="648">
                  <c:v>46094</c:v>
                </c:pt>
                <c:pt idx="649">
                  <c:v>46097</c:v>
                </c:pt>
                <c:pt idx="650">
                  <c:v>46098</c:v>
                </c:pt>
                <c:pt idx="651">
                  <c:v>46099</c:v>
                </c:pt>
                <c:pt idx="652">
                  <c:v>46100</c:v>
                </c:pt>
                <c:pt idx="653">
                  <c:v>46101</c:v>
                </c:pt>
                <c:pt idx="654">
                  <c:v>46104</c:v>
                </c:pt>
                <c:pt idx="655">
                  <c:v>46105</c:v>
                </c:pt>
                <c:pt idx="656">
                  <c:v>46106</c:v>
                </c:pt>
                <c:pt idx="657">
                  <c:v>46107</c:v>
                </c:pt>
                <c:pt idx="658">
                  <c:v>46108</c:v>
                </c:pt>
                <c:pt idx="659">
                  <c:v>46111</c:v>
                </c:pt>
                <c:pt idx="660">
                  <c:v>46112</c:v>
                </c:pt>
                <c:pt idx="661">
                  <c:v>46113</c:v>
                </c:pt>
                <c:pt idx="662">
                  <c:v>46114</c:v>
                </c:pt>
                <c:pt idx="663">
                  <c:v>46118</c:v>
                </c:pt>
                <c:pt idx="664">
                  <c:v>46119</c:v>
                </c:pt>
                <c:pt idx="665">
                  <c:v>46120</c:v>
                </c:pt>
                <c:pt idx="666">
                  <c:v>46121</c:v>
                </c:pt>
                <c:pt idx="667">
                  <c:v>46122</c:v>
                </c:pt>
                <c:pt idx="668">
                  <c:v>46125</c:v>
                </c:pt>
                <c:pt idx="669">
                  <c:v>46126</c:v>
                </c:pt>
                <c:pt idx="670">
                  <c:v>46127</c:v>
                </c:pt>
                <c:pt idx="671">
                  <c:v>46128</c:v>
                </c:pt>
                <c:pt idx="672">
                  <c:v>46129</c:v>
                </c:pt>
                <c:pt idx="673">
                  <c:v>46132</c:v>
                </c:pt>
                <c:pt idx="674">
                  <c:v>46134</c:v>
                </c:pt>
                <c:pt idx="675">
                  <c:v>46135</c:v>
                </c:pt>
                <c:pt idx="676">
                  <c:v>46136</c:v>
                </c:pt>
                <c:pt idx="677">
                  <c:v>46139</c:v>
                </c:pt>
                <c:pt idx="678">
                  <c:v>46140</c:v>
                </c:pt>
                <c:pt idx="679">
                  <c:v>46141</c:v>
                </c:pt>
                <c:pt idx="680">
                  <c:v>46142</c:v>
                </c:pt>
                <c:pt idx="681">
                  <c:v>46146</c:v>
                </c:pt>
                <c:pt idx="682">
                  <c:v>46147</c:v>
                </c:pt>
                <c:pt idx="683">
                  <c:v>46148</c:v>
                </c:pt>
                <c:pt idx="684">
                  <c:v>46149</c:v>
                </c:pt>
                <c:pt idx="685">
                  <c:v>46150</c:v>
                </c:pt>
                <c:pt idx="686">
                  <c:v>46153</c:v>
                </c:pt>
                <c:pt idx="687">
                  <c:v>46154</c:v>
                </c:pt>
                <c:pt idx="688">
                  <c:v>46155</c:v>
                </c:pt>
                <c:pt idx="689">
                  <c:v>46156</c:v>
                </c:pt>
                <c:pt idx="690">
                  <c:v>46157</c:v>
                </c:pt>
                <c:pt idx="691">
                  <c:v>46160</c:v>
                </c:pt>
                <c:pt idx="692">
                  <c:v>46161</c:v>
                </c:pt>
                <c:pt idx="693">
                  <c:v>46162</c:v>
                </c:pt>
                <c:pt idx="694">
                  <c:v>46163</c:v>
                </c:pt>
                <c:pt idx="695">
                  <c:v>46164</c:v>
                </c:pt>
                <c:pt idx="696">
                  <c:v>46167</c:v>
                </c:pt>
                <c:pt idx="697">
                  <c:v>46168</c:v>
                </c:pt>
                <c:pt idx="698">
                  <c:v>46169</c:v>
                </c:pt>
                <c:pt idx="699">
                  <c:v>46170</c:v>
                </c:pt>
                <c:pt idx="700">
                  <c:v>46171</c:v>
                </c:pt>
                <c:pt idx="701">
                  <c:v>46174</c:v>
                </c:pt>
                <c:pt idx="702">
                  <c:v>46175</c:v>
                </c:pt>
                <c:pt idx="703">
                  <c:v>46176</c:v>
                </c:pt>
                <c:pt idx="704">
                  <c:v>46178</c:v>
                </c:pt>
                <c:pt idx="705">
                  <c:v>46181</c:v>
                </c:pt>
                <c:pt idx="706">
                  <c:v>46182</c:v>
                </c:pt>
                <c:pt idx="707">
                  <c:v>46183</c:v>
                </c:pt>
                <c:pt idx="708">
                  <c:v>46184</c:v>
                </c:pt>
                <c:pt idx="709">
                  <c:v>46185</c:v>
                </c:pt>
                <c:pt idx="710">
                  <c:v>46188</c:v>
                </c:pt>
                <c:pt idx="711">
                  <c:v>46189</c:v>
                </c:pt>
                <c:pt idx="712">
                  <c:v>46190</c:v>
                </c:pt>
                <c:pt idx="713">
                  <c:v>46191</c:v>
                </c:pt>
                <c:pt idx="714">
                  <c:v>46192</c:v>
                </c:pt>
                <c:pt idx="715">
                  <c:v>46195</c:v>
                </c:pt>
                <c:pt idx="716">
                  <c:v>46196</c:v>
                </c:pt>
                <c:pt idx="717">
                  <c:v>46197</c:v>
                </c:pt>
                <c:pt idx="718">
                  <c:v>46198</c:v>
                </c:pt>
                <c:pt idx="719">
                  <c:v>46199</c:v>
                </c:pt>
                <c:pt idx="720">
                  <c:v>46202</c:v>
                </c:pt>
                <c:pt idx="721">
                  <c:v>46203</c:v>
                </c:pt>
                <c:pt idx="722">
                  <c:v>46204</c:v>
                </c:pt>
                <c:pt idx="723">
                  <c:v>46205</c:v>
                </c:pt>
                <c:pt idx="724">
                  <c:v>46206</c:v>
                </c:pt>
                <c:pt idx="725">
                  <c:v>46209</c:v>
                </c:pt>
                <c:pt idx="726">
                  <c:v>46210</c:v>
                </c:pt>
                <c:pt idx="727">
                  <c:v>46211</c:v>
                </c:pt>
                <c:pt idx="728">
                  <c:v>46212</c:v>
                </c:pt>
                <c:pt idx="729">
                  <c:v>46213</c:v>
                </c:pt>
                <c:pt idx="730">
                  <c:v>46216</c:v>
                </c:pt>
                <c:pt idx="731">
                  <c:v>46217</c:v>
                </c:pt>
                <c:pt idx="732">
                  <c:v>46218</c:v>
                </c:pt>
                <c:pt idx="733">
                  <c:v>46219</c:v>
                </c:pt>
                <c:pt idx="734">
                  <c:v>46220</c:v>
                </c:pt>
                <c:pt idx="735">
                  <c:v>46223</c:v>
                </c:pt>
                <c:pt idx="736">
                  <c:v>46224</c:v>
                </c:pt>
                <c:pt idx="737">
                  <c:v>46225</c:v>
                </c:pt>
                <c:pt idx="738">
                  <c:v>46226</c:v>
                </c:pt>
                <c:pt idx="739">
                  <c:v>46227</c:v>
                </c:pt>
                <c:pt idx="740">
                  <c:v>46230</c:v>
                </c:pt>
                <c:pt idx="741">
                  <c:v>46231</c:v>
                </c:pt>
                <c:pt idx="742">
                  <c:v>46232</c:v>
                </c:pt>
                <c:pt idx="743">
                  <c:v>46233</c:v>
                </c:pt>
                <c:pt idx="744">
                  <c:v>46234</c:v>
                </c:pt>
                <c:pt idx="745">
                  <c:v>46237</c:v>
                </c:pt>
                <c:pt idx="746">
                  <c:v>46238</c:v>
                </c:pt>
                <c:pt idx="747">
                  <c:v>46239</c:v>
                </c:pt>
                <c:pt idx="748">
                  <c:v>46240</c:v>
                </c:pt>
                <c:pt idx="749">
                  <c:v>46241</c:v>
                </c:pt>
                <c:pt idx="750">
                  <c:v>46244</c:v>
                </c:pt>
                <c:pt idx="751">
                  <c:v>46245</c:v>
                </c:pt>
                <c:pt idx="752">
                  <c:v>46246</c:v>
                </c:pt>
                <c:pt idx="753">
                  <c:v>46247</c:v>
                </c:pt>
                <c:pt idx="754">
                  <c:v>46248</c:v>
                </c:pt>
                <c:pt idx="755">
                  <c:v>46251</c:v>
                </c:pt>
                <c:pt idx="756">
                  <c:v>46252</c:v>
                </c:pt>
                <c:pt idx="757">
                  <c:v>46253</c:v>
                </c:pt>
                <c:pt idx="758">
                  <c:v>46254</c:v>
                </c:pt>
                <c:pt idx="759">
                  <c:v>46255</c:v>
                </c:pt>
                <c:pt idx="760">
                  <c:v>46258</c:v>
                </c:pt>
                <c:pt idx="761">
                  <c:v>46259</c:v>
                </c:pt>
                <c:pt idx="762">
                  <c:v>46260</c:v>
                </c:pt>
                <c:pt idx="763">
                  <c:v>46261</c:v>
                </c:pt>
                <c:pt idx="764">
                  <c:v>46262</c:v>
                </c:pt>
                <c:pt idx="765">
                  <c:v>46265</c:v>
                </c:pt>
                <c:pt idx="766">
                  <c:v>46266</c:v>
                </c:pt>
                <c:pt idx="767">
                  <c:v>46267</c:v>
                </c:pt>
                <c:pt idx="768">
                  <c:v>46268</c:v>
                </c:pt>
                <c:pt idx="769">
                  <c:v>46269</c:v>
                </c:pt>
                <c:pt idx="770">
                  <c:v>46273</c:v>
                </c:pt>
                <c:pt idx="771">
                  <c:v>46274</c:v>
                </c:pt>
                <c:pt idx="772">
                  <c:v>46275</c:v>
                </c:pt>
                <c:pt idx="773">
                  <c:v>46276</c:v>
                </c:pt>
                <c:pt idx="774">
                  <c:v>46279</c:v>
                </c:pt>
                <c:pt idx="775">
                  <c:v>46280</c:v>
                </c:pt>
                <c:pt idx="776">
                  <c:v>46281</c:v>
                </c:pt>
                <c:pt idx="777">
                  <c:v>46282</c:v>
                </c:pt>
                <c:pt idx="778">
                  <c:v>46283</c:v>
                </c:pt>
                <c:pt idx="779">
                  <c:v>46286</c:v>
                </c:pt>
                <c:pt idx="780">
                  <c:v>46287</c:v>
                </c:pt>
                <c:pt idx="781">
                  <c:v>46288</c:v>
                </c:pt>
                <c:pt idx="782">
                  <c:v>46289</c:v>
                </c:pt>
                <c:pt idx="783">
                  <c:v>46290</c:v>
                </c:pt>
                <c:pt idx="784">
                  <c:v>46293</c:v>
                </c:pt>
                <c:pt idx="785">
                  <c:v>46294</c:v>
                </c:pt>
                <c:pt idx="786">
                  <c:v>46295</c:v>
                </c:pt>
                <c:pt idx="787">
                  <c:v>46296</c:v>
                </c:pt>
                <c:pt idx="788">
                  <c:v>46297</c:v>
                </c:pt>
                <c:pt idx="789">
                  <c:v>46300</c:v>
                </c:pt>
                <c:pt idx="790">
                  <c:v>46301</c:v>
                </c:pt>
                <c:pt idx="791">
                  <c:v>46302</c:v>
                </c:pt>
                <c:pt idx="792">
                  <c:v>46303</c:v>
                </c:pt>
                <c:pt idx="793">
                  <c:v>46304</c:v>
                </c:pt>
                <c:pt idx="794">
                  <c:v>46308</c:v>
                </c:pt>
                <c:pt idx="795">
                  <c:v>46309</c:v>
                </c:pt>
                <c:pt idx="796">
                  <c:v>46310</c:v>
                </c:pt>
                <c:pt idx="797">
                  <c:v>46311</c:v>
                </c:pt>
                <c:pt idx="798">
                  <c:v>46314</c:v>
                </c:pt>
                <c:pt idx="799">
                  <c:v>46315</c:v>
                </c:pt>
                <c:pt idx="800">
                  <c:v>46316</c:v>
                </c:pt>
                <c:pt idx="801">
                  <c:v>46317</c:v>
                </c:pt>
                <c:pt idx="802">
                  <c:v>46318</c:v>
                </c:pt>
                <c:pt idx="803">
                  <c:v>46321</c:v>
                </c:pt>
                <c:pt idx="804">
                  <c:v>46322</c:v>
                </c:pt>
              </c:numCache>
            </c:numRef>
          </c:cat>
          <c:val>
            <c:numRef>
              <c:f>Sheet1!$D$2:$D$806</c:f>
              <c:numCache>
                <c:formatCode>#,##0</c:formatCode>
                <c:ptCount val="805"/>
                <c:pt idx="0">
                  <c:v>119379.5</c:v>
                </c:pt>
                <c:pt idx="1">
                  <c:v>119090.24000000001</c:v>
                </c:pt>
                <c:pt idx="2">
                  <c:v>118408.77</c:v>
                </c:pt>
                <c:pt idx="3">
                  <c:v>118349.6</c:v>
                </c:pt>
                <c:pt idx="4">
                  <c:v>118065.14</c:v>
                </c:pt>
                <c:pt idx="5">
                  <c:v>116809.55</c:v>
                </c:pt>
                <c:pt idx="6">
                  <c:v>116171.42</c:v>
                </c:pt>
                <c:pt idx="7">
                  <c:v>115591.52</c:v>
                </c:pt>
                <c:pt idx="8">
                  <c:v>114982.3</c:v>
                </c:pt>
                <c:pt idx="9">
                  <c:v>115408.52</c:v>
                </c:pt>
                <c:pt idx="10">
                  <c:v>114429.35</c:v>
                </c:pt>
                <c:pt idx="11">
                  <c:v>116156.01</c:v>
                </c:pt>
                <c:pt idx="12">
                  <c:v>118134.59</c:v>
                </c:pt>
                <c:pt idx="13">
                  <c:v>117025.60000000001</c:v>
                </c:pt>
                <c:pt idx="14">
                  <c:v>115837.2</c:v>
                </c:pt>
                <c:pt idx="15">
                  <c:v>117120.98</c:v>
                </c:pt>
                <c:pt idx="16">
                  <c:v>118403.61</c:v>
                </c:pt>
                <c:pt idx="17">
                  <c:v>117535.1</c:v>
                </c:pt>
                <c:pt idx="18">
                  <c:v>115741.81</c:v>
                </c:pt>
                <c:pt idx="19">
                  <c:v>117892.96</c:v>
                </c:pt>
                <c:pt idx="20">
                  <c:v>117776.62</c:v>
                </c:pt>
                <c:pt idx="21">
                  <c:v>117331.3</c:v>
                </c:pt>
                <c:pt idx="22">
                  <c:v>115985.34</c:v>
                </c:pt>
                <c:pt idx="23">
                  <c:v>115313.4</c:v>
                </c:pt>
                <c:pt idx="24">
                  <c:v>116883.34</c:v>
                </c:pt>
                <c:pt idx="25">
                  <c:v>117968.12</c:v>
                </c:pt>
                <c:pt idx="26">
                  <c:v>118175.97</c:v>
                </c:pt>
                <c:pt idx="27">
                  <c:v>119391.55</c:v>
                </c:pt>
                <c:pt idx="28">
                  <c:v>118757.53</c:v>
                </c:pt>
                <c:pt idx="29">
                  <c:v>118288.21</c:v>
                </c:pt>
                <c:pt idx="30">
                  <c:v>117845.78</c:v>
                </c:pt>
                <c:pt idx="31">
                  <c:v>118695.32</c:v>
                </c:pt>
                <c:pt idx="32">
                  <c:v>116145.05</c:v>
                </c:pt>
                <c:pt idx="33">
                  <c:v>116008.64</c:v>
                </c:pt>
                <c:pt idx="34">
                  <c:v>115924.61</c:v>
                </c:pt>
                <c:pt idx="35">
                  <c:v>114193.43</c:v>
                </c:pt>
                <c:pt idx="36">
                  <c:v>114327.05</c:v>
                </c:pt>
                <c:pt idx="37">
                  <c:v>115730.76</c:v>
                </c:pt>
                <c:pt idx="38">
                  <c:v>116565.17</c:v>
                </c:pt>
                <c:pt idx="39">
                  <c:v>115056.86</c:v>
                </c:pt>
                <c:pt idx="40">
                  <c:v>113419.04</c:v>
                </c:pt>
                <c:pt idx="41">
                  <c:v>113607.45</c:v>
                </c:pt>
                <c:pt idx="42">
                  <c:v>113284.08</c:v>
                </c:pt>
                <c:pt idx="43">
                  <c:v>114169.63</c:v>
                </c:pt>
                <c:pt idx="44">
                  <c:v>115156.07</c:v>
                </c:pt>
                <c:pt idx="45">
                  <c:v>116736.95</c:v>
                </c:pt>
                <c:pt idx="46">
                  <c:v>117050.74</c:v>
                </c:pt>
                <c:pt idx="47">
                  <c:v>115754.08</c:v>
                </c:pt>
                <c:pt idx="48">
                  <c:v>116533.85</c:v>
                </c:pt>
                <c:pt idx="49">
                  <c:v>115908.43</c:v>
                </c:pt>
                <c:pt idx="50">
                  <c:v>114059.64</c:v>
                </c:pt>
                <c:pt idx="51">
                  <c:v>114004.3</c:v>
                </c:pt>
                <c:pt idx="52">
                  <c:v>113155.28</c:v>
                </c:pt>
                <c:pt idx="53">
                  <c:v>112784.52</c:v>
                </c:pt>
                <c:pt idx="54">
                  <c:v>113761.9</c:v>
                </c:pt>
                <c:pt idx="55">
                  <c:v>112829.97</c:v>
                </c:pt>
                <c:pt idx="56">
                  <c:v>114776.86</c:v>
                </c:pt>
                <c:pt idx="57">
                  <c:v>113301.35</c:v>
                </c:pt>
                <c:pt idx="58">
                  <c:v>112531.52</c:v>
                </c:pt>
                <c:pt idx="59">
                  <c:v>113143.67</c:v>
                </c:pt>
                <c:pt idx="60">
                  <c:v>115052.96</c:v>
                </c:pt>
                <c:pt idx="61">
                  <c:v>118159.97</c:v>
                </c:pt>
                <c:pt idx="62">
                  <c:v>118431.25</c:v>
                </c:pt>
                <c:pt idx="63">
                  <c:v>119268.06</c:v>
                </c:pt>
                <c:pt idx="64">
                  <c:v>119176.67</c:v>
                </c:pt>
                <c:pt idx="65">
                  <c:v>119034.14</c:v>
                </c:pt>
                <c:pt idx="66">
                  <c:v>120568.14</c:v>
                </c:pt>
                <c:pt idx="67">
                  <c:v>120410.17</c:v>
                </c:pt>
                <c:pt idx="68">
                  <c:v>123165.75999999999</c:v>
                </c:pt>
                <c:pt idx="69">
                  <c:v>124639.24</c:v>
                </c:pt>
                <c:pt idx="70">
                  <c:v>124773.21</c:v>
                </c:pt>
                <c:pt idx="71">
                  <c:v>125957.06</c:v>
                </c:pt>
                <c:pt idx="72">
                  <c:v>125626.03</c:v>
                </c:pt>
                <c:pt idx="73">
                  <c:v>126035.3</c:v>
                </c:pt>
                <c:pt idx="74">
                  <c:v>126575.75</c:v>
                </c:pt>
                <c:pt idx="75">
                  <c:v>125517.27</c:v>
                </c:pt>
                <c:pt idx="76">
                  <c:v>125731.45</c:v>
                </c:pt>
                <c:pt idx="77">
                  <c:v>126538.32</c:v>
                </c:pt>
                <c:pt idx="78">
                  <c:v>126165.64</c:v>
                </c:pt>
                <c:pt idx="79">
                  <c:v>127331.12</c:v>
                </c:pt>
                <c:pt idx="80">
                  <c:v>128184.91</c:v>
                </c:pt>
                <c:pt idx="81">
                  <c:v>126802.79</c:v>
                </c:pt>
                <c:pt idx="82">
                  <c:v>126903.25</c:v>
                </c:pt>
                <c:pt idx="83">
                  <c:v>125622.65</c:v>
                </c:pt>
                <c:pt idx="84">
                  <c:v>126009.57</c:v>
                </c:pt>
                <c:pt idx="85">
                  <c:v>127093.57</c:v>
                </c:pt>
                <c:pt idx="86">
                  <c:v>126916.41</c:v>
                </c:pt>
                <c:pt idx="87">
                  <c:v>126403.03</c:v>
                </c:pt>
                <c:pt idx="88">
                  <c:v>129465.08</c:v>
                </c:pt>
                <c:pt idx="89">
                  <c:v>130842.09</c:v>
                </c:pt>
                <c:pt idx="90">
                  <c:v>130197.1</c:v>
                </c:pt>
                <c:pt idx="91">
                  <c:v>131083.82</c:v>
                </c:pt>
                <c:pt idx="92">
                  <c:v>131850.9</c:v>
                </c:pt>
                <c:pt idx="93">
                  <c:v>130804.17</c:v>
                </c:pt>
                <c:pt idx="94">
                  <c:v>132182.01</c:v>
                </c:pt>
                <c:pt idx="95">
                  <c:v>132752.93</c:v>
                </c:pt>
                <c:pt idx="96">
                  <c:v>133532.92000000001</c:v>
                </c:pt>
                <c:pt idx="97">
                  <c:v>134193.72</c:v>
                </c:pt>
                <c:pt idx="98">
                  <c:v>134185.24</c:v>
                </c:pt>
                <c:pt idx="99">
                  <c:v>132696.63</c:v>
                </c:pt>
                <c:pt idx="100">
                  <c:v>132833.95000000001</c:v>
                </c:pt>
                <c:pt idx="101">
                  <c:v>131225.91</c:v>
                </c:pt>
                <c:pt idx="102">
                  <c:v>132022.92000000001</c:v>
                </c:pt>
                <c:pt idx="103">
                  <c:v>132426.54</c:v>
                </c:pt>
                <c:pt idx="104">
                  <c:v>131446.59</c:v>
                </c:pt>
                <c:pt idx="105">
                  <c:v>130841.09</c:v>
                </c:pt>
                <c:pt idx="106">
                  <c:v>130648.75</c:v>
                </c:pt>
                <c:pt idx="107">
                  <c:v>130987.67</c:v>
                </c:pt>
                <c:pt idx="108">
                  <c:v>131520.91</c:v>
                </c:pt>
                <c:pt idx="109">
                  <c:v>129294.04</c:v>
                </c:pt>
                <c:pt idx="110">
                  <c:v>128523.83</c:v>
                </c:pt>
                <c:pt idx="111">
                  <c:v>127315.74</c:v>
                </c:pt>
                <c:pt idx="112">
                  <c:v>127635.65</c:v>
                </c:pt>
                <c:pt idx="113">
                  <c:v>126601.55</c:v>
                </c:pt>
                <c:pt idx="114">
                  <c:v>128262.52</c:v>
                </c:pt>
                <c:pt idx="115">
                  <c:v>127815.7</c:v>
                </c:pt>
                <c:pt idx="116">
                  <c:v>128168.73</c:v>
                </c:pt>
                <c:pt idx="117">
                  <c:v>128967.32</c:v>
                </c:pt>
                <c:pt idx="118">
                  <c:v>128502.66</c:v>
                </c:pt>
                <c:pt idx="119">
                  <c:v>127401.81</c:v>
                </c:pt>
                <c:pt idx="120">
                  <c:v>127752.28</c:v>
                </c:pt>
                <c:pt idx="121">
                  <c:v>128481.02</c:v>
                </c:pt>
                <c:pt idx="122">
                  <c:v>127182.25</c:v>
                </c:pt>
                <c:pt idx="123">
                  <c:v>127593.49</c:v>
                </c:pt>
                <c:pt idx="124">
                  <c:v>130416.31</c:v>
                </c:pt>
                <c:pt idx="125">
                  <c:v>129949.9</c:v>
                </c:pt>
                <c:pt idx="126">
                  <c:v>128216.92</c:v>
                </c:pt>
                <c:pt idx="127">
                  <c:v>128025.7</c:v>
                </c:pt>
                <c:pt idx="128">
                  <c:v>127018.29</c:v>
                </c:pt>
                <c:pt idx="129">
                  <c:v>127804.13</c:v>
                </c:pt>
                <c:pt idx="130">
                  <c:v>128725.88</c:v>
                </c:pt>
                <c:pt idx="131">
                  <c:v>129035.74</c:v>
                </c:pt>
                <c:pt idx="132">
                  <c:v>129916.11</c:v>
                </c:pt>
                <c:pt idx="133">
                  <c:v>130031.58</c:v>
                </c:pt>
                <c:pt idx="134">
                  <c:v>130240.55</c:v>
                </c:pt>
                <c:pt idx="135">
                  <c:v>129418.73</c:v>
                </c:pt>
                <c:pt idx="136">
                  <c:v>129609.05</c:v>
                </c:pt>
                <c:pt idx="137">
                  <c:v>131689.37</c:v>
                </c:pt>
                <c:pt idx="138">
                  <c:v>130155.43</c:v>
                </c:pt>
                <c:pt idx="139">
                  <c:v>129020.02</c:v>
                </c:pt>
                <c:pt idx="140">
                  <c:v>129180.37</c:v>
                </c:pt>
                <c:pt idx="141">
                  <c:v>128340.54</c:v>
                </c:pt>
                <c:pt idx="142">
                  <c:v>128098.11</c:v>
                </c:pt>
                <c:pt idx="143">
                  <c:v>128890.23</c:v>
                </c:pt>
                <c:pt idx="144">
                  <c:v>128339.76</c:v>
                </c:pt>
                <c:pt idx="145">
                  <c:v>127070.79</c:v>
                </c:pt>
                <c:pt idx="146">
                  <c:v>126123.56</c:v>
                </c:pt>
                <c:pt idx="147">
                  <c:v>127667.84</c:v>
                </c:pt>
                <c:pt idx="148">
                  <c:v>128006.05</c:v>
                </c:pt>
                <c:pt idx="149">
                  <c:v>127689.97</c:v>
                </c:pt>
                <c:pt idx="150">
                  <c:v>126741.81</c:v>
                </c:pt>
                <c:pt idx="151">
                  <c:v>126954.18</c:v>
                </c:pt>
                <c:pt idx="152">
                  <c:v>127528.85</c:v>
                </c:pt>
                <c:pt idx="153">
                  <c:v>129124.83</c:v>
                </c:pt>
                <c:pt idx="154">
                  <c:v>128158.57</c:v>
                </c:pt>
                <c:pt idx="155">
                  <c:v>127027.1</c:v>
                </c:pt>
                <c:pt idx="156">
                  <c:v>126931.47</c:v>
                </c:pt>
                <c:pt idx="157">
                  <c:v>126863.02</c:v>
                </c:pt>
                <c:pt idx="158">
                  <c:v>127690.62</c:v>
                </c:pt>
                <c:pt idx="159">
                  <c:v>128106.1</c:v>
                </c:pt>
                <c:pt idx="160">
                  <c:v>126990.45</c:v>
                </c:pt>
                <c:pt idx="161">
                  <c:v>127548.52</c:v>
                </c:pt>
                <c:pt idx="162">
                  <c:v>127318.39</c:v>
                </c:pt>
                <c:pt idx="163">
                  <c:v>127427.53</c:v>
                </c:pt>
                <c:pt idx="164">
                  <c:v>126795.41</c:v>
                </c:pt>
                <c:pt idx="165">
                  <c:v>128857.16</c:v>
                </c:pt>
                <c:pt idx="166">
                  <c:v>129890.37</c:v>
                </c:pt>
                <c:pt idx="167">
                  <c:v>128053.74</c:v>
                </c:pt>
                <c:pt idx="168">
                  <c:v>127396.35</c:v>
                </c:pt>
                <c:pt idx="169">
                  <c:v>125946.09</c:v>
                </c:pt>
                <c:pt idx="170">
                  <c:v>125333.89</c:v>
                </c:pt>
                <c:pt idx="171">
                  <c:v>124388.62</c:v>
                </c:pt>
                <c:pt idx="172">
                  <c:v>124171.15</c:v>
                </c:pt>
                <c:pt idx="173">
                  <c:v>124196.18</c:v>
                </c:pt>
                <c:pt idx="174">
                  <c:v>125124.3</c:v>
                </c:pt>
                <c:pt idx="175">
                  <c:v>125573.16</c:v>
                </c:pt>
                <c:pt idx="176">
                  <c:v>125148.07</c:v>
                </c:pt>
                <c:pt idx="177">
                  <c:v>124740.69</c:v>
                </c:pt>
                <c:pt idx="178">
                  <c:v>124645.58</c:v>
                </c:pt>
                <c:pt idx="179">
                  <c:v>126526.27</c:v>
                </c:pt>
                <c:pt idx="180">
                  <c:v>127351.79</c:v>
                </c:pt>
                <c:pt idx="181">
                  <c:v>125924.19</c:v>
                </c:pt>
                <c:pt idx="182">
                  <c:v>127122.25</c:v>
                </c:pt>
                <c:pt idx="183">
                  <c:v>128508.67</c:v>
                </c:pt>
                <c:pt idx="184">
                  <c:v>128465.69</c:v>
                </c:pt>
                <c:pt idx="185">
                  <c:v>129210.48</c:v>
                </c:pt>
                <c:pt idx="186">
                  <c:v>129480.89</c:v>
                </c:pt>
                <c:pt idx="187">
                  <c:v>128188.34</c:v>
                </c:pt>
                <c:pt idx="188">
                  <c:v>127599.57</c:v>
                </c:pt>
                <c:pt idx="189">
                  <c:v>128154.79</c:v>
                </c:pt>
                <c:pt idx="190">
                  <c:v>128515.49</c:v>
                </c:pt>
                <c:pt idx="191">
                  <c:v>128027.59</c:v>
                </c:pt>
                <c:pt idx="192">
                  <c:v>128283.62</c:v>
                </c:pt>
                <c:pt idx="193">
                  <c:v>128150.71</c:v>
                </c:pt>
                <c:pt idx="194">
                  <c:v>127750.92</c:v>
                </c:pt>
                <c:pt idx="195">
                  <c:v>127411.55</c:v>
                </c:pt>
                <c:pt idx="196">
                  <c:v>125650.03</c:v>
                </c:pt>
                <c:pt idx="197">
                  <c:v>124729.4</c:v>
                </c:pt>
                <c:pt idx="198">
                  <c:v>124305.57</c:v>
                </c:pt>
                <c:pt idx="199">
                  <c:v>124495.67999999999</c:v>
                </c:pt>
                <c:pt idx="200">
                  <c:v>123779.54</c:v>
                </c:pt>
                <c:pt idx="201">
                  <c:v>122707.28</c:v>
                </c:pt>
                <c:pt idx="202">
                  <c:v>122098.09</c:v>
                </c:pt>
                <c:pt idx="203">
                  <c:v>122031.58</c:v>
                </c:pt>
                <c:pt idx="204">
                  <c:v>121802.06</c:v>
                </c:pt>
                <c:pt idx="205">
                  <c:v>121407.33</c:v>
                </c:pt>
                <c:pt idx="206">
                  <c:v>122898.8</c:v>
                </c:pt>
                <c:pt idx="207">
                  <c:v>120767.19</c:v>
                </c:pt>
                <c:pt idx="208">
                  <c:v>120759.51</c:v>
                </c:pt>
                <c:pt idx="209">
                  <c:v>121635.06</c:v>
                </c:pt>
                <c:pt idx="210">
                  <c:v>119936.02</c:v>
                </c:pt>
                <c:pt idx="211">
                  <c:v>119567.53</c:v>
                </c:pt>
                <c:pt idx="212">
                  <c:v>119662.38</c:v>
                </c:pt>
                <c:pt idx="213">
                  <c:v>119137.86</c:v>
                </c:pt>
                <c:pt idx="214">
                  <c:v>119630.44</c:v>
                </c:pt>
                <c:pt idx="215">
                  <c:v>120261.34</c:v>
                </c:pt>
                <c:pt idx="216">
                  <c:v>120445.91</c:v>
                </c:pt>
                <c:pt idx="217">
                  <c:v>121341.13</c:v>
                </c:pt>
                <c:pt idx="218">
                  <c:v>122636.96</c:v>
                </c:pt>
                <c:pt idx="219">
                  <c:v>122331.39</c:v>
                </c:pt>
                <c:pt idx="220">
                  <c:v>122641.3</c:v>
                </c:pt>
                <c:pt idx="221">
                  <c:v>124307.83</c:v>
                </c:pt>
                <c:pt idx="222">
                  <c:v>123906.55</c:v>
                </c:pt>
                <c:pt idx="223">
                  <c:v>124718.07</c:v>
                </c:pt>
                <c:pt idx="224">
                  <c:v>124787.08</c:v>
                </c:pt>
                <c:pt idx="225">
                  <c:v>125661.89</c:v>
                </c:pt>
                <c:pt idx="226">
                  <c:v>126163.98</c:v>
                </c:pt>
                <c:pt idx="227">
                  <c:v>126267.05</c:v>
                </c:pt>
                <c:pt idx="228">
                  <c:v>126548.34</c:v>
                </c:pt>
                <c:pt idx="229">
                  <c:v>127108.22</c:v>
                </c:pt>
                <c:pt idx="230">
                  <c:v>127218.24000000001</c:v>
                </c:pt>
                <c:pt idx="231">
                  <c:v>128293.61</c:v>
                </c:pt>
                <c:pt idx="232">
                  <c:v>128896.98</c:v>
                </c:pt>
                <c:pt idx="233">
                  <c:v>129320.96000000001</c:v>
                </c:pt>
                <c:pt idx="234">
                  <c:v>129110.38</c:v>
                </c:pt>
                <c:pt idx="235">
                  <c:v>129450.32</c:v>
                </c:pt>
                <c:pt idx="236">
                  <c:v>127652.06</c:v>
                </c:pt>
                <c:pt idx="237">
                  <c:v>127616.46</c:v>
                </c:pt>
                <c:pt idx="238">
                  <c:v>127859.63</c:v>
                </c:pt>
                <c:pt idx="239">
                  <c:v>126589.84</c:v>
                </c:pt>
                <c:pt idx="240">
                  <c:v>126422.73</c:v>
                </c:pt>
                <c:pt idx="241">
                  <c:v>125954.09</c:v>
                </c:pt>
                <c:pt idx="242">
                  <c:v>127492.49</c:v>
                </c:pt>
                <c:pt idx="243">
                  <c:v>126953.86</c:v>
                </c:pt>
                <c:pt idx="244">
                  <c:v>126139.21</c:v>
                </c:pt>
                <c:pt idx="245">
                  <c:v>127651.81</c:v>
                </c:pt>
                <c:pt idx="246">
                  <c:v>127395.1</c:v>
                </c:pt>
                <c:pt idx="247">
                  <c:v>125854.09</c:v>
                </c:pt>
                <c:pt idx="248">
                  <c:v>125269.54</c:v>
                </c:pt>
                <c:pt idx="249">
                  <c:v>126266.7</c:v>
                </c:pt>
                <c:pt idx="250">
                  <c:v>127513.88</c:v>
                </c:pt>
                <c:pt idx="251">
                  <c:v>128660.88</c:v>
                </c:pt>
                <c:pt idx="252">
                  <c:v>130614.59</c:v>
                </c:pt>
                <c:pt idx="253">
                  <c:v>131115.9</c:v>
                </c:pt>
                <c:pt idx="254">
                  <c:v>132397.97</c:v>
                </c:pt>
                <c:pt idx="255">
                  <c:v>133317.66</c:v>
                </c:pt>
                <c:pt idx="256">
                  <c:v>134153.42000000001</c:v>
                </c:pt>
                <c:pt idx="257">
                  <c:v>133953.25</c:v>
                </c:pt>
                <c:pt idx="258">
                  <c:v>135777.98000000001</c:v>
                </c:pt>
                <c:pt idx="259">
                  <c:v>136087.41</c:v>
                </c:pt>
                <c:pt idx="260">
                  <c:v>136463.65</c:v>
                </c:pt>
                <c:pt idx="261">
                  <c:v>135173.39000000001</c:v>
                </c:pt>
                <c:pt idx="262">
                  <c:v>135608.47</c:v>
                </c:pt>
                <c:pt idx="263">
                  <c:v>136888.71</c:v>
                </c:pt>
                <c:pt idx="264">
                  <c:v>136775.91</c:v>
                </c:pt>
                <c:pt idx="265">
                  <c:v>137343.96</c:v>
                </c:pt>
                <c:pt idx="266">
                  <c:v>136041.35</c:v>
                </c:pt>
                <c:pt idx="267">
                  <c:v>136004.01</c:v>
                </c:pt>
                <c:pt idx="268">
                  <c:v>134906.07</c:v>
                </c:pt>
                <c:pt idx="269">
                  <c:v>134353.48000000001</c:v>
                </c:pt>
                <c:pt idx="270">
                  <c:v>136110.73000000001</c:v>
                </c:pt>
                <c:pt idx="271">
                  <c:v>136502.49</c:v>
                </c:pt>
                <c:pt idx="272">
                  <c:v>134572.45000000001</c:v>
                </c:pt>
                <c:pt idx="273">
                  <c:v>134737.21</c:v>
                </c:pt>
                <c:pt idx="274">
                  <c:v>134319.57999999999</c:v>
                </c:pt>
                <c:pt idx="275">
                  <c:v>134676.75</c:v>
                </c:pt>
                <c:pt idx="276">
                  <c:v>134029.43</c:v>
                </c:pt>
                <c:pt idx="277">
                  <c:v>134881.95000000001</c:v>
                </c:pt>
                <c:pt idx="278">
                  <c:v>135118.22</c:v>
                </c:pt>
                <c:pt idx="279">
                  <c:v>134960.19</c:v>
                </c:pt>
                <c:pt idx="280">
                  <c:v>133747.69</c:v>
                </c:pt>
                <c:pt idx="281">
                  <c:v>133122.67000000001</c:v>
                </c:pt>
                <c:pt idx="282">
                  <c:v>131065.44</c:v>
                </c:pt>
                <c:pt idx="283">
                  <c:v>130568.37</c:v>
                </c:pt>
                <c:pt idx="284">
                  <c:v>132155.76</c:v>
                </c:pt>
                <c:pt idx="285">
                  <c:v>131586.45000000001</c:v>
                </c:pt>
                <c:pt idx="286">
                  <c:v>133009.78</c:v>
                </c:pt>
                <c:pt idx="287">
                  <c:v>132730.35999999999</c:v>
                </c:pt>
                <c:pt idx="288">
                  <c:v>131816.44</c:v>
                </c:pt>
                <c:pt idx="289">
                  <c:v>132495.16</c:v>
                </c:pt>
                <c:pt idx="290">
                  <c:v>133514.94</c:v>
                </c:pt>
                <c:pt idx="291">
                  <c:v>131671.51</c:v>
                </c:pt>
                <c:pt idx="292">
                  <c:v>131791.54999999999</c:v>
                </c:pt>
                <c:pt idx="293">
                  <c:v>132017.84</c:v>
                </c:pt>
                <c:pt idx="294">
                  <c:v>131511.73000000001</c:v>
                </c:pt>
                <c:pt idx="295">
                  <c:v>129962.06</c:v>
                </c:pt>
                <c:pt idx="296">
                  <c:v>130352.86</c:v>
                </c:pt>
                <c:pt idx="297">
                  <c:v>129992.29</c:v>
                </c:pt>
                <c:pt idx="298">
                  <c:v>131005.25</c:v>
                </c:pt>
                <c:pt idx="299">
                  <c:v>131043.27</c:v>
                </c:pt>
                <c:pt idx="300">
                  <c:v>131749.72</c:v>
                </c:pt>
                <c:pt idx="301">
                  <c:v>130793.41</c:v>
                </c:pt>
                <c:pt idx="302">
                  <c:v>130499.26</c:v>
                </c:pt>
                <c:pt idx="303">
                  <c:v>130361.56</c:v>
                </c:pt>
                <c:pt idx="304">
                  <c:v>129951.37</c:v>
                </c:pt>
                <c:pt idx="305">
                  <c:v>129233.11</c:v>
                </c:pt>
                <c:pt idx="306">
                  <c:v>130066.95</c:v>
                </c:pt>
                <c:pt idx="307">
                  <c:v>129893.32</c:v>
                </c:pt>
                <c:pt idx="308">
                  <c:v>131212.57999999999</c:v>
                </c:pt>
                <c:pt idx="309">
                  <c:v>130729.93</c:v>
                </c:pt>
                <c:pt idx="310">
                  <c:v>130639.33</c:v>
                </c:pt>
                <c:pt idx="311">
                  <c:v>129713.33</c:v>
                </c:pt>
                <c:pt idx="312">
                  <c:v>128120.75</c:v>
                </c:pt>
                <c:pt idx="313">
                  <c:v>130514.79</c:v>
                </c:pt>
                <c:pt idx="314">
                  <c:v>130660.75</c:v>
                </c:pt>
                <c:pt idx="315">
                  <c:v>130340.92</c:v>
                </c:pt>
                <c:pt idx="316">
                  <c:v>129681.7</c:v>
                </c:pt>
                <c:pt idx="317">
                  <c:v>127829.8</c:v>
                </c:pt>
                <c:pt idx="318">
                  <c:v>127873.7</c:v>
                </c:pt>
                <c:pt idx="319">
                  <c:v>127698.32</c:v>
                </c:pt>
                <c:pt idx="320">
                  <c:v>127733.88</c:v>
                </c:pt>
                <c:pt idx="321">
                  <c:v>127791.6</c:v>
                </c:pt>
                <c:pt idx="322">
                  <c:v>127768.19</c:v>
                </c:pt>
                <c:pt idx="323">
                  <c:v>128197.25</c:v>
                </c:pt>
                <c:pt idx="324">
                  <c:v>126922.11</c:v>
                </c:pt>
                <c:pt idx="325">
                  <c:v>129125.51</c:v>
                </c:pt>
                <c:pt idx="326">
                  <c:v>129036.1</c:v>
                </c:pt>
                <c:pt idx="327">
                  <c:v>129922.38</c:v>
                </c:pt>
                <c:pt idx="328">
                  <c:v>127668.61</c:v>
                </c:pt>
                <c:pt idx="329">
                  <c:v>124610.41</c:v>
                </c:pt>
                <c:pt idx="330">
                  <c:v>125667.83</c:v>
                </c:pt>
                <c:pt idx="331">
                  <c:v>125235.54</c:v>
                </c:pt>
                <c:pt idx="332">
                  <c:v>126139.2</c:v>
                </c:pt>
                <c:pt idx="333">
                  <c:v>126087.02</c:v>
                </c:pt>
                <c:pt idx="334">
                  <c:v>127857.58</c:v>
                </c:pt>
                <c:pt idx="335">
                  <c:v>125945.67</c:v>
                </c:pt>
                <c:pt idx="336">
                  <c:v>127210.19</c:v>
                </c:pt>
                <c:pt idx="337">
                  <c:v>128228.49</c:v>
                </c:pt>
                <c:pt idx="338">
                  <c:v>129593.31</c:v>
                </c:pt>
                <c:pt idx="339">
                  <c:v>126042.21</c:v>
                </c:pt>
                <c:pt idx="340">
                  <c:v>124612.22</c:v>
                </c:pt>
                <c:pt idx="341">
                  <c:v>123560.06</c:v>
                </c:pt>
                <c:pt idx="342">
                  <c:v>124698.04</c:v>
                </c:pt>
                <c:pt idx="343">
                  <c:v>120771.88</c:v>
                </c:pt>
                <c:pt idx="344">
                  <c:v>121187.91</c:v>
                </c:pt>
                <c:pt idx="345">
                  <c:v>122102.15</c:v>
                </c:pt>
                <c:pt idx="346">
                  <c:v>120766.57</c:v>
                </c:pt>
                <c:pt idx="347">
                  <c:v>121077.5</c:v>
                </c:pt>
                <c:pt idx="348">
                  <c:v>120269.31</c:v>
                </c:pt>
                <c:pt idx="349">
                  <c:v>120283.4</c:v>
                </c:pt>
                <c:pt idx="350">
                  <c:v>120125.39</c:v>
                </c:pt>
                <c:pt idx="351">
                  <c:v>118532.68</c:v>
                </c:pt>
                <c:pt idx="352">
                  <c:v>120021.52</c:v>
                </c:pt>
                <c:pt idx="353">
                  <c:v>121162.66</c:v>
                </c:pt>
                <c:pt idx="354">
                  <c:v>119624.51</c:v>
                </c:pt>
                <c:pt idx="355">
                  <c:v>119780.56</c:v>
                </c:pt>
                <c:pt idx="356">
                  <c:v>118856.48</c:v>
                </c:pt>
                <c:pt idx="357">
                  <c:v>119006.93</c:v>
                </c:pt>
                <c:pt idx="358">
                  <c:v>119298.67</c:v>
                </c:pt>
                <c:pt idx="359">
                  <c:v>122650.2</c:v>
                </c:pt>
                <c:pt idx="360">
                  <c:v>121234.14</c:v>
                </c:pt>
                <c:pt idx="361">
                  <c:v>122350.38</c:v>
                </c:pt>
                <c:pt idx="362">
                  <c:v>122855.15</c:v>
                </c:pt>
                <c:pt idx="363">
                  <c:v>123338.34</c:v>
                </c:pt>
                <c:pt idx="364">
                  <c:v>122971.77</c:v>
                </c:pt>
                <c:pt idx="365">
                  <c:v>122483.32</c:v>
                </c:pt>
                <c:pt idx="366">
                  <c:v>122446.94</c:v>
                </c:pt>
                <c:pt idx="367">
                  <c:v>124861.5</c:v>
                </c:pt>
                <c:pt idx="368">
                  <c:v>124055.5</c:v>
                </c:pt>
                <c:pt idx="369">
                  <c:v>123432.12</c:v>
                </c:pt>
                <c:pt idx="370">
                  <c:v>126912.78</c:v>
                </c:pt>
                <c:pt idx="371">
                  <c:v>126134.94</c:v>
                </c:pt>
                <c:pt idx="372">
                  <c:v>125970.46</c:v>
                </c:pt>
                <c:pt idx="373">
                  <c:v>125147.42</c:v>
                </c:pt>
                <c:pt idx="374">
                  <c:v>125534.07</c:v>
                </c:pt>
                <c:pt idx="375">
                  <c:v>126224.74</c:v>
                </c:pt>
                <c:pt idx="376">
                  <c:v>124619.4</c:v>
                </c:pt>
                <c:pt idx="377">
                  <c:v>125571.81</c:v>
                </c:pt>
                <c:pt idx="378">
                  <c:v>126521.66</c:v>
                </c:pt>
                <c:pt idx="379">
                  <c:v>124380.21</c:v>
                </c:pt>
                <c:pt idx="380">
                  <c:v>124850.18</c:v>
                </c:pt>
                <c:pt idx="381">
                  <c:v>128218.59</c:v>
                </c:pt>
                <c:pt idx="382">
                  <c:v>128552.13</c:v>
                </c:pt>
                <c:pt idx="383">
                  <c:v>128531.71</c:v>
                </c:pt>
                <c:pt idx="384">
                  <c:v>127308.8</c:v>
                </c:pt>
                <c:pt idx="385">
                  <c:v>127600.58</c:v>
                </c:pt>
                <c:pt idx="386">
                  <c:v>127128.06</c:v>
                </c:pt>
                <c:pt idx="387">
                  <c:v>125401.38</c:v>
                </c:pt>
                <c:pt idx="388">
                  <c:v>125979.5</c:v>
                </c:pt>
                <c:pt idx="389">
                  <c:v>124768.71</c:v>
                </c:pt>
                <c:pt idx="390">
                  <c:v>124798.96</c:v>
                </c:pt>
                <c:pt idx="391">
                  <c:v>122799.09</c:v>
                </c:pt>
                <c:pt idx="392">
                  <c:v>123046.85</c:v>
                </c:pt>
                <c:pt idx="393">
                  <c:v>123357.55</c:v>
                </c:pt>
                <c:pt idx="394">
                  <c:v>125034.63</c:v>
                </c:pt>
                <c:pt idx="395">
                  <c:v>124519.38</c:v>
                </c:pt>
                <c:pt idx="396">
                  <c:v>123507.35</c:v>
                </c:pt>
                <c:pt idx="397">
                  <c:v>123863.5</c:v>
                </c:pt>
                <c:pt idx="398">
                  <c:v>125637.11</c:v>
                </c:pt>
                <c:pt idx="399">
                  <c:v>128957.09</c:v>
                </c:pt>
                <c:pt idx="400">
                  <c:v>130833.96</c:v>
                </c:pt>
                <c:pt idx="401">
                  <c:v>131474.73000000001</c:v>
                </c:pt>
                <c:pt idx="402">
                  <c:v>132508.45000000001</c:v>
                </c:pt>
                <c:pt idx="403">
                  <c:v>131954.9</c:v>
                </c:pt>
                <c:pt idx="404">
                  <c:v>132344.88</c:v>
                </c:pt>
                <c:pt idx="405">
                  <c:v>131321.44</c:v>
                </c:pt>
                <c:pt idx="406">
                  <c:v>132067.69</c:v>
                </c:pt>
                <c:pt idx="407">
                  <c:v>132519.63</c:v>
                </c:pt>
                <c:pt idx="408">
                  <c:v>133148.75</c:v>
                </c:pt>
                <c:pt idx="409">
                  <c:v>131902.18</c:v>
                </c:pt>
                <c:pt idx="410">
                  <c:v>130259.54</c:v>
                </c:pt>
                <c:pt idx="411">
                  <c:v>131147.29</c:v>
                </c:pt>
                <c:pt idx="412">
                  <c:v>131190.34</c:v>
                </c:pt>
                <c:pt idx="413">
                  <c:v>131140.65</c:v>
                </c:pt>
                <c:pt idx="414">
                  <c:v>127256</c:v>
                </c:pt>
                <c:pt idx="415">
                  <c:v>125588.09</c:v>
                </c:pt>
                <c:pt idx="416">
                  <c:v>123931.89</c:v>
                </c:pt>
                <c:pt idx="417">
                  <c:v>127795.93</c:v>
                </c:pt>
                <c:pt idx="418">
                  <c:v>126354.75</c:v>
                </c:pt>
                <c:pt idx="419">
                  <c:v>127682.4</c:v>
                </c:pt>
                <c:pt idx="420">
                  <c:v>129453.91</c:v>
                </c:pt>
                <c:pt idx="421">
                  <c:v>129245.39</c:v>
                </c:pt>
                <c:pt idx="422">
                  <c:v>128316.89</c:v>
                </c:pt>
                <c:pt idx="423">
                  <c:v>129650.03</c:v>
                </c:pt>
                <c:pt idx="424">
                  <c:v>130464.38</c:v>
                </c:pt>
                <c:pt idx="425">
                  <c:v>132216.07</c:v>
                </c:pt>
                <c:pt idx="426">
                  <c:v>134580.43</c:v>
                </c:pt>
                <c:pt idx="427">
                  <c:v>134739.28</c:v>
                </c:pt>
                <c:pt idx="428">
                  <c:v>135015.89000000001</c:v>
                </c:pt>
                <c:pt idx="429">
                  <c:v>135092.99</c:v>
                </c:pt>
                <c:pt idx="430">
                  <c:v>135066.97</c:v>
                </c:pt>
                <c:pt idx="431">
                  <c:v>135133.88</c:v>
                </c:pt>
                <c:pt idx="432">
                  <c:v>133491.23000000001</c:v>
                </c:pt>
                <c:pt idx="433">
                  <c:v>133515.82</c:v>
                </c:pt>
                <c:pt idx="434">
                  <c:v>133397.51999999999</c:v>
                </c:pt>
                <c:pt idx="435">
                  <c:v>136231.9</c:v>
                </c:pt>
                <c:pt idx="436">
                  <c:v>136511.88</c:v>
                </c:pt>
                <c:pt idx="437">
                  <c:v>136563.18</c:v>
                </c:pt>
                <c:pt idx="438">
                  <c:v>138963.10999999999</c:v>
                </c:pt>
                <c:pt idx="439">
                  <c:v>138422.84</c:v>
                </c:pt>
                <c:pt idx="440">
                  <c:v>139334.38</c:v>
                </c:pt>
                <c:pt idx="441">
                  <c:v>139187.39000000001</c:v>
                </c:pt>
                <c:pt idx="442">
                  <c:v>139636.41</c:v>
                </c:pt>
                <c:pt idx="443">
                  <c:v>140109.63</c:v>
                </c:pt>
                <c:pt idx="444">
                  <c:v>137881.26999999999</c:v>
                </c:pt>
                <c:pt idx="445">
                  <c:v>137272.59</c:v>
                </c:pt>
                <c:pt idx="446">
                  <c:v>137824.29</c:v>
                </c:pt>
                <c:pt idx="447">
                  <c:v>138136.14000000001</c:v>
                </c:pt>
                <c:pt idx="448">
                  <c:v>139541.23000000001</c:v>
                </c:pt>
                <c:pt idx="449">
                  <c:v>138887.81</c:v>
                </c:pt>
                <c:pt idx="450">
                  <c:v>138533.70000000001</c:v>
                </c:pt>
                <c:pt idx="451">
                  <c:v>137026.62</c:v>
                </c:pt>
                <c:pt idx="452">
                  <c:v>136786.65</c:v>
                </c:pt>
                <c:pt idx="453">
                  <c:v>137546.26</c:v>
                </c:pt>
                <c:pt idx="454">
                  <c:v>137001.57999999999</c:v>
                </c:pt>
                <c:pt idx="455">
                  <c:v>136236.37</c:v>
                </c:pt>
                <c:pt idx="456">
                  <c:v>136102.1</c:v>
                </c:pt>
                <c:pt idx="457">
                  <c:v>135699.38</c:v>
                </c:pt>
                <c:pt idx="458">
                  <c:v>136436.07</c:v>
                </c:pt>
                <c:pt idx="459">
                  <c:v>137128.04</c:v>
                </c:pt>
                <c:pt idx="460">
                  <c:v>137799.74</c:v>
                </c:pt>
                <c:pt idx="461">
                  <c:v>137212.63</c:v>
                </c:pt>
                <c:pt idx="462">
                  <c:v>139255.91</c:v>
                </c:pt>
                <c:pt idx="463">
                  <c:v>138840.01999999999</c:v>
                </c:pt>
                <c:pt idx="464">
                  <c:v>138716.64000000001</c:v>
                </c:pt>
                <c:pt idx="465">
                  <c:v>137115.82999999999</c:v>
                </c:pt>
                <c:pt idx="466">
                  <c:v>136550.5</c:v>
                </c:pt>
                <c:pt idx="467">
                  <c:v>137164.60999999999</c:v>
                </c:pt>
                <c:pt idx="468">
                  <c:v>135767.29</c:v>
                </c:pt>
                <c:pt idx="469">
                  <c:v>137113.89000000001</c:v>
                </c:pt>
                <c:pt idx="470">
                  <c:v>136865.79</c:v>
                </c:pt>
                <c:pt idx="471">
                  <c:v>138854.6</c:v>
                </c:pt>
                <c:pt idx="472">
                  <c:v>139549.43</c:v>
                </c:pt>
                <c:pt idx="473">
                  <c:v>139050.93</c:v>
                </c:pt>
                <c:pt idx="474">
                  <c:v>140927.85999999999</c:v>
                </c:pt>
                <c:pt idx="475">
                  <c:v>141263.56</c:v>
                </c:pt>
                <c:pt idx="476">
                  <c:v>139489.70000000001</c:v>
                </c:pt>
                <c:pt idx="477">
                  <c:v>139302.85</c:v>
                </c:pt>
                <c:pt idx="478">
                  <c:v>137480.79</c:v>
                </c:pt>
                <c:pt idx="479">
                  <c:v>136743.26</c:v>
                </c:pt>
                <c:pt idx="480">
                  <c:v>136187.31</c:v>
                </c:pt>
                <c:pt idx="481">
                  <c:v>135298.99</c:v>
                </c:pt>
                <c:pt idx="482">
                  <c:v>135250.1</c:v>
                </c:pt>
                <c:pt idx="483">
                  <c:v>135510.99</c:v>
                </c:pt>
                <c:pt idx="484">
                  <c:v>135564.74</c:v>
                </c:pt>
                <c:pt idx="485">
                  <c:v>133381.57999999999</c:v>
                </c:pt>
                <c:pt idx="486">
                  <c:v>134166.72</c:v>
                </c:pt>
                <c:pt idx="487">
                  <c:v>134035.72</c:v>
                </c:pt>
                <c:pt idx="488">
                  <c:v>135368.26999999999</c:v>
                </c:pt>
                <c:pt idx="489">
                  <c:v>133807.59</c:v>
                </c:pt>
                <c:pt idx="490">
                  <c:v>133524.18</c:v>
                </c:pt>
                <c:pt idx="491">
                  <c:v>132129.26</c:v>
                </c:pt>
                <c:pt idx="492">
                  <c:v>132725.68</c:v>
                </c:pt>
                <c:pt idx="493">
                  <c:v>133989.74</c:v>
                </c:pt>
                <c:pt idx="494">
                  <c:v>133071.04999999999</c:v>
                </c:pt>
                <c:pt idx="495">
                  <c:v>132437.39000000001</c:v>
                </c:pt>
                <c:pt idx="496">
                  <c:v>132971.20000000001</c:v>
                </c:pt>
                <c:pt idx="497">
                  <c:v>133151.29999999999</c:v>
                </c:pt>
                <c:pt idx="498">
                  <c:v>134537.62</c:v>
                </c:pt>
                <c:pt idx="499">
                  <c:v>136527.60999999999</c:v>
                </c:pt>
                <c:pt idx="500">
                  <c:v>135913.25</c:v>
                </c:pt>
                <c:pt idx="501">
                  <c:v>135623.15</c:v>
                </c:pt>
                <c:pt idx="502">
                  <c:v>137913.68</c:v>
                </c:pt>
                <c:pt idx="503">
                  <c:v>136687.32</c:v>
                </c:pt>
                <c:pt idx="504">
                  <c:v>136355.78</c:v>
                </c:pt>
                <c:pt idx="505">
                  <c:v>136340.76999999999</c:v>
                </c:pt>
                <c:pt idx="506">
                  <c:v>137321.64000000001</c:v>
                </c:pt>
                <c:pt idx="507">
                  <c:v>134432.26</c:v>
                </c:pt>
                <c:pt idx="508">
                  <c:v>134666.46</c:v>
                </c:pt>
                <c:pt idx="509">
                  <c:v>134510.85</c:v>
                </c:pt>
                <c:pt idx="510">
                  <c:v>137968.15</c:v>
                </c:pt>
                <c:pt idx="511">
                  <c:v>138025.17000000001</c:v>
                </c:pt>
                <c:pt idx="512">
                  <c:v>137771.39000000001</c:v>
                </c:pt>
                <c:pt idx="513">
                  <c:v>139205.81</c:v>
                </c:pt>
                <c:pt idx="514">
                  <c:v>141049.20000000001</c:v>
                </c:pt>
                <c:pt idx="515">
                  <c:v>141422.26</c:v>
                </c:pt>
                <c:pt idx="516">
                  <c:v>141283.01</c:v>
                </c:pt>
                <c:pt idx="517">
                  <c:v>140335.16</c:v>
                </c:pt>
                <c:pt idx="518">
                  <c:v>139863.63</c:v>
                </c:pt>
                <c:pt idx="519">
                  <c:v>140993.25</c:v>
                </c:pt>
                <c:pt idx="520">
                  <c:v>142640.14000000001</c:v>
                </c:pt>
                <c:pt idx="521">
                  <c:v>141791.57999999999</c:v>
                </c:pt>
                <c:pt idx="522">
                  <c:v>141618.29</c:v>
                </c:pt>
                <c:pt idx="523">
                  <c:v>142348.70000000001</c:v>
                </c:pt>
                <c:pt idx="524">
                  <c:v>143150.84</c:v>
                </c:pt>
                <c:pt idx="525">
                  <c:v>142271.57999999999</c:v>
                </c:pt>
                <c:pt idx="526">
                  <c:v>143546.57999999999</c:v>
                </c:pt>
                <c:pt idx="527">
                  <c:v>144061.74</c:v>
                </c:pt>
                <c:pt idx="528">
                  <c:v>145593.63</c:v>
                </c:pt>
                <c:pt idx="529">
                  <c:v>145499.49</c:v>
                </c:pt>
                <c:pt idx="530">
                  <c:v>145865.10999999999</c:v>
                </c:pt>
                <c:pt idx="531">
                  <c:v>145109.25</c:v>
                </c:pt>
                <c:pt idx="532">
                  <c:v>146424.94</c:v>
                </c:pt>
                <c:pt idx="533">
                  <c:v>146491.75</c:v>
                </c:pt>
                <c:pt idx="534">
                  <c:v>145306.23000000001</c:v>
                </c:pt>
                <c:pt idx="535">
                  <c:v>145446.66</c:v>
                </c:pt>
                <c:pt idx="536">
                  <c:v>146336.79999999999</c:v>
                </c:pt>
                <c:pt idx="537">
                  <c:v>146237.01999999999</c:v>
                </c:pt>
                <c:pt idx="538">
                  <c:v>145517.35</c:v>
                </c:pt>
                <c:pt idx="539">
                  <c:v>143949.64000000001</c:v>
                </c:pt>
                <c:pt idx="540">
                  <c:v>144200.65</c:v>
                </c:pt>
                <c:pt idx="541">
                  <c:v>143608.07999999999</c:v>
                </c:pt>
                <c:pt idx="542">
                  <c:v>141356.43</c:v>
                </c:pt>
                <c:pt idx="543">
                  <c:v>142145.38</c:v>
                </c:pt>
                <c:pt idx="544">
                  <c:v>141708.19</c:v>
                </c:pt>
                <c:pt idx="545">
                  <c:v>140680.34</c:v>
                </c:pt>
                <c:pt idx="546">
                  <c:v>141783.35999999999</c:v>
                </c:pt>
                <c:pt idx="547">
                  <c:v>141682.99</c:v>
                </c:pt>
                <c:pt idx="548">
                  <c:v>142603.66</c:v>
                </c:pt>
                <c:pt idx="549">
                  <c:v>142200.01999999999</c:v>
                </c:pt>
                <c:pt idx="550">
                  <c:v>143398.63</c:v>
                </c:pt>
                <c:pt idx="551">
                  <c:v>144509.32</c:v>
                </c:pt>
                <c:pt idx="552">
                  <c:v>144085.15</c:v>
                </c:pt>
                <c:pt idx="553">
                  <c:v>144872.79</c:v>
                </c:pt>
                <c:pt idx="554">
                  <c:v>145720.98000000001</c:v>
                </c:pt>
                <c:pt idx="555">
                  <c:v>146172.21</c:v>
                </c:pt>
                <c:pt idx="556">
                  <c:v>146969.1</c:v>
                </c:pt>
                <c:pt idx="557">
                  <c:v>147428.9</c:v>
                </c:pt>
                <c:pt idx="558">
                  <c:v>148632.93</c:v>
                </c:pt>
                <c:pt idx="559">
                  <c:v>148780.22</c:v>
                </c:pt>
                <c:pt idx="560">
                  <c:v>149540.43</c:v>
                </c:pt>
                <c:pt idx="561">
                  <c:v>150454.24</c:v>
                </c:pt>
                <c:pt idx="562">
                  <c:v>150704.20000000001</c:v>
                </c:pt>
                <c:pt idx="563">
                  <c:v>153294.44</c:v>
                </c:pt>
                <c:pt idx="564">
                  <c:v>153338.63</c:v>
                </c:pt>
                <c:pt idx="565">
                  <c:v>154063.53</c:v>
                </c:pt>
                <c:pt idx="566">
                  <c:v>155257.31</c:v>
                </c:pt>
                <c:pt idx="567">
                  <c:v>157748.6</c:v>
                </c:pt>
                <c:pt idx="568">
                  <c:v>157632.9</c:v>
                </c:pt>
                <c:pt idx="569">
                  <c:v>157162.43</c:v>
                </c:pt>
                <c:pt idx="570">
                  <c:v>157738.69</c:v>
                </c:pt>
                <c:pt idx="571">
                  <c:v>156992.93</c:v>
                </c:pt>
                <c:pt idx="572">
                  <c:v>156522.13</c:v>
                </c:pt>
                <c:pt idx="573">
                  <c:v>155380.66</c:v>
                </c:pt>
                <c:pt idx="574">
                  <c:v>154770.1</c:v>
                </c:pt>
                <c:pt idx="575">
                  <c:v>155277.56</c:v>
                </c:pt>
                <c:pt idx="576">
                  <c:v>155910.18</c:v>
                </c:pt>
                <c:pt idx="577">
                  <c:v>158554.94</c:v>
                </c:pt>
                <c:pt idx="578">
                  <c:v>158359.76</c:v>
                </c:pt>
                <c:pt idx="579">
                  <c:v>159072.13</c:v>
                </c:pt>
                <c:pt idx="580">
                  <c:v>158611.01</c:v>
                </c:pt>
                <c:pt idx="581">
                  <c:v>161092.25</c:v>
                </c:pt>
                <c:pt idx="582">
                  <c:v>161755.18</c:v>
                </c:pt>
                <c:pt idx="583">
                  <c:v>164455.60999999999</c:v>
                </c:pt>
                <c:pt idx="584">
                  <c:v>157369.35999999999</c:v>
                </c:pt>
                <c:pt idx="585">
                  <c:v>158187.43</c:v>
                </c:pt>
                <c:pt idx="586">
                  <c:v>157981.13</c:v>
                </c:pt>
                <c:pt idx="587">
                  <c:v>159074.97</c:v>
                </c:pt>
                <c:pt idx="588">
                  <c:v>159189.1</c:v>
                </c:pt>
                <c:pt idx="589">
                  <c:v>160766.37</c:v>
                </c:pt>
                <c:pt idx="590">
                  <c:v>162481.74</c:v>
                </c:pt>
                <c:pt idx="591">
                  <c:v>158577.88</c:v>
                </c:pt>
                <c:pt idx="592">
                  <c:v>157327.26</c:v>
                </c:pt>
                <c:pt idx="593">
                  <c:v>157923.34</c:v>
                </c:pt>
                <c:pt idx="594">
                  <c:v>158473.01999999999</c:v>
                </c:pt>
                <c:pt idx="595">
                  <c:v>158141.65</c:v>
                </c:pt>
                <c:pt idx="596">
                  <c:v>160455.82999999999</c:v>
                </c:pt>
                <c:pt idx="597">
                  <c:v>160896.64000000001</c:v>
                </c:pt>
                <c:pt idx="598">
                  <c:v>160490.29999999999</c:v>
                </c:pt>
                <c:pt idx="599">
                  <c:v>161125.37</c:v>
                </c:pt>
                <c:pt idx="600">
                  <c:v>160538.69</c:v>
                </c:pt>
                <c:pt idx="601">
                  <c:v>161869.76000000001</c:v>
                </c:pt>
                <c:pt idx="602">
                  <c:v>163663.88</c:v>
                </c:pt>
                <c:pt idx="603">
                  <c:v>161975.24</c:v>
                </c:pt>
                <c:pt idx="604">
                  <c:v>162936.48000000001</c:v>
                </c:pt>
                <c:pt idx="605">
                  <c:v>163370.31</c:v>
                </c:pt>
                <c:pt idx="606">
                  <c:v>163150.35</c:v>
                </c:pt>
                <c:pt idx="607">
                  <c:v>161973.04999999999</c:v>
                </c:pt>
                <c:pt idx="608">
                  <c:v>165145.98000000001</c:v>
                </c:pt>
                <c:pt idx="609">
                  <c:v>165568.32000000001</c:v>
                </c:pt>
                <c:pt idx="610">
                  <c:v>164799.98000000001</c:v>
                </c:pt>
                <c:pt idx="611">
                  <c:v>164849.26999999999</c:v>
                </c:pt>
                <c:pt idx="612">
                  <c:v>166276.9</c:v>
                </c:pt>
                <c:pt idx="613">
                  <c:v>171816.67</c:v>
                </c:pt>
                <c:pt idx="614">
                  <c:v>175589.35</c:v>
                </c:pt>
                <c:pt idx="615">
                  <c:v>178858.54</c:v>
                </c:pt>
                <c:pt idx="616">
                  <c:v>178720.68</c:v>
                </c:pt>
                <c:pt idx="617">
                  <c:v>181919.13</c:v>
                </c:pt>
                <c:pt idx="618">
                  <c:v>184691.05</c:v>
                </c:pt>
                <c:pt idx="619">
                  <c:v>183133.75</c:v>
                </c:pt>
                <c:pt idx="620">
                  <c:v>181363.9</c:v>
                </c:pt>
                <c:pt idx="621">
                  <c:v>182793.4</c:v>
                </c:pt>
                <c:pt idx="622">
                  <c:v>185674.43</c:v>
                </c:pt>
                <c:pt idx="623">
                  <c:v>181708.23</c:v>
                </c:pt>
                <c:pt idx="624">
                  <c:v>182127.25</c:v>
                </c:pt>
                <c:pt idx="625">
                  <c:v>182949.78</c:v>
                </c:pt>
                <c:pt idx="626">
                  <c:v>186241.15</c:v>
                </c:pt>
                <c:pt idx="627">
                  <c:v>185929.33</c:v>
                </c:pt>
                <c:pt idx="628">
                  <c:v>189699.12</c:v>
                </c:pt>
                <c:pt idx="629">
                  <c:v>187766.42</c:v>
                </c:pt>
                <c:pt idx="630">
                  <c:v>186464.3</c:v>
                </c:pt>
                <c:pt idx="631">
                  <c:v>186016.31</c:v>
                </c:pt>
                <c:pt idx="632">
                  <c:v>188534.42</c:v>
                </c:pt>
                <c:pt idx="633">
                  <c:v>190534.42</c:v>
                </c:pt>
                <c:pt idx="634">
                  <c:v>188853.49</c:v>
                </c:pt>
                <c:pt idx="635">
                  <c:v>191490.4</c:v>
                </c:pt>
                <c:pt idx="636">
                  <c:v>191247.46</c:v>
                </c:pt>
                <c:pt idx="637">
                  <c:v>191005.02</c:v>
                </c:pt>
                <c:pt idx="638">
                  <c:v>188786.98</c:v>
                </c:pt>
                <c:pt idx="639">
                  <c:v>189307.02</c:v>
                </c:pt>
                <c:pt idx="640">
                  <c:v>183104.87</c:v>
                </c:pt>
                <c:pt idx="641">
                  <c:v>185366.44</c:v>
                </c:pt>
                <c:pt idx="642">
                  <c:v>180463.84</c:v>
                </c:pt>
                <c:pt idx="643">
                  <c:v>179364.82</c:v>
                </c:pt>
                <c:pt idx="644">
                  <c:v>180915.36</c:v>
                </c:pt>
                <c:pt idx="645">
                  <c:v>183447</c:v>
                </c:pt>
                <c:pt idx="646">
                  <c:v>183969.35</c:v>
                </c:pt>
                <c:pt idx="647">
                  <c:v>179284.49</c:v>
                </c:pt>
                <c:pt idx="648">
                  <c:v>177653.31</c:v>
                </c:pt>
                <c:pt idx="649">
                  <c:v>179875.44</c:v>
                </c:pt>
                <c:pt idx="650">
                  <c:v>180409.73</c:v>
                </c:pt>
                <c:pt idx="651">
                  <c:v>179639.91</c:v>
                </c:pt>
                <c:pt idx="652">
                  <c:v>180270.62</c:v>
                </c:pt>
                <c:pt idx="653">
                  <c:v>176219.4</c:v>
                </c:pt>
                <c:pt idx="654">
                  <c:v>181931.93</c:v>
                </c:pt>
                <c:pt idx="655">
                  <c:v>182509.14</c:v>
                </c:pt>
                <c:pt idx="656">
                  <c:v>185424.28</c:v>
                </c:pt>
                <c:pt idx="657">
                  <c:v>182732.67</c:v>
                </c:pt>
                <c:pt idx="658">
                  <c:v>181556.76</c:v>
                </c:pt>
                <c:pt idx="659">
                  <c:v>182514.2</c:v>
                </c:pt>
                <c:pt idx="660">
                  <c:v>187461.84</c:v>
                </c:pt>
                <c:pt idx="661">
                  <c:v>187952.91</c:v>
                </c:pt>
                <c:pt idx="662">
                  <c:v>188052.02</c:v>
                </c:pt>
                <c:pt idx="663">
                  <c:v>188161.97</c:v>
                </c:pt>
                <c:pt idx="664">
                  <c:v>188258.91</c:v>
                </c:pt>
                <c:pt idx="665">
                  <c:v>192201.16</c:v>
                </c:pt>
                <c:pt idx="666">
                  <c:v>195129.25</c:v>
                </c:pt>
                <c:pt idx="667">
                  <c:v>197323.87</c:v>
                </c:pt>
                <c:pt idx="668">
                  <c:v>198000.71</c:v>
                </c:pt>
                <c:pt idx="669">
                  <c:v>198657.33</c:v>
                </c:pt>
                <c:pt idx="670">
                  <c:v>197737.61</c:v>
                </c:pt>
                <c:pt idx="671">
                  <c:v>196818.59</c:v>
                </c:pt>
                <c:pt idx="672">
                  <c:v>195733.51</c:v>
                </c:pt>
                <c:pt idx="673">
                  <c:v>196132.06</c:v>
                </c:pt>
                <c:pt idx="674">
                  <c:v>192888.95999999999</c:v>
                </c:pt>
                <c:pt idx="675">
                  <c:v>191378.43</c:v>
                </c:pt>
                <c:pt idx="676">
                  <c:v>190745.02</c:v>
                </c:pt>
                <c:pt idx="677">
                  <c:v>189578.79</c:v>
                </c:pt>
                <c:pt idx="678">
                  <c:v>188618.69</c:v>
                </c:pt>
                <c:pt idx="679">
                  <c:v>184750.42</c:v>
                </c:pt>
                <c:pt idx="680">
                  <c:v>187317.64</c:v>
                </c:pt>
                <c:pt idx="681">
                  <c:v>185600.12</c:v>
                </c:pt>
                <c:pt idx="682">
                  <c:v>186753.82</c:v>
                </c:pt>
                <c:pt idx="683">
                  <c:v>187690.86</c:v>
                </c:pt>
                <c:pt idx="684">
                  <c:v>183218.26</c:v>
                </c:pt>
                <c:pt idx="685">
                  <c:v>184108.29</c:v>
                </c:pt>
                <c:pt idx="686">
                  <c:v>181908.87</c:v>
                </c:pt>
                <c:pt idx="687">
                  <c:v>180342.33</c:v>
                </c:pt>
                <c:pt idx="688">
                  <c:v>177098.29</c:v>
                </c:pt>
                <c:pt idx="689">
                  <c:v>178365.86</c:v>
                </c:pt>
                <c:pt idx="690">
                  <c:v>177283.83</c:v>
                </c:pt>
                <c:pt idx="691">
                  <c:v>176975.82</c:v>
                </c:pt>
                <c:pt idx="692">
                  <c:v>174278.86</c:v>
                </c:pt>
                <c:pt idx="693">
                  <c:v>177355.73</c:v>
                </c:pt>
                <c:pt idx="694">
                  <c:v>177649.86</c:v>
                </c:pt>
                <c:pt idx="695">
                  <c:v>176209.61</c:v>
                </c:pt>
                <c:pt idx="696">
                  <c:v>177815.72</c:v>
                </c:pt>
                <c:pt idx="697">
                  <c:v>176589.03</c:v>
                </c:pt>
                <c:pt idx="698">
                  <c:v>175744.37</c:v>
                </c:pt>
                <c:pt idx="699">
                  <c:v>175063.41</c:v>
                </c:pt>
                <c:pt idx="700">
                  <c:v>173787.49</c:v>
                </c:pt>
                <c:pt idx="701">
                  <c:v>172197.46</c:v>
                </c:pt>
                <c:pt idx="702">
                  <c:v>174197.64</c:v>
                </c:pt>
                <c:pt idx="703">
                  <c:v>170330.63</c:v>
                </c:pt>
                <c:pt idx="704">
                  <c:v>169019.12</c:v>
                </c:pt>
                <c:pt idx="705">
                  <c:v>168668.72</c:v>
                </c:pt>
                <c:pt idx="706">
                  <c:v>169813.15</c:v>
                </c:pt>
                <c:pt idx="707">
                  <c:v>168619.26</c:v>
                </c:pt>
                <c:pt idx="708">
                  <c:v>171497.24</c:v>
                </c:pt>
                <c:pt idx="709">
                  <c:v>171132.66</c:v>
                </c:pt>
                <c:pt idx="710">
                  <c:v>170415.13</c:v>
                </c:pt>
                <c:pt idx="711">
                  <c:v>169648.47</c:v>
                </c:pt>
                <c:pt idx="712">
                  <c:v>168453.93</c:v>
                </c:pt>
                <c:pt idx="713">
                  <c:v>168277.55</c:v>
                </c:pt>
                <c:pt idx="714">
                  <c:v>168333.61</c:v>
                </c:pt>
                <c:pt idx="715">
                  <c:v>170370.38</c:v>
                </c:pt>
                <c:pt idx="716">
                  <c:v>171258.87</c:v>
                </c:pt>
                <c:pt idx="717">
                  <c:v>170506.66</c:v>
                </c:pt>
                <c:pt idx="718">
                  <c:v>171990.2</c:v>
                </c:pt>
                <c:pt idx="719">
                  <c:v>173295.14</c:v>
                </c:pt>
                <c:pt idx="720">
                  <c:v>173205.35</c:v>
                </c:pt>
                <c:pt idx="721">
                  <c:v>172024.12</c:v>
                </c:pt>
                <c:pt idx="722">
                  <c:v>171688.61</c:v>
                </c:pt>
                <c:pt idx="723">
                  <c:v>172787.62</c:v>
                </c:pt>
                <c:pt idx="724">
                  <c:v>174070.27</c:v>
                </c:pt>
                <c:pt idx="725">
                  <c:v>172447.58</c:v>
                </c:pt>
                <c:pt idx="726">
                  <c:v>172020.68</c:v>
                </c:pt>
                <c:pt idx="727">
                  <c:v>170653.45</c:v>
                </c:pt>
                <c:pt idx="728">
                  <c:v>172742.12</c:v>
                </c:pt>
                <c:pt idx="729">
                  <c:v>177866.37</c:v>
                </c:pt>
                <c:pt idx="730">
                  <c:v>175739.08</c:v>
                </c:pt>
                <c:pt idx="731">
                  <c:v>176641.1</c:v>
                </c:pt>
                <c:pt idx="732">
                  <c:v>176010.9</c:v>
                </c:pt>
                <c:pt idx="733">
                  <c:v>173825.27</c:v>
                </c:pt>
                <c:pt idx="734">
                  <c:v>173714.08</c:v>
                </c:pt>
                <c:pt idx="735">
                  <c:v>173371.35</c:v>
                </c:pt>
                <c:pt idx="736">
                  <c:v>173325.65</c:v>
                </c:pt>
                <c:pt idx="737">
                  <c:v>177547.57</c:v>
                </c:pt>
                <c:pt idx="738">
                  <c:v>176723.62</c:v>
                </c:pt>
                <c:pt idx="739">
                  <c:v>174041.95</c:v>
                </c:pt>
                <c:pt idx="740">
                  <c:v>175334.46</c:v>
                </c:pt>
                <c:pt idx="741">
                  <c:v>176564.75</c:v>
                </c:pt>
                <c:pt idx="742">
                  <c:v>173885.34</c:v>
                </c:pt>
                <c:pt idx="743">
                  <c:v>177158.86</c:v>
                </c:pt>
                <c:pt idx="744">
                  <c:v>177999</c:v>
                </c:pt>
                <c:pt idx="745">
                  <c:v>178000.24</c:v>
                </c:pt>
                <c:pt idx="746">
                  <c:v>177894.97</c:v>
                </c:pt>
                <c:pt idx="747">
                  <c:v>177726.17</c:v>
                </c:pt>
                <c:pt idx="748">
                  <c:v>175546.36</c:v>
                </c:pt>
                <c:pt idx="749">
                  <c:v>172513.42</c:v>
                </c:pt>
                <c:pt idx="750">
                  <c:v>172179.93</c:v>
                </c:pt>
                <c:pt idx="751">
                  <c:v>167874.64</c:v>
                </c:pt>
                <c:pt idx="752">
                  <c:v>167491.07</c:v>
                </c:pt>
                <c:pt idx="753">
                  <c:v>167100.95000000001</c:v>
                </c:pt>
                <c:pt idx="754">
                  <c:v>166934.20000000001</c:v>
                </c:pt>
                <c:pt idx="755">
                  <c:v>166783.57</c:v>
                </c:pt>
                <c:pt idx="756">
                  <c:v>166334.85999999999</c:v>
                </c:pt>
                <c:pt idx="757">
                  <c:v>167830.27</c:v>
                </c:pt>
                <c:pt idx="758">
                  <c:v>167927.15</c:v>
                </c:pt>
                <c:pt idx="759">
                  <c:v>171031.73</c:v>
                </c:pt>
                <c:pt idx="760">
                  <c:v>171906.72</c:v>
                </c:pt>
                <c:pt idx="761">
                  <c:v>174576.8</c:v>
                </c:pt>
                <c:pt idx="762">
                  <c:v>174586.26</c:v>
                </c:pt>
                <c:pt idx="763">
                  <c:v>175135.41</c:v>
                </c:pt>
                <c:pt idx="764">
                  <c:v>175664.62</c:v>
                </c:pt>
                <c:pt idx="765">
                  <c:v>177418.78</c:v>
                </c:pt>
                <c:pt idx="766">
                  <c:v>179722.48</c:v>
                </c:pt>
                <c:pt idx="767">
                  <c:v>185205.09</c:v>
                </c:pt>
                <c:pt idx="768">
                  <c:v>185188.13</c:v>
                </c:pt>
                <c:pt idx="769">
                  <c:v>185147.15</c:v>
                </c:pt>
                <c:pt idx="770">
                  <c:v>187366.84</c:v>
                </c:pt>
                <c:pt idx="771">
                  <c:v>185629.04</c:v>
                </c:pt>
                <c:pt idx="772">
                  <c:v>188268.59</c:v>
                </c:pt>
                <c:pt idx="773">
                  <c:v>187206.89</c:v>
                </c:pt>
                <c:pt idx="774">
                  <c:v>185500.88</c:v>
                </c:pt>
                <c:pt idx="775">
                  <c:v>186502.64</c:v>
                </c:pt>
                <c:pt idx="776">
                  <c:v>185547.66</c:v>
                </c:pt>
                <c:pt idx="777">
                  <c:v>185992.03</c:v>
                </c:pt>
                <c:pt idx="778">
                  <c:v>185229.17</c:v>
                </c:pt>
                <c:pt idx="779">
                  <c:v>186595.6</c:v>
                </c:pt>
                <c:pt idx="780">
                  <c:v>187422.92</c:v>
                </c:pt>
                <c:pt idx="781">
                  <c:v>185814.09</c:v>
                </c:pt>
                <c:pt idx="782">
                  <c:v>183965.91</c:v>
                </c:pt>
                <c:pt idx="783">
                  <c:v>183476.86</c:v>
                </c:pt>
                <c:pt idx="784">
                  <c:v>182991.13</c:v>
                </c:pt>
                <c:pt idx="785">
                  <c:v>183827.59</c:v>
                </c:pt>
                <c:pt idx="786">
                  <c:v>186340.46</c:v>
                </c:pt>
                <c:pt idx="787">
                  <c:v>187197.46</c:v>
                </c:pt>
                <c:pt idx="788">
                  <c:v>192114.55</c:v>
                </c:pt>
                <c:pt idx="789">
                  <c:v>206911.89</c:v>
                </c:pt>
                <c:pt idx="790">
                  <c:v>205835.29</c:v>
                </c:pt>
                <c:pt idx="791">
                  <c:v>204302.33</c:v>
                </c:pt>
                <c:pt idx="792">
                  <c:v>206220.24</c:v>
                </c:pt>
                <c:pt idx="793">
                  <c:v>209066.9</c:v>
                </c:pt>
                <c:pt idx="794">
                  <c:v>206887.52</c:v>
                </c:pt>
                <c:pt idx="795">
                  <c:v>206505.98</c:v>
                </c:pt>
                <c:pt idx="796">
                  <c:v>204324.26</c:v>
                </c:pt>
                <c:pt idx="797">
                  <c:v>205430.33</c:v>
                </c:pt>
                <c:pt idx="798">
                  <c:v>205079.25</c:v>
                </c:pt>
                <c:pt idx="799">
                  <c:v>208295.98</c:v>
                </c:pt>
                <c:pt idx="800">
                  <c:v>206495.23</c:v>
                </c:pt>
                <c:pt idx="801">
                  <c:v>204120.12</c:v>
                </c:pt>
                <c:pt idx="802">
                  <c:v>205082.56</c:v>
                </c:pt>
                <c:pt idx="803">
                  <c:v>176608.23</c:v>
                </c:pt>
                <c:pt idx="804">
                  <c:v>175710.05</c:v>
                </c:pt>
              </c:numCache>
            </c:numRef>
          </c:val>
          <c:smooth val="0"/>
          <c:extLst>
            <c:ext xmlns:c16="http://schemas.microsoft.com/office/drawing/2014/chart" uri="{C3380CC4-5D6E-409C-BE32-E72D297353CC}">
              <c16:uniqueId val="{00000002-B3F9-42F0-961A-C5E37E38A9B9}"/>
            </c:ext>
          </c:extLst>
        </c:ser>
        <c:dLbls>
          <c:showLegendKey val="0"/>
          <c:showVal val="0"/>
          <c:showCatName val="0"/>
          <c:showSerName val="0"/>
          <c:showPercent val="0"/>
          <c:showBubbleSize val="0"/>
        </c:dLbls>
        <c:marker val="1"/>
        <c:smooth val="0"/>
        <c:axId val="570418784"/>
        <c:axId val="570408224"/>
      </c:lineChart>
      <c:dateAx>
        <c:axId val="338703552"/>
        <c:scaling>
          <c:orientation val="minMax"/>
        </c:scaling>
        <c:delete val="0"/>
        <c:axPos val="b"/>
        <c:numFmt formatCode="[$-409]mmm\-yy;@" sourceLinked="0"/>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38698752"/>
        <c:crosses val="autoZero"/>
        <c:auto val="1"/>
        <c:lblOffset val="100"/>
        <c:baseTimeUnit val="days"/>
      </c:dateAx>
      <c:valAx>
        <c:axId val="338698752"/>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38703552"/>
        <c:crosses val="autoZero"/>
        <c:crossBetween val="between"/>
        <c:majorUnit val="1"/>
      </c:valAx>
      <c:valAx>
        <c:axId val="570408224"/>
        <c:scaling>
          <c:orientation val="minMax"/>
          <c:min val="100000"/>
        </c:scaling>
        <c:delete val="0"/>
        <c:axPos val="r"/>
        <c:numFmt formatCode="0&quot;,&quot;00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570418784"/>
        <c:crosses val="max"/>
        <c:crossBetween val="between"/>
      </c:valAx>
      <c:dateAx>
        <c:axId val="570418784"/>
        <c:scaling>
          <c:orientation val="minMax"/>
        </c:scaling>
        <c:delete val="1"/>
        <c:axPos val="b"/>
        <c:numFmt formatCode="m/d/yyyy" sourceLinked="1"/>
        <c:majorTickMark val="out"/>
        <c:minorTickMark val="none"/>
        <c:tickLblPos val="nextTo"/>
        <c:crossAx val="570408224"/>
        <c:crosses val="autoZero"/>
        <c:auto val="1"/>
        <c:lblOffset val="100"/>
        <c:baseTimeUnit val="days"/>
        <c:majorUnit val="1"/>
        <c:minorUnit val="1"/>
      </c:date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0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2">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After extreme optimism (index at 100, 11x)</c:v>
          </c:tx>
          <c:spPr>
            <a:ln w="28575">
              <a:solidFill>
                <a:schemeClr val="accent3"/>
              </a:solidFill>
            </a:ln>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0-FB1C-4BBB-8723-0501A072F42C}"/>
                </c:ext>
              </c:extLst>
            </c:dLbl>
            <c:dLbl>
              <c:idx val="1"/>
              <c:delete val="1"/>
              <c:extLst>
                <c:ext xmlns:c15="http://schemas.microsoft.com/office/drawing/2012/chart" uri="{CE6537A1-D6FC-4f65-9D91-7224C49458BB}"/>
                <c:ext xmlns:c16="http://schemas.microsoft.com/office/drawing/2014/chart" uri="{C3380CC4-5D6E-409C-BE32-E72D297353CC}">
                  <c16:uniqueId val="{00000001-FB1C-4BBB-8723-0501A072F42C}"/>
                </c:ext>
              </c:extLst>
            </c:dLbl>
            <c:dLbl>
              <c:idx val="2"/>
              <c:delete val="1"/>
              <c:extLst>
                <c:ext xmlns:c15="http://schemas.microsoft.com/office/drawing/2012/chart" uri="{CE6537A1-D6FC-4f65-9D91-7224C49458BB}"/>
                <c:ext xmlns:c16="http://schemas.microsoft.com/office/drawing/2014/chart" uri="{C3380CC4-5D6E-409C-BE32-E72D297353CC}">
                  <c16:uniqueId val="{00000002-FB1C-4BBB-8723-0501A072F42C}"/>
                </c:ext>
              </c:extLst>
            </c:dLbl>
            <c:dLbl>
              <c:idx val="3"/>
              <c:delete val="1"/>
              <c:extLst>
                <c:ext xmlns:c15="http://schemas.microsoft.com/office/drawing/2012/chart" uri="{CE6537A1-D6FC-4f65-9D91-7224C49458BB}"/>
                <c:ext xmlns:c16="http://schemas.microsoft.com/office/drawing/2014/chart" uri="{C3380CC4-5D6E-409C-BE32-E72D297353CC}">
                  <c16:uniqueId val="{00000003-FB1C-4BBB-8723-0501A072F42C}"/>
                </c:ext>
              </c:extLst>
            </c:dLbl>
            <c:dLbl>
              <c:idx val="4"/>
              <c:delete val="1"/>
              <c:extLst>
                <c:ext xmlns:c15="http://schemas.microsoft.com/office/drawing/2012/chart" uri="{CE6537A1-D6FC-4f65-9D91-7224C49458BB}"/>
                <c:ext xmlns:c16="http://schemas.microsoft.com/office/drawing/2014/chart" uri="{C3380CC4-5D6E-409C-BE32-E72D297353CC}">
                  <c16:uniqueId val="{00000004-FB1C-4BBB-8723-0501A072F42C}"/>
                </c:ext>
              </c:extLst>
            </c:dLbl>
            <c:dLbl>
              <c:idx val="5"/>
              <c:delete val="1"/>
              <c:extLst>
                <c:ext xmlns:c15="http://schemas.microsoft.com/office/drawing/2012/chart" uri="{CE6537A1-D6FC-4f65-9D91-7224C49458BB}"/>
                <c:ext xmlns:c16="http://schemas.microsoft.com/office/drawing/2014/chart" uri="{C3380CC4-5D6E-409C-BE32-E72D297353CC}">
                  <c16:uniqueId val="{00000005-FB1C-4BBB-8723-0501A072F42C}"/>
                </c:ext>
              </c:extLst>
            </c:dLbl>
            <c:dLbl>
              <c:idx val="6"/>
              <c:delete val="1"/>
              <c:extLst>
                <c:ext xmlns:c15="http://schemas.microsoft.com/office/drawing/2012/chart" uri="{CE6537A1-D6FC-4f65-9D91-7224C49458BB}"/>
                <c:ext xmlns:c16="http://schemas.microsoft.com/office/drawing/2014/chart" uri="{C3380CC4-5D6E-409C-BE32-E72D297353CC}">
                  <c16:uniqueId val="{00000006-FB1C-4BBB-8723-0501A072F42C}"/>
                </c:ext>
              </c:extLst>
            </c:dLbl>
            <c:dLbl>
              <c:idx val="7"/>
              <c:delete val="1"/>
              <c:extLst>
                <c:ext xmlns:c15="http://schemas.microsoft.com/office/drawing/2012/chart" uri="{CE6537A1-D6FC-4f65-9D91-7224C49458BB}"/>
                <c:ext xmlns:c16="http://schemas.microsoft.com/office/drawing/2014/chart" uri="{C3380CC4-5D6E-409C-BE32-E72D297353CC}">
                  <c16:uniqueId val="{00000007-FB1C-4BBB-8723-0501A072F42C}"/>
                </c:ext>
              </c:extLst>
            </c:dLbl>
            <c:dLbl>
              <c:idx val="8"/>
              <c:delete val="1"/>
              <c:extLst>
                <c:ext xmlns:c15="http://schemas.microsoft.com/office/drawing/2012/chart" uri="{CE6537A1-D6FC-4f65-9D91-7224C49458BB}"/>
                <c:ext xmlns:c16="http://schemas.microsoft.com/office/drawing/2014/chart" uri="{C3380CC4-5D6E-409C-BE32-E72D297353CC}">
                  <c16:uniqueId val="{00000008-FB1C-4BBB-8723-0501A072F42C}"/>
                </c:ext>
              </c:extLst>
            </c:dLbl>
            <c:dLbl>
              <c:idx val="9"/>
              <c:delete val="1"/>
              <c:extLst>
                <c:ext xmlns:c15="http://schemas.microsoft.com/office/drawing/2012/chart" uri="{CE6537A1-D6FC-4f65-9D91-7224C49458BB}"/>
                <c:ext xmlns:c16="http://schemas.microsoft.com/office/drawing/2014/chart" uri="{C3380CC4-5D6E-409C-BE32-E72D297353CC}">
                  <c16:uniqueId val="{00000009-FB1C-4BBB-8723-0501A072F42C}"/>
                </c:ext>
              </c:extLst>
            </c:dLbl>
            <c:dLbl>
              <c:idx val="10"/>
              <c:delete val="1"/>
              <c:extLst>
                <c:ext xmlns:c15="http://schemas.microsoft.com/office/drawing/2012/chart" uri="{CE6537A1-D6FC-4f65-9D91-7224C49458BB}"/>
                <c:ext xmlns:c16="http://schemas.microsoft.com/office/drawing/2014/chart" uri="{C3380CC4-5D6E-409C-BE32-E72D297353CC}">
                  <c16:uniqueId val="{0000000A-FB1C-4BBB-8723-0501A072F42C}"/>
                </c:ext>
              </c:extLst>
            </c:dLbl>
            <c:dLbl>
              <c:idx val="11"/>
              <c:delete val="1"/>
              <c:extLst>
                <c:ext xmlns:c15="http://schemas.microsoft.com/office/drawing/2012/chart" uri="{CE6537A1-D6FC-4f65-9D91-7224C49458BB}"/>
                <c:ext xmlns:c16="http://schemas.microsoft.com/office/drawing/2014/chart" uri="{C3380CC4-5D6E-409C-BE32-E72D297353CC}">
                  <c16:uniqueId val="{0000000B-FB1C-4BBB-8723-0501A072F42C}"/>
                </c:ext>
              </c:extLst>
            </c:dLbl>
            <c:dLbl>
              <c:idx val="12"/>
              <c:delete val="1"/>
              <c:extLst>
                <c:ext xmlns:c15="http://schemas.microsoft.com/office/drawing/2012/chart" uri="{CE6537A1-D6FC-4f65-9D91-7224C49458BB}"/>
                <c:ext xmlns:c16="http://schemas.microsoft.com/office/drawing/2014/chart" uri="{C3380CC4-5D6E-409C-BE32-E72D297353CC}">
                  <c16:uniqueId val="{0000000C-FB1C-4BBB-8723-0501A072F42C}"/>
                </c:ext>
              </c:extLst>
            </c:dLbl>
            <c:dLbl>
              <c:idx val="13"/>
              <c:delete val="1"/>
              <c:extLst>
                <c:ext xmlns:c15="http://schemas.microsoft.com/office/drawing/2012/chart" uri="{CE6537A1-D6FC-4f65-9D91-7224C49458BB}"/>
                <c:ext xmlns:c16="http://schemas.microsoft.com/office/drawing/2014/chart" uri="{C3380CC4-5D6E-409C-BE32-E72D297353CC}">
                  <c16:uniqueId val="{0000000D-FB1C-4BBB-8723-0501A072F42C}"/>
                </c:ext>
              </c:extLst>
            </c:dLbl>
            <c:dLbl>
              <c:idx val="14"/>
              <c:delete val="1"/>
              <c:extLst>
                <c:ext xmlns:c15="http://schemas.microsoft.com/office/drawing/2012/chart" uri="{CE6537A1-D6FC-4f65-9D91-7224C49458BB}"/>
                <c:ext xmlns:c16="http://schemas.microsoft.com/office/drawing/2014/chart" uri="{C3380CC4-5D6E-409C-BE32-E72D297353CC}">
                  <c16:uniqueId val="{0000000E-FB1C-4BBB-8723-0501A072F42C}"/>
                </c:ext>
              </c:extLst>
            </c:dLbl>
            <c:dLbl>
              <c:idx val="15"/>
              <c:delete val="1"/>
              <c:extLst>
                <c:ext xmlns:c15="http://schemas.microsoft.com/office/drawing/2012/chart" uri="{CE6537A1-D6FC-4f65-9D91-7224C49458BB}"/>
                <c:ext xmlns:c16="http://schemas.microsoft.com/office/drawing/2014/chart" uri="{C3380CC4-5D6E-409C-BE32-E72D297353CC}">
                  <c16:uniqueId val="{0000000F-FB1C-4BBB-8723-0501A072F42C}"/>
                </c:ext>
              </c:extLst>
            </c:dLbl>
            <c:dLbl>
              <c:idx val="16"/>
              <c:delete val="1"/>
              <c:extLst>
                <c:ext xmlns:c15="http://schemas.microsoft.com/office/drawing/2012/chart" uri="{CE6537A1-D6FC-4f65-9D91-7224C49458BB}"/>
                <c:ext xmlns:c16="http://schemas.microsoft.com/office/drawing/2014/chart" uri="{C3380CC4-5D6E-409C-BE32-E72D297353CC}">
                  <c16:uniqueId val="{00000010-FB1C-4BBB-8723-0501A072F42C}"/>
                </c:ext>
              </c:extLst>
            </c:dLbl>
            <c:dLbl>
              <c:idx val="17"/>
              <c:delete val="1"/>
              <c:extLst>
                <c:ext xmlns:c15="http://schemas.microsoft.com/office/drawing/2012/chart" uri="{CE6537A1-D6FC-4f65-9D91-7224C49458BB}"/>
                <c:ext xmlns:c16="http://schemas.microsoft.com/office/drawing/2014/chart" uri="{C3380CC4-5D6E-409C-BE32-E72D297353CC}">
                  <c16:uniqueId val="{00000011-FB1C-4BBB-8723-0501A072F42C}"/>
                </c:ext>
              </c:extLst>
            </c:dLbl>
            <c:dLbl>
              <c:idx val="18"/>
              <c:delete val="1"/>
              <c:extLst>
                <c:ext xmlns:c15="http://schemas.microsoft.com/office/drawing/2012/chart" uri="{CE6537A1-D6FC-4f65-9D91-7224C49458BB}"/>
                <c:ext xmlns:c16="http://schemas.microsoft.com/office/drawing/2014/chart" uri="{C3380CC4-5D6E-409C-BE32-E72D297353CC}">
                  <c16:uniqueId val="{00000012-FB1C-4BBB-8723-0501A072F42C}"/>
                </c:ext>
              </c:extLst>
            </c:dLbl>
            <c:dLbl>
              <c:idx val="19"/>
              <c:delete val="1"/>
              <c:extLst>
                <c:ext xmlns:c15="http://schemas.microsoft.com/office/drawing/2012/chart" uri="{CE6537A1-D6FC-4f65-9D91-7224C49458BB}"/>
                <c:ext xmlns:c16="http://schemas.microsoft.com/office/drawing/2014/chart" uri="{C3380CC4-5D6E-409C-BE32-E72D297353CC}">
                  <c16:uniqueId val="{00000013-FB1C-4BBB-8723-0501A072F42C}"/>
                </c:ext>
              </c:extLst>
            </c:dLbl>
            <c:dLbl>
              <c:idx val="20"/>
              <c:delete val="1"/>
              <c:extLst>
                <c:ext xmlns:c15="http://schemas.microsoft.com/office/drawing/2012/chart" uri="{CE6537A1-D6FC-4f65-9D91-7224C49458BB}"/>
                <c:ext xmlns:c16="http://schemas.microsoft.com/office/drawing/2014/chart" uri="{C3380CC4-5D6E-409C-BE32-E72D297353CC}">
                  <c16:uniqueId val="{00000014-FB1C-4BBB-8723-0501A072F42C}"/>
                </c:ext>
              </c:extLst>
            </c:dLbl>
            <c:dLbl>
              <c:idx val="21"/>
              <c:delete val="1"/>
              <c:extLst>
                <c:ext xmlns:c15="http://schemas.microsoft.com/office/drawing/2012/chart" uri="{CE6537A1-D6FC-4f65-9D91-7224C49458BB}"/>
                <c:ext xmlns:c16="http://schemas.microsoft.com/office/drawing/2014/chart" uri="{C3380CC4-5D6E-409C-BE32-E72D297353CC}">
                  <c16:uniqueId val="{00000015-FB1C-4BBB-8723-0501A072F42C}"/>
                </c:ext>
              </c:extLst>
            </c:dLbl>
            <c:dLbl>
              <c:idx val="22"/>
              <c:delete val="1"/>
              <c:extLst>
                <c:ext xmlns:c15="http://schemas.microsoft.com/office/drawing/2012/chart" uri="{CE6537A1-D6FC-4f65-9D91-7224C49458BB}"/>
                <c:ext xmlns:c16="http://schemas.microsoft.com/office/drawing/2014/chart" uri="{C3380CC4-5D6E-409C-BE32-E72D297353CC}">
                  <c16:uniqueId val="{00000016-FB1C-4BBB-8723-0501A072F42C}"/>
                </c:ext>
              </c:extLst>
            </c:dLbl>
            <c:dLbl>
              <c:idx val="23"/>
              <c:delete val="1"/>
              <c:extLst>
                <c:ext xmlns:c15="http://schemas.microsoft.com/office/drawing/2012/chart" uri="{CE6537A1-D6FC-4f65-9D91-7224C49458BB}"/>
                <c:ext xmlns:c16="http://schemas.microsoft.com/office/drawing/2014/chart" uri="{C3380CC4-5D6E-409C-BE32-E72D297353CC}">
                  <c16:uniqueId val="{00000017-FB1C-4BBB-8723-0501A072F42C}"/>
                </c:ext>
              </c:extLst>
            </c:dLbl>
            <c:dLbl>
              <c:idx val="24"/>
              <c:delete val="1"/>
              <c:extLst>
                <c:ext xmlns:c15="http://schemas.microsoft.com/office/drawing/2012/chart" uri="{CE6537A1-D6FC-4f65-9D91-7224C49458BB}"/>
                <c:ext xmlns:c16="http://schemas.microsoft.com/office/drawing/2014/chart" uri="{C3380CC4-5D6E-409C-BE32-E72D297353CC}">
                  <c16:uniqueId val="{00000018-FB1C-4BBB-8723-0501A072F42C}"/>
                </c:ext>
              </c:extLst>
            </c:dLbl>
            <c:dLbl>
              <c:idx val="25"/>
              <c:delete val="1"/>
              <c:extLst>
                <c:ext xmlns:c15="http://schemas.microsoft.com/office/drawing/2012/chart" uri="{CE6537A1-D6FC-4f65-9D91-7224C49458BB}"/>
                <c:ext xmlns:c16="http://schemas.microsoft.com/office/drawing/2014/chart" uri="{C3380CC4-5D6E-409C-BE32-E72D297353CC}">
                  <c16:uniqueId val="{00000019-FB1C-4BBB-8723-0501A072F42C}"/>
                </c:ext>
              </c:extLst>
            </c:dLbl>
            <c:dLbl>
              <c:idx val="26"/>
              <c:delete val="1"/>
              <c:extLst>
                <c:ext xmlns:c15="http://schemas.microsoft.com/office/drawing/2012/chart" uri="{CE6537A1-D6FC-4f65-9D91-7224C49458BB}"/>
                <c:ext xmlns:c16="http://schemas.microsoft.com/office/drawing/2014/chart" uri="{C3380CC4-5D6E-409C-BE32-E72D297353CC}">
                  <c16:uniqueId val="{0000001A-FB1C-4BBB-8723-0501A072F42C}"/>
                </c:ext>
              </c:extLst>
            </c:dLbl>
            <c:dLbl>
              <c:idx val="27"/>
              <c:delete val="1"/>
              <c:extLst>
                <c:ext xmlns:c15="http://schemas.microsoft.com/office/drawing/2012/chart" uri="{CE6537A1-D6FC-4f65-9D91-7224C49458BB}"/>
                <c:ext xmlns:c16="http://schemas.microsoft.com/office/drawing/2014/chart" uri="{C3380CC4-5D6E-409C-BE32-E72D297353CC}">
                  <c16:uniqueId val="{0000001B-FB1C-4BBB-8723-0501A072F42C}"/>
                </c:ext>
              </c:extLst>
            </c:dLbl>
            <c:dLbl>
              <c:idx val="28"/>
              <c:delete val="1"/>
              <c:extLst>
                <c:ext xmlns:c15="http://schemas.microsoft.com/office/drawing/2012/chart" uri="{CE6537A1-D6FC-4f65-9D91-7224C49458BB}"/>
                <c:ext xmlns:c16="http://schemas.microsoft.com/office/drawing/2014/chart" uri="{C3380CC4-5D6E-409C-BE32-E72D297353CC}">
                  <c16:uniqueId val="{0000001C-FB1C-4BBB-8723-0501A072F42C}"/>
                </c:ext>
              </c:extLst>
            </c:dLbl>
            <c:dLbl>
              <c:idx val="29"/>
              <c:delete val="1"/>
              <c:extLst>
                <c:ext xmlns:c15="http://schemas.microsoft.com/office/drawing/2012/chart" uri="{CE6537A1-D6FC-4f65-9D91-7224C49458BB}"/>
                <c:ext xmlns:c16="http://schemas.microsoft.com/office/drawing/2014/chart" uri="{C3380CC4-5D6E-409C-BE32-E72D297353CC}">
                  <c16:uniqueId val="{0000001D-FB1C-4BBB-8723-0501A072F42C}"/>
                </c:ext>
              </c:extLst>
            </c:dLbl>
            <c:dLbl>
              <c:idx val="30"/>
              <c:delete val="1"/>
              <c:extLst>
                <c:ext xmlns:c15="http://schemas.microsoft.com/office/drawing/2012/chart" uri="{CE6537A1-D6FC-4f65-9D91-7224C49458BB}"/>
                <c:ext xmlns:c16="http://schemas.microsoft.com/office/drawing/2014/chart" uri="{C3380CC4-5D6E-409C-BE32-E72D297353CC}">
                  <c16:uniqueId val="{0000001E-FB1C-4BBB-8723-0501A072F42C}"/>
                </c:ext>
              </c:extLst>
            </c:dLbl>
            <c:dLbl>
              <c:idx val="31"/>
              <c:delete val="1"/>
              <c:extLst>
                <c:ext xmlns:c15="http://schemas.microsoft.com/office/drawing/2012/chart" uri="{CE6537A1-D6FC-4f65-9D91-7224C49458BB}"/>
                <c:ext xmlns:c16="http://schemas.microsoft.com/office/drawing/2014/chart" uri="{C3380CC4-5D6E-409C-BE32-E72D297353CC}">
                  <c16:uniqueId val="{0000001F-FB1C-4BBB-8723-0501A072F42C}"/>
                </c:ext>
              </c:extLst>
            </c:dLbl>
            <c:dLbl>
              <c:idx val="32"/>
              <c:delete val="1"/>
              <c:extLst>
                <c:ext xmlns:c15="http://schemas.microsoft.com/office/drawing/2012/chart" uri="{CE6537A1-D6FC-4f65-9D91-7224C49458BB}"/>
                <c:ext xmlns:c16="http://schemas.microsoft.com/office/drawing/2014/chart" uri="{C3380CC4-5D6E-409C-BE32-E72D297353CC}">
                  <c16:uniqueId val="{00000020-FB1C-4BBB-8723-0501A072F42C}"/>
                </c:ext>
              </c:extLst>
            </c:dLbl>
            <c:dLbl>
              <c:idx val="33"/>
              <c:delete val="1"/>
              <c:extLst>
                <c:ext xmlns:c15="http://schemas.microsoft.com/office/drawing/2012/chart" uri="{CE6537A1-D6FC-4f65-9D91-7224C49458BB}"/>
                <c:ext xmlns:c16="http://schemas.microsoft.com/office/drawing/2014/chart" uri="{C3380CC4-5D6E-409C-BE32-E72D297353CC}">
                  <c16:uniqueId val="{00000021-FB1C-4BBB-8723-0501A072F42C}"/>
                </c:ext>
              </c:extLst>
            </c:dLbl>
            <c:dLbl>
              <c:idx val="34"/>
              <c:delete val="1"/>
              <c:extLst>
                <c:ext xmlns:c15="http://schemas.microsoft.com/office/drawing/2012/chart" uri="{CE6537A1-D6FC-4f65-9D91-7224C49458BB}"/>
                <c:ext xmlns:c16="http://schemas.microsoft.com/office/drawing/2014/chart" uri="{C3380CC4-5D6E-409C-BE32-E72D297353CC}">
                  <c16:uniqueId val="{00000022-FB1C-4BBB-8723-0501A072F42C}"/>
                </c:ext>
              </c:extLst>
            </c:dLbl>
            <c:dLbl>
              <c:idx val="35"/>
              <c:delete val="1"/>
              <c:extLst>
                <c:ext xmlns:c15="http://schemas.microsoft.com/office/drawing/2012/chart" uri="{CE6537A1-D6FC-4f65-9D91-7224C49458BB}"/>
                <c:ext xmlns:c16="http://schemas.microsoft.com/office/drawing/2014/chart" uri="{C3380CC4-5D6E-409C-BE32-E72D297353CC}">
                  <c16:uniqueId val="{00000023-FB1C-4BBB-8723-0501A072F42C}"/>
                </c:ext>
              </c:extLst>
            </c:dLbl>
            <c:dLbl>
              <c:idx val="36"/>
              <c:delete val="1"/>
              <c:extLst>
                <c:ext xmlns:c15="http://schemas.microsoft.com/office/drawing/2012/chart" uri="{CE6537A1-D6FC-4f65-9D91-7224C49458BB}"/>
                <c:ext xmlns:c16="http://schemas.microsoft.com/office/drawing/2014/chart" uri="{C3380CC4-5D6E-409C-BE32-E72D297353CC}">
                  <c16:uniqueId val="{00000024-FB1C-4BBB-8723-0501A072F42C}"/>
                </c:ext>
              </c:extLst>
            </c:dLbl>
            <c:dLbl>
              <c:idx val="37"/>
              <c:delete val="1"/>
              <c:extLst>
                <c:ext xmlns:c15="http://schemas.microsoft.com/office/drawing/2012/chart" uri="{CE6537A1-D6FC-4f65-9D91-7224C49458BB}"/>
                <c:ext xmlns:c16="http://schemas.microsoft.com/office/drawing/2014/chart" uri="{C3380CC4-5D6E-409C-BE32-E72D297353CC}">
                  <c16:uniqueId val="{00000025-FB1C-4BBB-8723-0501A072F42C}"/>
                </c:ext>
              </c:extLst>
            </c:dLbl>
            <c:dLbl>
              <c:idx val="38"/>
              <c:delete val="1"/>
              <c:extLst>
                <c:ext xmlns:c15="http://schemas.microsoft.com/office/drawing/2012/chart" uri="{CE6537A1-D6FC-4f65-9D91-7224C49458BB}"/>
                <c:ext xmlns:c16="http://schemas.microsoft.com/office/drawing/2014/chart" uri="{C3380CC4-5D6E-409C-BE32-E72D297353CC}">
                  <c16:uniqueId val="{00000026-FB1C-4BBB-8723-0501A072F42C}"/>
                </c:ext>
              </c:extLst>
            </c:dLbl>
            <c:dLbl>
              <c:idx val="39"/>
              <c:delete val="1"/>
              <c:extLst>
                <c:ext xmlns:c15="http://schemas.microsoft.com/office/drawing/2012/chart" uri="{CE6537A1-D6FC-4f65-9D91-7224C49458BB}"/>
                <c:ext xmlns:c16="http://schemas.microsoft.com/office/drawing/2014/chart" uri="{C3380CC4-5D6E-409C-BE32-E72D297353CC}">
                  <c16:uniqueId val="{00000027-FB1C-4BBB-8723-0501A072F42C}"/>
                </c:ext>
              </c:extLst>
            </c:dLbl>
            <c:dLbl>
              <c:idx val="40"/>
              <c:delete val="1"/>
              <c:extLst>
                <c:ext xmlns:c15="http://schemas.microsoft.com/office/drawing/2012/chart" uri="{CE6537A1-D6FC-4f65-9D91-7224C49458BB}"/>
                <c:ext xmlns:c16="http://schemas.microsoft.com/office/drawing/2014/chart" uri="{C3380CC4-5D6E-409C-BE32-E72D297353CC}">
                  <c16:uniqueId val="{00000028-FB1C-4BBB-8723-0501A072F42C}"/>
                </c:ext>
              </c:extLst>
            </c:dLbl>
            <c:dLbl>
              <c:idx val="41"/>
              <c:delete val="1"/>
              <c:extLst>
                <c:ext xmlns:c15="http://schemas.microsoft.com/office/drawing/2012/chart" uri="{CE6537A1-D6FC-4f65-9D91-7224C49458BB}"/>
                <c:ext xmlns:c16="http://schemas.microsoft.com/office/drawing/2014/chart" uri="{C3380CC4-5D6E-409C-BE32-E72D297353CC}">
                  <c16:uniqueId val="{00000029-FB1C-4BBB-8723-0501A072F42C}"/>
                </c:ext>
              </c:extLst>
            </c:dLbl>
            <c:dLbl>
              <c:idx val="42"/>
              <c:delete val="1"/>
              <c:extLst>
                <c:ext xmlns:c15="http://schemas.microsoft.com/office/drawing/2012/chart" uri="{CE6537A1-D6FC-4f65-9D91-7224C49458BB}"/>
                <c:ext xmlns:c16="http://schemas.microsoft.com/office/drawing/2014/chart" uri="{C3380CC4-5D6E-409C-BE32-E72D297353CC}">
                  <c16:uniqueId val="{0000002A-FB1C-4BBB-8723-0501A072F42C}"/>
                </c:ext>
              </c:extLst>
            </c:dLbl>
            <c:dLbl>
              <c:idx val="43"/>
              <c:delete val="1"/>
              <c:extLst>
                <c:ext xmlns:c15="http://schemas.microsoft.com/office/drawing/2012/chart" uri="{CE6537A1-D6FC-4f65-9D91-7224C49458BB}"/>
                <c:ext xmlns:c16="http://schemas.microsoft.com/office/drawing/2014/chart" uri="{C3380CC4-5D6E-409C-BE32-E72D297353CC}">
                  <c16:uniqueId val="{0000002B-FB1C-4BBB-8723-0501A072F42C}"/>
                </c:ext>
              </c:extLst>
            </c:dLbl>
            <c:dLbl>
              <c:idx val="44"/>
              <c:delete val="1"/>
              <c:extLst>
                <c:ext xmlns:c15="http://schemas.microsoft.com/office/drawing/2012/chart" uri="{CE6537A1-D6FC-4f65-9D91-7224C49458BB}"/>
                <c:ext xmlns:c16="http://schemas.microsoft.com/office/drawing/2014/chart" uri="{C3380CC4-5D6E-409C-BE32-E72D297353CC}">
                  <c16:uniqueId val="{0000002C-FB1C-4BBB-8723-0501A072F42C}"/>
                </c:ext>
              </c:extLst>
            </c:dLbl>
            <c:dLbl>
              <c:idx val="45"/>
              <c:delete val="1"/>
              <c:extLst>
                <c:ext xmlns:c15="http://schemas.microsoft.com/office/drawing/2012/chart" uri="{CE6537A1-D6FC-4f65-9D91-7224C49458BB}"/>
                <c:ext xmlns:c16="http://schemas.microsoft.com/office/drawing/2014/chart" uri="{C3380CC4-5D6E-409C-BE32-E72D297353CC}">
                  <c16:uniqueId val="{0000002D-FB1C-4BBB-8723-0501A072F42C}"/>
                </c:ext>
              </c:extLst>
            </c:dLbl>
            <c:dLbl>
              <c:idx val="46"/>
              <c:delete val="1"/>
              <c:extLst>
                <c:ext xmlns:c15="http://schemas.microsoft.com/office/drawing/2012/chart" uri="{CE6537A1-D6FC-4f65-9D91-7224C49458BB}"/>
                <c:ext xmlns:c16="http://schemas.microsoft.com/office/drawing/2014/chart" uri="{C3380CC4-5D6E-409C-BE32-E72D297353CC}">
                  <c16:uniqueId val="{0000002E-FB1C-4BBB-8723-0501A072F42C}"/>
                </c:ext>
              </c:extLst>
            </c:dLbl>
            <c:dLbl>
              <c:idx val="47"/>
              <c:delete val="1"/>
              <c:extLst>
                <c:ext xmlns:c15="http://schemas.microsoft.com/office/drawing/2012/chart" uri="{CE6537A1-D6FC-4f65-9D91-7224C49458BB}"/>
                <c:ext xmlns:c16="http://schemas.microsoft.com/office/drawing/2014/chart" uri="{C3380CC4-5D6E-409C-BE32-E72D297353CC}">
                  <c16:uniqueId val="{0000002F-FB1C-4BBB-8723-0501A072F42C}"/>
                </c:ext>
              </c:extLst>
            </c:dLbl>
            <c:dLbl>
              <c:idx val="48"/>
              <c:delete val="1"/>
              <c:extLst>
                <c:ext xmlns:c15="http://schemas.microsoft.com/office/drawing/2012/chart" uri="{CE6537A1-D6FC-4f65-9D91-7224C49458BB}"/>
                <c:ext xmlns:c16="http://schemas.microsoft.com/office/drawing/2014/chart" uri="{C3380CC4-5D6E-409C-BE32-E72D297353CC}">
                  <c16:uniqueId val="{00000030-FB1C-4BBB-8723-0501A072F42C}"/>
                </c:ext>
              </c:extLst>
            </c:dLbl>
            <c:dLbl>
              <c:idx val="49"/>
              <c:delete val="1"/>
              <c:extLst>
                <c:ext xmlns:c15="http://schemas.microsoft.com/office/drawing/2012/chart" uri="{CE6537A1-D6FC-4f65-9D91-7224C49458BB}"/>
                <c:ext xmlns:c16="http://schemas.microsoft.com/office/drawing/2014/chart" uri="{C3380CC4-5D6E-409C-BE32-E72D297353CC}">
                  <c16:uniqueId val="{00000031-FB1C-4BBB-8723-0501A072F42C}"/>
                </c:ext>
              </c:extLst>
            </c:dLbl>
            <c:dLbl>
              <c:idx val="50"/>
              <c:delete val="1"/>
              <c:extLst>
                <c:ext xmlns:c15="http://schemas.microsoft.com/office/drawing/2012/chart" uri="{CE6537A1-D6FC-4f65-9D91-7224C49458BB}"/>
                <c:ext xmlns:c16="http://schemas.microsoft.com/office/drawing/2014/chart" uri="{C3380CC4-5D6E-409C-BE32-E72D297353CC}">
                  <c16:uniqueId val="{00000032-FB1C-4BBB-8723-0501A072F42C}"/>
                </c:ext>
              </c:extLst>
            </c:dLbl>
            <c:dLbl>
              <c:idx val="51"/>
              <c:delete val="1"/>
              <c:extLst>
                <c:ext xmlns:c15="http://schemas.microsoft.com/office/drawing/2012/chart" uri="{CE6537A1-D6FC-4f65-9D91-7224C49458BB}"/>
                <c:ext xmlns:c16="http://schemas.microsoft.com/office/drawing/2014/chart" uri="{C3380CC4-5D6E-409C-BE32-E72D297353CC}">
                  <c16:uniqueId val="{00000033-FB1C-4BBB-8723-0501A072F42C}"/>
                </c:ext>
              </c:extLst>
            </c:dLbl>
            <c:dLbl>
              <c:idx val="52"/>
              <c:delete val="1"/>
              <c:extLst>
                <c:ext xmlns:c15="http://schemas.microsoft.com/office/drawing/2012/chart" uri="{CE6537A1-D6FC-4f65-9D91-7224C49458BB}"/>
                <c:ext xmlns:c16="http://schemas.microsoft.com/office/drawing/2014/chart" uri="{C3380CC4-5D6E-409C-BE32-E72D297353CC}">
                  <c16:uniqueId val="{00000034-FB1C-4BBB-8723-0501A072F42C}"/>
                </c:ext>
              </c:extLst>
            </c:dLbl>
            <c:dLbl>
              <c:idx val="53"/>
              <c:delete val="1"/>
              <c:extLst>
                <c:ext xmlns:c15="http://schemas.microsoft.com/office/drawing/2012/chart" uri="{CE6537A1-D6FC-4f65-9D91-7224C49458BB}"/>
                <c:ext xmlns:c16="http://schemas.microsoft.com/office/drawing/2014/chart" uri="{C3380CC4-5D6E-409C-BE32-E72D297353CC}">
                  <c16:uniqueId val="{00000035-FB1C-4BBB-8723-0501A072F42C}"/>
                </c:ext>
              </c:extLst>
            </c:dLbl>
            <c:dLbl>
              <c:idx val="54"/>
              <c:delete val="1"/>
              <c:extLst>
                <c:ext xmlns:c15="http://schemas.microsoft.com/office/drawing/2012/chart" uri="{CE6537A1-D6FC-4f65-9D91-7224C49458BB}"/>
                <c:ext xmlns:c16="http://schemas.microsoft.com/office/drawing/2014/chart" uri="{C3380CC4-5D6E-409C-BE32-E72D297353CC}">
                  <c16:uniqueId val="{00000036-FB1C-4BBB-8723-0501A072F42C}"/>
                </c:ext>
              </c:extLst>
            </c:dLbl>
            <c:dLbl>
              <c:idx val="55"/>
              <c:delete val="1"/>
              <c:extLst>
                <c:ext xmlns:c15="http://schemas.microsoft.com/office/drawing/2012/chart" uri="{CE6537A1-D6FC-4f65-9D91-7224C49458BB}"/>
                <c:ext xmlns:c16="http://schemas.microsoft.com/office/drawing/2014/chart" uri="{C3380CC4-5D6E-409C-BE32-E72D297353CC}">
                  <c16:uniqueId val="{00000037-FB1C-4BBB-8723-0501A072F42C}"/>
                </c:ext>
              </c:extLst>
            </c:dLbl>
            <c:dLbl>
              <c:idx val="56"/>
              <c:delete val="1"/>
              <c:extLst>
                <c:ext xmlns:c15="http://schemas.microsoft.com/office/drawing/2012/chart" uri="{CE6537A1-D6FC-4f65-9D91-7224C49458BB}"/>
                <c:ext xmlns:c16="http://schemas.microsoft.com/office/drawing/2014/chart" uri="{C3380CC4-5D6E-409C-BE32-E72D297353CC}">
                  <c16:uniqueId val="{00000038-FB1C-4BBB-8723-0501A072F42C}"/>
                </c:ext>
              </c:extLst>
            </c:dLbl>
            <c:dLbl>
              <c:idx val="57"/>
              <c:delete val="1"/>
              <c:extLst>
                <c:ext xmlns:c15="http://schemas.microsoft.com/office/drawing/2012/chart" uri="{CE6537A1-D6FC-4f65-9D91-7224C49458BB}"/>
                <c:ext xmlns:c16="http://schemas.microsoft.com/office/drawing/2014/chart" uri="{C3380CC4-5D6E-409C-BE32-E72D297353CC}">
                  <c16:uniqueId val="{00000039-FB1C-4BBB-8723-0501A072F42C}"/>
                </c:ext>
              </c:extLst>
            </c:dLbl>
            <c:dLbl>
              <c:idx val="58"/>
              <c:delete val="1"/>
              <c:extLst>
                <c:ext xmlns:c15="http://schemas.microsoft.com/office/drawing/2012/chart" uri="{CE6537A1-D6FC-4f65-9D91-7224C49458BB}"/>
                <c:ext xmlns:c16="http://schemas.microsoft.com/office/drawing/2014/chart" uri="{C3380CC4-5D6E-409C-BE32-E72D297353CC}">
                  <c16:uniqueId val="{0000003A-FB1C-4BBB-8723-0501A072F42C}"/>
                </c:ext>
              </c:extLst>
            </c:dLbl>
            <c:dLbl>
              <c:idx val="59"/>
              <c:delete val="1"/>
              <c:extLst>
                <c:ext xmlns:c15="http://schemas.microsoft.com/office/drawing/2012/chart" uri="{CE6537A1-D6FC-4f65-9D91-7224C49458BB}"/>
                <c:ext xmlns:c16="http://schemas.microsoft.com/office/drawing/2014/chart" uri="{C3380CC4-5D6E-409C-BE32-E72D297353CC}">
                  <c16:uniqueId val="{0000003B-FB1C-4BBB-8723-0501A072F42C}"/>
                </c:ext>
              </c:extLst>
            </c:dLbl>
            <c:dLbl>
              <c:idx val="60"/>
              <c:tx>
                <c:rich>
                  <a:bodyPr/>
                  <a:lstStyle/>
                  <a:p>
                    <a:r>
                      <a:rPr lang="en-US">
                        <a:solidFill>
                          <a:schemeClr val="accent3"/>
                        </a:solidFill>
                      </a:rPr>
                      <a:t>-3.5%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3C-FB1C-4BBB-8723-0501A072F42C}"/>
                </c:ext>
              </c:extLst>
            </c:dLbl>
            <c:dLbl>
              <c:idx val="61"/>
              <c:delete val="1"/>
              <c:extLst>
                <c:ext xmlns:c15="http://schemas.microsoft.com/office/drawing/2012/chart" uri="{CE6537A1-D6FC-4f65-9D91-7224C49458BB}"/>
                <c:ext xmlns:c16="http://schemas.microsoft.com/office/drawing/2014/chart" uri="{C3380CC4-5D6E-409C-BE32-E72D297353CC}">
                  <c16:uniqueId val="{0000003D-FB1C-4BBB-8723-0501A072F42C}"/>
                </c:ext>
              </c:extLst>
            </c:dLbl>
            <c:dLbl>
              <c:idx val="62"/>
              <c:delete val="1"/>
              <c:extLst>
                <c:ext xmlns:c15="http://schemas.microsoft.com/office/drawing/2012/chart" uri="{CE6537A1-D6FC-4f65-9D91-7224C49458BB}"/>
                <c:ext xmlns:c16="http://schemas.microsoft.com/office/drawing/2014/chart" uri="{C3380CC4-5D6E-409C-BE32-E72D297353CC}">
                  <c16:uniqueId val="{0000003E-FB1C-4BBB-8723-0501A072F42C}"/>
                </c:ext>
              </c:extLst>
            </c:dLbl>
            <c:dLbl>
              <c:idx val="63"/>
              <c:delete val="1"/>
              <c:extLst>
                <c:ext xmlns:c15="http://schemas.microsoft.com/office/drawing/2012/chart" uri="{CE6537A1-D6FC-4f65-9D91-7224C49458BB}"/>
                <c:ext xmlns:c16="http://schemas.microsoft.com/office/drawing/2014/chart" uri="{C3380CC4-5D6E-409C-BE32-E72D297353CC}">
                  <c16:uniqueId val="{0000003F-FB1C-4BBB-8723-0501A072F42C}"/>
                </c:ext>
              </c:extLst>
            </c:dLbl>
            <c:dLbl>
              <c:idx val="64"/>
              <c:delete val="1"/>
              <c:extLst>
                <c:ext xmlns:c15="http://schemas.microsoft.com/office/drawing/2012/chart" uri="{CE6537A1-D6FC-4f65-9D91-7224C49458BB}"/>
                <c:ext xmlns:c16="http://schemas.microsoft.com/office/drawing/2014/chart" uri="{C3380CC4-5D6E-409C-BE32-E72D297353CC}">
                  <c16:uniqueId val="{00000040-FB1C-4BBB-8723-0501A072F42C}"/>
                </c:ext>
              </c:extLst>
            </c:dLbl>
            <c:dLbl>
              <c:idx val="65"/>
              <c:delete val="1"/>
              <c:extLst>
                <c:ext xmlns:c15="http://schemas.microsoft.com/office/drawing/2012/chart" uri="{CE6537A1-D6FC-4f65-9D91-7224C49458BB}"/>
                <c:ext xmlns:c16="http://schemas.microsoft.com/office/drawing/2014/chart" uri="{C3380CC4-5D6E-409C-BE32-E72D297353CC}">
                  <c16:uniqueId val="{00000041-FB1C-4BBB-8723-0501A072F42C}"/>
                </c:ext>
              </c:extLst>
            </c:dLbl>
            <c:dLbl>
              <c:idx val="66"/>
              <c:delete val="1"/>
              <c:extLst>
                <c:ext xmlns:c15="http://schemas.microsoft.com/office/drawing/2012/chart" uri="{CE6537A1-D6FC-4f65-9D91-7224C49458BB}"/>
                <c:ext xmlns:c16="http://schemas.microsoft.com/office/drawing/2014/chart" uri="{C3380CC4-5D6E-409C-BE32-E72D297353CC}">
                  <c16:uniqueId val="{00000042-FB1C-4BBB-8723-0501A072F42C}"/>
                </c:ext>
              </c:extLst>
            </c:dLbl>
            <c:dLbl>
              <c:idx val="67"/>
              <c:delete val="1"/>
              <c:extLst>
                <c:ext xmlns:c15="http://schemas.microsoft.com/office/drawing/2012/chart" uri="{CE6537A1-D6FC-4f65-9D91-7224C49458BB}"/>
                <c:ext xmlns:c16="http://schemas.microsoft.com/office/drawing/2014/chart" uri="{C3380CC4-5D6E-409C-BE32-E72D297353CC}">
                  <c16:uniqueId val="{00000043-FB1C-4BBB-8723-0501A072F42C}"/>
                </c:ext>
              </c:extLst>
            </c:dLbl>
            <c:dLbl>
              <c:idx val="68"/>
              <c:delete val="1"/>
              <c:extLst>
                <c:ext xmlns:c15="http://schemas.microsoft.com/office/drawing/2012/chart" uri="{CE6537A1-D6FC-4f65-9D91-7224C49458BB}"/>
                <c:ext xmlns:c16="http://schemas.microsoft.com/office/drawing/2014/chart" uri="{C3380CC4-5D6E-409C-BE32-E72D297353CC}">
                  <c16:uniqueId val="{00000044-FB1C-4BBB-8723-0501A072F42C}"/>
                </c:ext>
              </c:extLst>
            </c:dLbl>
            <c:dLbl>
              <c:idx val="69"/>
              <c:delete val="1"/>
              <c:extLst>
                <c:ext xmlns:c15="http://schemas.microsoft.com/office/drawing/2012/chart" uri="{CE6537A1-D6FC-4f65-9D91-7224C49458BB}"/>
                <c:ext xmlns:c16="http://schemas.microsoft.com/office/drawing/2014/chart" uri="{C3380CC4-5D6E-409C-BE32-E72D297353CC}">
                  <c16:uniqueId val="{00000045-FB1C-4BBB-8723-0501A072F42C}"/>
                </c:ext>
              </c:extLst>
            </c:dLbl>
            <c:dLbl>
              <c:idx val="70"/>
              <c:delete val="1"/>
              <c:extLst>
                <c:ext xmlns:c15="http://schemas.microsoft.com/office/drawing/2012/chart" uri="{CE6537A1-D6FC-4f65-9D91-7224C49458BB}"/>
                <c:ext xmlns:c16="http://schemas.microsoft.com/office/drawing/2014/chart" uri="{C3380CC4-5D6E-409C-BE32-E72D297353CC}">
                  <c16:uniqueId val="{00000046-FB1C-4BBB-8723-0501A072F42C}"/>
                </c:ext>
              </c:extLst>
            </c:dLbl>
            <c:dLbl>
              <c:idx val="71"/>
              <c:delete val="1"/>
              <c:extLst>
                <c:ext xmlns:c15="http://schemas.microsoft.com/office/drawing/2012/chart" uri="{CE6537A1-D6FC-4f65-9D91-7224C49458BB}"/>
                <c:ext xmlns:c16="http://schemas.microsoft.com/office/drawing/2014/chart" uri="{C3380CC4-5D6E-409C-BE32-E72D297353CC}">
                  <c16:uniqueId val="{00000047-FB1C-4BBB-8723-0501A072F42C}"/>
                </c:ext>
              </c:extLst>
            </c:dLbl>
            <c:dLbl>
              <c:idx val="72"/>
              <c:delete val="1"/>
              <c:extLst>
                <c:ext xmlns:c15="http://schemas.microsoft.com/office/drawing/2012/chart" uri="{CE6537A1-D6FC-4f65-9D91-7224C49458BB}"/>
                <c:ext xmlns:c16="http://schemas.microsoft.com/office/drawing/2014/chart" uri="{C3380CC4-5D6E-409C-BE32-E72D297353CC}">
                  <c16:uniqueId val="{00000048-FB1C-4BBB-8723-0501A072F42C}"/>
                </c:ext>
              </c:extLst>
            </c:dLbl>
            <c:spPr>
              <a:noFill/>
              <a:ln>
                <a:noFill/>
              </a:ln>
              <a:effectLst/>
            </c:spPr>
            <c:txPr>
              <a:bodyPr/>
              <a:lstStyle/>
              <a:p>
                <a:pPr>
                  <a:defRPr sz="900" b="1" baseline="0">
                    <a:solidFill>
                      <a:schemeClr val="accent3"/>
                    </a:solidFill>
                    <a:latin typeface="Roboto"/>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Sheet1!$A$1:$A$73</c:f>
              <c:strCache>
                <c:ptCount val="7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 </c:v>
                </c:pt>
                <c:pt idx="62">
                  <c:v>  </c:v>
                </c:pt>
                <c:pt idx="63">
                  <c:v>   </c:v>
                </c:pt>
                <c:pt idx="64">
                  <c:v>    </c:v>
                </c:pt>
                <c:pt idx="65">
                  <c:v>     </c:v>
                </c:pt>
                <c:pt idx="66">
                  <c:v>      </c:v>
                </c:pt>
                <c:pt idx="67">
                  <c:v>       </c:v>
                </c:pt>
                <c:pt idx="68">
                  <c:v>        </c:v>
                </c:pt>
                <c:pt idx="69">
                  <c:v>         </c:v>
                </c:pt>
                <c:pt idx="70">
                  <c:v>          </c:v>
                </c:pt>
                <c:pt idx="71">
                  <c:v>           </c:v>
                </c:pt>
                <c:pt idx="72">
                  <c:v>            </c:v>
                </c:pt>
              </c:strCache>
            </c:strRef>
          </c:cat>
          <c:val>
            <c:numRef>
              <c:f>Sheet1!$B$1:$B$61</c:f>
              <c:numCache>
                <c:formatCode>0.0%</c:formatCode>
                <c:ptCount val="73"/>
                <c:pt idx="0">
                  <c:v>0</c:v>
                </c:pt>
                <c:pt idx="1">
                  <c:v>-4.4385856589631264E-3</c:v>
                </c:pt>
                <c:pt idx="2">
                  <c:v>2.4302360159434889E-4</c:v>
                </c:pt>
                <c:pt idx="3">
                  <c:v>2.8237727386990282E-3</c:v>
                </c:pt>
                <c:pt idx="4">
                  <c:v>1.5360160680483481E-3</c:v>
                </c:pt>
                <c:pt idx="5">
                  <c:v>3.522115270728432E-3</c:v>
                </c:pt>
                <c:pt idx="6">
                  <c:v>-7.0107259833359942E-4</c:v>
                </c:pt>
                <c:pt idx="7">
                  <c:v>-7.2520957887282182E-3</c:v>
                </c:pt>
                <c:pt idx="8">
                  <c:v>-3.8873274012492772E-3</c:v>
                </c:pt>
                <c:pt idx="9">
                  <c:v>-6.7236413138720124E-3</c:v>
                </c:pt>
                <c:pt idx="10">
                  <c:v>-7.0238225665445872E-3</c:v>
                </c:pt>
                <c:pt idx="11">
                  <c:v>-5.1750084936851293E-3</c:v>
                </c:pt>
                <c:pt idx="12">
                  <c:v>-3.1536567282101692E-3</c:v>
                </c:pt>
                <c:pt idx="13">
                  <c:v>-3.150240856447167E-3</c:v>
                </c:pt>
                <c:pt idx="14">
                  <c:v>-3.7581509940022499E-3</c:v>
                </c:pt>
                <c:pt idx="15">
                  <c:v>-4.2317327566958199E-3</c:v>
                </c:pt>
                <c:pt idx="16">
                  <c:v>-6.74013782115589E-3</c:v>
                </c:pt>
                <c:pt idx="17">
                  <c:v>-3.0345379062928931E-3</c:v>
                </c:pt>
                <c:pt idx="18">
                  <c:v>-4.6611465693896506E-3</c:v>
                </c:pt>
                <c:pt idx="19">
                  <c:v>-9.7811441548723826E-3</c:v>
                </c:pt>
                <c:pt idx="20">
                  <c:v>-7.9970395231348679E-3</c:v>
                </c:pt>
                <c:pt idx="21">
                  <c:v>-4.5019189195042442E-3</c:v>
                </c:pt>
                <c:pt idx="22">
                  <c:v>-3.3279814773552671E-3</c:v>
                </c:pt>
                <c:pt idx="23">
                  <c:v>-6.9332693089224628E-3</c:v>
                </c:pt>
                <c:pt idx="24">
                  <c:v>-5.0456077820424587E-4</c:v>
                </c:pt>
                <c:pt idx="25">
                  <c:v>-8.4188871791054786E-3</c:v>
                </c:pt>
                <c:pt idx="26">
                  <c:v>-1.340935096424898E-2</c:v>
                </c:pt>
                <c:pt idx="27">
                  <c:v>-1.1766467813228539E-2</c:v>
                </c:pt>
                <c:pt idx="28">
                  <c:v>-2.011414243362088E-2</c:v>
                </c:pt>
                <c:pt idx="29">
                  <c:v>-1.9494025187740949E-2</c:v>
                </c:pt>
                <c:pt idx="30">
                  <c:v>-1.8523600762923281E-2</c:v>
                </c:pt>
                <c:pt idx="31">
                  <c:v>-2.06129566792186E-2</c:v>
                </c:pt>
                <c:pt idx="32">
                  <c:v>-2.2017152169178981E-2</c:v>
                </c:pt>
                <c:pt idx="33">
                  <c:v>-2.8621891853000299E-2</c:v>
                </c:pt>
                <c:pt idx="34">
                  <c:v>-2.079010730008049E-2</c:v>
                </c:pt>
                <c:pt idx="35">
                  <c:v>-2.302279298540608E-2</c:v>
                </c:pt>
                <c:pt idx="36">
                  <c:v>-3.6419695024973713E-2</c:v>
                </c:pt>
                <c:pt idx="37">
                  <c:v>-2.9721974417949149E-2</c:v>
                </c:pt>
                <c:pt idx="38">
                  <c:v>-4.1139975975608388E-2</c:v>
                </c:pt>
                <c:pt idx="39">
                  <c:v>-3.8185282878088998E-2</c:v>
                </c:pt>
                <c:pt idx="40">
                  <c:v>-4.8219795469169442E-2</c:v>
                </c:pt>
                <c:pt idx="41">
                  <c:v>-4.395891435760773E-2</c:v>
                </c:pt>
                <c:pt idx="42">
                  <c:v>-4.4583966097176977E-2</c:v>
                </c:pt>
                <c:pt idx="43">
                  <c:v>-4.9050637307846527E-2</c:v>
                </c:pt>
                <c:pt idx="44">
                  <c:v>-4.3484945329635101E-2</c:v>
                </c:pt>
                <c:pt idx="45">
                  <c:v>-4.1208756173901379E-2</c:v>
                </c:pt>
                <c:pt idx="46">
                  <c:v>-3.6451705053606377E-2</c:v>
                </c:pt>
                <c:pt idx="47">
                  <c:v>-3.6771797249315112E-2</c:v>
                </c:pt>
                <c:pt idx="48">
                  <c:v>-3.4962957208784819E-2</c:v>
                </c:pt>
                <c:pt idx="49">
                  <c:v>-3.7228767830754357E-2</c:v>
                </c:pt>
                <c:pt idx="50">
                  <c:v>-3.936878072927006E-2</c:v>
                </c:pt>
                <c:pt idx="51">
                  <c:v>-3.9339644177652372E-2</c:v>
                </c:pt>
                <c:pt idx="52">
                  <c:v>-3.7143797705596587E-2</c:v>
                </c:pt>
                <c:pt idx="53">
                  <c:v>-3.7969049995026399E-2</c:v>
                </c:pt>
                <c:pt idx="54">
                  <c:v>-3.5711308464404297E-2</c:v>
                </c:pt>
                <c:pt idx="55">
                  <c:v>-3.6738586053079968E-2</c:v>
                </c:pt>
                <c:pt idx="56">
                  <c:v>-3.4494782103570938E-2</c:v>
                </c:pt>
                <c:pt idx="57">
                  <c:v>-3.4597624352979257E-2</c:v>
                </c:pt>
                <c:pt idx="58">
                  <c:v>-3.6192070178812187E-2</c:v>
                </c:pt>
                <c:pt idx="59">
                  <c:v>-3.4577281097422863E-2</c:v>
                </c:pt>
                <c:pt idx="60">
                  <c:v>-3.5286089370487488E-2</c:v>
                </c:pt>
              </c:numCache>
            </c:numRef>
          </c:val>
          <c:smooth val="0"/>
          <c:extLst>
            <c:ext xmlns:c16="http://schemas.microsoft.com/office/drawing/2014/chart" uri="{C3380CC4-5D6E-409C-BE32-E72D297353CC}">
              <c16:uniqueId val="{00000049-FB1C-4BBB-8723-0501A072F42C}"/>
            </c:ext>
          </c:extLst>
        </c:ser>
        <c:ser>
          <c:idx val="1"/>
          <c:order val="1"/>
          <c:tx>
            <c:v>After extreme pessimism (index at 0, 20x)</c:v>
          </c:tx>
          <c:spPr>
            <a:ln w="28575">
              <a:solidFill>
                <a:srgbClr val="1F2F44"/>
              </a:solidFill>
            </a:ln>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4A-FB1C-4BBB-8723-0501A072F42C}"/>
                </c:ext>
              </c:extLst>
            </c:dLbl>
            <c:dLbl>
              <c:idx val="1"/>
              <c:delete val="1"/>
              <c:extLst>
                <c:ext xmlns:c15="http://schemas.microsoft.com/office/drawing/2012/chart" uri="{CE6537A1-D6FC-4f65-9D91-7224C49458BB}"/>
                <c:ext xmlns:c16="http://schemas.microsoft.com/office/drawing/2014/chart" uri="{C3380CC4-5D6E-409C-BE32-E72D297353CC}">
                  <c16:uniqueId val="{0000004B-FB1C-4BBB-8723-0501A072F42C}"/>
                </c:ext>
              </c:extLst>
            </c:dLbl>
            <c:dLbl>
              <c:idx val="2"/>
              <c:delete val="1"/>
              <c:extLst>
                <c:ext xmlns:c15="http://schemas.microsoft.com/office/drawing/2012/chart" uri="{CE6537A1-D6FC-4f65-9D91-7224C49458BB}"/>
                <c:ext xmlns:c16="http://schemas.microsoft.com/office/drawing/2014/chart" uri="{C3380CC4-5D6E-409C-BE32-E72D297353CC}">
                  <c16:uniqueId val="{0000004C-FB1C-4BBB-8723-0501A072F42C}"/>
                </c:ext>
              </c:extLst>
            </c:dLbl>
            <c:dLbl>
              <c:idx val="3"/>
              <c:delete val="1"/>
              <c:extLst>
                <c:ext xmlns:c15="http://schemas.microsoft.com/office/drawing/2012/chart" uri="{CE6537A1-D6FC-4f65-9D91-7224C49458BB}"/>
                <c:ext xmlns:c16="http://schemas.microsoft.com/office/drawing/2014/chart" uri="{C3380CC4-5D6E-409C-BE32-E72D297353CC}">
                  <c16:uniqueId val="{0000004D-FB1C-4BBB-8723-0501A072F42C}"/>
                </c:ext>
              </c:extLst>
            </c:dLbl>
            <c:dLbl>
              <c:idx val="4"/>
              <c:delete val="1"/>
              <c:extLst>
                <c:ext xmlns:c15="http://schemas.microsoft.com/office/drawing/2012/chart" uri="{CE6537A1-D6FC-4f65-9D91-7224C49458BB}"/>
                <c:ext xmlns:c16="http://schemas.microsoft.com/office/drawing/2014/chart" uri="{C3380CC4-5D6E-409C-BE32-E72D297353CC}">
                  <c16:uniqueId val="{0000004E-FB1C-4BBB-8723-0501A072F42C}"/>
                </c:ext>
              </c:extLst>
            </c:dLbl>
            <c:dLbl>
              <c:idx val="5"/>
              <c:delete val="1"/>
              <c:extLst>
                <c:ext xmlns:c15="http://schemas.microsoft.com/office/drawing/2012/chart" uri="{CE6537A1-D6FC-4f65-9D91-7224C49458BB}"/>
                <c:ext xmlns:c16="http://schemas.microsoft.com/office/drawing/2014/chart" uri="{C3380CC4-5D6E-409C-BE32-E72D297353CC}">
                  <c16:uniqueId val="{0000004F-FB1C-4BBB-8723-0501A072F42C}"/>
                </c:ext>
              </c:extLst>
            </c:dLbl>
            <c:dLbl>
              <c:idx val="6"/>
              <c:delete val="1"/>
              <c:extLst>
                <c:ext xmlns:c15="http://schemas.microsoft.com/office/drawing/2012/chart" uri="{CE6537A1-D6FC-4f65-9D91-7224C49458BB}"/>
                <c:ext xmlns:c16="http://schemas.microsoft.com/office/drawing/2014/chart" uri="{C3380CC4-5D6E-409C-BE32-E72D297353CC}">
                  <c16:uniqueId val="{00000050-FB1C-4BBB-8723-0501A072F42C}"/>
                </c:ext>
              </c:extLst>
            </c:dLbl>
            <c:dLbl>
              <c:idx val="7"/>
              <c:delete val="1"/>
              <c:extLst>
                <c:ext xmlns:c15="http://schemas.microsoft.com/office/drawing/2012/chart" uri="{CE6537A1-D6FC-4f65-9D91-7224C49458BB}"/>
                <c:ext xmlns:c16="http://schemas.microsoft.com/office/drawing/2014/chart" uri="{C3380CC4-5D6E-409C-BE32-E72D297353CC}">
                  <c16:uniqueId val="{00000051-FB1C-4BBB-8723-0501A072F42C}"/>
                </c:ext>
              </c:extLst>
            </c:dLbl>
            <c:dLbl>
              <c:idx val="8"/>
              <c:delete val="1"/>
              <c:extLst>
                <c:ext xmlns:c15="http://schemas.microsoft.com/office/drawing/2012/chart" uri="{CE6537A1-D6FC-4f65-9D91-7224C49458BB}"/>
                <c:ext xmlns:c16="http://schemas.microsoft.com/office/drawing/2014/chart" uri="{C3380CC4-5D6E-409C-BE32-E72D297353CC}">
                  <c16:uniqueId val="{00000052-FB1C-4BBB-8723-0501A072F42C}"/>
                </c:ext>
              </c:extLst>
            </c:dLbl>
            <c:dLbl>
              <c:idx val="9"/>
              <c:delete val="1"/>
              <c:extLst>
                <c:ext xmlns:c15="http://schemas.microsoft.com/office/drawing/2012/chart" uri="{CE6537A1-D6FC-4f65-9D91-7224C49458BB}"/>
                <c:ext xmlns:c16="http://schemas.microsoft.com/office/drawing/2014/chart" uri="{C3380CC4-5D6E-409C-BE32-E72D297353CC}">
                  <c16:uniqueId val="{00000053-FB1C-4BBB-8723-0501A072F42C}"/>
                </c:ext>
              </c:extLst>
            </c:dLbl>
            <c:dLbl>
              <c:idx val="10"/>
              <c:delete val="1"/>
              <c:extLst>
                <c:ext xmlns:c15="http://schemas.microsoft.com/office/drawing/2012/chart" uri="{CE6537A1-D6FC-4f65-9D91-7224C49458BB}"/>
                <c:ext xmlns:c16="http://schemas.microsoft.com/office/drawing/2014/chart" uri="{C3380CC4-5D6E-409C-BE32-E72D297353CC}">
                  <c16:uniqueId val="{00000054-FB1C-4BBB-8723-0501A072F42C}"/>
                </c:ext>
              </c:extLst>
            </c:dLbl>
            <c:dLbl>
              <c:idx val="11"/>
              <c:delete val="1"/>
              <c:extLst>
                <c:ext xmlns:c15="http://schemas.microsoft.com/office/drawing/2012/chart" uri="{CE6537A1-D6FC-4f65-9D91-7224C49458BB}"/>
                <c:ext xmlns:c16="http://schemas.microsoft.com/office/drawing/2014/chart" uri="{C3380CC4-5D6E-409C-BE32-E72D297353CC}">
                  <c16:uniqueId val="{00000055-FB1C-4BBB-8723-0501A072F42C}"/>
                </c:ext>
              </c:extLst>
            </c:dLbl>
            <c:dLbl>
              <c:idx val="12"/>
              <c:delete val="1"/>
              <c:extLst>
                <c:ext xmlns:c15="http://schemas.microsoft.com/office/drawing/2012/chart" uri="{CE6537A1-D6FC-4f65-9D91-7224C49458BB}"/>
                <c:ext xmlns:c16="http://schemas.microsoft.com/office/drawing/2014/chart" uri="{C3380CC4-5D6E-409C-BE32-E72D297353CC}">
                  <c16:uniqueId val="{00000056-FB1C-4BBB-8723-0501A072F42C}"/>
                </c:ext>
              </c:extLst>
            </c:dLbl>
            <c:dLbl>
              <c:idx val="13"/>
              <c:delete val="1"/>
              <c:extLst>
                <c:ext xmlns:c15="http://schemas.microsoft.com/office/drawing/2012/chart" uri="{CE6537A1-D6FC-4f65-9D91-7224C49458BB}"/>
                <c:ext xmlns:c16="http://schemas.microsoft.com/office/drawing/2014/chart" uri="{C3380CC4-5D6E-409C-BE32-E72D297353CC}">
                  <c16:uniqueId val="{00000057-FB1C-4BBB-8723-0501A072F42C}"/>
                </c:ext>
              </c:extLst>
            </c:dLbl>
            <c:dLbl>
              <c:idx val="14"/>
              <c:delete val="1"/>
              <c:extLst>
                <c:ext xmlns:c15="http://schemas.microsoft.com/office/drawing/2012/chart" uri="{CE6537A1-D6FC-4f65-9D91-7224C49458BB}"/>
                <c:ext xmlns:c16="http://schemas.microsoft.com/office/drawing/2014/chart" uri="{C3380CC4-5D6E-409C-BE32-E72D297353CC}">
                  <c16:uniqueId val="{00000058-FB1C-4BBB-8723-0501A072F42C}"/>
                </c:ext>
              </c:extLst>
            </c:dLbl>
            <c:dLbl>
              <c:idx val="15"/>
              <c:delete val="1"/>
              <c:extLst>
                <c:ext xmlns:c15="http://schemas.microsoft.com/office/drawing/2012/chart" uri="{CE6537A1-D6FC-4f65-9D91-7224C49458BB}"/>
                <c:ext xmlns:c16="http://schemas.microsoft.com/office/drawing/2014/chart" uri="{C3380CC4-5D6E-409C-BE32-E72D297353CC}">
                  <c16:uniqueId val="{00000059-FB1C-4BBB-8723-0501A072F42C}"/>
                </c:ext>
              </c:extLst>
            </c:dLbl>
            <c:dLbl>
              <c:idx val="16"/>
              <c:delete val="1"/>
              <c:extLst>
                <c:ext xmlns:c15="http://schemas.microsoft.com/office/drawing/2012/chart" uri="{CE6537A1-D6FC-4f65-9D91-7224C49458BB}"/>
                <c:ext xmlns:c16="http://schemas.microsoft.com/office/drawing/2014/chart" uri="{C3380CC4-5D6E-409C-BE32-E72D297353CC}">
                  <c16:uniqueId val="{0000005A-FB1C-4BBB-8723-0501A072F42C}"/>
                </c:ext>
              </c:extLst>
            </c:dLbl>
            <c:dLbl>
              <c:idx val="17"/>
              <c:delete val="1"/>
              <c:extLst>
                <c:ext xmlns:c15="http://schemas.microsoft.com/office/drawing/2012/chart" uri="{CE6537A1-D6FC-4f65-9D91-7224C49458BB}"/>
                <c:ext xmlns:c16="http://schemas.microsoft.com/office/drawing/2014/chart" uri="{C3380CC4-5D6E-409C-BE32-E72D297353CC}">
                  <c16:uniqueId val="{0000005B-FB1C-4BBB-8723-0501A072F42C}"/>
                </c:ext>
              </c:extLst>
            </c:dLbl>
            <c:dLbl>
              <c:idx val="18"/>
              <c:delete val="1"/>
              <c:extLst>
                <c:ext xmlns:c15="http://schemas.microsoft.com/office/drawing/2012/chart" uri="{CE6537A1-D6FC-4f65-9D91-7224C49458BB}"/>
                <c:ext xmlns:c16="http://schemas.microsoft.com/office/drawing/2014/chart" uri="{C3380CC4-5D6E-409C-BE32-E72D297353CC}">
                  <c16:uniqueId val="{0000005C-FB1C-4BBB-8723-0501A072F42C}"/>
                </c:ext>
              </c:extLst>
            </c:dLbl>
            <c:dLbl>
              <c:idx val="19"/>
              <c:delete val="1"/>
              <c:extLst>
                <c:ext xmlns:c15="http://schemas.microsoft.com/office/drawing/2012/chart" uri="{CE6537A1-D6FC-4f65-9D91-7224C49458BB}"/>
                <c:ext xmlns:c16="http://schemas.microsoft.com/office/drawing/2014/chart" uri="{C3380CC4-5D6E-409C-BE32-E72D297353CC}">
                  <c16:uniqueId val="{0000005D-FB1C-4BBB-8723-0501A072F42C}"/>
                </c:ext>
              </c:extLst>
            </c:dLbl>
            <c:dLbl>
              <c:idx val="20"/>
              <c:delete val="1"/>
              <c:extLst>
                <c:ext xmlns:c15="http://schemas.microsoft.com/office/drawing/2012/chart" uri="{CE6537A1-D6FC-4f65-9D91-7224C49458BB}"/>
                <c:ext xmlns:c16="http://schemas.microsoft.com/office/drawing/2014/chart" uri="{C3380CC4-5D6E-409C-BE32-E72D297353CC}">
                  <c16:uniqueId val="{0000005E-FB1C-4BBB-8723-0501A072F42C}"/>
                </c:ext>
              </c:extLst>
            </c:dLbl>
            <c:dLbl>
              <c:idx val="21"/>
              <c:delete val="1"/>
              <c:extLst>
                <c:ext xmlns:c15="http://schemas.microsoft.com/office/drawing/2012/chart" uri="{CE6537A1-D6FC-4f65-9D91-7224C49458BB}"/>
                <c:ext xmlns:c16="http://schemas.microsoft.com/office/drawing/2014/chart" uri="{C3380CC4-5D6E-409C-BE32-E72D297353CC}">
                  <c16:uniqueId val="{0000005F-FB1C-4BBB-8723-0501A072F42C}"/>
                </c:ext>
              </c:extLst>
            </c:dLbl>
            <c:dLbl>
              <c:idx val="22"/>
              <c:delete val="1"/>
              <c:extLst>
                <c:ext xmlns:c15="http://schemas.microsoft.com/office/drawing/2012/chart" uri="{CE6537A1-D6FC-4f65-9D91-7224C49458BB}"/>
                <c:ext xmlns:c16="http://schemas.microsoft.com/office/drawing/2014/chart" uri="{C3380CC4-5D6E-409C-BE32-E72D297353CC}">
                  <c16:uniqueId val="{00000060-FB1C-4BBB-8723-0501A072F42C}"/>
                </c:ext>
              </c:extLst>
            </c:dLbl>
            <c:dLbl>
              <c:idx val="23"/>
              <c:delete val="1"/>
              <c:extLst>
                <c:ext xmlns:c15="http://schemas.microsoft.com/office/drawing/2012/chart" uri="{CE6537A1-D6FC-4f65-9D91-7224C49458BB}"/>
                <c:ext xmlns:c16="http://schemas.microsoft.com/office/drawing/2014/chart" uri="{C3380CC4-5D6E-409C-BE32-E72D297353CC}">
                  <c16:uniqueId val="{00000061-FB1C-4BBB-8723-0501A072F42C}"/>
                </c:ext>
              </c:extLst>
            </c:dLbl>
            <c:dLbl>
              <c:idx val="24"/>
              <c:delete val="1"/>
              <c:extLst>
                <c:ext xmlns:c15="http://schemas.microsoft.com/office/drawing/2012/chart" uri="{CE6537A1-D6FC-4f65-9D91-7224C49458BB}"/>
                <c:ext xmlns:c16="http://schemas.microsoft.com/office/drawing/2014/chart" uri="{C3380CC4-5D6E-409C-BE32-E72D297353CC}">
                  <c16:uniqueId val="{00000062-FB1C-4BBB-8723-0501A072F42C}"/>
                </c:ext>
              </c:extLst>
            </c:dLbl>
            <c:dLbl>
              <c:idx val="25"/>
              <c:delete val="1"/>
              <c:extLst>
                <c:ext xmlns:c15="http://schemas.microsoft.com/office/drawing/2012/chart" uri="{CE6537A1-D6FC-4f65-9D91-7224C49458BB}"/>
                <c:ext xmlns:c16="http://schemas.microsoft.com/office/drawing/2014/chart" uri="{C3380CC4-5D6E-409C-BE32-E72D297353CC}">
                  <c16:uniqueId val="{00000063-FB1C-4BBB-8723-0501A072F42C}"/>
                </c:ext>
              </c:extLst>
            </c:dLbl>
            <c:dLbl>
              <c:idx val="26"/>
              <c:delete val="1"/>
              <c:extLst>
                <c:ext xmlns:c15="http://schemas.microsoft.com/office/drawing/2012/chart" uri="{CE6537A1-D6FC-4f65-9D91-7224C49458BB}"/>
                <c:ext xmlns:c16="http://schemas.microsoft.com/office/drawing/2014/chart" uri="{C3380CC4-5D6E-409C-BE32-E72D297353CC}">
                  <c16:uniqueId val="{00000064-FB1C-4BBB-8723-0501A072F42C}"/>
                </c:ext>
              </c:extLst>
            </c:dLbl>
            <c:dLbl>
              <c:idx val="27"/>
              <c:delete val="1"/>
              <c:extLst>
                <c:ext xmlns:c15="http://schemas.microsoft.com/office/drawing/2012/chart" uri="{CE6537A1-D6FC-4f65-9D91-7224C49458BB}"/>
                <c:ext xmlns:c16="http://schemas.microsoft.com/office/drawing/2014/chart" uri="{C3380CC4-5D6E-409C-BE32-E72D297353CC}">
                  <c16:uniqueId val="{00000065-FB1C-4BBB-8723-0501A072F42C}"/>
                </c:ext>
              </c:extLst>
            </c:dLbl>
            <c:dLbl>
              <c:idx val="28"/>
              <c:delete val="1"/>
              <c:extLst>
                <c:ext xmlns:c15="http://schemas.microsoft.com/office/drawing/2012/chart" uri="{CE6537A1-D6FC-4f65-9D91-7224C49458BB}"/>
                <c:ext xmlns:c16="http://schemas.microsoft.com/office/drawing/2014/chart" uri="{C3380CC4-5D6E-409C-BE32-E72D297353CC}">
                  <c16:uniqueId val="{00000066-FB1C-4BBB-8723-0501A072F42C}"/>
                </c:ext>
              </c:extLst>
            </c:dLbl>
            <c:dLbl>
              <c:idx val="29"/>
              <c:delete val="1"/>
              <c:extLst>
                <c:ext xmlns:c15="http://schemas.microsoft.com/office/drawing/2012/chart" uri="{CE6537A1-D6FC-4f65-9D91-7224C49458BB}"/>
                <c:ext xmlns:c16="http://schemas.microsoft.com/office/drawing/2014/chart" uri="{C3380CC4-5D6E-409C-BE32-E72D297353CC}">
                  <c16:uniqueId val="{00000067-FB1C-4BBB-8723-0501A072F42C}"/>
                </c:ext>
              </c:extLst>
            </c:dLbl>
            <c:dLbl>
              <c:idx val="30"/>
              <c:delete val="1"/>
              <c:extLst>
                <c:ext xmlns:c15="http://schemas.microsoft.com/office/drawing/2012/chart" uri="{CE6537A1-D6FC-4f65-9D91-7224C49458BB}"/>
                <c:ext xmlns:c16="http://schemas.microsoft.com/office/drawing/2014/chart" uri="{C3380CC4-5D6E-409C-BE32-E72D297353CC}">
                  <c16:uniqueId val="{00000068-FB1C-4BBB-8723-0501A072F42C}"/>
                </c:ext>
              </c:extLst>
            </c:dLbl>
            <c:dLbl>
              <c:idx val="31"/>
              <c:delete val="1"/>
              <c:extLst>
                <c:ext xmlns:c15="http://schemas.microsoft.com/office/drawing/2012/chart" uri="{CE6537A1-D6FC-4f65-9D91-7224C49458BB}"/>
                <c:ext xmlns:c16="http://schemas.microsoft.com/office/drawing/2014/chart" uri="{C3380CC4-5D6E-409C-BE32-E72D297353CC}">
                  <c16:uniqueId val="{00000069-FB1C-4BBB-8723-0501A072F42C}"/>
                </c:ext>
              </c:extLst>
            </c:dLbl>
            <c:dLbl>
              <c:idx val="32"/>
              <c:delete val="1"/>
              <c:extLst>
                <c:ext xmlns:c15="http://schemas.microsoft.com/office/drawing/2012/chart" uri="{CE6537A1-D6FC-4f65-9D91-7224C49458BB}"/>
                <c:ext xmlns:c16="http://schemas.microsoft.com/office/drawing/2014/chart" uri="{C3380CC4-5D6E-409C-BE32-E72D297353CC}">
                  <c16:uniqueId val="{0000006A-FB1C-4BBB-8723-0501A072F42C}"/>
                </c:ext>
              </c:extLst>
            </c:dLbl>
            <c:dLbl>
              <c:idx val="33"/>
              <c:delete val="1"/>
              <c:extLst>
                <c:ext xmlns:c15="http://schemas.microsoft.com/office/drawing/2012/chart" uri="{CE6537A1-D6FC-4f65-9D91-7224C49458BB}"/>
                <c:ext xmlns:c16="http://schemas.microsoft.com/office/drawing/2014/chart" uri="{C3380CC4-5D6E-409C-BE32-E72D297353CC}">
                  <c16:uniqueId val="{0000006B-FB1C-4BBB-8723-0501A072F42C}"/>
                </c:ext>
              </c:extLst>
            </c:dLbl>
            <c:dLbl>
              <c:idx val="34"/>
              <c:delete val="1"/>
              <c:extLst>
                <c:ext xmlns:c15="http://schemas.microsoft.com/office/drawing/2012/chart" uri="{CE6537A1-D6FC-4f65-9D91-7224C49458BB}"/>
                <c:ext xmlns:c16="http://schemas.microsoft.com/office/drawing/2014/chart" uri="{C3380CC4-5D6E-409C-BE32-E72D297353CC}">
                  <c16:uniqueId val="{0000006C-FB1C-4BBB-8723-0501A072F42C}"/>
                </c:ext>
              </c:extLst>
            </c:dLbl>
            <c:dLbl>
              <c:idx val="35"/>
              <c:delete val="1"/>
              <c:extLst>
                <c:ext xmlns:c15="http://schemas.microsoft.com/office/drawing/2012/chart" uri="{CE6537A1-D6FC-4f65-9D91-7224C49458BB}"/>
                <c:ext xmlns:c16="http://schemas.microsoft.com/office/drawing/2014/chart" uri="{C3380CC4-5D6E-409C-BE32-E72D297353CC}">
                  <c16:uniqueId val="{0000006D-FB1C-4BBB-8723-0501A072F42C}"/>
                </c:ext>
              </c:extLst>
            </c:dLbl>
            <c:dLbl>
              <c:idx val="36"/>
              <c:delete val="1"/>
              <c:extLst>
                <c:ext xmlns:c15="http://schemas.microsoft.com/office/drawing/2012/chart" uri="{CE6537A1-D6FC-4f65-9D91-7224C49458BB}"/>
                <c:ext xmlns:c16="http://schemas.microsoft.com/office/drawing/2014/chart" uri="{C3380CC4-5D6E-409C-BE32-E72D297353CC}">
                  <c16:uniqueId val="{0000006E-FB1C-4BBB-8723-0501A072F42C}"/>
                </c:ext>
              </c:extLst>
            </c:dLbl>
            <c:dLbl>
              <c:idx val="37"/>
              <c:delete val="1"/>
              <c:extLst>
                <c:ext xmlns:c15="http://schemas.microsoft.com/office/drawing/2012/chart" uri="{CE6537A1-D6FC-4f65-9D91-7224C49458BB}"/>
                <c:ext xmlns:c16="http://schemas.microsoft.com/office/drawing/2014/chart" uri="{C3380CC4-5D6E-409C-BE32-E72D297353CC}">
                  <c16:uniqueId val="{0000006F-FB1C-4BBB-8723-0501A072F42C}"/>
                </c:ext>
              </c:extLst>
            </c:dLbl>
            <c:dLbl>
              <c:idx val="38"/>
              <c:delete val="1"/>
              <c:extLst>
                <c:ext xmlns:c15="http://schemas.microsoft.com/office/drawing/2012/chart" uri="{CE6537A1-D6FC-4f65-9D91-7224C49458BB}"/>
                <c:ext xmlns:c16="http://schemas.microsoft.com/office/drawing/2014/chart" uri="{C3380CC4-5D6E-409C-BE32-E72D297353CC}">
                  <c16:uniqueId val="{00000070-FB1C-4BBB-8723-0501A072F42C}"/>
                </c:ext>
              </c:extLst>
            </c:dLbl>
            <c:dLbl>
              <c:idx val="39"/>
              <c:delete val="1"/>
              <c:extLst>
                <c:ext xmlns:c15="http://schemas.microsoft.com/office/drawing/2012/chart" uri="{CE6537A1-D6FC-4f65-9D91-7224C49458BB}"/>
                <c:ext xmlns:c16="http://schemas.microsoft.com/office/drawing/2014/chart" uri="{C3380CC4-5D6E-409C-BE32-E72D297353CC}">
                  <c16:uniqueId val="{00000071-FB1C-4BBB-8723-0501A072F42C}"/>
                </c:ext>
              </c:extLst>
            </c:dLbl>
            <c:dLbl>
              <c:idx val="40"/>
              <c:delete val="1"/>
              <c:extLst>
                <c:ext xmlns:c15="http://schemas.microsoft.com/office/drawing/2012/chart" uri="{CE6537A1-D6FC-4f65-9D91-7224C49458BB}"/>
                <c:ext xmlns:c16="http://schemas.microsoft.com/office/drawing/2014/chart" uri="{C3380CC4-5D6E-409C-BE32-E72D297353CC}">
                  <c16:uniqueId val="{00000072-FB1C-4BBB-8723-0501A072F42C}"/>
                </c:ext>
              </c:extLst>
            </c:dLbl>
            <c:dLbl>
              <c:idx val="41"/>
              <c:delete val="1"/>
              <c:extLst>
                <c:ext xmlns:c15="http://schemas.microsoft.com/office/drawing/2012/chart" uri="{CE6537A1-D6FC-4f65-9D91-7224C49458BB}"/>
                <c:ext xmlns:c16="http://schemas.microsoft.com/office/drawing/2014/chart" uri="{C3380CC4-5D6E-409C-BE32-E72D297353CC}">
                  <c16:uniqueId val="{00000073-FB1C-4BBB-8723-0501A072F42C}"/>
                </c:ext>
              </c:extLst>
            </c:dLbl>
            <c:dLbl>
              <c:idx val="42"/>
              <c:delete val="1"/>
              <c:extLst>
                <c:ext xmlns:c15="http://schemas.microsoft.com/office/drawing/2012/chart" uri="{CE6537A1-D6FC-4f65-9D91-7224C49458BB}"/>
                <c:ext xmlns:c16="http://schemas.microsoft.com/office/drawing/2014/chart" uri="{C3380CC4-5D6E-409C-BE32-E72D297353CC}">
                  <c16:uniqueId val="{00000074-FB1C-4BBB-8723-0501A072F42C}"/>
                </c:ext>
              </c:extLst>
            </c:dLbl>
            <c:dLbl>
              <c:idx val="43"/>
              <c:delete val="1"/>
              <c:extLst>
                <c:ext xmlns:c15="http://schemas.microsoft.com/office/drawing/2012/chart" uri="{CE6537A1-D6FC-4f65-9D91-7224C49458BB}"/>
                <c:ext xmlns:c16="http://schemas.microsoft.com/office/drawing/2014/chart" uri="{C3380CC4-5D6E-409C-BE32-E72D297353CC}">
                  <c16:uniqueId val="{00000075-FB1C-4BBB-8723-0501A072F42C}"/>
                </c:ext>
              </c:extLst>
            </c:dLbl>
            <c:dLbl>
              <c:idx val="44"/>
              <c:delete val="1"/>
              <c:extLst>
                <c:ext xmlns:c15="http://schemas.microsoft.com/office/drawing/2012/chart" uri="{CE6537A1-D6FC-4f65-9D91-7224C49458BB}"/>
                <c:ext xmlns:c16="http://schemas.microsoft.com/office/drawing/2014/chart" uri="{C3380CC4-5D6E-409C-BE32-E72D297353CC}">
                  <c16:uniqueId val="{00000076-FB1C-4BBB-8723-0501A072F42C}"/>
                </c:ext>
              </c:extLst>
            </c:dLbl>
            <c:dLbl>
              <c:idx val="45"/>
              <c:delete val="1"/>
              <c:extLst>
                <c:ext xmlns:c15="http://schemas.microsoft.com/office/drawing/2012/chart" uri="{CE6537A1-D6FC-4f65-9D91-7224C49458BB}"/>
                <c:ext xmlns:c16="http://schemas.microsoft.com/office/drawing/2014/chart" uri="{C3380CC4-5D6E-409C-BE32-E72D297353CC}">
                  <c16:uniqueId val="{00000077-FB1C-4BBB-8723-0501A072F42C}"/>
                </c:ext>
              </c:extLst>
            </c:dLbl>
            <c:dLbl>
              <c:idx val="46"/>
              <c:delete val="1"/>
              <c:extLst>
                <c:ext xmlns:c15="http://schemas.microsoft.com/office/drawing/2012/chart" uri="{CE6537A1-D6FC-4f65-9D91-7224C49458BB}"/>
                <c:ext xmlns:c16="http://schemas.microsoft.com/office/drawing/2014/chart" uri="{C3380CC4-5D6E-409C-BE32-E72D297353CC}">
                  <c16:uniqueId val="{00000078-FB1C-4BBB-8723-0501A072F42C}"/>
                </c:ext>
              </c:extLst>
            </c:dLbl>
            <c:dLbl>
              <c:idx val="47"/>
              <c:delete val="1"/>
              <c:extLst>
                <c:ext xmlns:c15="http://schemas.microsoft.com/office/drawing/2012/chart" uri="{CE6537A1-D6FC-4f65-9D91-7224C49458BB}"/>
                <c:ext xmlns:c16="http://schemas.microsoft.com/office/drawing/2014/chart" uri="{C3380CC4-5D6E-409C-BE32-E72D297353CC}">
                  <c16:uniqueId val="{00000079-FB1C-4BBB-8723-0501A072F42C}"/>
                </c:ext>
              </c:extLst>
            </c:dLbl>
            <c:dLbl>
              <c:idx val="48"/>
              <c:delete val="1"/>
              <c:extLst>
                <c:ext xmlns:c15="http://schemas.microsoft.com/office/drawing/2012/chart" uri="{CE6537A1-D6FC-4f65-9D91-7224C49458BB}"/>
                <c:ext xmlns:c16="http://schemas.microsoft.com/office/drawing/2014/chart" uri="{C3380CC4-5D6E-409C-BE32-E72D297353CC}">
                  <c16:uniqueId val="{0000007A-FB1C-4BBB-8723-0501A072F42C}"/>
                </c:ext>
              </c:extLst>
            </c:dLbl>
            <c:dLbl>
              <c:idx val="49"/>
              <c:delete val="1"/>
              <c:extLst>
                <c:ext xmlns:c15="http://schemas.microsoft.com/office/drawing/2012/chart" uri="{CE6537A1-D6FC-4f65-9D91-7224C49458BB}"/>
                <c:ext xmlns:c16="http://schemas.microsoft.com/office/drawing/2014/chart" uri="{C3380CC4-5D6E-409C-BE32-E72D297353CC}">
                  <c16:uniqueId val="{0000007B-FB1C-4BBB-8723-0501A072F42C}"/>
                </c:ext>
              </c:extLst>
            </c:dLbl>
            <c:dLbl>
              <c:idx val="50"/>
              <c:delete val="1"/>
              <c:extLst>
                <c:ext xmlns:c15="http://schemas.microsoft.com/office/drawing/2012/chart" uri="{CE6537A1-D6FC-4f65-9D91-7224C49458BB}"/>
                <c:ext xmlns:c16="http://schemas.microsoft.com/office/drawing/2014/chart" uri="{C3380CC4-5D6E-409C-BE32-E72D297353CC}">
                  <c16:uniqueId val="{0000007C-FB1C-4BBB-8723-0501A072F42C}"/>
                </c:ext>
              </c:extLst>
            </c:dLbl>
            <c:dLbl>
              <c:idx val="51"/>
              <c:delete val="1"/>
              <c:extLst>
                <c:ext xmlns:c15="http://schemas.microsoft.com/office/drawing/2012/chart" uri="{CE6537A1-D6FC-4f65-9D91-7224C49458BB}"/>
                <c:ext xmlns:c16="http://schemas.microsoft.com/office/drawing/2014/chart" uri="{C3380CC4-5D6E-409C-BE32-E72D297353CC}">
                  <c16:uniqueId val="{0000007D-FB1C-4BBB-8723-0501A072F42C}"/>
                </c:ext>
              </c:extLst>
            </c:dLbl>
            <c:dLbl>
              <c:idx val="52"/>
              <c:delete val="1"/>
              <c:extLst>
                <c:ext xmlns:c15="http://schemas.microsoft.com/office/drawing/2012/chart" uri="{CE6537A1-D6FC-4f65-9D91-7224C49458BB}"/>
                <c:ext xmlns:c16="http://schemas.microsoft.com/office/drawing/2014/chart" uri="{C3380CC4-5D6E-409C-BE32-E72D297353CC}">
                  <c16:uniqueId val="{0000007E-FB1C-4BBB-8723-0501A072F42C}"/>
                </c:ext>
              </c:extLst>
            </c:dLbl>
            <c:dLbl>
              <c:idx val="53"/>
              <c:delete val="1"/>
              <c:extLst>
                <c:ext xmlns:c15="http://schemas.microsoft.com/office/drawing/2012/chart" uri="{CE6537A1-D6FC-4f65-9D91-7224C49458BB}"/>
                <c:ext xmlns:c16="http://schemas.microsoft.com/office/drawing/2014/chart" uri="{C3380CC4-5D6E-409C-BE32-E72D297353CC}">
                  <c16:uniqueId val="{0000007F-FB1C-4BBB-8723-0501A072F42C}"/>
                </c:ext>
              </c:extLst>
            </c:dLbl>
            <c:dLbl>
              <c:idx val="54"/>
              <c:delete val="1"/>
              <c:extLst>
                <c:ext xmlns:c15="http://schemas.microsoft.com/office/drawing/2012/chart" uri="{CE6537A1-D6FC-4f65-9D91-7224C49458BB}"/>
                <c:ext xmlns:c16="http://schemas.microsoft.com/office/drawing/2014/chart" uri="{C3380CC4-5D6E-409C-BE32-E72D297353CC}">
                  <c16:uniqueId val="{00000080-FB1C-4BBB-8723-0501A072F42C}"/>
                </c:ext>
              </c:extLst>
            </c:dLbl>
            <c:dLbl>
              <c:idx val="55"/>
              <c:delete val="1"/>
              <c:extLst>
                <c:ext xmlns:c15="http://schemas.microsoft.com/office/drawing/2012/chart" uri="{CE6537A1-D6FC-4f65-9D91-7224C49458BB}"/>
                <c:ext xmlns:c16="http://schemas.microsoft.com/office/drawing/2014/chart" uri="{C3380CC4-5D6E-409C-BE32-E72D297353CC}">
                  <c16:uniqueId val="{00000081-FB1C-4BBB-8723-0501A072F42C}"/>
                </c:ext>
              </c:extLst>
            </c:dLbl>
            <c:dLbl>
              <c:idx val="56"/>
              <c:delete val="1"/>
              <c:extLst>
                <c:ext xmlns:c15="http://schemas.microsoft.com/office/drawing/2012/chart" uri="{CE6537A1-D6FC-4f65-9D91-7224C49458BB}"/>
                <c:ext xmlns:c16="http://schemas.microsoft.com/office/drawing/2014/chart" uri="{C3380CC4-5D6E-409C-BE32-E72D297353CC}">
                  <c16:uniqueId val="{00000082-FB1C-4BBB-8723-0501A072F42C}"/>
                </c:ext>
              </c:extLst>
            </c:dLbl>
            <c:dLbl>
              <c:idx val="57"/>
              <c:delete val="1"/>
              <c:extLst>
                <c:ext xmlns:c15="http://schemas.microsoft.com/office/drawing/2012/chart" uri="{CE6537A1-D6FC-4f65-9D91-7224C49458BB}"/>
                <c:ext xmlns:c16="http://schemas.microsoft.com/office/drawing/2014/chart" uri="{C3380CC4-5D6E-409C-BE32-E72D297353CC}">
                  <c16:uniqueId val="{00000083-FB1C-4BBB-8723-0501A072F42C}"/>
                </c:ext>
              </c:extLst>
            </c:dLbl>
            <c:dLbl>
              <c:idx val="58"/>
              <c:delete val="1"/>
              <c:extLst>
                <c:ext xmlns:c15="http://schemas.microsoft.com/office/drawing/2012/chart" uri="{CE6537A1-D6FC-4f65-9D91-7224C49458BB}"/>
                <c:ext xmlns:c16="http://schemas.microsoft.com/office/drawing/2014/chart" uri="{C3380CC4-5D6E-409C-BE32-E72D297353CC}">
                  <c16:uniqueId val="{00000084-FB1C-4BBB-8723-0501A072F42C}"/>
                </c:ext>
              </c:extLst>
            </c:dLbl>
            <c:dLbl>
              <c:idx val="59"/>
              <c:delete val="1"/>
              <c:extLst>
                <c:ext xmlns:c15="http://schemas.microsoft.com/office/drawing/2012/chart" uri="{CE6537A1-D6FC-4f65-9D91-7224C49458BB}"/>
                <c:ext xmlns:c16="http://schemas.microsoft.com/office/drawing/2014/chart" uri="{C3380CC4-5D6E-409C-BE32-E72D297353CC}">
                  <c16:uniqueId val="{00000085-FB1C-4BBB-8723-0501A072F42C}"/>
                </c:ext>
              </c:extLst>
            </c:dLbl>
            <c:dLbl>
              <c:idx val="60"/>
              <c:tx>
                <c:rich>
                  <a:bodyPr/>
                  <a:lstStyle/>
                  <a:p>
                    <a:r>
                      <a:rPr lang="en-US"/>
                      <a:t>+6.9%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86-FB1C-4BBB-8723-0501A072F42C}"/>
                </c:ext>
              </c:extLst>
            </c:dLbl>
            <c:dLbl>
              <c:idx val="61"/>
              <c:delete val="1"/>
              <c:extLst>
                <c:ext xmlns:c15="http://schemas.microsoft.com/office/drawing/2012/chart" uri="{CE6537A1-D6FC-4f65-9D91-7224C49458BB}"/>
                <c:ext xmlns:c16="http://schemas.microsoft.com/office/drawing/2014/chart" uri="{C3380CC4-5D6E-409C-BE32-E72D297353CC}">
                  <c16:uniqueId val="{00000087-FB1C-4BBB-8723-0501A072F42C}"/>
                </c:ext>
              </c:extLst>
            </c:dLbl>
            <c:dLbl>
              <c:idx val="62"/>
              <c:delete val="1"/>
              <c:extLst>
                <c:ext xmlns:c15="http://schemas.microsoft.com/office/drawing/2012/chart" uri="{CE6537A1-D6FC-4f65-9D91-7224C49458BB}"/>
                <c:ext xmlns:c16="http://schemas.microsoft.com/office/drawing/2014/chart" uri="{C3380CC4-5D6E-409C-BE32-E72D297353CC}">
                  <c16:uniqueId val="{00000088-FB1C-4BBB-8723-0501A072F42C}"/>
                </c:ext>
              </c:extLst>
            </c:dLbl>
            <c:dLbl>
              <c:idx val="63"/>
              <c:delete val="1"/>
              <c:extLst>
                <c:ext xmlns:c15="http://schemas.microsoft.com/office/drawing/2012/chart" uri="{CE6537A1-D6FC-4f65-9D91-7224C49458BB}"/>
                <c:ext xmlns:c16="http://schemas.microsoft.com/office/drawing/2014/chart" uri="{C3380CC4-5D6E-409C-BE32-E72D297353CC}">
                  <c16:uniqueId val="{00000089-FB1C-4BBB-8723-0501A072F42C}"/>
                </c:ext>
              </c:extLst>
            </c:dLbl>
            <c:dLbl>
              <c:idx val="64"/>
              <c:delete val="1"/>
              <c:extLst>
                <c:ext xmlns:c15="http://schemas.microsoft.com/office/drawing/2012/chart" uri="{CE6537A1-D6FC-4f65-9D91-7224C49458BB}"/>
                <c:ext xmlns:c16="http://schemas.microsoft.com/office/drawing/2014/chart" uri="{C3380CC4-5D6E-409C-BE32-E72D297353CC}">
                  <c16:uniqueId val="{0000008A-FB1C-4BBB-8723-0501A072F42C}"/>
                </c:ext>
              </c:extLst>
            </c:dLbl>
            <c:dLbl>
              <c:idx val="65"/>
              <c:delete val="1"/>
              <c:extLst>
                <c:ext xmlns:c15="http://schemas.microsoft.com/office/drawing/2012/chart" uri="{CE6537A1-D6FC-4f65-9D91-7224C49458BB}"/>
                <c:ext xmlns:c16="http://schemas.microsoft.com/office/drawing/2014/chart" uri="{C3380CC4-5D6E-409C-BE32-E72D297353CC}">
                  <c16:uniqueId val="{0000008B-FB1C-4BBB-8723-0501A072F42C}"/>
                </c:ext>
              </c:extLst>
            </c:dLbl>
            <c:dLbl>
              <c:idx val="66"/>
              <c:delete val="1"/>
              <c:extLst>
                <c:ext xmlns:c15="http://schemas.microsoft.com/office/drawing/2012/chart" uri="{CE6537A1-D6FC-4f65-9D91-7224C49458BB}"/>
                <c:ext xmlns:c16="http://schemas.microsoft.com/office/drawing/2014/chart" uri="{C3380CC4-5D6E-409C-BE32-E72D297353CC}">
                  <c16:uniqueId val="{0000008C-FB1C-4BBB-8723-0501A072F42C}"/>
                </c:ext>
              </c:extLst>
            </c:dLbl>
            <c:dLbl>
              <c:idx val="67"/>
              <c:delete val="1"/>
              <c:extLst>
                <c:ext xmlns:c15="http://schemas.microsoft.com/office/drawing/2012/chart" uri="{CE6537A1-D6FC-4f65-9D91-7224C49458BB}"/>
                <c:ext xmlns:c16="http://schemas.microsoft.com/office/drawing/2014/chart" uri="{C3380CC4-5D6E-409C-BE32-E72D297353CC}">
                  <c16:uniqueId val="{0000008D-FB1C-4BBB-8723-0501A072F42C}"/>
                </c:ext>
              </c:extLst>
            </c:dLbl>
            <c:dLbl>
              <c:idx val="68"/>
              <c:delete val="1"/>
              <c:extLst>
                <c:ext xmlns:c15="http://schemas.microsoft.com/office/drawing/2012/chart" uri="{CE6537A1-D6FC-4f65-9D91-7224C49458BB}"/>
                <c:ext xmlns:c16="http://schemas.microsoft.com/office/drawing/2014/chart" uri="{C3380CC4-5D6E-409C-BE32-E72D297353CC}">
                  <c16:uniqueId val="{0000008E-FB1C-4BBB-8723-0501A072F42C}"/>
                </c:ext>
              </c:extLst>
            </c:dLbl>
            <c:dLbl>
              <c:idx val="69"/>
              <c:delete val="1"/>
              <c:extLst>
                <c:ext xmlns:c15="http://schemas.microsoft.com/office/drawing/2012/chart" uri="{CE6537A1-D6FC-4f65-9D91-7224C49458BB}"/>
                <c:ext xmlns:c16="http://schemas.microsoft.com/office/drawing/2014/chart" uri="{C3380CC4-5D6E-409C-BE32-E72D297353CC}">
                  <c16:uniqueId val="{0000008F-FB1C-4BBB-8723-0501A072F42C}"/>
                </c:ext>
              </c:extLst>
            </c:dLbl>
            <c:dLbl>
              <c:idx val="70"/>
              <c:delete val="1"/>
              <c:extLst>
                <c:ext xmlns:c15="http://schemas.microsoft.com/office/drawing/2012/chart" uri="{CE6537A1-D6FC-4f65-9D91-7224C49458BB}"/>
                <c:ext xmlns:c16="http://schemas.microsoft.com/office/drawing/2014/chart" uri="{C3380CC4-5D6E-409C-BE32-E72D297353CC}">
                  <c16:uniqueId val="{00000090-FB1C-4BBB-8723-0501A072F42C}"/>
                </c:ext>
              </c:extLst>
            </c:dLbl>
            <c:dLbl>
              <c:idx val="71"/>
              <c:delete val="1"/>
              <c:extLst>
                <c:ext xmlns:c15="http://schemas.microsoft.com/office/drawing/2012/chart" uri="{CE6537A1-D6FC-4f65-9D91-7224C49458BB}"/>
                <c:ext xmlns:c16="http://schemas.microsoft.com/office/drawing/2014/chart" uri="{C3380CC4-5D6E-409C-BE32-E72D297353CC}">
                  <c16:uniqueId val="{00000091-FB1C-4BBB-8723-0501A072F42C}"/>
                </c:ext>
              </c:extLst>
            </c:dLbl>
            <c:dLbl>
              <c:idx val="72"/>
              <c:delete val="1"/>
              <c:extLst>
                <c:ext xmlns:c15="http://schemas.microsoft.com/office/drawing/2012/chart" uri="{CE6537A1-D6FC-4f65-9D91-7224C49458BB}"/>
                <c:ext xmlns:c16="http://schemas.microsoft.com/office/drawing/2014/chart" uri="{C3380CC4-5D6E-409C-BE32-E72D297353CC}">
                  <c16:uniqueId val="{00000092-FB1C-4BBB-8723-0501A072F42C}"/>
                </c:ext>
              </c:extLst>
            </c:dLbl>
            <c:spPr>
              <a:noFill/>
              <a:ln>
                <a:noFill/>
              </a:ln>
              <a:effectLst/>
            </c:spPr>
            <c:txPr>
              <a:bodyPr/>
              <a:lstStyle/>
              <a:p>
                <a:pPr>
                  <a:defRPr sz="900" b="1" baseline="0">
                    <a:solidFill>
                      <a:srgbClr val="1F2F44"/>
                    </a:solidFill>
                    <a:latin typeface="Roboto"/>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Sheet1!$A$1:$A$73</c:f>
              <c:strCache>
                <c:ptCount val="7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 </c:v>
                </c:pt>
                <c:pt idx="62">
                  <c:v>  </c:v>
                </c:pt>
                <c:pt idx="63">
                  <c:v>   </c:v>
                </c:pt>
                <c:pt idx="64">
                  <c:v>    </c:v>
                </c:pt>
                <c:pt idx="65">
                  <c:v>     </c:v>
                </c:pt>
                <c:pt idx="66">
                  <c:v>      </c:v>
                </c:pt>
                <c:pt idx="67">
                  <c:v>       </c:v>
                </c:pt>
                <c:pt idx="68">
                  <c:v>        </c:v>
                </c:pt>
                <c:pt idx="69">
                  <c:v>         </c:v>
                </c:pt>
                <c:pt idx="70">
                  <c:v>          </c:v>
                </c:pt>
                <c:pt idx="71">
                  <c:v>           </c:v>
                </c:pt>
                <c:pt idx="72">
                  <c:v>            </c:v>
                </c:pt>
              </c:strCache>
            </c:strRef>
          </c:cat>
          <c:val>
            <c:numRef>
              <c:f>Sheet1!$C$1:$C$61</c:f>
              <c:numCache>
                <c:formatCode>0.0%</c:formatCode>
                <c:ptCount val="73"/>
                <c:pt idx="0">
                  <c:v>0</c:v>
                </c:pt>
                <c:pt idx="1">
                  <c:v>4.178122938425094E-3</c:v>
                </c:pt>
                <c:pt idx="2">
                  <c:v>3.0486224413407092E-3</c:v>
                </c:pt>
                <c:pt idx="3">
                  <c:v>-1.4813464637438161E-4</c:v>
                </c:pt>
                <c:pt idx="4">
                  <c:v>4.1411082435423132E-3</c:v>
                </c:pt>
                <c:pt idx="5">
                  <c:v>3.724688570111451E-3</c:v>
                </c:pt>
                <c:pt idx="6">
                  <c:v>9.5338441509043304E-3</c:v>
                </c:pt>
                <c:pt idx="7">
                  <c:v>6.4612181354558708E-3</c:v>
                </c:pt>
                <c:pt idx="8">
                  <c:v>5.3343195831264288E-3</c:v>
                </c:pt>
                <c:pt idx="9">
                  <c:v>6.8765507424706608E-3</c:v>
                </c:pt>
                <c:pt idx="10">
                  <c:v>2.8205826516025659E-5</c:v>
                </c:pt>
                <c:pt idx="11">
                  <c:v>1.9957468416960051E-3</c:v>
                </c:pt>
                <c:pt idx="12">
                  <c:v>-3.3086687342173291E-3</c:v>
                </c:pt>
                <c:pt idx="13">
                  <c:v>1.3729745792914641E-3</c:v>
                </c:pt>
                <c:pt idx="14">
                  <c:v>8.6949562742372928E-3</c:v>
                </c:pt>
                <c:pt idx="15">
                  <c:v>1.2466134105946859E-2</c:v>
                </c:pt>
                <c:pt idx="16">
                  <c:v>1.2238443635827651E-2</c:v>
                </c:pt>
                <c:pt idx="17">
                  <c:v>1.383559507477161E-2</c:v>
                </c:pt>
                <c:pt idx="18">
                  <c:v>1.6203456159926299E-2</c:v>
                </c:pt>
                <c:pt idx="19">
                  <c:v>1.798616832378443E-2</c:v>
                </c:pt>
                <c:pt idx="20">
                  <c:v>2.0308228436988748E-2</c:v>
                </c:pt>
                <c:pt idx="21">
                  <c:v>2.4605853080952051E-2</c:v>
                </c:pt>
                <c:pt idx="22">
                  <c:v>2.7024869405370858E-2</c:v>
                </c:pt>
                <c:pt idx="23">
                  <c:v>2.9929449982569811E-2</c:v>
                </c:pt>
                <c:pt idx="24">
                  <c:v>2.9737111095879641E-2</c:v>
                </c:pt>
                <c:pt idx="25">
                  <c:v>3.5816170553471083E-2</c:v>
                </c:pt>
                <c:pt idx="26">
                  <c:v>3.6026809953063552E-2</c:v>
                </c:pt>
                <c:pt idx="27">
                  <c:v>4.1338983136791567E-2</c:v>
                </c:pt>
                <c:pt idx="28">
                  <c:v>4.1800767044964562E-2</c:v>
                </c:pt>
                <c:pt idx="29">
                  <c:v>4.2430661844843537E-2</c:v>
                </c:pt>
                <c:pt idx="30">
                  <c:v>4.0256224720381373E-2</c:v>
                </c:pt>
                <c:pt idx="31">
                  <c:v>3.7053475213016468E-2</c:v>
                </c:pt>
                <c:pt idx="32">
                  <c:v>3.6804729730982297E-2</c:v>
                </c:pt>
                <c:pt idx="33">
                  <c:v>3.3693969557723961E-2</c:v>
                </c:pt>
                <c:pt idx="34">
                  <c:v>3.5295086116933397E-2</c:v>
                </c:pt>
                <c:pt idx="35">
                  <c:v>4.0171306880523748E-2</c:v>
                </c:pt>
                <c:pt idx="36">
                  <c:v>3.9993631137134937E-2</c:v>
                </c:pt>
                <c:pt idx="37">
                  <c:v>3.9889397004467531E-2</c:v>
                </c:pt>
                <c:pt idx="38">
                  <c:v>4.4755408831427458E-2</c:v>
                </c:pt>
                <c:pt idx="39">
                  <c:v>4.0617375826698943E-2</c:v>
                </c:pt>
                <c:pt idx="40">
                  <c:v>4.3175253640016183E-2</c:v>
                </c:pt>
                <c:pt idx="41">
                  <c:v>4.2628205930180303E-2</c:v>
                </c:pt>
                <c:pt idx="42">
                  <c:v>4.3763828701130249E-2</c:v>
                </c:pt>
                <c:pt idx="43">
                  <c:v>5.0640310693433679E-2</c:v>
                </c:pt>
                <c:pt idx="44">
                  <c:v>4.9856569843044263E-2</c:v>
                </c:pt>
                <c:pt idx="45">
                  <c:v>5.6606015081743427E-2</c:v>
                </c:pt>
                <c:pt idx="46">
                  <c:v>5.7941107945701467E-2</c:v>
                </c:pt>
                <c:pt idx="47">
                  <c:v>6.6103090713297813E-2</c:v>
                </c:pt>
                <c:pt idx="48">
                  <c:v>6.4669755926461334E-2</c:v>
                </c:pt>
                <c:pt idx="49">
                  <c:v>6.1854344428604907E-2</c:v>
                </c:pt>
                <c:pt idx="50">
                  <c:v>6.229724428103791E-2</c:v>
                </c:pt>
                <c:pt idx="51">
                  <c:v>6.7921795855888881E-2</c:v>
                </c:pt>
                <c:pt idx="52">
                  <c:v>7.6201355670069693E-2</c:v>
                </c:pt>
                <c:pt idx="53">
                  <c:v>7.7230065603302742E-2</c:v>
                </c:pt>
                <c:pt idx="54">
                  <c:v>7.513298318664241E-2</c:v>
                </c:pt>
                <c:pt idx="55">
                  <c:v>7.9950821863327373E-2</c:v>
                </c:pt>
                <c:pt idx="56">
                  <c:v>7.9913548749005484E-2</c:v>
                </c:pt>
                <c:pt idx="57">
                  <c:v>7.2820258489137688E-2</c:v>
                </c:pt>
                <c:pt idx="58">
                  <c:v>6.9918448213232759E-2</c:v>
                </c:pt>
                <c:pt idx="59">
                  <c:v>7.0195480838045901E-2</c:v>
                </c:pt>
                <c:pt idx="60">
                  <c:v>6.9259635007310583E-2</c:v>
                </c:pt>
              </c:numCache>
            </c:numRef>
          </c:val>
          <c:smooth val="0"/>
          <c:extLst>
            <c:ext xmlns:c16="http://schemas.microsoft.com/office/drawing/2014/chart" uri="{C3380CC4-5D6E-409C-BE32-E72D297353CC}">
              <c16:uniqueId val="{00000093-FB1C-4BBB-8723-0501A072F42C}"/>
            </c:ext>
          </c:extLst>
        </c:ser>
        <c:dLbls>
          <c:showLegendKey val="0"/>
          <c:showVal val="0"/>
          <c:showCatName val="0"/>
          <c:showSerName val="0"/>
          <c:showPercent val="0"/>
          <c:showBubbleSize val="0"/>
        </c:dLbls>
        <c:smooth val="0"/>
        <c:axId val="50110001"/>
        <c:axId val="50110002"/>
      </c:lineChart>
      <c:catAx>
        <c:axId val="50110001"/>
        <c:scaling>
          <c:orientation val="minMax"/>
        </c:scaling>
        <c:delete val="0"/>
        <c:axPos val="b"/>
        <c:title>
          <c:tx>
            <c:rich>
              <a:bodyPr/>
              <a:lstStyle/>
              <a:p>
                <a:pPr>
                  <a:defRPr sz="900" b="0" baseline="0">
                    <a:solidFill>
                      <a:srgbClr val="404040"/>
                    </a:solidFill>
                    <a:latin typeface="Roboto Light"/>
                  </a:defRPr>
                </a:pPr>
                <a:r>
                  <a:rPr lang="en-US" sz="900" b="0" baseline="0" dirty="0">
                    <a:solidFill>
                      <a:srgbClr val="404040"/>
                    </a:solidFill>
                    <a:latin typeface="Roboto Light"/>
                  </a:rPr>
                  <a:t>Business days from signal day</a:t>
                </a:r>
              </a:p>
            </c:rich>
          </c:tx>
          <c:overlay val="0"/>
        </c:title>
        <c:numFmt formatCode="General" sourceLinked="0"/>
        <c:majorTickMark val="none"/>
        <c:minorTickMark val="none"/>
        <c:tickLblPos val="low"/>
        <c:spPr>
          <a:ln>
            <a:solidFill>
              <a:srgbClr val="BFBFBF"/>
            </a:solidFill>
          </a:ln>
        </c:spPr>
        <c:txPr>
          <a:bodyPr/>
          <a:lstStyle/>
          <a:p>
            <a:pPr>
              <a:defRPr sz="900" baseline="0">
                <a:solidFill>
                  <a:srgbClr val="404040"/>
                </a:solidFill>
                <a:latin typeface="Roboto Light"/>
              </a:defRPr>
            </a:pPr>
            <a:endParaRPr lang="en-US"/>
          </a:p>
        </c:txPr>
        <c:crossAx val="50110002"/>
        <c:crossesAt val="-0.08"/>
        <c:auto val="1"/>
        <c:lblAlgn val="ctr"/>
        <c:lblOffset val="100"/>
        <c:tickLblSkip val="10"/>
        <c:tickMarkSkip val="10"/>
        <c:noMultiLvlLbl val="0"/>
      </c:catAx>
      <c:valAx>
        <c:axId val="50110002"/>
        <c:scaling>
          <c:orientation val="minMax"/>
          <c:max val="0.08"/>
          <c:min val="-0.08"/>
        </c:scaling>
        <c:delete val="0"/>
        <c:axPos val="l"/>
        <c:majorGridlines>
          <c:spPr>
            <a:ln w="6350">
              <a:solidFill>
                <a:srgbClr val="D9D9D9"/>
              </a:solidFill>
              <a:prstDash val="dash"/>
            </a:ln>
          </c:spPr>
        </c:majorGridlines>
        <c:numFmt formatCode="0%" sourceLinked="0"/>
        <c:majorTickMark val="out"/>
        <c:minorTickMark val="none"/>
        <c:tickLblPos val="nextTo"/>
        <c:spPr>
          <a:ln>
            <a:noFill/>
          </a:ln>
        </c:spPr>
        <c:txPr>
          <a:bodyPr/>
          <a:lstStyle/>
          <a:p>
            <a:pPr>
              <a:defRPr sz="900" baseline="0">
                <a:solidFill>
                  <a:srgbClr val="404040"/>
                </a:solidFill>
                <a:latin typeface="Roboto Light"/>
              </a:defRPr>
            </a:pPr>
            <a:endParaRPr lang="en-US"/>
          </a:p>
        </c:txPr>
        <c:crossAx val="50110001"/>
        <c:crosses val="autoZero"/>
        <c:crossBetween val="between"/>
        <c:majorUnit val="0.04"/>
      </c:valAx>
      <c:spPr>
        <a:noFill/>
        <a:ln>
          <a:noFill/>
        </a:ln>
      </c:spPr>
    </c:plotArea>
    <c:legend>
      <c:legendPos val="t"/>
      <c:overlay val="0"/>
      <c:txPr>
        <a:bodyPr/>
        <a:lstStyle/>
        <a:p>
          <a:pPr>
            <a:defRPr sz="800" baseline="0">
              <a:solidFill>
                <a:srgbClr val="40404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5410879964204161E-2"/>
          <c:y val="0.271015192224135"/>
          <c:w val="0.85072449075353229"/>
          <c:h val="0.54397485739476092"/>
        </c:manualLayout>
      </c:layout>
      <c:lineChart>
        <c:grouping val="standard"/>
        <c:varyColors val="0"/>
        <c:ser>
          <c:idx val="0"/>
          <c:order val="0"/>
          <c:tx>
            <c:v>P/E</c:v>
          </c:tx>
          <c:spPr>
            <a:ln w="28575">
              <a:solidFill>
                <a:srgbClr val="1F2F44"/>
              </a:solidFill>
            </a:ln>
          </c:spPr>
          <c:marker>
            <c:symbol val="none"/>
          </c:marker>
          <c:dPt>
            <c:idx val="121"/>
            <c:marker>
              <c:symbol val="circle"/>
              <c:size val="6"/>
              <c:spPr>
                <a:solidFill>
                  <a:srgbClr val="1F2F44"/>
                </a:solidFill>
                <a:ln>
                  <a:solidFill>
                    <a:srgbClr val="1F2F44"/>
                  </a:solidFill>
                  <a:prstDash val="solid"/>
                </a:ln>
              </c:spPr>
            </c:marker>
            <c:bubble3D val="0"/>
            <c:extLst>
              <c:ext xmlns:c16="http://schemas.microsoft.com/office/drawing/2014/chart" uri="{C3380CC4-5D6E-409C-BE32-E72D297353CC}">
                <c16:uniqueId val="{00000000-B0CF-4B0A-A930-B7238EADFA79}"/>
              </c:ext>
            </c:extLst>
          </c:dPt>
          <c:dLbls>
            <c:dLbl>
              <c:idx val="121"/>
              <c:tx>
                <c:rich>
                  <a:bodyPr wrap="square" lIns="38100" tIns="19050" rIns="38100" bIns="19050" anchor="ctr">
                    <a:spAutoFit/>
                  </a:bodyPr>
                  <a:lstStyle/>
                  <a:p>
                    <a:pPr>
                      <a:defRPr sz="800" b="1">
                        <a:solidFill>
                          <a:srgbClr val="1F2F44"/>
                        </a:solidFill>
                        <a:latin typeface="Roboto" panose="02000000000000000000" pitchFamily="2" charset="0"/>
                      </a:defRPr>
                    </a:pPr>
                    <a:r>
                      <a:rPr lang="en-US" sz="800" b="1">
                        <a:solidFill>
                          <a:srgbClr val="1F2F44"/>
                        </a:solidFill>
                        <a:latin typeface="Roboto" panose="02000000000000000000" pitchFamily="2" charset="0"/>
                      </a:rPr>
                      <a:t>8.2x</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0CF-4B0A-A930-B7238EADFA7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'P1'!$A$2:$A$123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'P1'!$B$2:$B$123</c:f>
              <c:numCache>
                <c:formatCode>0.0</c:formatCode>
                <c:ptCount val="122"/>
                <c:pt idx="0">
                  <c:v>14.6158</c:v>
                </c:pt>
                <c:pt idx="1">
                  <c:v>13.3874</c:v>
                </c:pt>
                <c:pt idx="2">
                  <c:v>12.1629</c:v>
                </c:pt>
                <c:pt idx="3">
                  <c:v>12.4754</c:v>
                </c:pt>
                <c:pt idx="4">
                  <c:v>12.384499999999999</c:v>
                </c:pt>
                <c:pt idx="5">
                  <c:v>11.662599999999999</c:v>
                </c:pt>
                <c:pt idx="6">
                  <c:v>11.809100000000001</c:v>
                </c:pt>
                <c:pt idx="7">
                  <c:v>11.3241</c:v>
                </c:pt>
                <c:pt idx="8">
                  <c:v>11.3659</c:v>
                </c:pt>
                <c:pt idx="9">
                  <c:v>11.9846</c:v>
                </c:pt>
                <c:pt idx="10">
                  <c:v>12.851000000000001</c:v>
                </c:pt>
                <c:pt idx="11">
                  <c:v>13.5021</c:v>
                </c:pt>
                <c:pt idx="12">
                  <c:v>13.3238</c:v>
                </c:pt>
                <c:pt idx="13">
                  <c:v>12.6061</c:v>
                </c:pt>
                <c:pt idx="14">
                  <c:v>12.8432</c:v>
                </c:pt>
                <c:pt idx="15">
                  <c:v>13.741099999999999</c:v>
                </c:pt>
                <c:pt idx="16">
                  <c:v>13.204700000000001</c:v>
                </c:pt>
                <c:pt idx="17">
                  <c:v>12.6424</c:v>
                </c:pt>
                <c:pt idx="18">
                  <c:v>12.601599999999999</c:v>
                </c:pt>
                <c:pt idx="19">
                  <c:v>10.9549</c:v>
                </c:pt>
                <c:pt idx="20">
                  <c:v>10.297700000000001</c:v>
                </c:pt>
                <c:pt idx="21">
                  <c:v>10.95</c:v>
                </c:pt>
                <c:pt idx="22">
                  <c:v>10.281000000000001</c:v>
                </c:pt>
                <c:pt idx="23">
                  <c:v>10.2416</c:v>
                </c:pt>
                <c:pt idx="24">
                  <c:v>11.0792</c:v>
                </c:pt>
                <c:pt idx="25">
                  <c:v>10.7296</c:v>
                </c:pt>
                <c:pt idx="26">
                  <c:v>10.307399999999999</c:v>
                </c:pt>
                <c:pt idx="27">
                  <c:v>12.2524</c:v>
                </c:pt>
                <c:pt idx="28">
                  <c:v>11.7729</c:v>
                </c:pt>
                <c:pt idx="29">
                  <c:v>11.451000000000001</c:v>
                </c:pt>
                <c:pt idx="30">
                  <c:v>11.45</c:v>
                </c:pt>
                <c:pt idx="31">
                  <c:v>11.563000000000001</c:v>
                </c:pt>
                <c:pt idx="32">
                  <c:v>12.138500000000001</c:v>
                </c:pt>
                <c:pt idx="33">
                  <c:v>12.0992</c:v>
                </c:pt>
                <c:pt idx="34">
                  <c:v>12.1663</c:v>
                </c:pt>
                <c:pt idx="35">
                  <c:v>12.547800000000001</c:v>
                </c:pt>
                <c:pt idx="36">
                  <c:v>12.909000000000001</c:v>
                </c:pt>
                <c:pt idx="37">
                  <c:v>12.9002</c:v>
                </c:pt>
                <c:pt idx="38">
                  <c:v>13.596299999999999</c:v>
                </c:pt>
                <c:pt idx="39">
                  <c:v>13.588800000000001</c:v>
                </c:pt>
                <c:pt idx="40">
                  <c:v>12.4344</c:v>
                </c:pt>
                <c:pt idx="41">
                  <c:v>10.1752</c:v>
                </c:pt>
                <c:pt idx="42">
                  <c:v>12.718500000000001</c:v>
                </c:pt>
                <c:pt idx="43">
                  <c:v>14.9253</c:v>
                </c:pt>
                <c:pt idx="44">
                  <c:v>16.995999999999999</c:v>
                </c:pt>
                <c:pt idx="45">
                  <c:v>17.508800000000001</c:v>
                </c:pt>
                <c:pt idx="46">
                  <c:v>15.4129</c:v>
                </c:pt>
                <c:pt idx="47">
                  <c:v>13.5961</c:v>
                </c:pt>
                <c:pt idx="48">
                  <c:v>12.052300000000001</c:v>
                </c:pt>
                <c:pt idx="49">
                  <c:v>12.8962</c:v>
                </c:pt>
                <c:pt idx="50">
                  <c:v>13.3177</c:v>
                </c:pt>
                <c:pt idx="51">
                  <c:v>11.6934</c:v>
                </c:pt>
                <c:pt idx="52">
                  <c:v>10.778</c:v>
                </c:pt>
                <c:pt idx="53">
                  <c:v>10.331099999999999</c:v>
                </c:pt>
                <c:pt idx="54">
                  <c:v>9.6289999999999996</c:v>
                </c:pt>
                <c:pt idx="55">
                  <c:v>10.3283</c:v>
                </c:pt>
                <c:pt idx="56">
                  <c:v>9.9908999999999999</c:v>
                </c:pt>
                <c:pt idx="57">
                  <c:v>9.2087000000000003</c:v>
                </c:pt>
                <c:pt idx="58">
                  <c:v>8.8612000000000002</c:v>
                </c:pt>
                <c:pt idx="59">
                  <c:v>8.1644000000000005</c:v>
                </c:pt>
                <c:pt idx="60">
                  <c:v>7.8681000000000001</c:v>
                </c:pt>
                <c:pt idx="61">
                  <c:v>7.7618999999999998</c:v>
                </c:pt>
                <c:pt idx="62">
                  <c:v>8.1292000000000009</c:v>
                </c:pt>
                <c:pt idx="63">
                  <c:v>8.4812999999999992</c:v>
                </c:pt>
                <c:pt idx="64">
                  <c:v>8.4679000000000002</c:v>
                </c:pt>
                <c:pt idx="65">
                  <c:v>8.3163</c:v>
                </c:pt>
                <c:pt idx="66">
                  <c:v>7.1252000000000004</c:v>
                </c:pt>
                <c:pt idx="67">
                  <c:v>7.1150000000000002</c:v>
                </c:pt>
                <c:pt idx="68">
                  <c:v>6.1719999999999997</c:v>
                </c:pt>
                <c:pt idx="69">
                  <c:v>6.5621</c:v>
                </c:pt>
                <c:pt idx="70">
                  <c:v>6.7774000000000001</c:v>
                </c:pt>
                <c:pt idx="71">
                  <c:v>6.9436999999999998</c:v>
                </c:pt>
                <c:pt idx="72">
                  <c:v>7.4128999999999996</c:v>
                </c:pt>
                <c:pt idx="73">
                  <c:v>7.2130000000000001</c:v>
                </c:pt>
                <c:pt idx="74">
                  <c:v>7.4832999999999998</c:v>
                </c:pt>
                <c:pt idx="75">
                  <c:v>7.8247999999999998</c:v>
                </c:pt>
                <c:pt idx="76">
                  <c:v>7.0114000000000001</c:v>
                </c:pt>
                <c:pt idx="77">
                  <c:v>6.8540999999999999</c:v>
                </c:pt>
                <c:pt idx="78">
                  <c:v>7.0723000000000003</c:v>
                </c:pt>
                <c:pt idx="79">
                  <c:v>7.3103999999999996</c:v>
                </c:pt>
                <c:pt idx="80">
                  <c:v>8.1166999999999998</c:v>
                </c:pt>
                <c:pt idx="81">
                  <c:v>8.4777000000000005</c:v>
                </c:pt>
                <c:pt idx="82">
                  <c:v>7.9196</c:v>
                </c:pt>
                <c:pt idx="83">
                  <c:v>7.9256000000000002</c:v>
                </c:pt>
                <c:pt idx="84">
                  <c:v>7.4100999999999999</c:v>
                </c:pt>
                <c:pt idx="85">
                  <c:v>8.1419999999999995</c:v>
                </c:pt>
                <c:pt idx="86">
                  <c:v>8.3633000000000006</c:v>
                </c:pt>
                <c:pt idx="87">
                  <c:v>8.0678999999999998</c:v>
                </c:pt>
                <c:pt idx="88">
                  <c:v>8.1854999999999993</c:v>
                </c:pt>
                <c:pt idx="89">
                  <c:v>8.0452999999999992</c:v>
                </c:pt>
                <c:pt idx="90">
                  <c:v>7.8414000000000001</c:v>
                </c:pt>
                <c:pt idx="91">
                  <c:v>7.4419000000000004</c:v>
                </c:pt>
                <c:pt idx="92">
                  <c:v>7.4340000000000002</c:v>
                </c:pt>
                <c:pt idx="93">
                  <c:v>7.4230999999999998</c:v>
                </c:pt>
                <c:pt idx="94">
                  <c:v>8.0055999999999994</c:v>
                </c:pt>
                <c:pt idx="95">
                  <c:v>7.8834999999999997</c:v>
                </c:pt>
                <c:pt idx="96">
                  <c:v>7.641</c:v>
                </c:pt>
                <c:pt idx="97">
                  <c:v>7.2176999999999998</c:v>
                </c:pt>
                <c:pt idx="98">
                  <c:v>6.8559999999999999</c:v>
                </c:pt>
                <c:pt idx="99">
                  <c:v>7.2869999999999999</c:v>
                </c:pt>
                <c:pt idx="100">
                  <c:v>6.9897</c:v>
                </c:pt>
                <c:pt idx="101">
                  <c:v>7.3289</c:v>
                </c:pt>
                <c:pt idx="102">
                  <c:v>7.8407999999999998</c:v>
                </c:pt>
                <c:pt idx="103">
                  <c:v>8.0114999999999998</c:v>
                </c:pt>
                <c:pt idx="104">
                  <c:v>8.1380999999999997</c:v>
                </c:pt>
                <c:pt idx="105">
                  <c:v>7.9676999999999998</c:v>
                </c:pt>
                <c:pt idx="106">
                  <c:v>8.5002999999999993</c:v>
                </c:pt>
                <c:pt idx="107">
                  <c:v>8.7365999999999993</c:v>
                </c:pt>
                <c:pt idx="108">
                  <c:v>8.7112999999999996</c:v>
                </c:pt>
                <c:pt idx="109">
                  <c:v>9.3256999999999994</c:v>
                </c:pt>
                <c:pt idx="110">
                  <c:v>9.1372</c:v>
                </c:pt>
                <c:pt idx="111">
                  <c:v>10.290900000000001</c:v>
                </c:pt>
                <c:pt idx="112">
                  <c:v>10.452299999999999</c:v>
                </c:pt>
                <c:pt idx="113">
                  <c:v>9.3515999999999995</c:v>
                </c:pt>
                <c:pt idx="114">
                  <c:v>9.0436999999999994</c:v>
                </c:pt>
                <c:pt idx="115">
                  <c:v>8.3554999999999993</c:v>
                </c:pt>
                <c:pt idx="116">
                  <c:v>8.2064000000000004</c:v>
                </c:pt>
                <c:pt idx="117">
                  <c:v>8.4826999999999995</c:v>
                </c:pt>
                <c:pt idx="118">
                  <c:v>8.3941999999999997</c:v>
                </c:pt>
                <c:pt idx="119">
                  <c:v>8.5175000000000001</c:v>
                </c:pt>
                <c:pt idx="120">
                  <c:v>9.5236000000000001</c:v>
                </c:pt>
                <c:pt idx="121">
                  <c:v>8.1731999999999996</c:v>
                </c:pt>
              </c:numCache>
            </c:numRef>
          </c:val>
          <c:smooth val="0"/>
          <c:extLst>
            <c:ext xmlns:c16="http://schemas.microsoft.com/office/drawing/2014/chart" uri="{C3380CC4-5D6E-409C-BE32-E72D297353CC}">
              <c16:uniqueId val="{00000000-0293-42AB-A5C4-E71AB90BB64E}"/>
            </c:ext>
          </c:extLst>
        </c:ser>
        <c:ser>
          <c:idx val="1"/>
          <c:order val="1"/>
          <c:tx>
            <c:v>10y avg.</c:v>
          </c:tx>
          <c:spPr>
            <a:ln w="19050">
              <a:solidFill>
                <a:srgbClr val="7E7E7E"/>
              </a:solidFill>
              <a:prstDash val="dash"/>
            </a:ln>
          </c:spPr>
          <c:marker>
            <c:symbol val="none"/>
          </c:marker>
          <c:cat>
            <c:numRef>
              <c:f>'P1'!$A$2:$A$123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'P1'!$C$2:$C$123</c:f>
              <c:numCache>
                <c:formatCode>0.0</c:formatCode>
                <c:ptCount val="122"/>
                <c:pt idx="0">
                  <c:v>10.01794416666667</c:v>
                </c:pt>
                <c:pt idx="1">
                  <c:v>10.01794416666667</c:v>
                </c:pt>
                <c:pt idx="2">
                  <c:v>10.01794416666667</c:v>
                </c:pt>
                <c:pt idx="3">
                  <c:v>10.01794416666667</c:v>
                </c:pt>
                <c:pt idx="4">
                  <c:v>10.01794416666667</c:v>
                </c:pt>
                <c:pt idx="5">
                  <c:v>10.01794416666667</c:v>
                </c:pt>
                <c:pt idx="6">
                  <c:v>10.01794416666667</c:v>
                </c:pt>
                <c:pt idx="7">
                  <c:v>10.01794416666667</c:v>
                </c:pt>
                <c:pt idx="8">
                  <c:v>10.01794416666667</c:v>
                </c:pt>
                <c:pt idx="9">
                  <c:v>10.01794416666667</c:v>
                </c:pt>
                <c:pt idx="10">
                  <c:v>10.01794416666667</c:v>
                </c:pt>
                <c:pt idx="11">
                  <c:v>10.01794416666667</c:v>
                </c:pt>
                <c:pt idx="12">
                  <c:v>10.01794416666667</c:v>
                </c:pt>
                <c:pt idx="13">
                  <c:v>10.01794416666667</c:v>
                </c:pt>
                <c:pt idx="14">
                  <c:v>10.01794416666667</c:v>
                </c:pt>
                <c:pt idx="15">
                  <c:v>10.01794416666667</c:v>
                </c:pt>
                <c:pt idx="16">
                  <c:v>10.01794416666667</c:v>
                </c:pt>
                <c:pt idx="17">
                  <c:v>10.01794416666667</c:v>
                </c:pt>
                <c:pt idx="18">
                  <c:v>10.01794416666667</c:v>
                </c:pt>
                <c:pt idx="19">
                  <c:v>10.01794416666667</c:v>
                </c:pt>
                <c:pt idx="20">
                  <c:v>10.01794416666667</c:v>
                </c:pt>
                <c:pt idx="21">
                  <c:v>10.01794416666667</c:v>
                </c:pt>
                <c:pt idx="22">
                  <c:v>10.01794416666667</c:v>
                </c:pt>
                <c:pt idx="23">
                  <c:v>10.01794416666667</c:v>
                </c:pt>
                <c:pt idx="24">
                  <c:v>10.01794416666667</c:v>
                </c:pt>
                <c:pt idx="25">
                  <c:v>10.01794416666667</c:v>
                </c:pt>
                <c:pt idx="26">
                  <c:v>10.01794416666667</c:v>
                </c:pt>
                <c:pt idx="27">
                  <c:v>10.01794416666667</c:v>
                </c:pt>
                <c:pt idx="28">
                  <c:v>10.01794416666667</c:v>
                </c:pt>
                <c:pt idx="29">
                  <c:v>10.01794416666667</c:v>
                </c:pt>
                <c:pt idx="30">
                  <c:v>10.01794416666667</c:v>
                </c:pt>
                <c:pt idx="31">
                  <c:v>10.01794416666667</c:v>
                </c:pt>
                <c:pt idx="32">
                  <c:v>10.01794416666667</c:v>
                </c:pt>
                <c:pt idx="33">
                  <c:v>10.01794416666667</c:v>
                </c:pt>
                <c:pt idx="34">
                  <c:v>10.01794416666667</c:v>
                </c:pt>
                <c:pt idx="35">
                  <c:v>10.01794416666667</c:v>
                </c:pt>
                <c:pt idx="36">
                  <c:v>10.01794416666667</c:v>
                </c:pt>
                <c:pt idx="37">
                  <c:v>10.01794416666667</c:v>
                </c:pt>
                <c:pt idx="38">
                  <c:v>10.01794416666667</c:v>
                </c:pt>
                <c:pt idx="39">
                  <c:v>10.01794416666667</c:v>
                </c:pt>
                <c:pt idx="40">
                  <c:v>10.01794416666667</c:v>
                </c:pt>
                <c:pt idx="41">
                  <c:v>10.01794416666667</c:v>
                </c:pt>
                <c:pt idx="42">
                  <c:v>10.01794416666667</c:v>
                </c:pt>
                <c:pt idx="43">
                  <c:v>10.01794416666667</c:v>
                </c:pt>
                <c:pt idx="44">
                  <c:v>10.01794416666667</c:v>
                </c:pt>
                <c:pt idx="45">
                  <c:v>10.01794416666667</c:v>
                </c:pt>
                <c:pt idx="46">
                  <c:v>10.01794416666667</c:v>
                </c:pt>
                <c:pt idx="47">
                  <c:v>10.01794416666667</c:v>
                </c:pt>
                <c:pt idx="48">
                  <c:v>10.01794416666667</c:v>
                </c:pt>
                <c:pt idx="49">
                  <c:v>10.01794416666667</c:v>
                </c:pt>
                <c:pt idx="50">
                  <c:v>10.01794416666667</c:v>
                </c:pt>
                <c:pt idx="51">
                  <c:v>10.01794416666667</c:v>
                </c:pt>
                <c:pt idx="52">
                  <c:v>10.01794416666667</c:v>
                </c:pt>
                <c:pt idx="53">
                  <c:v>10.01794416666667</c:v>
                </c:pt>
                <c:pt idx="54">
                  <c:v>10.01794416666667</c:v>
                </c:pt>
                <c:pt idx="55">
                  <c:v>10.01794416666667</c:v>
                </c:pt>
                <c:pt idx="56">
                  <c:v>10.01794416666667</c:v>
                </c:pt>
                <c:pt idx="57">
                  <c:v>10.01794416666667</c:v>
                </c:pt>
                <c:pt idx="58">
                  <c:v>10.01794416666667</c:v>
                </c:pt>
                <c:pt idx="59">
                  <c:v>10.01794416666667</c:v>
                </c:pt>
                <c:pt idx="60">
                  <c:v>10.01794416666667</c:v>
                </c:pt>
                <c:pt idx="61">
                  <c:v>10.01794416666667</c:v>
                </c:pt>
                <c:pt idx="62">
                  <c:v>10.01794416666667</c:v>
                </c:pt>
                <c:pt idx="63">
                  <c:v>10.01794416666667</c:v>
                </c:pt>
                <c:pt idx="64">
                  <c:v>10.01794416666667</c:v>
                </c:pt>
                <c:pt idx="65">
                  <c:v>10.01794416666667</c:v>
                </c:pt>
                <c:pt idx="66">
                  <c:v>10.01794416666667</c:v>
                </c:pt>
                <c:pt idx="67">
                  <c:v>10.01794416666667</c:v>
                </c:pt>
                <c:pt idx="68">
                  <c:v>10.01794416666667</c:v>
                </c:pt>
                <c:pt idx="69">
                  <c:v>10.01794416666667</c:v>
                </c:pt>
                <c:pt idx="70">
                  <c:v>10.01794416666667</c:v>
                </c:pt>
                <c:pt idx="71">
                  <c:v>10.01794416666667</c:v>
                </c:pt>
                <c:pt idx="72">
                  <c:v>10.01794416666667</c:v>
                </c:pt>
                <c:pt idx="73">
                  <c:v>10.01794416666667</c:v>
                </c:pt>
                <c:pt idx="74">
                  <c:v>10.01794416666667</c:v>
                </c:pt>
                <c:pt idx="75">
                  <c:v>10.01794416666667</c:v>
                </c:pt>
                <c:pt idx="76">
                  <c:v>10.01794416666667</c:v>
                </c:pt>
                <c:pt idx="77">
                  <c:v>10.01794416666667</c:v>
                </c:pt>
                <c:pt idx="78">
                  <c:v>10.01794416666667</c:v>
                </c:pt>
                <c:pt idx="79">
                  <c:v>10.01794416666667</c:v>
                </c:pt>
                <c:pt idx="80">
                  <c:v>10.01794416666667</c:v>
                </c:pt>
                <c:pt idx="81">
                  <c:v>10.01794416666667</c:v>
                </c:pt>
                <c:pt idx="82">
                  <c:v>10.01794416666667</c:v>
                </c:pt>
                <c:pt idx="83">
                  <c:v>10.01794416666667</c:v>
                </c:pt>
                <c:pt idx="84">
                  <c:v>10.01794416666667</c:v>
                </c:pt>
                <c:pt idx="85">
                  <c:v>10.01794416666667</c:v>
                </c:pt>
                <c:pt idx="86">
                  <c:v>10.01794416666667</c:v>
                </c:pt>
                <c:pt idx="87">
                  <c:v>10.01794416666667</c:v>
                </c:pt>
                <c:pt idx="88">
                  <c:v>10.01794416666667</c:v>
                </c:pt>
                <c:pt idx="89">
                  <c:v>10.01794416666667</c:v>
                </c:pt>
                <c:pt idx="90">
                  <c:v>10.01794416666667</c:v>
                </c:pt>
                <c:pt idx="91">
                  <c:v>10.01794416666667</c:v>
                </c:pt>
                <c:pt idx="92">
                  <c:v>10.01794416666667</c:v>
                </c:pt>
                <c:pt idx="93">
                  <c:v>10.01794416666667</c:v>
                </c:pt>
                <c:pt idx="94">
                  <c:v>10.01794416666667</c:v>
                </c:pt>
                <c:pt idx="95">
                  <c:v>10.01794416666667</c:v>
                </c:pt>
                <c:pt idx="96">
                  <c:v>10.01794416666667</c:v>
                </c:pt>
                <c:pt idx="97">
                  <c:v>10.01794416666667</c:v>
                </c:pt>
                <c:pt idx="98">
                  <c:v>10.01794416666667</c:v>
                </c:pt>
                <c:pt idx="99">
                  <c:v>10.01794416666667</c:v>
                </c:pt>
                <c:pt idx="100">
                  <c:v>10.01794416666667</c:v>
                </c:pt>
                <c:pt idx="101">
                  <c:v>10.01794416666667</c:v>
                </c:pt>
                <c:pt idx="102">
                  <c:v>10.01794416666667</c:v>
                </c:pt>
                <c:pt idx="103">
                  <c:v>10.01794416666667</c:v>
                </c:pt>
                <c:pt idx="104">
                  <c:v>10.01794416666667</c:v>
                </c:pt>
                <c:pt idx="105">
                  <c:v>10.01794416666667</c:v>
                </c:pt>
                <c:pt idx="106">
                  <c:v>10.01794416666667</c:v>
                </c:pt>
                <c:pt idx="107">
                  <c:v>10.01794416666667</c:v>
                </c:pt>
                <c:pt idx="108">
                  <c:v>10.01794416666667</c:v>
                </c:pt>
                <c:pt idx="109">
                  <c:v>10.01794416666667</c:v>
                </c:pt>
                <c:pt idx="110">
                  <c:v>10.01794416666667</c:v>
                </c:pt>
                <c:pt idx="111">
                  <c:v>10.01794416666667</c:v>
                </c:pt>
                <c:pt idx="112">
                  <c:v>10.01794416666667</c:v>
                </c:pt>
                <c:pt idx="113">
                  <c:v>10.01794416666667</c:v>
                </c:pt>
                <c:pt idx="114">
                  <c:v>10.01794416666667</c:v>
                </c:pt>
                <c:pt idx="115">
                  <c:v>10.01794416666667</c:v>
                </c:pt>
                <c:pt idx="116">
                  <c:v>10.01794416666667</c:v>
                </c:pt>
                <c:pt idx="117">
                  <c:v>10.01794416666667</c:v>
                </c:pt>
                <c:pt idx="118">
                  <c:v>10.01794416666667</c:v>
                </c:pt>
                <c:pt idx="119">
                  <c:v>10.01794416666667</c:v>
                </c:pt>
                <c:pt idx="120">
                  <c:v>10.01794416666667</c:v>
                </c:pt>
                <c:pt idx="121">
                  <c:v>10.01794416666667</c:v>
                </c:pt>
              </c:numCache>
            </c:numRef>
          </c:val>
          <c:smooth val="0"/>
          <c:extLst>
            <c:ext xmlns:c16="http://schemas.microsoft.com/office/drawing/2014/chart" uri="{C3380CC4-5D6E-409C-BE32-E72D297353CC}">
              <c16:uniqueId val="{00000001-0293-42AB-A5C4-E71AB90BB64E}"/>
            </c:ext>
          </c:extLst>
        </c:ser>
        <c:ser>
          <c:idx val="2"/>
          <c:order val="2"/>
          <c:tx>
            <c:v>+1 std. dev.</c:v>
          </c:tx>
          <c:spPr>
            <a:ln w="19050">
              <a:solidFill>
                <a:srgbClr val="8EB3DF"/>
              </a:solidFill>
              <a:prstDash val="dash"/>
            </a:ln>
          </c:spPr>
          <c:marker>
            <c:symbol val="none"/>
          </c:marker>
          <c:cat>
            <c:numRef>
              <c:f>'P1'!$A$2:$A$123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'P1'!$D$2:$D$123</c:f>
              <c:numCache>
                <c:formatCode>0.0</c:formatCode>
                <c:ptCount val="122"/>
                <c:pt idx="0">
                  <c:v>12.520791527217799</c:v>
                </c:pt>
                <c:pt idx="1">
                  <c:v>12.520791527217799</c:v>
                </c:pt>
                <c:pt idx="2">
                  <c:v>12.520791527217799</c:v>
                </c:pt>
                <c:pt idx="3">
                  <c:v>12.520791527217799</c:v>
                </c:pt>
                <c:pt idx="4">
                  <c:v>12.520791527217799</c:v>
                </c:pt>
                <c:pt idx="5">
                  <c:v>12.520791527217799</c:v>
                </c:pt>
                <c:pt idx="6">
                  <c:v>12.520791527217799</c:v>
                </c:pt>
                <c:pt idx="7">
                  <c:v>12.520791527217799</c:v>
                </c:pt>
                <c:pt idx="8">
                  <c:v>12.520791527217799</c:v>
                </c:pt>
                <c:pt idx="9">
                  <c:v>12.520791527217799</c:v>
                </c:pt>
                <c:pt idx="10">
                  <c:v>12.520791527217799</c:v>
                </c:pt>
                <c:pt idx="11">
                  <c:v>12.520791527217799</c:v>
                </c:pt>
                <c:pt idx="12">
                  <c:v>12.520791527217799</c:v>
                </c:pt>
                <c:pt idx="13">
                  <c:v>12.520791527217799</c:v>
                </c:pt>
                <c:pt idx="14">
                  <c:v>12.520791527217799</c:v>
                </c:pt>
                <c:pt idx="15">
                  <c:v>12.520791527217799</c:v>
                </c:pt>
                <c:pt idx="16">
                  <c:v>12.520791527217799</c:v>
                </c:pt>
                <c:pt idx="17">
                  <c:v>12.520791527217799</c:v>
                </c:pt>
                <c:pt idx="18">
                  <c:v>12.520791527217799</c:v>
                </c:pt>
                <c:pt idx="19">
                  <c:v>12.520791527217799</c:v>
                </c:pt>
                <c:pt idx="20">
                  <c:v>12.520791527217799</c:v>
                </c:pt>
                <c:pt idx="21">
                  <c:v>12.520791527217799</c:v>
                </c:pt>
                <c:pt idx="22">
                  <c:v>12.520791527217799</c:v>
                </c:pt>
                <c:pt idx="23">
                  <c:v>12.520791527217799</c:v>
                </c:pt>
                <c:pt idx="24">
                  <c:v>12.520791527217799</c:v>
                </c:pt>
                <c:pt idx="25">
                  <c:v>12.520791527217799</c:v>
                </c:pt>
                <c:pt idx="26">
                  <c:v>12.520791527217799</c:v>
                </c:pt>
                <c:pt idx="27">
                  <c:v>12.520791527217799</c:v>
                </c:pt>
                <c:pt idx="28">
                  <c:v>12.520791527217799</c:v>
                </c:pt>
                <c:pt idx="29">
                  <c:v>12.520791527217799</c:v>
                </c:pt>
                <c:pt idx="30">
                  <c:v>12.520791527217799</c:v>
                </c:pt>
                <c:pt idx="31">
                  <c:v>12.520791527217799</c:v>
                </c:pt>
                <c:pt idx="32">
                  <c:v>12.520791527217799</c:v>
                </c:pt>
                <c:pt idx="33">
                  <c:v>12.520791527217799</c:v>
                </c:pt>
                <c:pt idx="34">
                  <c:v>12.520791527217799</c:v>
                </c:pt>
                <c:pt idx="35">
                  <c:v>12.520791527217799</c:v>
                </c:pt>
                <c:pt idx="36">
                  <c:v>12.520791527217799</c:v>
                </c:pt>
                <c:pt idx="37">
                  <c:v>12.520791527217799</c:v>
                </c:pt>
                <c:pt idx="38">
                  <c:v>12.520791527217799</c:v>
                </c:pt>
                <c:pt idx="39">
                  <c:v>12.520791527217799</c:v>
                </c:pt>
                <c:pt idx="40">
                  <c:v>12.520791527217799</c:v>
                </c:pt>
                <c:pt idx="41">
                  <c:v>12.520791527217799</c:v>
                </c:pt>
                <c:pt idx="42">
                  <c:v>12.520791527217799</c:v>
                </c:pt>
                <c:pt idx="43">
                  <c:v>12.520791527217799</c:v>
                </c:pt>
                <c:pt idx="44">
                  <c:v>12.520791527217799</c:v>
                </c:pt>
                <c:pt idx="45">
                  <c:v>12.520791527217799</c:v>
                </c:pt>
                <c:pt idx="46">
                  <c:v>12.520791527217799</c:v>
                </c:pt>
                <c:pt idx="47">
                  <c:v>12.520791527217799</c:v>
                </c:pt>
                <c:pt idx="48">
                  <c:v>12.520791527217799</c:v>
                </c:pt>
                <c:pt idx="49">
                  <c:v>12.520791527217799</c:v>
                </c:pt>
                <c:pt idx="50">
                  <c:v>12.520791527217799</c:v>
                </c:pt>
                <c:pt idx="51">
                  <c:v>12.520791527217799</c:v>
                </c:pt>
                <c:pt idx="52">
                  <c:v>12.520791527217799</c:v>
                </c:pt>
                <c:pt idx="53">
                  <c:v>12.520791527217799</c:v>
                </c:pt>
                <c:pt idx="54">
                  <c:v>12.520791527217799</c:v>
                </c:pt>
                <c:pt idx="55">
                  <c:v>12.520791527217799</c:v>
                </c:pt>
                <c:pt idx="56">
                  <c:v>12.520791527217799</c:v>
                </c:pt>
                <c:pt idx="57">
                  <c:v>12.520791527217799</c:v>
                </c:pt>
                <c:pt idx="58">
                  <c:v>12.520791527217799</c:v>
                </c:pt>
                <c:pt idx="59">
                  <c:v>12.520791527217799</c:v>
                </c:pt>
                <c:pt idx="60">
                  <c:v>12.520791527217799</c:v>
                </c:pt>
                <c:pt idx="61">
                  <c:v>12.520791527217799</c:v>
                </c:pt>
                <c:pt idx="62">
                  <c:v>12.520791527217799</c:v>
                </c:pt>
                <c:pt idx="63">
                  <c:v>12.520791527217799</c:v>
                </c:pt>
                <c:pt idx="64">
                  <c:v>12.520791527217799</c:v>
                </c:pt>
                <c:pt idx="65">
                  <c:v>12.520791527217799</c:v>
                </c:pt>
                <c:pt idx="66">
                  <c:v>12.520791527217799</c:v>
                </c:pt>
                <c:pt idx="67">
                  <c:v>12.520791527217799</c:v>
                </c:pt>
                <c:pt idx="68">
                  <c:v>12.520791527217799</c:v>
                </c:pt>
                <c:pt idx="69">
                  <c:v>12.520791527217799</c:v>
                </c:pt>
                <c:pt idx="70">
                  <c:v>12.520791527217799</c:v>
                </c:pt>
                <c:pt idx="71">
                  <c:v>12.520791527217799</c:v>
                </c:pt>
                <c:pt idx="72">
                  <c:v>12.520791527217799</c:v>
                </c:pt>
                <c:pt idx="73">
                  <c:v>12.520791527217799</c:v>
                </c:pt>
                <c:pt idx="74">
                  <c:v>12.520791527217799</c:v>
                </c:pt>
                <c:pt idx="75">
                  <c:v>12.520791527217799</c:v>
                </c:pt>
                <c:pt idx="76">
                  <c:v>12.520791527217799</c:v>
                </c:pt>
                <c:pt idx="77">
                  <c:v>12.520791527217799</c:v>
                </c:pt>
                <c:pt idx="78">
                  <c:v>12.520791527217799</c:v>
                </c:pt>
                <c:pt idx="79">
                  <c:v>12.520791527217799</c:v>
                </c:pt>
                <c:pt idx="80">
                  <c:v>12.520791527217799</c:v>
                </c:pt>
                <c:pt idx="81">
                  <c:v>12.520791527217799</c:v>
                </c:pt>
                <c:pt idx="82">
                  <c:v>12.520791527217799</c:v>
                </c:pt>
                <c:pt idx="83">
                  <c:v>12.520791527217799</c:v>
                </c:pt>
                <c:pt idx="84">
                  <c:v>12.520791527217799</c:v>
                </c:pt>
                <c:pt idx="85">
                  <c:v>12.520791527217799</c:v>
                </c:pt>
                <c:pt idx="86">
                  <c:v>12.520791527217799</c:v>
                </c:pt>
                <c:pt idx="87">
                  <c:v>12.520791527217799</c:v>
                </c:pt>
                <c:pt idx="88">
                  <c:v>12.520791527217799</c:v>
                </c:pt>
                <c:pt idx="89">
                  <c:v>12.520791527217799</c:v>
                </c:pt>
                <c:pt idx="90">
                  <c:v>12.520791527217799</c:v>
                </c:pt>
                <c:pt idx="91">
                  <c:v>12.520791527217799</c:v>
                </c:pt>
                <c:pt idx="92">
                  <c:v>12.520791527217799</c:v>
                </c:pt>
                <c:pt idx="93">
                  <c:v>12.520791527217799</c:v>
                </c:pt>
                <c:pt idx="94">
                  <c:v>12.520791527217799</c:v>
                </c:pt>
                <c:pt idx="95">
                  <c:v>12.520791527217799</c:v>
                </c:pt>
                <c:pt idx="96">
                  <c:v>12.520791527217799</c:v>
                </c:pt>
                <c:pt idx="97">
                  <c:v>12.520791527217799</c:v>
                </c:pt>
                <c:pt idx="98">
                  <c:v>12.520791527217799</c:v>
                </c:pt>
                <c:pt idx="99">
                  <c:v>12.520791527217799</c:v>
                </c:pt>
                <c:pt idx="100">
                  <c:v>12.520791527217799</c:v>
                </c:pt>
                <c:pt idx="101">
                  <c:v>12.520791527217799</c:v>
                </c:pt>
                <c:pt idx="102">
                  <c:v>12.520791527217799</c:v>
                </c:pt>
                <c:pt idx="103">
                  <c:v>12.520791527217799</c:v>
                </c:pt>
                <c:pt idx="104">
                  <c:v>12.520791527217799</c:v>
                </c:pt>
                <c:pt idx="105">
                  <c:v>12.520791527217799</c:v>
                </c:pt>
                <c:pt idx="106">
                  <c:v>12.520791527217799</c:v>
                </c:pt>
                <c:pt idx="107">
                  <c:v>12.520791527217799</c:v>
                </c:pt>
                <c:pt idx="108">
                  <c:v>12.520791527217799</c:v>
                </c:pt>
                <c:pt idx="109">
                  <c:v>12.520791527217799</c:v>
                </c:pt>
                <c:pt idx="110">
                  <c:v>12.520791527217799</c:v>
                </c:pt>
                <c:pt idx="111">
                  <c:v>12.520791527217799</c:v>
                </c:pt>
                <c:pt idx="112">
                  <c:v>12.520791527217799</c:v>
                </c:pt>
                <c:pt idx="113">
                  <c:v>12.520791527217799</c:v>
                </c:pt>
                <c:pt idx="114">
                  <c:v>12.520791527217799</c:v>
                </c:pt>
                <c:pt idx="115">
                  <c:v>12.520791527217799</c:v>
                </c:pt>
                <c:pt idx="116">
                  <c:v>12.520791527217799</c:v>
                </c:pt>
                <c:pt idx="117">
                  <c:v>12.520791527217799</c:v>
                </c:pt>
                <c:pt idx="118">
                  <c:v>12.520791527217799</c:v>
                </c:pt>
                <c:pt idx="119">
                  <c:v>12.520791527217799</c:v>
                </c:pt>
                <c:pt idx="120">
                  <c:v>12.520791527217799</c:v>
                </c:pt>
                <c:pt idx="121">
                  <c:v>12.520791527217799</c:v>
                </c:pt>
              </c:numCache>
            </c:numRef>
          </c:val>
          <c:smooth val="0"/>
          <c:extLst>
            <c:ext xmlns:c16="http://schemas.microsoft.com/office/drawing/2014/chart" uri="{C3380CC4-5D6E-409C-BE32-E72D297353CC}">
              <c16:uniqueId val="{00000002-0293-42AB-A5C4-E71AB90BB64E}"/>
            </c:ext>
          </c:extLst>
        </c:ser>
        <c:ser>
          <c:idx val="3"/>
          <c:order val="3"/>
          <c:tx>
            <c:v>±1 std. dev.</c:v>
          </c:tx>
          <c:spPr>
            <a:ln w="19050">
              <a:solidFill>
                <a:srgbClr val="8EB3DF"/>
              </a:solidFill>
              <a:prstDash val="dash"/>
            </a:ln>
          </c:spPr>
          <c:marker>
            <c:symbol val="none"/>
          </c:marker>
          <c:cat>
            <c:numRef>
              <c:f>'P1'!$A$2:$A$123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'P1'!$E$2:$E$123</c:f>
              <c:numCache>
                <c:formatCode>0.0</c:formatCode>
                <c:ptCount val="122"/>
                <c:pt idx="0">
                  <c:v>7.5150968061155297</c:v>
                </c:pt>
                <c:pt idx="1">
                  <c:v>7.5150968061155297</c:v>
                </c:pt>
                <c:pt idx="2">
                  <c:v>7.5150968061155297</c:v>
                </c:pt>
                <c:pt idx="3">
                  <c:v>7.5150968061155297</c:v>
                </c:pt>
                <c:pt idx="4">
                  <c:v>7.5150968061155297</c:v>
                </c:pt>
                <c:pt idx="5">
                  <c:v>7.5150968061155297</c:v>
                </c:pt>
                <c:pt idx="6">
                  <c:v>7.5150968061155297</c:v>
                </c:pt>
                <c:pt idx="7">
                  <c:v>7.5150968061155297</c:v>
                </c:pt>
                <c:pt idx="8">
                  <c:v>7.5150968061155297</c:v>
                </c:pt>
                <c:pt idx="9">
                  <c:v>7.5150968061155297</c:v>
                </c:pt>
                <c:pt idx="10">
                  <c:v>7.5150968061155297</c:v>
                </c:pt>
                <c:pt idx="11">
                  <c:v>7.5150968061155297</c:v>
                </c:pt>
                <c:pt idx="12">
                  <c:v>7.5150968061155297</c:v>
                </c:pt>
                <c:pt idx="13">
                  <c:v>7.5150968061155297</c:v>
                </c:pt>
                <c:pt idx="14">
                  <c:v>7.5150968061155297</c:v>
                </c:pt>
                <c:pt idx="15">
                  <c:v>7.5150968061155297</c:v>
                </c:pt>
                <c:pt idx="16">
                  <c:v>7.5150968061155297</c:v>
                </c:pt>
                <c:pt idx="17">
                  <c:v>7.5150968061155297</c:v>
                </c:pt>
                <c:pt idx="18">
                  <c:v>7.5150968061155297</c:v>
                </c:pt>
                <c:pt idx="19">
                  <c:v>7.5150968061155297</c:v>
                </c:pt>
                <c:pt idx="20">
                  <c:v>7.5150968061155297</c:v>
                </c:pt>
                <c:pt idx="21">
                  <c:v>7.5150968061155297</c:v>
                </c:pt>
                <c:pt idx="22">
                  <c:v>7.5150968061155297</c:v>
                </c:pt>
                <c:pt idx="23">
                  <c:v>7.5150968061155297</c:v>
                </c:pt>
                <c:pt idx="24">
                  <c:v>7.5150968061155297</c:v>
                </c:pt>
                <c:pt idx="25">
                  <c:v>7.5150968061155297</c:v>
                </c:pt>
                <c:pt idx="26">
                  <c:v>7.5150968061155297</c:v>
                </c:pt>
                <c:pt idx="27">
                  <c:v>7.5150968061155297</c:v>
                </c:pt>
                <c:pt idx="28">
                  <c:v>7.5150968061155297</c:v>
                </c:pt>
                <c:pt idx="29">
                  <c:v>7.5150968061155297</c:v>
                </c:pt>
                <c:pt idx="30">
                  <c:v>7.5150968061155297</c:v>
                </c:pt>
                <c:pt idx="31">
                  <c:v>7.5150968061155297</c:v>
                </c:pt>
                <c:pt idx="32">
                  <c:v>7.5150968061155297</c:v>
                </c:pt>
                <c:pt idx="33">
                  <c:v>7.5150968061155297</c:v>
                </c:pt>
                <c:pt idx="34">
                  <c:v>7.5150968061155297</c:v>
                </c:pt>
                <c:pt idx="35">
                  <c:v>7.5150968061155297</c:v>
                </c:pt>
                <c:pt idx="36">
                  <c:v>7.5150968061155297</c:v>
                </c:pt>
                <c:pt idx="37">
                  <c:v>7.5150968061155297</c:v>
                </c:pt>
                <c:pt idx="38">
                  <c:v>7.5150968061155297</c:v>
                </c:pt>
                <c:pt idx="39">
                  <c:v>7.5150968061155297</c:v>
                </c:pt>
                <c:pt idx="40">
                  <c:v>7.5150968061155297</c:v>
                </c:pt>
                <c:pt idx="41">
                  <c:v>7.5150968061155297</c:v>
                </c:pt>
                <c:pt idx="42">
                  <c:v>7.5150968061155297</c:v>
                </c:pt>
                <c:pt idx="43">
                  <c:v>7.5150968061155297</c:v>
                </c:pt>
                <c:pt idx="44">
                  <c:v>7.5150968061155297</c:v>
                </c:pt>
                <c:pt idx="45">
                  <c:v>7.5150968061155297</c:v>
                </c:pt>
                <c:pt idx="46">
                  <c:v>7.5150968061155297</c:v>
                </c:pt>
                <c:pt idx="47">
                  <c:v>7.5150968061155297</c:v>
                </c:pt>
                <c:pt idx="48">
                  <c:v>7.5150968061155297</c:v>
                </c:pt>
                <c:pt idx="49">
                  <c:v>7.5150968061155297</c:v>
                </c:pt>
                <c:pt idx="50">
                  <c:v>7.5150968061155297</c:v>
                </c:pt>
                <c:pt idx="51">
                  <c:v>7.5150968061155297</c:v>
                </c:pt>
                <c:pt idx="52">
                  <c:v>7.5150968061155297</c:v>
                </c:pt>
                <c:pt idx="53">
                  <c:v>7.5150968061155297</c:v>
                </c:pt>
                <c:pt idx="54">
                  <c:v>7.5150968061155297</c:v>
                </c:pt>
                <c:pt idx="55">
                  <c:v>7.5150968061155297</c:v>
                </c:pt>
                <c:pt idx="56">
                  <c:v>7.5150968061155297</c:v>
                </c:pt>
                <c:pt idx="57">
                  <c:v>7.5150968061155297</c:v>
                </c:pt>
                <c:pt idx="58">
                  <c:v>7.5150968061155297</c:v>
                </c:pt>
                <c:pt idx="59">
                  <c:v>7.5150968061155297</c:v>
                </c:pt>
                <c:pt idx="60">
                  <c:v>7.5150968061155297</c:v>
                </c:pt>
                <c:pt idx="61">
                  <c:v>7.5150968061155297</c:v>
                </c:pt>
                <c:pt idx="62">
                  <c:v>7.5150968061155297</c:v>
                </c:pt>
                <c:pt idx="63">
                  <c:v>7.5150968061155297</c:v>
                </c:pt>
                <c:pt idx="64">
                  <c:v>7.5150968061155297</c:v>
                </c:pt>
                <c:pt idx="65">
                  <c:v>7.5150968061155297</c:v>
                </c:pt>
                <c:pt idx="66">
                  <c:v>7.5150968061155297</c:v>
                </c:pt>
                <c:pt idx="67">
                  <c:v>7.5150968061155297</c:v>
                </c:pt>
                <c:pt idx="68">
                  <c:v>7.5150968061155297</c:v>
                </c:pt>
                <c:pt idx="69">
                  <c:v>7.5150968061155297</c:v>
                </c:pt>
                <c:pt idx="70">
                  <c:v>7.5150968061155297</c:v>
                </c:pt>
                <c:pt idx="71">
                  <c:v>7.5150968061155297</c:v>
                </c:pt>
                <c:pt idx="72">
                  <c:v>7.5150968061155297</c:v>
                </c:pt>
                <c:pt idx="73">
                  <c:v>7.5150968061155297</c:v>
                </c:pt>
                <c:pt idx="74">
                  <c:v>7.5150968061155297</c:v>
                </c:pt>
                <c:pt idx="75">
                  <c:v>7.5150968061155297</c:v>
                </c:pt>
                <c:pt idx="76">
                  <c:v>7.5150968061155297</c:v>
                </c:pt>
                <c:pt idx="77">
                  <c:v>7.5150968061155297</c:v>
                </c:pt>
                <c:pt idx="78">
                  <c:v>7.5150968061155297</c:v>
                </c:pt>
                <c:pt idx="79">
                  <c:v>7.5150968061155297</c:v>
                </c:pt>
                <c:pt idx="80">
                  <c:v>7.5150968061155297</c:v>
                </c:pt>
                <c:pt idx="81">
                  <c:v>7.5150968061155297</c:v>
                </c:pt>
                <c:pt idx="82">
                  <c:v>7.5150968061155297</c:v>
                </c:pt>
                <c:pt idx="83">
                  <c:v>7.5150968061155297</c:v>
                </c:pt>
                <c:pt idx="84">
                  <c:v>7.5150968061155297</c:v>
                </c:pt>
                <c:pt idx="85">
                  <c:v>7.5150968061155297</c:v>
                </c:pt>
                <c:pt idx="86">
                  <c:v>7.5150968061155297</c:v>
                </c:pt>
                <c:pt idx="87">
                  <c:v>7.5150968061155297</c:v>
                </c:pt>
                <c:pt idx="88">
                  <c:v>7.5150968061155297</c:v>
                </c:pt>
                <c:pt idx="89">
                  <c:v>7.5150968061155297</c:v>
                </c:pt>
                <c:pt idx="90">
                  <c:v>7.5150968061155297</c:v>
                </c:pt>
                <c:pt idx="91">
                  <c:v>7.5150968061155297</c:v>
                </c:pt>
                <c:pt idx="92">
                  <c:v>7.5150968061155297</c:v>
                </c:pt>
                <c:pt idx="93">
                  <c:v>7.5150968061155297</c:v>
                </c:pt>
                <c:pt idx="94">
                  <c:v>7.5150968061155297</c:v>
                </c:pt>
                <c:pt idx="95">
                  <c:v>7.5150968061155297</c:v>
                </c:pt>
                <c:pt idx="96">
                  <c:v>7.5150968061155297</c:v>
                </c:pt>
                <c:pt idx="97">
                  <c:v>7.5150968061155297</c:v>
                </c:pt>
                <c:pt idx="98">
                  <c:v>7.5150968061155297</c:v>
                </c:pt>
                <c:pt idx="99">
                  <c:v>7.5150968061155297</c:v>
                </c:pt>
                <c:pt idx="100">
                  <c:v>7.5150968061155297</c:v>
                </c:pt>
                <c:pt idx="101">
                  <c:v>7.5150968061155297</c:v>
                </c:pt>
                <c:pt idx="102">
                  <c:v>7.5150968061155297</c:v>
                </c:pt>
                <c:pt idx="103">
                  <c:v>7.5150968061155297</c:v>
                </c:pt>
                <c:pt idx="104">
                  <c:v>7.5150968061155297</c:v>
                </c:pt>
                <c:pt idx="105">
                  <c:v>7.5150968061155297</c:v>
                </c:pt>
                <c:pt idx="106">
                  <c:v>7.5150968061155297</c:v>
                </c:pt>
                <c:pt idx="107">
                  <c:v>7.5150968061155297</c:v>
                </c:pt>
                <c:pt idx="108">
                  <c:v>7.5150968061155297</c:v>
                </c:pt>
                <c:pt idx="109">
                  <c:v>7.5150968061155297</c:v>
                </c:pt>
                <c:pt idx="110">
                  <c:v>7.5150968061155297</c:v>
                </c:pt>
                <c:pt idx="111">
                  <c:v>7.5150968061155297</c:v>
                </c:pt>
                <c:pt idx="112">
                  <c:v>7.5150968061155297</c:v>
                </c:pt>
                <c:pt idx="113">
                  <c:v>7.5150968061155297</c:v>
                </c:pt>
                <c:pt idx="114">
                  <c:v>7.5150968061155297</c:v>
                </c:pt>
                <c:pt idx="115">
                  <c:v>7.5150968061155297</c:v>
                </c:pt>
                <c:pt idx="116">
                  <c:v>7.5150968061155297</c:v>
                </c:pt>
                <c:pt idx="117">
                  <c:v>7.5150968061155297</c:v>
                </c:pt>
                <c:pt idx="118">
                  <c:v>7.5150968061155297</c:v>
                </c:pt>
                <c:pt idx="119">
                  <c:v>7.5150968061155297</c:v>
                </c:pt>
                <c:pt idx="120">
                  <c:v>7.5150968061155297</c:v>
                </c:pt>
                <c:pt idx="121">
                  <c:v>7.5150968061155297</c:v>
                </c:pt>
              </c:numCache>
            </c:numRef>
          </c:val>
          <c:smooth val="0"/>
          <c:extLst>
            <c:ext xmlns:c16="http://schemas.microsoft.com/office/drawing/2014/chart" uri="{C3380CC4-5D6E-409C-BE32-E72D297353CC}">
              <c16:uniqueId val="{00000003-0293-42AB-A5C4-E71AB90BB64E}"/>
            </c:ext>
          </c:extLst>
        </c:ser>
        <c:dLbls>
          <c:showLegendKey val="0"/>
          <c:showVal val="0"/>
          <c:showCatName val="0"/>
          <c:showSerName val="0"/>
          <c:showPercent val="0"/>
          <c:showBubbleSize val="0"/>
        </c:dLbls>
        <c:smooth val="0"/>
        <c:axId val="50010001"/>
        <c:axId val="50010002"/>
      </c:lineChart>
      <c:dateAx>
        <c:axId val="50010001"/>
        <c:scaling>
          <c:orientation val="minMax"/>
        </c:scaling>
        <c:delete val="0"/>
        <c:axPos val="b"/>
        <c:numFmt formatCode="yyyy" sourceLinked="0"/>
        <c:majorTickMark val="out"/>
        <c:minorTickMark val="none"/>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min"/>
        <c:auto val="1"/>
        <c:lblOffset val="100"/>
        <c:baseTimeUnit val="days"/>
        <c:majorUnit val="1"/>
        <c:majorTimeUnit val="years"/>
      </c:dateAx>
      <c:valAx>
        <c:axId val="50010002"/>
        <c:scaling>
          <c:orientation val="minMax"/>
          <c:max val="18"/>
          <c:min val="4"/>
        </c:scaling>
        <c:delete val="0"/>
        <c:axPos val="l"/>
        <c:majorGridlines>
          <c:spPr>
            <a:ln w="6350">
              <a:solidFill>
                <a:srgbClr val="D9D9D9"/>
              </a:solidFill>
              <a:prstDash val="dash"/>
            </a:ln>
          </c:spPr>
        </c:majorGridlines>
        <c:numFmt formatCode="0&quot;.0x&quot;" sourceLinked="0"/>
        <c:majorTickMark val="none"/>
        <c:min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majorUnit val="2"/>
      </c:valAx>
      <c:spPr>
        <a:noFill/>
        <a:ln>
          <a:noFill/>
        </a:ln>
      </c:spPr>
    </c:plotArea>
    <c:legend>
      <c:legendPos val="t"/>
      <c:legendEntry>
        <c:idx val="2"/>
        <c:delete val="1"/>
      </c:legendEntry>
      <c:overlay val="0"/>
      <c:txPr>
        <a:bodyPr/>
        <a:lstStyle/>
        <a:p>
          <a:pPr>
            <a:defRPr sz="9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670672832302268"/>
          <c:y val="0.271015192224135"/>
          <c:w val="0.69157493599017905"/>
          <c:h val="0.54397485739476092"/>
        </c:manualLayout>
      </c:layout>
      <c:lineChart>
        <c:grouping val="standard"/>
        <c:varyColors val="0"/>
        <c:ser>
          <c:idx val="0"/>
          <c:order val="0"/>
          <c:tx>
            <c:v>P/E</c:v>
          </c:tx>
          <c:spPr>
            <a:ln w="28575">
              <a:solidFill>
                <a:srgbClr val="1F2F44"/>
              </a:solidFill>
            </a:ln>
          </c:spPr>
          <c:marker>
            <c:symbol val="none"/>
          </c:marker>
          <c:dPt>
            <c:idx val="121"/>
            <c:marker>
              <c:symbol val="circle"/>
              <c:size val="6"/>
              <c:spPr>
                <a:solidFill>
                  <a:srgbClr val="1F2F44"/>
                </a:solidFill>
                <a:ln>
                  <a:solidFill>
                    <a:srgbClr val="1F2F44"/>
                  </a:solidFill>
                  <a:prstDash val="solid"/>
                </a:ln>
              </c:spPr>
            </c:marker>
            <c:bubble3D val="0"/>
            <c:extLst>
              <c:ext xmlns:c16="http://schemas.microsoft.com/office/drawing/2014/chart" uri="{C3380CC4-5D6E-409C-BE32-E72D297353CC}">
                <c16:uniqueId val="{00000000-F0ED-44D7-904A-89A645741EFF}"/>
              </c:ext>
            </c:extLst>
          </c:dPt>
          <c:dLbls>
            <c:dLbl>
              <c:idx val="121"/>
              <c:tx>
                <c:rich>
                  <a:bodyPr wrap="square" lIns="38100" tIns="19050" rIns="38100" bIns="19050" anchor="ctr">
                    <a:spAutoFit/>
                  </a:bodyPr>
                  <a:lstStyle/>
                  <a:p>
                    <a:pPr>
                      <a:defRPr sz="800" b="1">
                        <a:solidFill>
                          <a:srgbClr val="1F2F44"/>
                        </a:solidFill>
                        <a:latin typeface="Roboto" panose="02000000000000000000" pitchFamily="2" charset="0"/>
                      </a:defRPr>
                    </a:pPr>
                    <a:r>
                      <a:rPr lang="en-US" sz="800" b="1">
                        <a:solidFill>
                          <a:srgbClr val="1F2F44"/>
                        </a:solidFill>
                        <a:latin typeface="Roboto" panose="02000000000000000000" pitchFamily="2" charset="0"/>
                      </a:rPr>
                      <a:t>7.6x</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F0ED-44D7-904A-89A645741EF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'P2'!$A$2:$A$123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'P2'!$B$2:$B$123</c:f>
              <c:numCache>
                <c:formatCode>0.0</c:formatCode>
                <c:ptCount val="122"/>
                <c:pt idx="0">
                  <c:v>10.29555434577321</c:v>
                </c:pt>
                <c:pt idx="1">
                  <c:v>9.0911916412838654</c:v>
                </c:pt>
                <c:pt idx="2">
                  <c:v>8.7867065854211326</c:v>
                </c:pt>
                <c:pt idx="3">
                  <c:v>9.5839386892459881</c:v>
                </c:pt>
                <c:pt idx="4">
                  <c:v>9.9421973505015355</c:v>
                </c:pt>
                <c:pt idx="5">
                  <c:v>9.3905223643353484</c:v>
                </c:pt>
                <c:pt idx="6">
                  <c:v>9.5480429272103375</c:v>
                </c:pt>
                <c:pt idx="7">
                  <c:v>8.7583795588763902</c:v>
                </c:pt>
                <c:pt idx="8">
                  <c:v>8.8736474079339427</c:v>
                </c:pt>
                <c:pt idx="9">
                  <c:v>9.1532089726295052</c:v>
                </c:pt>
                <c:pt idx="10">
                  <c:v>9.8801359411074543</c:v>
                </c:pt>
                <c:pt idx="11">
                  <c:v>10.62454779113304</c:v>
                </c:pt>
                <c:pt idx="12">
                  <c:v>10.25865150593779</c:v>
                </c:pt>
                <c:pt idx="13">
                  <c:v>9.7337227756479141</c:v>
                </c:pt>
                <c:pt idx="14">
                  <c:v>10.02765874247339</c:v>
                </c:pt>
                <c:pt idx="15">
                  <c:v>11.6626110087287</c:v>
                </c:pt>
                <c:pt idx="16">
                  <c:v>10.96530999802688</c:v>
                </c:pt>
                <c:pt idx="17">
                  <c:v>10.975839368800539</c:v>
                </c:pt>
                <c:pt idx="18">
                  <c:v>10.465350687651959</c:v>
                </c:pt>
                <c:pt idx="19">
                  <c:v>8.6678020285301045</c:v>
                </c:pt>
                <c:pt idx="20">
                  <c:v>8.1172529108735514</c:v>
                </c:pt>
                <c:pt idx="21">
                  <c:v>9.039284748634433</c:v>
                </c:pt>
                <c:pt idx="22">
                  <c:v>8.2727828907778918</c:v>
                </c:pt>
                <c:pt idx="23">
                  <c:v>8.4475505752726452</c:v>
                </c:pt>
                <c:pt idx="24">
                  <c:v>9.9031184544173048</c:v>
                </c:pt>
                <c:pt idx="25">
                  <c:v>10.556701923461681</c:v>
                </c:pt>
                <c:pt idx="26">
                  <c:v>10.29372117463763</c:v>
                </c:pt>
                <c:pt idx="27">
                  <c:v>11.517137489602121</c:v>
                </c:pt>
                <c:pt idx="28">
                  <c:v>11.215489965503741</c:v>
                </c:pt>
                <c:pt idx="29">
                  <c:v>10.721302123467771</c:v>
                </c:pt>
                <c:pt idx="30">
                  <c:v>10.458152094447181</c:v>
                </c:pt>
                <c:pt idx="31">
                  <c:v>10.732001838675581</c:v>
                </c:pt>
                <c:pt idx="32">
                  <c:v>11.071164268409399</c:v>
                </c:pt>
                <c:pt idx="33">
                  <c:v>10.793198986814261</c:v>
                </c:pt>
                <c:pt idx="34">
                  <c:v>10.46537448663611</c:v>
                </c:pt>
                <c:pt idx="35">
                  <c:v>10.67131845716257</c:v>
                </c:pt>
                <c:pt idx="36">
                  <c:v>10.964547760850619</c:v>
                </c:pt>
                <c:pt idx="37">
                  <c:v>10.702412102430291</c:v>
                </c:pt>
                <c:pt idx="38">
                  <c:v>11.201669369428849</c:v>
                </c:pt>
                <c:pt idx="39">
                  <c:v>10.679508973890799</c:v>
                </c:pt>
                <c:pt idx="40">
                  <c:v>10.02506255996545</c:v>
                </c:pt>
                <c:pt idx="41">
                  <c:v>6.9137092736039438</c:v>
                </c:pt>
                <c:pt idx="42">
                  <c:v>7.4178037498161267</c:v>
                </c:pt>
                <c:pt idx="43">
                  <c:v>8.1217689701444957</c:v>
                </c:pt>
                <c:pt idx="44">
                  <c:v>10.04262248457184</c:v>
                </c:pt>
                <c:pt idx="45">
                  <c:v>11.193122478687631</c:v>
                </c:pt>
                <c:pt idx="46">
                  <c:v>10.196260157328149</c:v>
                </c:pt>
                <c:pt idx="47">
                  <c:v>9.1042927560904587</c:v>
                </c:pt>
                <c:pt idx="48">
                  <c:v>8.8769657741195047</c:v>
                </c:pt>
                <c:pt idx="49">
                  <c:v>9.9962491205973958</c:v>
                </c:pt>
                <c:pt idx="50">
                  <c:v>10.922796089331721</c:v>
                </c:pt>
                <c:pt idx="51">
                  <c:v>10.096162317046479</c:v>
                </c:pt>
                <c:pt idx="52">
                  <c:v>9.0577670389038474</c:v>
                </c:pt>
                <c:pt idx="53">
                  <c:v>9.6082808702155482</c:v>
                </c:pt>
                <c:pt idx="54">
                  <c:v>9.3441429742199862</c:v>
                </c:pt>
                <c:pt idx="55">
                  <c:v>9.9727902022386221</c:v>
                </c:pt>
                <c:pt idx="56">
                  <c:v>9.6848476870031952</c:v>
                </c:pt>
                <c:pt idx="57">
                  <c:v>9.2026720670527506</c:v>
                </c:pt>
                <c:pt idx="58">
                  <c:v>8.8102038132597649</c:v>
                </c:pt>
                <c:pt idx="59">
                  <c:v>8.4290279929796306</c:v>
                </c:pt>
                <c:pt idx="60">
                  <c:v>8.014215615745341</c:v>
                </c:pt>
                <c:pt idx="61">
                  <c:v>7.742600143528179</c:v>
                </c:pt>
                <c:pt idx="62">
                  <c:v>7.3682814004242774</c:v>
                </c:pt>
                <c:pt idx="63">
                  <c:v>8.465959598556335</c:v>
                </c:pt>
                <c:pt idx="64">
                  <c:v>8.1270868170807287</c:v>
                </c:pt>
                <c:pt idx="65">
                  <c:v>8.592217742489467</c:v>
                </c:pt>
                <c:pt idx="66">
                  <c:v>7.4637696323282148</c:v>
                </c:pt>
                <c:pt idx="67">
                  <c:v>7.7196108441677422</c:v>
                </c:pt>
                <c:pt idx="68">
                  <c:v>6.5876266526803313</c:v>
                </c:pt>
                <c:pt idx="69">
                  <c:v>6.7567235460269854</c:v>
                </c:pt>
                <c:pt idx="70">
                  <c:v>7.1304258982792437</c:v>
                </c:pt>
                <c:pt idx="71">
                  <c:v>7.3048832416283416</c:v>
                </c:pt>
                <c:pt idx="72">
                  <c:v>7.7351732799913426</c:v>
                </c:pt>
                <c:pt idx="73">
                  <c:v>6.7295575880161458</c:v>
                </c:pt>
                <c:pt idx="74">
                  <c:v>6.5712575391608352</c:v>
                </c:pt>
                <c:pt idx="75">
                  <c:v>6.6141211692605149</c:v>
                </c:pt>
                <c:pt idx="76">
                  <c:v>6.2294555002038514</c:v>
                </c:pt>
                <c:pt idx="77">
                  <c:v>6.0942999526883037</c:v>
                </c:pt>
                <c:pt idx="78">
                  <c:v>6.5114434177374134</c:v>
                </c:pt>
                <c:pt idx="79">
                  <c:v>6.8625436078465851</c:v>
                </c:pt>
                <c:pt idx="80">
                  <c:v>7.3621211954900021</c:v>
                </c:pt>
                <c:pt idx="81">
                  <c:v>7.3645616221558212</c:v>
                </c:pt>
                <c:pt idx="82">
                  <c:v>6.8835597536704318</c:v>
                </c:pt>
                <c:pt idx="83">
                  <c:v>6.6614619311008596</c:v>
                </c:pt>
                <c:pt idx="84">
                  <c:v>6.3746987224762961</c:v>
                </c:pt>
                <c:pt idx="85">
                  <c:v>7.4512977463717656</c:v>
                </c:pt>
                <c:pt idx="86">
                  <c:v>7.8014985474896159</c:v>
                </c:pt>
                <c:pt idx="87">
                  <c:v>7.3800360606299904</c:v>
                </c:pt>
                <c:pt idx="88">
                  <c:v>7.4171004687541533</c:v>
                </c:pt>
                <c:pt idx="89">
                  <c:v>7.3932101542498474</c:v>
                </c:pt>
                <c:pt idx="90">
                  <c:v>6.8171709599499124</c:v>
                </c:pt>
                <c:pt idx="91">
                  <c:v>6.6087007089918508</c:v>
                </c:pt>
                <c:pt idx="92">
                  <c:v>6.570560754470419</c:v>
                </c:pt>
                <c:pt idx="93">
                  <c:v>6.7087842987619144</c:v>
                </c:pt>
                <c:pt idx="94">
                  <c:v>7.4233172338936706</c:v>
                </c:pt>
                <c:pt idx="95">
                  <c:v>6.9898273902344634</c:v>
                </c:pt>
                <c:pt idx="96">
                  <c:v>6.6998384846390264</c:v>
                </c:pt>
                <c:pt idx="97">
                  <c:v>6.0412860270687334</c:v>
                </c:pt>
                <c:pt idx="98">
                  <c:v>5.8382049708976789</c:v>
                </c:pt>
                <c:pt idx="99">
                  <c:v>6.4450362454026644</c:v>
                </c:pt>
                <c:pt idx="100">
                  <c:v>6.1412998555043092</c:v>
                </c:pt>
                <c:pt idx="101">
                  <c:v>6.5944175354887884</c:v>
                </c:pt>
                <c:pt idx="102">
                  <c:v>7.1731134159715433</c:v>
                </c:pt>
                <c:pt idx="103">
                  <c:v>7.2910547018501832</c:v>
                </c:pt>
                <c:pt idx="104">
                  <c:v>7.4943188587381968</c:v>
                </c:pt>
                <c:pt idx="105">
                  <c:v>6.9099953101302516</c:v>
                </c:pt>
                <c:pt idx="106">
                  <c:v>7.5003947664696211</c:v>
                </c:pt>
                <c:pt idx="107">
                  <c:v>7.7537977912210776</c:v>
                </c:pt>
                <c:pt idx="108">
                  <c:v>7.6788098337949551</c:v>
                </c:pt>
                <c:pt idx="109">
                  <c:v>8.2060040836665458</c:v>
                </c:pt>
                <c:pt idx="110">
                  <c:v>7.8122875310675362</c:v>
                </c:pt>
                <c:pt idx="111">
                  <c:v>8.8743861600441001</c:v>
                </c:pt>
                <c:pt idx="112">
                  <c:v>9.0628900804287085</c:v>
                </c:pt>
                <c:pt idx="113">
                  <c:v>8.4193961687088077</c:v>
                </c:pt>
                <c:pt idx="114">
                  <c:v>8.2533002630143972</c:v>
                </c:pt>
                <c:pt idx="115">
                  <c:v>7.7163251597414027</c:v>
                </c:pt>
                <c:pt idx="116">
                  <c:v>7.7544605772841946</c:v>
                </c:pt>
                <c:pt idx="117">
                  <c:v>7.9578662363213333</c:v>
                </c:pt>
                <c:pt idx="118">
                  <c:v>7.626400662891144</c:v>
                </c:pt>
                <c:pt idx="119">
                  <c:v>8.4445573313892837</c:v>
                </c:pt>
                <c:pt idx="120">
                  <c:v>9.7881002346722958</c:v>
                </c:pt>
                <c:pt idx="121">
                  <c:v>7.6020293133591252</c:v>
                </c:pt>
              </c:numCache>
            </c:numRef>
          </c:val>
          <c:smooth val="0"/>
          <c:extLst>
            <c:ext xmlns:c16="http://schemas.microsoft.com/office/drawing/2014/chart" uri="{C3380CC4-5D6E-409C-BE32-E72D297353CC}">
              <c16:uniqueId val="{00000000-B292-437E-915D-3E2D9E8C7641}"/>
            </c:ext>
          </c:extLst>
        </c:ser>
        <c:ser>
          <c:idx val="1"/>
          <c:order val="1"/>
          <c:tx>
            <c:v>10y avg.</c:v>
          </c:tx>
          <c:spPr>
            <a:ln w="19050">
              <a:solidFill>
                <a:srgbClr val="7E7E7E"/>
              </a:solidFill>
              <a:prstDash val="dash"/>
            </a:ln>
          </c:spPr>
          <c:marker>
            <c:symbol val="none"/>
          </c:marker>
          <c:cat>
            <c:numRef>
              <c:f>'P2'!$A$2:$A$123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'P2'!$C$2:$C$123</c:f>
              <c:numCache>
                <c:formatCode>0.0</c:formatCode>
                <c:ptCount val="122"/>
                <c:pt idx="0">
                  <c:v>8.5586988454340478</c:v>
                </c:pt>
                <c:pt idx="1">
                  <c:v>8.5586988454340478</c:v>
                </c:pt>
                <c:pt idx="2">
                  <c:v>8.5586988454340478</c:v>
                </c:pt>
                <c:pt idx="3">
                  <c:v>8.5586988454340478</c:v>
                </c:pt>
                <c:pt idx="4">
                  <c:v>8.5586988454340478</c:v>
                </c:pt>
                <c:pt idx="5">
                  <c:v>8.5586988454340478</c:v>
                </c:pt>
                <c:pt idx="6">
                  <c:v>8.5586988454340478</c:v>
                </c:pt>
                <c:pt idx="7">
                  <c:v>8.5586988454340478</c:v>
                </c:pt>
                <c:pt idx="8">
                  <c:v>8.5586988454340478</c:v>
                </c:pt>
                <c:pt idx="9">
                  <c:v>8.5586988454340478</c:v>
                </c:pt>
                <c:pt idx="10">
                  <c:v>8.5586988454340478</c:v>
                </c:pt>
                <c:pt idx="11">
                  <c:v>8.5586988454340478</c:v>
                </c:pt>
                <c:pt idx="12">
                  <c:v>8.5586988454340478</c:v>
                </c:pt>
                <c:pt idx="13">
                  <c:v>8.5586988454340478</c:v>
                </c:pt>
                <c:pt idx="14">
                  <c:v>8.5586988454340478</c:v>
                </c:pt>
                <c:pt idx="15">
                  <c:v>8.5586988454340478</c:v>
                </c:pt>
                <c:pt idx="16">
                  <c:v>8.5586988454340478</c:v>
                </c:pt>
                <c:pt idx="17">
                  <c:v>8.5586988454340478</c:v>
                </c:pt>
                <c:pt idx="18">
                  <c:v>8.5586988454340478</c:v>
                </c:pt>
                <c:pt idx="19">
                  <c:v>8.5586988454340478</c:v>
                </c:pt>
                <c:pt idx="20">
                  <c:v>8.5586988454340478</c:v>
                </c:pt>
                <c:pt idx="21">
                  <c:v>8.5586988454340478</c:v>
                </c:pt>
                <c:pt idx="22">
                  <c:v>8.5586988454340478</c:v>
                </c:pt>
                <c:pt idx="23">
                  <c:v>8.5586988454340478</c:v>
                </c:pt>
                <c:pt idx="24">
                  <c:v>8.5586988454340478</c:v>
                </c:pt>
                <c:pt idx="25">
                  <c:v>8.5586988454340478</c:v>
                </c:pt>
                <c:pt idx="26">
                  <c:v>8.5586988454340478</c:v>
                </c:pt>
                <c:pt idx="27">
                  <c:v>8.5586988454340478</c:v>
                </c:pt>
                <c:pt idx="28">
                  <c:v>8.5586988454340478</c:v>
                </c:pt>
                <c:pt idx="29">
                  <c:v>8.5586988454340478</c:v>
                </c:pt>
                <c:pt idx="30">
                  <c:v>8.5586988454340478</c:v>
                </c:pt>
                <c:pt idx="31">
                  <c:v>8.5586988454340478</c:v>
                </c:pt>
                <c:pt idx="32">
                  <c:v>8.5586988454340478</c:v>
                </c:pt>
                <c:pt idx="33">
                  <c:v>8.5586988454340478</c:v>
                </c:pt>
                <c:pt idx="34">
                  <c:v>8.5586988454340478</c:v>
                </c:pt>
                <c:pt idx="35">
                  <c:v>8.5586988454340478</c:v>
                </c:pt>
                <c:pt idx="36">
                  <c:v>8.5586988454340478</c:v>
                </c:pt>
                <c:pt idx="37">
                  <c:v>8.5586988454340478</c:v>
                </c:pt>
                <c:pt idx="38">
                  <c:v>8.5586988454340478</c:v>
                </c:pt>
                <c:pt idx="39">
                  <c:v>8.5586988454340478</c:v>
                </c:pt>
                <c:pt idx="40">
                  <c:v>8.5586988454340478</c:v>
                </c:pt>
                <c:pt idx="41">
                  <c:v>8.5586988454340478</c:v>
                </c:pt>
                <c:pt idx="42">
                  <c:v>8.5586988454340478</c:v>
                </c:pt>
                <c:pt idx="43">
                  <c:v>8.5586988454340478</c:v>
                </c:pt>
                <c:pt idx="44">
                  <c:v>8.5586988454340478</c:v>
                </c:pt>
                <c:pt idx="45">
                  <c:v>8.5586988454340478</c:v>
                </c:pt>
                <c:pt idx="46">
                  <c:v>8.5586988454340478</c:v>
                </c:pt>
                <c:pt idx="47">
                  <c:v>8.5586988454340478</c:v>
                </c:pt>
                <c:pt idx="48">
                  <c:v>8.5586988454340478</c:v>
                </c:pt>
                <c:pt idx="49">
                  <c:v>8.5586988454340478</c:v>
                </c:pt>
                <c:pt idx="50">
                  <c:v>8.5586988454340478</c:v>
                </c:pt>
                <c:pt idx="51">
                  <c:v>8.5586988454340478</c:v>
                </c:pt>
                <c:pt idx="52">
                  <c:v>8.5586988454340478</c:v>
                </c:pt>
                <c:pt idx="53">
                  <c:v>8.5586988454340478</c:v>
                </c:pt>
                <c:pt idx="54">
                  <c:v>8.5586988454340478</c:v>
                </c:pt>
                <c:pt idx="55">
                  <c:v>8.5586988454340478</c:v>
                </c:pt>
                <c:pt idx="56">
                  <c:v>8.5586988454340478</c:v>
                </c:pt>
                <c:pt idx="57">
                  <c:v>8.5586988454340478</c:v>
                </c:pt>
                <c:pt idx="58">
                  <c:v>8.5586988454340478</c:v>
                </c:pt>
                <c:pt idx="59">
                  <c:v>8.5586988454340478</c:v>
                </c:pt>
                <c:pt idx="60">
                  <c:v>8.5586988454340478</c:v>
                </c:pt>
                <c:pt idx="61">
                  <c:v>8.5586988454340478</c:v>
                </c:pt>
                <c:pt idx="62">
                  <c:v>8.5586988454340478</c:v>
                </c:pt>
                <c:pt idx="63">
                  <c:v>8.5586988454340478</c:v>
                </c:pt>
                <c:pt idx="64">
                  <c:v>8.5586988454340478</c:v>
                </c:pt>
                <c:pt idx="65">
                  <c:v>8.5586988454340478</c:v>
                </c:pt>
                <c:pt idx="66">
                  <c:v>8.5586988454340478</c:v>
                </c:pt>
                <c:pt idx="67">
                  <c:v>8.5586988454340478</c:v>
                </c:pt>
                <c:pt idx="68">
                  <c:v>8.5586988454340478</c:v>
                </c:pt>
                <c:pt idx="69">
                  <c:v>8.5586988454340478</c:v>
                </c:pt>
                <c:pt idx="70">
                  <c:v>8.5586988454340478</c:v>
                </c:pt>
                <c:pt idx="71">
                  <c:v>8.5586988454340478</c:v>
                </c:pt>
                <c:pt idx="72">
                  <c:v>8.5586988454340478</c:v>
                </c:pt>
                <c:pt idx="73">
                  <c:v>8.5586988454340478</c:v>
                </c:pt>
                <c:pt idx="74">
                  <c:v>8.5586988454340478</c:v>
                </c:pt>
                <c:pt idx="75">
                  <c:v>8.5586988454340478</c:v>
                </c:pt>
                <c:pt idx="76">
                  <c:v>8.5586988454340478</c:v>
                </c:pt>
                <c:pt idx="77">
                  <c:v>8.5586988454340478</c:v>
                </c:pt>
                <c:pt idx="78">
                  <c:v>8.5586988454340478</c:v>
                </c:pt>
                <c:pt idx="79">
                  <c:v>8.5586988454340478</c:v>
                </c:pt>
                <c:pt idx="80">
                  <c:v>8.5586988454340478</c:v>
                </c:pt>
                <c:pt idx="81">
                  <c:v>8.5586988454340478</c:v>
                </c:pt>
                <c:pt idx="82">
                  <c:v>8.5586988454340478</c:v>
                </c:pt>
                <c:pt idx="83">
                  <c:v>8.5586988454340478</c:v>
                </c:pt>
                <c:pt idx="84">
                  <c:v>8.5586988454340478</c:v>
                </c:pt>
                <c:pt idx="85">
                  <c:v>8.5586988454340478</c:v>
                </c:pt>
                <c:pt idx="86">
                  <c:v>8.5586988454340478</c:v>
                </c:pt>
                <c:pt idx="87">
                  <c:v>8.5586988454340478</c:v>
                </c:pt>
                <c:pt idx="88">
                  <c:v>8.5586988454340478</c:v>
                </c:pt>
                <c:pt idx="89">
                  <c:v>8.5586988454340478</c:v>
                </c:pt>
                <c:pt idx="90">
                  <c:v>8.5586988454340478</c:v>
                </c:pt>
                <c:pt idx="91">
                  <c:v>8.5586988454340478</c:v>
                </c:pt>
                <c:pt idx="92">
                  <c:v>8.5586988454340478</c:v>
                </c:pt>
                <c:pt idx="93">
                  <c:v>8.5586988454340478</c:v>
                </c:pt>
                <c:pt idx="94">
                  <c:v>8.5586988454340478</c:v>
                </c:pt>
                <c:pt idx="95">
                  <c:v>8.5586988454340478</c:v>
                </c:pt>
                <c:pt idx="96">
                  <c:v>8.5586988454340478</c:v>
                </c:pt>
                <c:pt idx="97">
                  <c:v>8.5586988454340478</c:v>
                </c:pt>
                <c:pt idx="98">
                  <c:v>8.5586988454340478</c:v>
                </c:pt>
                <c:pt idx="99">
                  <c:v>8.5586988454340478</c:v>
                </c:pt>
                <c:pt idx="100">
                  <c:v>8.5586988454340478</c:v>
                </c:pt>
                <c:pt idx="101">
                  <c:v>8.5586988454340478</c:v>
                </c:pt>
                <c:pt idx="102">
                  <c:v>8.5586988454340478</c:v>
                </c:pt>
                <c:pt idx="103">
                  <c:v>8.5586988454340478</c:v>
                </c:pt>
                <c:pt idx="104">
                  <c:v>8.5586988454340478</c:v>
                </c:pt>
                <c:pt idx="105">
                  <c:v>8.5586988454340478</c:v>
                </c:pt>
                <c:pt idx="106">
                  <c:v>8.5586988454340478</c:v>
                </c:pt>
                <c:pt idx="107">
                  <c:v>8.5586988454340478</c:v>
                </c:pt>
                <c:pt idx="108">
                  <c:v>8.5586988454340478</c:v>
                </c:pt>
                <c:pt idx="109">
                  <c:v>8.5586988454340478</c:v>
                </c:pt>
                <c:pt idx="110">
                  <c:v>8.5586988454340478</c:v>
                </c:pt>
                <c:pt idx="111">
                  <c:v>8.5586988454340478</c:v>
                </c:pt>
                <c:pt idx="112">
                  <c:v>8.5586988454340478</c:v>
                </c:pt>
                <c:pt idx="113">
                  <c:v>8.5586988454340478</c:v>
                </c:pt>
                <c:pt idx="114">
                  <c:v>8.5586988454340478</c:v>
                </c:pt>
                <c:pt idx="115">
                  <c:v>8.5586988454340478</c:v>
                </c:pt>
                <c:pt idx="116">
                  <c:v>8.5586988454340478</c:v>
                </c:pt>
                <c:pt idx="117">
                  <c:v>8.5586988454340478</c:v>
                </c:pt>
                <c:pt idx="118">
                  <c:v>8.5586988454340478</c:v>
                </c:pt>
                <c:pt idx="119">
                  <c:v>8.5586988454340478</c:v>
                </c:pt>
                <c:pt idx="120">
                  <c:v>8.5586988454340478</c:v>
                </c:pt>
                <c:pt idx="121">
                  <c:v>8.5586988454340478</c:v>
                </c:pt>
              </c:numCache>
            </c:numRef>
          </c:val>
          <c:smooth val="0"/>
          <c:extLst>
            <c:ext xmlns:c16="http://schemas.microsoft.com/office/drawing/2014/chart" uri="{C3380CC4-5D6E-409C-BE32-E72D297353CC}">
              <c16:uniqueId val="{00000001-B292-437E-915D-3E2D9E8C7641}"/>
            </c:ext>
          </c:extLst>
        </c:ser>
        <c:ser>
          <c:idx val="2"/>
          <c:order val="2"/>
          <c:tx>
            <c:v>+1 std. dev.</c:v>
          </c:tx>
          <c:spPr>
            <a:ln w="19050">
              <a:solidFill>
                <a:srgbClr val="8EB3DF"/>
              </a:solidFill>
              <a:prstDash val="dash"/>
            </a:ln>
          </c:spPr>
          <c:marker>
            <c:symbol val="none"/>
          </c:marker>
          <c:cat>
            <c:numRef>
              <c:f>'P2'!$A$2:$A$123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'P2'!$D$2:$D$123</c:f>
              <c:numCache>
                <c:formatCode>0.0</c:formatCode>
                <c:ptCount val="122"/>
                <c:pt idx="0">
                  <c:v>10.11438755534609</c:v>
                </c:pt>
                <c:pt idx="1">
                  <c:v>10.11438755534609</c:v>
                </c:pt>
                <c:pt idx="2">
                  <c:v>10.11438755534609</c:v>
                </c:pt>
                <c:pt idx="3">
                  <c:v>10.11438755534609</c:v>
                </c:pt>
                <c:pt idx="4">
                  <c:v>10.11438755534609</c:v>
                </c:pt>
                <c:pt idx="5">
                  <c:v>10.11438755534609</c:v>
                </c:pt>
                <c:pt idx="6">
                  <c:v>10.11438755534609</c:v>
                </c:pt>
                <c:pt idx="7">
                  <c:v>10.11438755534609</c:v>
                </c:pt>
                <c:pt idx="8">
                  <c:v>10.11438755534609</c:v>
                </c:pt>
                <c:pt idx="9">
                  <c:v>10.11438755534609</c:v>
                </c:pt>
                <c:pt idx="10">
                  <c:v>10.11438755534609</c:v>
                </c:pt>
                <c:pt idx="11">
                  <c:v>10.11438755534609</c:v>
                </c:pt>
                <c:pt idx="12">
                  <c:v>10.11438755534609</c:v>
                </c:pt>
                <c:pt idx="13">
                  <c:v>10.11438755534609</c:v>
                </c:pt>
                <c:pt idx="14">
                  <c:v>10.11438755534609</c:v>
                </c:pt>
                <c:pt idx="15">
                  <c:v>10.11438755534609</c:v>
                </c:pt>
                <c:pt idx="16">
                  <c:v>10.11438755534609</c:v>
                </c:pt>
                <c:pt idx="17">
                  <c:v>10.11438755534609</c:v>
                </c:pt>
                <c:pt idx="18">
                  <c:v>10.11438755534609</c:v>
                </c:pt>
                <c:pt idx="19">
                  <c:v>10.11438755534609</c:v>
                </c:pt>
                <c:pt idx="20">
                  <c:v>10.11438755534609</c:v>
                </c:pt>
                <c:pt idx="21">
                  <c:v>10.11438755534609</c:v>
                </c:pt>
                <c:pt idx="22">
                  <c:v>10.11438755534609</c:v>
                </c:pt>
                <c:pt idx="23">
                  <c:v>10.11438755534609</c:v>
                </c:pt>
                <c:pt idx="24">
                  <c:v>10.11438755534609</c:v>
                </c:pt>
                <c:pt idx="25">
                  <c:v>10.11438755534609</c:v>
                </c:pt>
                <c:pt idx="26">
                  <c:v>10.11438755534609</c:v>
                </c:pt>
                <c:pt idx="27">
                  <c:v>10.11438755534609</c:v>
                </c:pt>
                <c:pt idx="28">
                  <c:v>10.11438755534609</c:v>
                </c:pt>
                <c:pt idx="29">
                  <c:v>10.11438755534609</c:v>
                </c:pt>
                <c:pt idx="30">
                  <c:v>10.11438755534609</c:v>
                </c:pt>
                <c:pt idx="31">
                  <c:v>10.11438755534609</c:v>
                </c:pt>
                <c:pt idx="32">
                  <c:v>10.11438755534609</c:v>
                </c:pt>
                <c:pt idx="33">
                  <c:v>10.11438755534609</c:v>
                </c:pt>
                <c:pt idx="34">
                  <c:v>10.11438755534609</c:v>
                </c:pt>
                <c:pt idx="35">
                  <c:v>10.11438755534609</c:v>
                </c:pt>
                <c:pt idx="36">
                  <c:v>10.11438755534609</c:v>
                </c:pt>
                <c:pt idx="37">
                  <c:v>10.11438755534609</c:v>
                </c:pt>
                <c:pt idx="38">
                  <c:v>10.11438755534609</c:v>
                </c:pt>
                <c:pt idx="39">
                  <c:v>10.11438755534609</c:v>
                </c:pt>
                <c:pt idx="40">
                  <c:v>10.11438755534609</c:v>
                </c:pt>
                <c:pt idx="41">
                  <c:v>10.11438755534609</c:v>
                </c:pt>
                <c:pt idx="42">
                  <c:v>10.11438755534609</c:v>
                </c:pt>
                <c:pt idx="43">
                  <c:v>10.11438755534609</c:v>
                </c:pt>
                <c:pt idx="44">
                  <c:v>10.11438755534609</c:v>
                </c:pt>
                <c:pt idx="45">
                  <c:v>10.11438755534609</c:v>
                </c:pt>
                <c:pt idx="46">
                  <c:v>10.11438755534609</c:v>
                </c:pt>
                <c:pt idx="47">
                  <c:v>10.11438755534609</c:v>
                </c:pt>
                <c:pt idx="48">
                  <c:v>10.11438755534609</c:v>
                </c:pt>
                <c:pt idx="49">
                  <c:v>10.11438755534609</c:v>
                </c:pt>
                <c:pt idx="50">
                  <c:v>10.11438755534609</c:v>
                </c:pt>
                <c:pt idx="51">
                  <c:v>10.11438755534609</c:v>
                </c:pt>
                <c:pt idx="52">
                  <c:v>10.11438755534609</c:v>
                </c:pt>
                <c:pt idx="53">
                  <c:v>10.11438755534609</c:v>
                </c:pt>
                <c:pt idx="54">
                  <c:v>10.11438755534609</c:v>
                </c:pt>
                <c:pt idx="55">
                  <c:v>10.11438755534609</c:v>
                </c:pt>
                <c:pt idx="56">
                  <c:v>10.11438755534609</c:v>
                </c:pt>
                <c:pt idx="57">
                  <c:v>10.11438755534609</c:v>
                </c:pt>
                <c:pt idx="58">
                  <c:v>10.11438755534609</c:v>
                </c:pt>
                <c:pt idx="59">
                  <c:v>10.11438755534609</c:v>
                </c:pt>
                <c:pt idx="60">
                  <c:v>10.11438755534609</c:v>
                </c:pt>
                <c:pt idx="61">
                  <c:v>10.11438755534609</c:v>
                </c:pt>
                <c:pt idx="62">
                  <c:v>10.11438755534609</c:v>
                </c:pt>
                <c:pt idx="63">
                  <c:v>10.11438755534609</c:v>
                </c:pt>
                <c:pt idx="64">
                  <c:v>10.11438755534609</c:v>
                </c:pt>
                <c:pt idx="65">
                  <c:v>10.11438755534609</c:v>
                </c:pt>
                <c:pt idx="66">
                  <c:v>10.11438755534609</c:v>
                </c:pt>
                <c:pt idx="67">
                  <c:v>10.11438755534609</c:v>
                </c:pt>
                <c:pt idx="68">
                  <c:v>10.11438755534609</c:v>
                </c:pt>
                <c:pt idx="69">
                  <c:v>10.11438755534609</c:v>
                </c:pt>
                <c:pt idx="70">
                  <c:v>10.11438755534609</c:v>
                </c:pt>
                <c:pt idx="71">
                  <c:v>10.11438755534609</c:v>
                </c:pt>
                <c:pt idx="72">
                  <c:v>10.11438755534609</c:v>
                </c:pt>
                <c:pt idx="73">
                  <c:v>10.11438755534609</c:v>
                </c:pt>
                <c:pt idx="74">
                  <c:v>10.11438755534609</c:v>
                </c:pt>
                <c:pt idx="75">
                  <c:v>10.11438755534609</c:v>
                </c:pt>
                <c:pt idx="76">
                  <c:v>10.11438755534609</c:v>
                </c:pt>
                <c:pt idx="77">
                  <c:v>10.11438755534609</c:v>
                </c:pt>
                <c:pt idx="78">
                  <c:v>10.11438755534609</c:v>
                </c:pt>
                <c:pt idx="79">
                  <c:v>10.11438755534609</c:v>
                </c:pt>
                <c:pt idx="80">
                  <c:v>10.11438755534609</c:v>
                </c:pt>
                <c:pt idx="81">
                  <c:v>10.11438755534609</c:v>
                </c:pt>
                <c:pt idx="82">
                  <c:v>10.11438755534609</c:v>
                </c:pt>
                <c:pt idx="83">
                  <c:v>10.11438755534609</c:v>
                </c:pt>
                <c:pt idx="84">
                  <c:v>10.11438755534609</c:v>
                </c:pt>
                <c:pt idx="85">
                  <c:v>10.11438755534609</c:v>
                </c:pt>
                <c:pt idx="86">
                  <c:v>10.11438755534609</c:v>
                </c:pt>
                <c:pt idx="87">
                  <c:v>10.11438755534609</c:v>
                </c:pt>
                <c:pt idx="88">
                  <c:v>10.11438755534609</c:v>
                </c:pt>
                <c:pt idx="89">
                  <c:v>10.11438755534609</c:v>
                </c:pt>
                <c:pt idx="90">
                  <c:v>10.11438755534609</c:v>
                </c:pt>
                <c:pt idx="91">
                  <c:v>10.11438755534609</c:v>
                </c:pt>
                <c:pt idx="92">
                  <c:v>10.11438755534609</c:v>
                </c:pt>
                <c:pt idx="93">
                  <c:v>10.11438755534609</c:v>
                </c:pt>
                <c:pt idx="94">
                  <c:v>10.11438755534609</c:v>
                </c:pt>
                <c:pt idx="95">
                  <c:v>10.11438755534609</c:v>
                </c:pt>
                <c:pt idx="96">
                  <c:v>10.11438755534609</c:v>
                </c:pt>
                <c:pt idx="97">
                  <c:v>10.11438755534609</c:v>
                </c:pt>
                <c:pt idx="98">
                  <c:v>10.11438755534609</c:v>
                </c:pt>
                <c:pt idx="99">
                  <c:v>10.11438755534609</c:v>
                </c:pt>
                <c:pt idx="100">
                  <c:v>10.11438755534609</c:v>
                </c:pt>
                <c:pt idx="101">
                  <c:v>10.11438755534609</c:v>
                </c:pt>
                <c:pt idx="102">
                  <c:v>10.11438755534609</c:v>
                </c:pt>
                <c:pt idx="103">
                  <c:v>10.11438755534609</c:v>
                </c:pt>
                <c:pt idx="104">
                  <c:v>10.11438755534609</c:v>
                </c:pt>
                <c:pt idx="105">
                  <c:v>10.11438755534609</c:v>
                </c:pt>
                <c:pt idx="106">
                  <c:v>10.11438755534609</c:v>
                </c:pt>
                <c:pt idx="107">
                  <c:v>10.11438755534609</c:v>
                </c:pt>
                <c:pt idx="108">
                  <c:v>10.11438755534609</c:v>
                </c:pt>
                <c:pt idx="109">
                  <c:v>10.11438755534609</c:v>
                </c:pt>
                <c:pt idx="110">
                  <c:v>10.11438755534609</c:v>
                </c:pt>
                <c:pt idx="111">
                  <c:v>10.11438755534609</c:v>
                </c:pt>
                <c:pt idx="112">
                  <c:v>10.11438755534609</c:v>
                </c:pt>
                <c:pt idx="113">
                  <c:v>10.11438755534609</c:v>
                </c:pt>
                <c:pt idx="114">
                  <c:v>10.11438755534609</c:v>
                </c:pt>
                <c:pt idx="115">
                  <c:v>10.11438755534609</c:v>
                </c:pt>
                <c:pt idx="116">
                  <c:v>10.11438755534609</c:v>
                </c:pt>
                <c:pt idx="117">
                  <c:v>10.11438755534609</c:v>
                </c:pt>
                <c:pt idx="118">
                  <c:v>10.11438755534609</c:v>
                </c:pt>
                <c:pt idx="119">
                  <c:v>10.11438755534609</c:v>
                </c:pt>
                <c:pt idx="120">
                  <c:v>10.11438755534609</c:v>
                </c:pt>
                <c:pt idx="121">
                  <c:v>10.11438755534609</c:v>
                </c:pt>
              </c:numCache>
            </c:numRef>
          </c:val>
          <c:smooth val="0"/>
          <c:extLst>
            <c:ext xmlns:c16="http://schemas.microsoft.com/office/drawing/2014/chart" uri="{C3380CC4-5D6E-409C-BE32-E72D297353CC}">
              <c16:uniqueId val="{00000002-B292-437E-915D-3E2D9E8C7641}"/>
            </c:ext>
          </c:extLst>
        </c:ser>
        <c:ser>
          <c:idx val="3"/>
          <c:order val="3"/>
          <c:tx>
            <c:v>±1 std. dev.</c:v>
          </c:tx>
          <c:spPr>
            <a:ln w="19050">
              <a:solidFill>
                <a:srgbClr val="8EB3DF"/>
              </a:solidFill>
              <a:prstDash val="dash"/>
            </a:ln>
          </c:spPr>
          <c:marker>
            <c:symbol val="none"/>
          </c:marker>
          <c:cat>
            <c:numRef>
              <c:f>'P2'!$A$2:$A$123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'P2'!$E$2:$E$123</c:f>
              <c:numCache>
                <c:formatCode>0.0</c:formatCode>
                <c:ptCount val="122"/>
                <c:pt idx="0">
                  <c:v>7.0030101355220022</c:v>
                </c:pt>
                <c:pt idx="1">
                  <c:v>7.0030101355220022</c:v>
                </c:pt>
                <c:pt idx="2">
                  <c:v>7.0030101355220022</c:v>
                </c:pt>
                <c:pt idx="3">
                  <c:v>7.0030101355220022</c:v>
                </c:pt>
                <c:pt idx="4">
                  <c:v>7.0030101355220022</c:v>
                </c:pt>
                <c:pt idx="5">
                  <c:v>7.0030101355220022</c:v>
                </c:pt>
                <c:pt idx="6">
                  <c:v>7.0030101355220022</c:v>
                </c:pt>
                <c:pt idx="7">
                  <c:v>7.0030101355220022</c:v>
                </c:pt>
                <c:pt idx="8">
                  <c:v>7.0030101355220022</c:v>
                </c:pt>
                <c:pt idx="9">
                  <c:v>7.0030101355220022</c:v>
                </c:pt>
                <c:pt idx="10">
                  <c:v>7.0030101355220022</c:v>
                </c:pt>
                <c:pt idx="11">
                  <c:v>7.0030101355220022</c:v>
                </c:pt>
                <c:pt idx="12">
                  <c:v>7.0030101355220022</c:v>
                </c:pt>
                <c:pt idx="13">
                  <c:v>7.0030101355220022</c:v>
                </c:pt>
                <c:pt idx="14">
                  <c:v>7.0030101355220022</c:v>
                </c:pt>
                <c:pt idx="15">
                  <c:v>7.0030101355220022</c:v>
                </c:pt>
                <c:pt idx="16">
                  <c:v>7.0030101355220022</c:v>
                </c:pt>
                <c:pt idx="17">
                  <c:v>7.0030101355220022</c:v>
                </c:pt>
                <c:pt idx="18">
                  <c:v>7.0030101355220022</c:v>
                </c:pt>
                <c:pt idx="19">
                  <c:v>7.0030101355220022</c:v>
                </c:pt>
                <c:pt idx="20">
                  <c:v>7.0030101355220022</c:v>
                </c:pt>
                <c:pt idx="21">
                  <c:v>7.0030101355220022</c:v>
                </c:pt>
                <c:pt idx="22">
                  <c:v>7.0030101355220022</c:v>
                </c:pt>
                <c:pt idx="23">
                  <c:v>7.0030101355220022</c:v>
                </c:pt>
                <c:pt idx="24">
                  <c:v>7.0030101355220022</c:v>
                </c:pt>
                <c:pt idx="25">
                  <c:v>7.0030101355220022</c:v>
                </c:pt>
                <c:pt idx="26">
                  <c:v>7.0030101355220022</c:v>
                </c:pt>
                <c:pt idx="27">
                  <c:v>7.0030101355220022</c:v>
                </c:pt>
                <c:pt idx="28">
                  <c:v>7.0030101355220022</c:v>
                </c:pt>
                <c:pt idx="29">
                  <c:v>7.0030101355220022</c:v>
                </c:pt>
                <c:pt idx="30">
                  <c:v>7.0030101355220022</c:v>
                </c:pt>
                <c:pt idx="31">
                  <c:v>7.0030101355220022</c:v>
                </c:pt>
                <c:pt idx="32">
                  <c:v>7.0030101355220022</c:v>
                </c:pt>
                <c:pt idx="33">
                  <c:v>7.0030101355220022</c:v>
                </c:pt>
                <c:pt idx="34">
                  <c:v>7.0030101355220022</c:v>
                </c:pt>
                <c:pt idx="35">
                  <c:v>7.0030101355220022</c:v>
                </c:pt>
                <c:pt idx="36">
                  <c:v>7.0030101355220022</c:v>
                </c:pt>
                <c:pt idx="37">
                  <c:v>7.0030101355220022</c:v>
                </c:pt>
                <c:pt idx="38">
                  <c:v>7.0030101355220022</c:v>
                </c:pt>
                <c:pt idx="39">
                  <c:v>7.0030101355220022</c:v>
                </c:pt>
                <c:pt idx="40">
                  <c:v>7.0030101355220022</c:v>
                </c:pt>
                <c:pt idx="41">
                  <c:v>7.0030101355220022</c:v>
                </c:pt>
                <c:pt idx="42">
                  <c:v>7.0030101355220022</c:v>
                </c:pt>
                <c:pt idx="43">
                  <c:v>7.0030101355220022</c:v>
                </c:pt>
                <c:pt idx="44">
                  <c:v>7.0030101355220022</c:v>
                </c:pt>
                <c:pt idx="45">
                  <c:v>7.0030101355220022</c:v>
                </c:pt>
                <c:pt idx="46">
                  <c:v>7.0030101355220022</c:v>
                </c:pt>
                <c:pt idx="47">
                  <c:v>7.0030101355220022</c:v>
                </c:pt>
                <c:pt idx="48">
                  <c:v>7.0030101355220022</c:v>
                </c:pt>
                <c:pt idx="49">
                  <c:v>7.0030101355220022</c:v>
                </c:pt>
                <c:pt idx="50">
                  <c:v>7.0030101355220022</c:v>
                </c:pt>
                <c:pt idx="51">
                  <c:v>7.0030101355220022</c:v>
                </c:pt>
                <c:pt idx="52">
                  <c:v>7.0030101355220022</c:v>
                </c:pt>
                <c:pt idx="53">
                  <c:v>7.0030101355220022</c:v>
                </c:pt>
                <c:pt idx="54">
                  <c:v>7.0030101355220022</c:v>
                </c:pt>
                <c:pt idx="55">
                  <c:v>7.0030101355220022</c:v>
                </c:pt>
                <c:pt idx="56">
                  <c:v>7.0030101355220022</c:v>
                </c:pt>
                <c:pt idx="57">
                  <c:v>7.0030101355220022</c:v>
                </c:pt>
                <c:pt idx="58">
                  <c:v>7.0030101355220022</c:v>
                </c:pt>
                <c:pt idx="59">
                  <c:v>7.0030101355220022</c:v>
                </c:pt>
                <c:pt idx="60">
                  <c:v>7.0030101355220022</c:v>
                </c:pt>
                <c:pt idx="61">
                  <c:v>7.0030101355220022</c:v>
                </c:pt>
                <c:pt idx="62">
                  <c:v>7.0030101355220022</c:v>
                </c:pt>
                <c:pt idx="63">
                  <c:v>7.0030101355220022</c:v>
                </c:pt>
                <c:pt idx="64">
                  <c:v>7.0030101355220022</c:v>
                </c:pt>
                <c:pt idx="65">
                  <c:v>7.0030101355220022</c:v>
                </c:pt>
                <c:pt idx="66">
                  <c:v>7.0030101355220022</c:v>
                </c:pt>
                <c:pt idx="67">
                  <c:v>7.0030101355220022</c:v>
                </c:pt>
                <c:pt idx="68">
                  <c:v>7.0030101355220022</c:v>
                </c:pt>
                <c:pt idx="69">
                  <c:v>7.0030101355220022</c:v>
                </c:pt>
                <c:pt idx="70">
                  <c:v>7.0030101355220022</c:v>
                </c:pt>
                <c:pt idx="71">
                  <c:v>7.0030101355220022</c:v>
                </c:pt>
                <c:pt idx="72">
                  <c:v>7.0030101355220022</c:v>
                </c:pt>
                <c:pt idx="73">
                  <c:v>7.0030101355220022</c:v>
                </c:pt>
                <c:pt idx="74">
                  <c:v>7.0030101355220022</c:v>
                </c:pt>
                <c:pt idx="75">
                  <c:v>7.0030101355220022</c:v>
                </c:pt>
                <c:pt idx="76">
                  <c:v>7.0030101355220022</c:v>
                </c:pt>
                <c:pt idx="77">
                  <c:v>7.0030101355220022</c:v>
                </c:pt>
                <c:pt idx="78">
                  <c:v>7.0030101355220022</c:v>
                </c:pt>
                <c:pt idx="79">
                  <c:v>7.0030101355220022</c:v>
                </c:pt>
                <c:pt idx="80">
                  <c:v>7.0030101355220022</c:v>
                </c:pt>
                <c:pt idx="81">
                  <c:v>7.0030101355220022</c:v>
                </c:pt>
                <c:pt idx="82">
                  <c:v>7.0030101355220022</c:v>
                </c:pt>
                <c:pt idx="83">
                  <c:v>7.0030101355220022</c:v>
                </c:pt>
                <c:pt idx="84">
                  <c:v>7.0030101355220022</c:v>
                </c:pt>
                <c:pt idx="85">
                  <c:v>7.0030101355220022</c:v>
                </c:pt>
                <c:pt idx="86">
                  <c:v>7.0030101355220022</c:v>
                </c:pt>
                <c:pt idx="87">
                  <c:v>7.0030101355220022</c:v>
                </c:pt>
                <c:pt idx="88">
                  <c:v>7.0030101355220022</c:v>
                </c:pt>
                <c:pt idx="89">
                  <c:v>7.0030101355220022</c:v>
                </c:pt>
                <c:pt idx="90">
                  <c:v>7.0030101355220022</c:v>
                </c:pt>
                <c:pt idx="91">
                  <c:v>7.0030101355220022</c:v>
                </c:pt>
                <c:pt idx="92">
                  <c:v>7.0030101355220022</c:v>
                </c:pt>
                <c:pt idx="93">
                  <c:v>7.0030101355220022</c:v>
                </c:pt>
                <c:pt idx="94">
                  <c:v>7.0030101355220022</c:v>
                </c:pt>
                <c:pt idx="95">
                  <c:v>7.0030101355220022</c:v>
                </c:pt>
                <c:pt idx="96">
                  <c:v>7.0030101355220022</c:v>
                </c:pt>
                <c:pt idx="97">
                  <c:v>7.0030101355220022</c:v>
                </c:pt>
                <c:pt idx="98">
                  <c:v>7.0030101355220022</c:v>
                </c:pt>
                <c:pt idx="99">
                  <c:v>7.0030101355220022</c:v>
                </c:pt>
                <c:pt idx="100">
                  <c:v>7.0030101355220022</c:v>
                </c:pt>
                <c:pt idx="101">
                  <c:v>7.0030101355220022</c:v>
                </c:pt>
                <c:pt idx="102">
                  <c:v>7.0030101355220022</c:v>
                </c:pt>
                <c:pt idx="103">
                  <c:v>7.0030101355220022</c:v>
                </c:pt>
                <c:pt idx="104">
                  <c:v>7.0030101355220022</c:v>
                </c:pt>
                <c:pt idx="105">
                  <c:v>7.0030101355220022</c:v>
                </c:pt>
                <c:pt idx="106">
                  <c:v>7.0030101355220022</c:v>
                </c:pt>
                <c:pt idx="107">
                  <c:v>7.0030101355220022</c:v>
                </c:pt>
                <c:pt idx="108">
                  <c:v>7.0030101355220022</c:v>
                </c:pt>
                <c:pt idx="109">
                  <c:v>7.0030101355220022</c:v>
                </c:pt>
                <c:pt idx="110">
                  <c:v>7.0030101355220022</c:v>
                </c:pt>
                <c:pt idx="111">
                  <c:v>7.0030101355220022</c:v>
                </c:pt>
                <c:pt idx="112">
                  <c:v>7.0030101355220022</c:v>
                </c:pt>
                <c:pt idx="113">
                  <c:v>7.0030101355220022</c:v>
                </c:pt>
                <c:pt idx="114">
                  <c:v>7.0030101355220022</c:v>
                </c:pt>
                <c:pt idx="115">
                  <c:v>7.0030101355220022</c:v>
                </c:pt>
                <c:pt idx="116">
                  <c:v>7.0030101355220022</c:v>
                </c:pt>
                <c:pt idx="117">
                  <c:v>7.0030101355220022</c:v>
                </c:pt>
                <c:pt idx="118">
                  <c:v>7.0030101355220022</c:v>
                </c:pt>
                <c:pt idx="119">
                  <c:v>7.0030101355220022</c:v>
                </c:pt>
                <c:pt idx="120">
                  <c:v>7.0030101355220022</c:v>
                </c:pt>
                <c:pt idx="121">
                  <c:v>7.0030101355220022</c:v>
                </c:pt>
              </c:numCache>
            </c:numRef>
          </c:val>
          <c:smooth val="0"/>
          <c:extLst>
            <c:ext xmlns:c16="http://schemas.microsoft.com/office/drawing/2014/chart" uri="{C3380CC4-5D6E-409C-BE32-E72D297353CC}">
              <c16:uniqueId val="{00000003-B292-437E-915D-3E2D9E8C7641}"/>
            </c:ext>
          </c:extLst>
        </c:ser>
        <c:dLbls>
          <c:showLegendKey val="0"/>
          <c:showVal val="0"/>
          <c:showCatName val="0"/>
          <c:showSerName val="0"/>
          <c:showPercent val="0"/>
          <c:showBubbleSize val="0"/>
        </c:dLbls>
        <c:smooth val="0"/>
        <c:axId val="50020001"/>
        <c:axId val="50020002"/>
      </c:lineChart>
      <c:dateAx>
        <c:axId val="50020001"/>
        <c:scaling>
          <c:orientation val="minMax"/>
        </c:scaling>
        <c:delete val="0"/>
        <c:axPos val="b"/>
        <c:numFmt formatCode="yyyy" sourceLinked="0"/>
        <c:majorTickMark val="out"/>
        <c:minorTickMark val="none"/>
        <c:tickLblPos val="low"/>
        <c:spPr>
          <a:ln w="9525">
            <a:solidFill>
              <a:srgbClr val="D9D9D9"/>
            </a:solidFill>
          </a:ln>
        </c:spPr>
        <c:txPr>
          <a:bodyPr/>
          <a:lstStyle/>
          <a:p>
            <a:pPr>
              <a:defRPr sz="900" b="0" baseline="0">
                <a:solidFill>
                  <a:srgbClr val="000000"/>
                </a:solidFill>
                <a:latin typeface="Roboto Light"/>
              </a:defRPr>
            </a:pPr>
            <a:endParaRPr lang="en-US"/>
          </a:p>
        </c:txPr>
        <c:crossAx val="50020002"/>
        <c:crosses val="min"/>
        <c:auto val="1"/>
        <c:lblOffset val="100"/>
        <c:baseTimeUnit val="days"/>
        <c:majorUnit val="2"/>
        <c:majorTimeUnit val="years"/>
      </c:dateAx>
      <c:valAx>
        <c:axId val="50020002"/>
        <c:scaling>
          <c:orientation val="minMax"/>
          <c:max val="12"/>
          <c:min val="4"/>
        </c:scaling>
        <c:delete val="0"/>
        <c:axPos val="l"/>
        <c:majorGridlines>
          <c:spPr>
            <a:ln w="6350">
              <a:solidFill>
                <a:srgbClr val="D9D9D9"/>
              </a:solidFill>
              <a:prstDash val="dash"/>
            </a:ln>
          </c:spPr>
        </c:majorGridlines>
        <c:numFmt formatCode="0&quot;.0x&quot;" sourceLinked="0"/>
        <c:majorTickMark val="none"/>
        <c:minorTickMark val="none"/>
        <c:tickLblPos val="nextTo"/>
        <c:spPr>
          <a:ln>
            <a:noFill/>
          </a:ln>
        </c:spPr>
        <c:txPr>
          <a:bodyPr/>
          <a:lstStyle/>
          <a:p>
            <a:pPr>
              <a:defRPr sz="900" b="0" baseline="0">
                <a:solidFill>
                  <a:srgbClr val="000000"/>
                </a:solidFill>
                <a:latin typeface="Roboto Light"/>
              </a:defRPr>
            </a:pPr>
            <a:endParaRPr lang="en-US"/>
          </a:p>
        </c:txPr>
        <c:crossAx val="50020001"/>
        <c:crosses val="autoZero"/>
        <c:crossBetween val="between"/>
        <c:majorUnit val="2"/>
      </c:valAx>
      <c:spPr>
        <a:noFill/>
        <a:ln>
          <a:noFill/>
        </a:ln>
      </c:spPr>
    </c:plotArea>
    <c:legend>
      <c:legendPos val="t"/>
      <c:legendEntry>
        <c:idx val="2"/>
        <c:delete val="1"/>
      </c:legendEntry>
      <c:overlay val="0"/>
      <c:txPr>
        <a:bodyPr/>
        <a:lstStyle/>
        <a:p>
          <a:pPr>
            <a:defRPr sz="9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526218000120046"/>
          <c:y val="0.271015192224135"/>
          <c:w val="0.6937648833710216"/>
          <c:h val="0.54397485739476092"/>
        </c:manualLayout>
      </c:layout>
      <c:lineChart>
        <c:grouping val="standard"/>
        <c:varyColors val="0"/>
        <c:ser>
          <c:idx val="0"/>
          <c:order val="0"/>
          <c:tx>
            <c:v>P/E</c:v>
          </c:tx>
          <c:spPr>
            <a:ln w="28575">
              <a:solidFill>
                <a:srgbClr val="1F2F44"/>
              </a:solidFill>
            </a:ln>
          </c:spPr>
          <c:marker>
            <c:symbol val="none"/>
          </c:marker>
          <c:dPt>
            <c:idx val="121"/>
            <c:marker>
              <c:symbol val="circle"/>
              <c:size val="6"/>
              <c:spPr>
                <a:solidFill>
                  <a:srgbClr val="1F2F44"/>
                </a:solidFill>
                <a:ln>
                  <a:solidFill>
                    <a:srgbClr val="1F2F44"/>
                  </a:solidFill>
                  <a:prstDash val="solid"/>
                </a:ln>
              </c:spPr>
            </c:marker>
            <c:bubble3D val="0"/>
            <c:extLst>
              <c:ext xmlns:c16="http://schemas.microsoft.com/office/drawing/2014/chart" uri="{C3380CC4-5D6E-409C-BE32-E72D297353CC}">
                <c16:uniqueId val="{00000000-4C0E-463C-A535-56139BE2AE49}"/>
              </c:ext>
            </c:extLst>
          </c:dPt>
          <c:dLbls>
            <c:dLbl>
              <c:idx val="121"/>
              <c:tx>
                <c:rich>
                  <a:bodyPr wrap="square" lIns="38100" tIns="19050" rIns="38100" bIns="19050" anchor="ctr">
                    <a:spAutoFit/>
                  </a:bodyPr>
                  <a:lstStyle/>
                  <a:p>
                    <a:pPr>
                      <a:defRPr sz="800" b="1">
                        <a:solidFill>
                          <a:srgbClr val="1F2F44"/>
                        </a:solidFill>
                        <a:latin typeface="Roboto" panose="02000000000000000000" pitchFamily="2" charset="0"/>
                      </a:defRPr>
                    </a:pPr>
                    <a:r>
                      <a:rPr lang="en-US" sz="800" b="1">
                        <a:solidFill>
                          <a:srgbClr val="1F2F44"/>
                        </a:solidFill>
                        <a:latin typeface="Roboto" panose="02000000000000000000" pitchFamily="2" charset="0"/>
                      </a:rPr>
                      <a:t>12.0x</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C0E-463C-A535-56139BE2AE4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'P3'!$A$2:$A$123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'P3'!$B$2:$B$123</c:f>
              <c:numCache>
                <c:formatCode>0.0</c:formatCode>
                <c:ptCount val="122"/>
                <c:pt idx="0">
                  <c:v>18.50375531273264</c:v>
                </c:pt>
                <c:pt idx="1">
                  <c:v>16.929441306571238</c:v>
                </c:pt>
                <c:pt idx="2">
                  <c:v>16.406790789638212</c:v>
                </c:pt>
                <c:pt idx="3">
                  <c:v>17.038970281216631</c:v>
                </c:pt>
                <c:pt idx="4">
                  <c:v>17.15126353533951</c:v>
                </c:pt>
                <c:pt idx="5">
                  <c:v>16.844488041099549</c:v>
                </c:pt>
                <c:pt idx="6">
                  <c:v>17.046795182432191</c:v>
                </c:pt>
                <c:pt idx="7">
                  <c:v>17.896978737915209</c:v>
                </c:pt>
                <c:pt idx="8">
                  <c:v>15.872326645373819</c:v>
                </c:pt>
                <c:pt idx="9">
                  <c:v>16.57186230541739</c:v>
                </c:pt>
                <c:pt idx="10">
                  <c:v>17.459196208958229</c:v>
                </c:pt>
                <c:pt idx="11">
                  <c:v>17.702882139734061</c:v>
                </c:pt>
                <c:pt idx="12">
                  <c:v>17.506920181140242</c:v>
                </c:pt>
                <c:pt idx="13">
                  <c:v>16.234090566094761</c:v>
                </c:pt>
                <c:pt idx="14">
                  <c:v>16.632364139466699</c:v>
                </c:pt>
                <c:pt idx="15">
                  <c:v>16.271044887292479</c:v>
                </c:pt>
                <c:pt idx="16">
                  <c:v>16.150393455175141</c:v>
                </c:pt>
                <c:pt idx="17">
                  <c:v>15.785143756820229</c:v>
                </c:pt>
                <c:pt idx="18">
                  <c:v>15.564100516859661</c:v>
                </c:pt>
                <c:pt idx="19">
                  <c:v>14.10491863653672</c:v>
                </c:pt>
                <c:pt idx="20">
                  <c:v>13.604141301869181</c:v>
                </c:pt>
                <c:pt idx="21">
                  <c:v>13.681507420623801</c:v>
                </c:pt>
                <c:pt idx="22">
                  <c:v>13.31061703289998</c:v>
                </c:pt>
                <c:pt idx="23">
                  <c:v>12.84282445823164</c:v>
                </c:pt>
                <c:pt idx="24">
                  <c:v>13.64172725657081</c:v>
                </c:pt>
                <c:pt idx="25">
                  <c:v>14.21545488463709</c:v>
                </c:pt>
                <c:pt idx="26">
                  <c:v>14.609991628471001</c:v>
                </c:pt>
                <c:pt idx="27">
                  <c:v>15.452189262936701</c:v>
                </c:pt>
                <c:pt idx="28">
                  <c:v>15.142459190098601</c:v>
                </c:pt>
                <c:pt idx="29">
                  <c:v>14.16024047538264</c:v>
                </c:pt>
                <c:pt idx="30">
                  <c:v>14.7259760738468</c:v>
                </c:pt>
                <c:pt idx="31">
                  <c:v>15.543765579715609</c:v>
                </c:pt>
                <c:pt idx="32">
                  <c:v>15.96717657049275</c:v>
                </c:pt>
                <c:pt idx="33">
                  <c:v>17.805627850018158</c:v>
                </c:pt>
                <c:pt idx="34">
                  <c:v>17.515398602072509</c:v>
                </c:pt>
                <c:pt idx="35">
                  <c:v>17.488281478670022</c:v>
                </c:pt>
                <c:pt idx="36">
                  <c:v>16.900192014258099</c:v>
                </c:pt>
                <c:pt idx="37">
                  <c:v>17.447142406245561</c:v>
                </c:pt>
                <c:pt idx="38">
                  <c:v>18.171057802683599</c:v>
                </c:pt>
                <c:pt idx="39">
                  <c:v>19.523382821763921</c:v>
                </c:pt>
                <c:pt idx="40">
                  <c:v>17.16540247122969</c:v>
                </c:pt>
                <c:pt idx="41">
                  <c:v>13.665240243381209</c:v>
                </c:pt>
                <c:pt idx="42">
                  <c:v>14.429199891253591</c:v>
                </c:pt>
                <c:pt idx="43">
                  <c:v>15.887952763817321</c:v>
                </c:pt>
                <c:pt idx="44">
                  <c:v>16.515679054848128</c:v>
                </c:pt>
                <c:pt idx="45">
                  <c:v>11.588280522841821</c:v>
                </c:pt>
                <c:pt idx="46">
                  <c:v>15.6398252722504</c:v>
                </c:pt>
                <c:pt idx="47">
                  <c:v>14.99055061106916</c:v>
                </c:pt>
                <c:pt idx="48">
                  <c:v>14.6224482536089</c:v>
                </c:pt>
                <c:pt idx="49">
                  <c:v>15.116687577262351</c:v>
                </c:pt>
                <c:pt idx="50">
                  <c:v>15.749331668009161</c:v>
                </c:pt>
                <c:pt idx="51">
                  <c:v>15.366356771530439</c:v>
                </c:pt>
                <c:pt idx="52">
                  <c:v>14.46670776509669</c:v>
                </c:pt>
                <c:pt idx="53">
                  <c:v>14.630923904859451</c:v>
                </c:pt>
                <c:pt idx="54">
                  <c:v>14.571910258609069</c:v>
                </c:pt>
                <c:pt idx="55">
                  <c:v>15.33616260815328</c:v>
                </c:pt>
                <c:pt idx="56">
                  <c:v>14.91631219161199</c:v>
                </c:pt>
                <c:pt idx="57">
                  <c:v>13.95794439833811</c:v>
                </c:pt>
                <c:pt idx="58">
                  <c:v>14.08016819114302</c:v>
                </c:pt>
                <c:pt idx="59">
                  <c:v>13.729372294680299</c:v>
                </c:pt>
                <c:pt idx="60">
                  <c:v>12.55130678895676</c:v>
                </c:pt>
                <c:pt idx="61">
                  <c:v>12.01862295013885</c:v>
                </c:pt>
                <c:pt idx="62">
                  <c:v>12.11412597695325</c:v>
                </c:pt>
                <c:pt idx="63">
                  <c:v>12.762708770032059</c:v>
                </c:pt>
                <c:pt idx="64">
                  <c:v>12.50064975551752</c:v>
                </c:pt>
                <c:pt idx="65">
                  <c:v>12.940337777017531</c:v>
                </c:pt>
                <c:pt idx="66">
                  <c:v>12.090431051639669</c:v>
                </c:pt>
                <c:pt idx="67">
                  <c:v>11.548660907285781</c:v>
                </c:pt>
                <c:pt idx="68">
                  <c:v>10.51876555591099</c:v>
                </c:pt>
                <c:pt idx="69">
                  <c:v>12.072269127742681</c:v>
                </c:pt>
                <c:pt idx="70">
                  <c:v>13.074499301059911</c:v>
                </c:pt>
                <c:pt idx="71">
                  <c:v>12.87401989712448</c:v>
                </c:pt>
                <c:pt idx="72">
                  <c:v>13.695803375284051</c:v>
                </c:pt>
                <c:pt idx="73">
                  <c:v>12.32423559006341</c:v>
                </c:pt>
                <c:pt idx="74">
                  <c:v>11.81185762964415</c:v>
                </c:pt>
                <c:pt idx="75">
                  <c:v>11.91211445355296</c:v>
                </c:pt>
                <c:pt idx="76">
                  <c:v>10.76423939568692</c:v>
                </c:pt>
                <c:pt idx="77">
                  <c:v>10.481071647657989</c:v>
                </c:pt>
                <c:pt idx="78">
                  <c:v>10.55919465545086</c:v>
                </c:pt>
                <c:pt idx="79">
                  <c:v>11.067840722062151</c:v>
                </c:pt>
                <c:pt idx="80">
                  <c:v>12.99115154095851</c:v>
                </c:pt>
                <c:pt idx="81">
                  <c:v>12.94224306455928</c:v>
                </c:pt>
                <c:pt idx="82">
                  <c:v>11.518394327730279</c:v>
                </c:pt>
                <c:pt idx="83">
                  <c:v>10.964653735567181</c:v>
                </c:pt>
                <c:pt idx="84">
                  <c:v>9.8339302493987866</c:v>
                </c:pt>
                <c:pt idx="85">
                  <c:v>11.52820235216201</c:v>
                </c:pt>
                <c:pt idx="86">
                  <c:v>11.51212681473813</c:v>
                </c:pt>
                <c:pt idx="87">
                  <c:v>11.11822891103836</c:v>
                </c:pt>
                <c:pt idx="88">
                  <c:v>11.195272640825021</c:v>
                </c:pt>
                <c:pt idx="89">
                  <c:v>10.916359482564079</c:v>
                </c:pt>
                <c:pt idx="90">
                  <c:v>10.55321341460766</c:v>
                </c:pt>
                <c:pt idx="91">
                  <c:v>10.352734484573491</c:v>
                </c:pt>
                <c:pt idx="92">
                  <c:v>10.634347449964631</c:v>
                </c:pt>
                <c:pt idx="93">
                  <c:v>11.33236240370019</c:v>
                </c:pt>
                <c:pt idx="94">
                  <c:v>11.67195223892225</c:v>
                </c:pt>
                <c:pt idx="95">
                  <c:v>10.958760755455129</c:v>
                </c:pt>
                <c:pt idx="96">
                  <c:v>11.02882740196265</c:v>
                </c:pt>
                <c:pt idx="97">
                  <c:v>10.12875320444677</c:v>
                </c:pt>
                <c:pt idx="98">
                  <c:v>9.5787424085275141</c:v>
                </c:pt>
                <c:pt idx="99">
                  <c:v>10.20400509074371</c:v>
                </c:pt>
                <c:pt idx="100">
                  <c:v>10.18584703937753</c:v>
                </c:pt>
                <c:pt idx="101">
                  <c:v>10.43123529389689</c:v>
                </c:pt>
                <c:pt idx="102">
                  <c:v>11.21053987256016</c:v>
                </c:pt>
                <c:pt idx="103">
                  <c:v>11.760482216713269</c:v>
                </c:pt>
                <c:pt idx="104">
                  <c:v>11.99756354193711</c:v>
                </c:pt>
                <c:pt idx="105">
                  <c:v>11.156075791874359</c:v>
                </c:pt>
                <c:pt idx="106">
                  <c:v>12.472031987305339</c:v>
                </c:pt>
                <c:pt idx="107">
                  <c:v>12.704227419372581</c:v>
                </c:pt>
                <c:pt idx="108">
                  <c:v>12.96751935668135</c:v>
                </c:pt>
                <c:pt idx="109">
                  <c:v>14.06736109145071</c:v>
                </c:pt>
                <c:pt idx="110">
                  <c:v>13.20110477341357</c:v>
                </c:pt>
                <c:pt idx="111">
                  <c:v>13.796671144621429</c:v>
                </c:pt>
                <c:pt idx="112">
                  <c:v>14.44454812767766</c:v>
                </c:pt>
                <c:pt idx="113">
                  <c:v>14.35592760322479</c:v>
                </c:pt>
                <c:pt idx="114">
                  <c:v>14.076246704906801</c:v>
                </c:pt>
                <c:pt idx="115">
                  <c:v>12.989459371964671</c:v>
                </c:pt>
                <c:pt idx="116">
                  <c:v>13.157338520545499</c:v>
                </c:pt>
                <c:pt idx="117">
                  <c:v>13.051483991305989</c:v>
                </c:pt>
                <c:pt idx="118">
                  <c:v>12.446353626287451</c:v>
                </c:pt>
                <c:pt idx="119">
                  <c:v>13.122430495540501</c:v>
                </c:pt>
                <c:pt idx="120">
                  <c:v>14.545941072635079</c:v>
                </c:pt>
                <c:pt idx="121">
                  <c:v>12.04757656700337</c:v>
                </c:pt>
              </c:numCache>
            </c:numRef>
          </c:val>
          <c:smooth val="0"/>
          <c:extLst>
            <c:ext xmlns:c16="http://schemas.microsoft.com/office/drawing/2014/chart" uri="{C3380CC4-5D6E-409C-BE32-E72D297353CC}">
              <c16:uniqueId val="{00000000-4367-45D2-88C1-395226E31E16}"/>
            </c:ext>
          </c:extLst>
        </c:ser>
        <c:ser>
          <c:idx val="1"/>
          <c:order val="1"/>
          <c:tx>
            <c:v>10y avg.</c:v>
          </c:tx>
          <c:spPr>
            <a:ln w="19050">
              <a:solidFill>
                <a:srgbClr val="7E7E7E"/>
              </a:solidFill>
              <a:prstDash val="dash"/>
            </a:ln>
          </c:spPr>
          <c:marker>
            <c:symbol val="none"/>
          </c:marker>
          <c:cat>
            <c:numRef>
              <c:f>'P3'!$A$2:$A$123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'P3'!$C$2:$C$123</c:f>
              <c:numCache>
                <c:formatCode>0.0</c:formatCode>
                <c:ptCount val="122"/>
                <c:pt idx="0">
                  <c:v>13.80075668935652</c:v>
                </c:pt>
                <c:pt idx="1">
                  <c:v>13.80075668935652</c:v>
                </c:pt>
                <c:pt idx="2">
                  <c:v>13.80075668935652</c:v>
                </c:pt>
                <c:pt idx="3">
                  <c:v>13.80075668935652</c:v>
                </c:pt>
                <c:pt idx="4">
                  <c:v>13.80075668935652</c:v>
                </c:pt>
                <c:pt idx="5">
                  <c:v>13.80075668935652</c:v>
                </c:pt>
                <c:pt idx="6">
                  <c:v>13.80075668935652</c:v>
                </c:pt>
                <c:pt idx="7">
                  <c:v>13.80075668935652</c:v>
                </c:pt>
                <c:pt idx="8">
                  <c:v>13.80075668935652</c:v>
                </c:pt>
                <c:pt idx="9">
                  <c:v>13.80075668935652</c:v>
                </c:pt>
                <c:pt idx="10">
                  <c:v>13.80075668935652</c:v>
                </c:pt>
                <c:pt idx="11">
                  <c:v>13.80075668935652</c:v>
                </c:pt>
                <c:pt idx="12">
                  <c:v>13.80075668935652</c:v>
                </c:pt>
                <c:pt idx="13">
                  <c:v>13.80075668935652</c:v>
                </c:pt>
                <c:pt idx="14">
                  <c:v>13.80075668935652</c:v>
                </c:pt>
                <c:pt idx="15">
                  <c:v>13.80075668935652</c:v>
                </c:pt>
                <c:pt idx="16">
                  <c:v>13.80075668935652</c:v>
                </c:pt>
                <c:pt idx="17">
                  <c:v>13.80075668935652</c:v>
                </c:pt>
                <c:pt idx="18">
                  <c:v>13.80075668935652</c:v>
                </c:pt>
                <c:pt idx="19">
                  <c:v>13.80075668935652</c:v>
                </c:pt>
                <c:pt idx="20">
                  <c:v>13.80075668935652</c:v>
                </c:pt>
                <c:pt idx="21">
                  <c:v>13.80075668935652</c:v>
                </c:pt>
                <c:pt idx="22">
                  <c:v>13.80075668935652</c:v>
                </c:pt>
                <c:pt idx="23">
                  <c:v>13.80075668935652</c:v>
                </c:pt>
                <c:pt idx="24">
                  <c:v>13.80075668935652</c:v>
                </c:pt>
                <c:pt idx="25">
                  <c:v>13.80075668935652</c:v>
                </c:pt>
                <c:pt idx="26">
                  <c:v>13.80075668935652</c:v>
                </c:pt>
                <c:pt idx="27">
                  <c:v>13.80075668935652</c:v>
                </c:pt>
                <c:pt idx="28">
                  <c:v>13.80075668935652</c:v>
                </c:pt>
                <c:pt idx="29">
                  <c:v>13.80075668935652</c:v>
                </c:pt>
                <c:pt idx="30">
                  <c:v>13.80075668935652</c:v>
                </c:pt>
                <c:pt idx="31">
                  <c:v>13.80075668935652</c:v>
                </c:pt>
                <c:pt idx="32">
                  <c:v>13.80075668935652</c:v>
                </c:pt>
                <c:pt idx="33">
                  <c:v>13.80075668935652</c:v>
                </c:pt>
                <c:pt idx="34">
                  <c:v>13.80075668935652</c:v>
                </c:pt>
                <c:pt idx="35">
                  <c:v>13.80075668935652</c:v>
                </c:pt>
                <c:pt idx="36">
                  <c:v>13.80075668935652</c:v>
                </c:pt>
                <c:pt idx="37">
                  <c:v>13.80075668935652</c:v>
                </c:pt>
                <c:pt idx="38">
                  <c:v>13.80075668935652</c:v>
                </c:pt>
                <c:pt idx="39">
                  <c:v>13.80075668935652</c:v>
                </c:pt>
                <c:pt idx="40">
                  <c:v>13.80075668935652</c:v>
                </c:pt>
                <c:pt idx="41">
                  <c:v>13.80075668935652</c:v>
                </c:pt>
                <c:pt idx="42">
                  <c:v>13.80075668935652</c:v>
                </c:pt>
                <c:pt idx="43">
                  <c:v>13.80075668935652</c:v>
                </c:pt>
                <c:pt idx="44">
                  <c:v>13.80075668935652</c:v>
                </c:pt>
                <c:pt idx="45">
                  <c:v>13.80075668935652</c:v>
                </c:pt>
                <c:pt idx="46">
                  <c:v>13.80075668935652</c:v>
                </c:pt>
                <c:pt idx="47">
                  <c:v>13.80075668935652</c:v>
                </c:pt>
                <c:pt idx="48">
                  <c:v>13.80075668935652</c:v>
                </c:pt>
                <c:pt idx="49">
                  <c:v>13.80075668935652</c:v>
                </c:pt>
                <c:pt idx="50">
                  <c:v>13.80075668935652</c:v>
                </c:pt>
                <c:pt idx="51">
                  <c:v>13.80075668935652</c:v>
                </c:pt>
                <c:pt idx="52">
                  <c:v>13.80075668935652</c:v>
                </c:pt>
                <c:pt idx="53">
                  <c:v>13.80075668935652</c:v>
                </c:pt>
                <c:pt idx="54">
                  <c:v>13.80075668935652</c:v>
                </c:pt>
                <c:pt idx="55">
                  <c:v>13.80075668935652</c:v>
                </c:pt>
                <c:pt idx="56">
                  <c:v>13.80075668935652</c:v>
                </c:pt>
                <c:pt idx="57">
                  <c:v>13.80075668935652</c:v>
                </c:pt>
                <c:pt idx="58">
                  <c:v>13.80075668935652</c:v>
                </c:pt>
                <c:pt idx="59">
                  <c:v>13.80075668935652</c:v>
                </c:pt>
                <c:pt idx="60">
                  <c:v>13.80075668935652</c:v>
                </c:pt>
                <c:pt idx="61">
                  <c:v>13.80075668935652</c:v>
                </c:pt>
                <c:pt idx="62">
                  <c:v>13.80075668935652</c:v>
                </c:pt>
                <c:pt idx="63">
                  <c:v>13.80075668935652</c:v>
                </c:pt>
                <c:pt idx="64">
                  <c:v>13.80075668935652</c:v>
                </c:pt>
                <c:pt idx="65">
                  <c:v>13.80075668935652</c:v>
                </c:pt>
                <c:pt idx="66">
                  <c:v>13.80075668935652</c:v>
                </c:pt>
                <c:pt idx="67">
                  <c:v>13.80075668935652</c:v>
                </c:pt>
                <c:pt idx="68">
                  <c:v>13.80075668935652</c:v>
                </c:pt>
                <c:pt idx="69">
                  <c:v>13.80075668935652</c:v>
                </c:pt>
                <c:pt idx="70">
                  <c:v>13.80075668935652</c:v>
                </c:pt>
                <c:pt idx="71">
                  <c:v>13.80075668935652</c:v>
                </c:pt>
                <c:pt idx="72">
                  <c:v>13.80075668935652</c:v>
                </c:pt>
                <c:pt idx="73">
                  <c:v>13.80075668935652</c:v>
                </c:pt>
                <c:pt idx="74">
                  <c:v>13.80075668935652</c:v>
                </c:pt>
                <c:pt idx="75">
                  <c:v>13.80075668935652</c:v>
                </c:pt>
                <c:pt idx="76">
                  <c:v>13.80075668935652</c:v>
                </c:pt>
                <c:pt idx="77">
                  <c:v>13.80075668935652</c:v>
                </c:pt>
                <c:pt idx="78">
                  <c:v>13.80075668935652</c:v>
                </c:pt>
                <c:pt idx="79">
                  <c:v>13.80075668935652</c:v>
                </c:pt>
                <c:pt idx="80">
                  <c:v>13.80075668935652</c:v>
                </c:pt>
                <c:pt idx="81">
                  <c:v>13.80075668935652</c:v>
                </c:pt>
                <c:pt idx="82">
                  <c:v>13.80075668935652</c:v>
                </c:pt>
                <c:pt idx="83">
                  <c:v>13.80075668935652</c:v>
                </c:pt>
                <c:pt idx="84">
                  <c:v>13.80075668935652</c:v>
                </c:pt>
                <c:pt idx="85">
                  <c:v>13.80075668935652</c:v>
                </c:pt>
                <c:pt idx="86">
                  <c:v>13.80075668935652</c:v>
                </c:pt>
                <c:pt idx="87">
                  <c:v>13.80075668935652</c:v>
                </c:pt>
                <c:pt idx="88">
                  <c:v>13.80075668935652</c:v>
                </c:pt>
                <c:pt idx="89">
                  <c:v>13.80075668935652</c:v>
                </c:pt>
                <c:pt idx="90">
                  <c:v>13.80075668935652</c:v>
                </c:pt>
                <c:pt idx="91">
                  <c:v>13.80075668935652</c:v>
                </c:pt>
                <c:pt idx="92">
                  <c:v>13.80075668935652</c:v>
                </c:pt>
                <c:pt idx="93">
                  <c:v>13.80075668935652</c:v>
                </c:pt>
                <c:pt idx="94">
                  <c:v>13.80075668935652</c:v>
                </c:pt>
                <c:pt idx="95">
                  <c:v>13.80075668935652</c:v>
                </c:pt>
                <c:pt idx="96">
                  <c:v>13.80075668935652</c:v>
                </c:pt>
                <c:pt idx="97">
                  <c:v>13.80075668935652</c:v>
                </c:pt>
                <c:pt idx="98">
                  <c:v>13.80075668935652</c:v>
                </c:pt>
                <c:pt idx="99">
                  <c:v>13.80075668935652</c:v>
                </c:pt>
                <c:pt idx="100">
                  <c:v>13.80075668935652</c:v>
                </c:pt>
                <c:pt idx="101">
                  <c:v>13.80075668935652</c:v>
                </c:pt>
                <c:pt idx="102">
                  <c:v>13.80075668935652</c:v>
                </c:pt>
                <c:pt idx="103">
                  <c:v>13.80075668935652</c:v>
                </c:pt>
                <c:pt idx="104">
                  <c:v>13.80075668935652</c:v>
                </c:pt>
                <c:pt idx="105">
                  <c:v>13.80075668935652</c:v>
                </c:pt>
                <c:pt idx="106">
                  <c:v>13.80075668935652</c:v>
                </c:pt>
                <c:pt idx="107">
                  <c:v>13.80075668935652</c:v>
                </c:pt>
                <c:pt idx="108">
                  <c:v>13.80075668935652</c:v>
                </c:pt>
                <c:pt idx="109">
                  <c:v>13.80075668935652</c:v>
                </c:pt>
                <c:pt idx="110">
                  <c:v>13.80075668935652</c:v>
                </c:pt>
                <c:pt idx="111">
                  <c:v>13.80075668935652</c:v>
                </c:pt>
                <c:pt idx="112">
                  <c:v>13.80075668935652</c:v>
                </c:pt>
                <c:pt idx="113">
                  <c:v>13.80075668935652</c:v>
                </c:pt>
                <c:pt idx="114">
                  <c:v>13.80075668935652</c:v>
                </c:pt>
                <c:pt idx="115">
                  <c:v>13.80075668935652</c:v>
                </c:pt>
                <c:pt idx="116">
                  <c:v>13.80075668935652</c:v>
                </c:pt>
                <c:pt idx="117">
                  <c:v>13.80075668935652</c:v>
                </c:pt>
                <c:pt idx="118">
                  <c:v>13.80075668935652</c:v>
                </c:pt>
                <c:pt idx="119">
                  <c:v>13.80075668935652</c:v>
                </c:pt>
                <c:pt idx="120">
                  <c:v>13.80075668935652</c:v>
                </c:pt>
                <c:pt idx="121">
                  <c:v>13.80075668935652</c:v>
                </c:pt>
              </c:numCache>
            </c:numRef>
          </c:val>
          <c:smooth val="0"/>
          <c:extLst>
            <c:ext xmlns:c16="http://schemas.microsoft.com/office/drawing/2014/chart" uri="{C3380CC4-5D6E-409C-BE32-E72D297353CC}">
              <c16:uniqueId val="{00000001-4367-45D2-88C1-395226E31E16}"/>
            </c:ext>
          </c:extLst>
        </c:ser>
        <c:ser>
          <c:idx val="2"/>
          <c:order val="2"/>
          <c:tx>
            <c:v>+1 std. dev.</c:v>
          </c:tx>
          <c:spPr>
            <a:ln w="19050">
              <a:solidFill>
                <a:srgbClr val="8EB3DF"/>
              </a:solidFill>
              <a:prstDash val="dash"/>
            </a:ln>
          </c:spPr>
          <c:marker>
            <c:symbol val="none"/>
          </c:marker>
          <c:cat>
            <c:numRef>
              <c:f>'P3'!$A$2:$A$123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'P3'!$D$2:$D$123</c:f>
              <c:numCache>
                <c:formatCode>0.0</c:formatCode>
                <c:ptCount val="122"/>
                <c:pt idx="0">
                  <c:v>16.16905306462473</c:v>
                </c:pt>
                <c:pt idx="1">
                  <c:v>16.16905306462473</c:v>
                </c:pt>
                <c:pt idx="2">
                  <c:v>16.16905306462473</c:v>
                </c:pt>
                <c:pt idx="3">
                  <c:v>16.16905306462473</c:v>
                </c:pt>
                <c:pt idx="4">
                  <c:v>16.16905306462473</c:v>
                </c:pt>
                <c:pt idx="5">
                  <c:v>16.16905306462473</c:v>
                </c:pt>
                <c:pt idx="6">
                  <c:v>16.16905306462473</c:v>
                </c:pt>
                <c:pt idx="7">
                  <c:v>16.16905306462473</c:v>
                </c:pt>
                <c:pt idx="8">
                  <c:v>16.16905306462473</c:v>
                </c:pt>
                <c:pt idx="9">
                  <c:v>16.16905306462473</c:v>
                </c:pt>
                <c:pt idx="10">
                  <c:v>16.16905306462473</c:v>
                </c:pt>
                <c:pt idx="11">
                  <c:v>16.16905306462473</c:v>
                </c:pt>
                <c:pt idx="12">
                  <c:v>16.16905306462473</c:v>
                </c:pt>
                <c:pt idx="13">
                  <c:v>16.16905306462473</c:v>
                </c:pt>
                <c:pt idx="14">
                  <c:v>16.16905306462473</c:v>
                </c:pt>
                <c:pt idx="15">
                  <c:v>16.16905306462473</c:v>
                </c:pt>
                <c:pt idx="16">
                  <c:v>16.16905306462473</c:v>
                </c:pt>
                <c:pt idx="17">
                  <c:v>16.16905306462473</c:v>
                </c:pt>
                <c:pt idx="18">
                  <c:v>16.16905306462473</c:v>
                </c:pt>
                <c:pt idx="19">
                  <c:v>16.16905306462473</c:v>
                </c:pt>
                <c:pt idx="20">
                  <c:v>16.16905306462473</c:v>
                </c:pt>
                <c:pt idx="21">
                  <c:v>16.16905306462473</c:v>
                </c:pt>
                <c:pt idx="22">
                  <c:v>16.16905306462473</c:v>
                </c:pt>
                <c:pt idx="23">
                  <c:v>16.16905306462473</c:v>
                </c:pt>
                <c:pt idx="24">
                  <c:v>16.16905306462473</c:v>
                </c:pt>
                <c:pt idx="25">
                  <c:v>16.16905306462473</c:v>
                </c:pt>
                <c:pt idx="26">
                  <c:v>16.16905306462473</c:v>
                </c:pt>
                <c:pt idx="27">
                  <c:v>16.16905306462473</c:v>
                </c:pt>
                <c:pt idx="28">
                  <c:v>16.16905306462473</c:v>
                </c:pt>
                <c:pt idx="29">
                  <c:v>16.16905306462473</c:v>
                </c:pt>
                <c:pt idx="30">
                  <c:v>16.16905306462473</c:v>
                </c:pt>
                <c:pt idx="31">
                  <c:v>16.16905306462473</c:v>
                </c:pt>
                <c:pt idx="32">
                  <c:v>16.16905306462473</c:v>
                </c:pt>
                <c:pt idx="33">
                  <c:v>16.16905306462473</c:v>
                </c:pt>
                <c:pt idx="34">
                  <c:v>16.16905306462473</c:v>
                </c:pt>
                <c:pt idx="35">
                  <c:v>16.16905306462473</c:v>
                </c:pt>
                <c:pt idx="36">
                  <c:v>16.16905306462473</c:v>
                </c:pt>
                <c:pt idx="37">
                  <c:v>16.16905306462473</c:v>
                </c:pt>
                <c:pt idx="38">
                  <c:v>16.16905306462473</c:v>
                </c:pt>
                <c:pt idx="39">
                  <c:v>16.16905306462473</c:v>
                </c:pt>
                <c:pt idx="40">
                  <c:v>16.16905306462473</c:v>
                </c:pt>
                <c:pt idx="41">
                  <c:v>16.16905306462473</c:v>
                </c:pt>
                <c:pt idx="42">
                  <c:v>16.16905306462473</c:v>
                </c:pt>
                <c:pt idx="43">
                  <c:v>16.16905306462473</c:v>
                </c:pt>
                <c:pt idx="44">
                  <c:v>16.16905306462473</c:v>
                </c:pt>
                <c:pt idx="45">
                  <c:v>16.16905306462473</c:v>
                </c:pt>
                <c:pt idx="46">
                  <c:v>16.16905306462473</c:v>
                </c:pt>
                <c:pt idx="47">
                  <c:v>16.16905306462473</c:v>
                </c:pt>
                <c:pt idx="48">
                  <c:v>16.16905306462473</c:v>
                </c:pt>
                <c:pt idx="49">
                  <c:v>16.16905306462473</c:v>
                </c:pt>
                <c:pt idx="50">
                  <c:v>16.16905306462473</c:v>
                </c:pt>
                <c:pt idx="51">
                  <c:v>16.16905306462473</c:v>
                </c:pt>
                <c:pt idx="52">
                  <c:v>16.16905306462473</c:v>
                </c:pt>
                <c:pt idx="53">
                  <c:v>16.16905306462473</c:v>
                </c:pt>
                <c:pt idx="54">
                  <c:v>16.16905306462473</c:v>
                </c:pt>
                <c:pt idx="55">
                  <c:v>16.16905306462473</c:v>
                </c:pt>
                <c:pt idx="56">
                  <c:v>16.16905306462473</c:v>
                </c:pt>
                <c:pt idx="57">
                  <c:v>16.16905306462473</c:v>
                </c:pt>
                <c:pt idx="58">
                  <c:v>16.16905306462473</c:v>
                </c:pt>
                <c:pt idx="59">
                  <c:v>16.16905306462473</c:v>
                </c:pt>
                <c:pt idx="60">
                  <c:v>16.16905306462473</c:v>
                </c:pt>
                <c:pt idx="61">
                  <c:v>16.16905306462473</c:v>
                </c:pt>
                <c:pt idx="62">
                  <c:v>16.16905306462473</c:v>
                </c:pt>
                <c:pt idx="63">
                  <c:v>16.16905306462473</c:v>
                </c:pt>
                <c:pt idx="64">
                  <c:v>16.16905306462473</c:v>
                </c:pt>
                <c:pt idx="65">
                  <c:v>16.16905306462473</c:v>
                </c:pt>
                <c:pt idx="66">
                  <c:v>16.16905306462473</c:v>
                </c:pt>
                <c:pt idx="67">
                  <c:v>16.16905306462473</c:v>
                </c:pt>
                <c:pt idx="68">
                  <c:v>16.16905306462473</c:v>
                </c:pt>
                <c:pt idx="69">
                  <c:v>16.16905306462473</c:v>
                </c:pt>
                <c:pt idx="70">
                  <c:v>16.16905306462473</c:v>
                </c:pt>
                <c:pt idx="71">
                  <c:v>16.16905306462473</c:v>
                </c:pt>
                <c:pt idx="72">
                  <c:v>16.16905306462473</c:v>
                </c:pt>
                <c:pt idx="73">
                  <c:v>16.16905306462473</c:v>
                </c:pt>
                <c:pt idx="74">
                  <c:v>16.16905306462473</c:v>
                </c:pt>
                <c:pt idx="75">
                  <c:v>16.16905306462473</c:v>
                </c:pt>
                <c:pt idx="76">
                  <c:v>16.16905306462473</c:v>
                </c:pt>
                <c:pt idx="77">
                  <c:v>16.16905306462473</c:v>
                </c:pt>
                <c:pt idx="78">
                  <c:v>16.16905306462473</c:v>
                </c:pt>
                <c:pt idx="79">
                  <c:v>16.16905306462473</c:v>
                </c:pt>
                <c:pt idx="80">
                  <c:v>16.16905306462473</c:v>
                </c:pt>
                <c:pt idx="81">
                  <c:v>16.16905306462473</c:v>
                </c:pt>
                <c:pt idx="82">
                  <c:v>16.16905306462473</c:v>
                </c:pt>
                <c:pt idx="83">
                  <c:v>16.16905306462473</c:v>
                </c:pt>
                <c:pt idx="84">
                  <c:v>16.16905306462473</c:v>
                </c:pt>
                <c:pt idx="85">
                  <c:v>16.16905306462473</c:v>
                </c:pt>
                <c:pt idx="86">
                  <c:v>16.16905306462473</c:v>
                </c:pt>
                <c:pt idx="87">
                  <c:v>16.16905306462473</c:v>
                </c:pt>
                <c:pt idx="88">
                  <c:v>16.16905306462473</c:v>
                </c:pt>
                <c:pt idx="89">
                  <c:v>16.16905306462473</c:v>
                </c:pt>
                <c:pt idx="90">
                  <c:v>16.16905306462473</c:v>
                </c:pt>
                <c:pt idx="91">
                  <c:v>16.16905306462473</c:v>
                </c:pt>
                <c:pt idx="92">
                  <c:v>16.16905306462473</c:v>
                </c:pt>
                <c:pt idx="93">
                  <c:v>16.16905306462473</c:v>
                </c:pt>
                <c:pt idx="94">
                  <c:v>16.16905306462473</c:v>
                </c:pt>
                <c:pt idx="95">
                  <c:v>16.16905306462473</c:v>
                </c:pt>
                <c:pt idx="96">
                  <c:v>16.16905306462473</c:v>
                </c:pt>
                <c:pt idx="97">
                  <c:v>16.16905306462473</c:v>
                </c:pt>
                <c:pt idx="98">
                  <c:v>16.16905306462473</c:v>
                </c:pt>
                <c:pt idx="99">
                  <c:v>16.16905306462473</c:v>
                </c:pt>
                <c:pt idx="100">
                  <c:v>16.16905306462473</c:v>
                </c:pt>
                <c:pt idx="101">
                  <c:v>16.16905306462473</c:v>
                </c:pt>
                <c:pt idx="102">
                  <c:v>16.16905306462473</c:v>
                </c:pt>
                <c:pt idx="103">
                  <c:v>16.16905306462473</c:v>
                </c:pt>
                <c:pt idx="104">
                  <c:v>16.16905306462473</c:v>
                </c:pt>
                <c:pt idx="105">
                  <c:v>16.16905306462473</c:v>
                </c:pt>
                <c:pt idx="106">
                  <c:v>16.16905306462473</c:v>
                </c:pt>
                <c:pt idx="107">
                  <c:v>16.16905306462473</c:v>
                </c:pt>
                <c:pt idx="108">
                  <c:v>16.16905306462473</c:v>
                </c:pt>
                <c:pt idx="109">
                  <c:v>16.16905306462473</c:v>
                </c:pt>
                <c:pt idx="110">
                  <c:v>16.16905306462473</c:v>
                </c:pt>
                <c:pt idx="111">
                  <c:v>16.16905306462473</c:v>
                </c:pt>
                <c:pt idx="112">
                  <c:v>16.16905306462473</c:v>
                </c:pt>
                <c:pt idx="113">
                  <c:v>16.16905306462473</c:v>
                </c:pt>
                <c:pt idx="114">
                  <c:v>16.16905306462473</c:v>
                </c:pt>
                <c:pt idx="115">
                  <c:v>16.16905306462473</c:v>
                </c:pt>
                <c:pt idx="116">
                  <c:v>16.16905306462473</c:v>
                </c:pt>
                <c:pt idx="117">
                  <c:v>16.16905306462473</c:v>
                </c:pt>
                <c:pt idx="118">
                  <c:v>16.16905306462473</c:v>
                </c:pt>
                <c:pt idx="119">
                  <c:v>16.16905306462473</c:v>
                </c:pt>
                <c:pt idx="120">
                  <c:v>16.16905306462473</c:v>
                </c:pt>
                <c:pt idx="121">
                  <c:v>16.16905306462473</c:v>
                </c:pt>
              </c:numCache>
            </c:numRef>
          </c:val>
          <c:smooth val="0"/>
          <c:extLst>
            <c:ext xmlns:c16="http://schemas.microsoft.com/office/drawing/2014/chart" uri="{C3380CC4-5D6E-409C-BE32-E72D297353CC}">
              <c16:uniqueId val="{00000002-4367-45D2-88C1-395226E31E16}"/>
            </c:ext>
          </c:extLst>
        </c:ser>
        <c:ser>
          <c:idx val="3"/>
          <c:order val="3"/>
          <c:tx>
            <c:v>±1 std. dev.</c:v>
          </c:tx>
          <c:spPr>
            <a:ln w="19050">
              <a:solidFill>
                <a:srgbClr val="8EB3DF"/>
              </a:solidFill>
              <a:prstDash val="dash"/>
            </a:ln>
          </c:spPr>
          <c:marker>
            <c:symbol val="none"/>
          </c:marker>
          <c:cat>
            <c:numRef>
              <c:f>'P3'!$A$2:$A$123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'P3'!$E$2:$E$123</c:f>
              <c:numCache>
                <c:formatCode>0.0</c:formatCode>
                <c:ptCount val="122"/>
                <c:pt idx="0">
                  <c:v>11.43246031408831</c:v>
                </c:pt>
                <c:pt idx="1">
                  <c:v>11.43246031408831</c:v>
                </c:pt>
                <c:pt idx="2">
                  <c:v>11.43246031408831</c:v>
                </c:pt>
                <c:pt idx="3">
                  <c:v>11.43246031408831</c:v>
                </c:pt>
                <c:pt idx="4">
                  <c:v>11.43246031408831</c:v>
                </c:pt>
                <c:pt idx="5">
                  <c:v>11.43246031408831</c:v>
                </c:pt>
                <c:pt idx="6">
                  <c:v>11.43246031408831</c:v>
                </c:pt>
                <c:pt idx="7">
                  <c:v>11.43246031408831</c:v>
                </c:pt>
                <c:pt idx="8">
                  <c:v>11.43246031408831</c:v>
                </c:pt>
                <c:pt idx="9">
                  <c:v>11.43246031408831</c:v>
                </c:pt>
                <c:pt idx="10">
                  <c:v>11.43246031408831</c:v>
                </c:pt>
                <c:pt idx="11">
                  <c:v>11.43246031408831</c:v>
                </c:pt>
                <c:pt idx="12">
                  <c:v>11.43246031408831</c:v>
                </c:pt>
                <c:pt idx="13">
                  <c:v>11.43246031408831</c:v>
                </c:pt>
                <c:pt idx="14">
                  <c:v>11.43246031408831</c:v>
                </c:pt>
                <c:pt idx="15">
                  <c:v>11.43246031408831</c:v>
                </c:pt>
                <c:pt idx="16">
                  <c:v>11.43246031408831</c:v>
                </c:pt>
                <c:pt idx="17">
                  <c:v>11.43246031408831</c:v>
                </c:pt>
                <c:pt idx="18">
                  <c:v>11.43246031408831</c:v>
                </c:pt>
                <c:pt idx="19">
                  <c:v>11.43246031408831</c:v>
                </c:pt>
                <c:pt idx="20">
                  <c:v>11.43246031408831</c:v>
                </c:pt>
                <c:pt idx="21">
                  <c:v>11.43246031408831</c:v>
                </c:pt>
                <c:pt idx="22">
                  <c:v>11.43246031408831</c:v>
                </c:pt>
                <c:pt idx="23">
                  <c:v>11.43246031408831</c:v>
                </c:pt>
                <c:pt idx="24">
                  <c:v>11.43246031408831</c:v>
                </c:pt>
                <c:pt idx="25">
                  <c:v>11.43246031408831</c:v>
                </c:pt>
                <c:pt idx="26">
                  <c:v>11.43246031408831</c:v>
                </c:pt>
                <c:pt idx="27">
                  <c:v>11.43246031408831</c:v>
                </c:pt>
                <c:pt idx="28">
                  <c:v>11.43246031408831</c:v>
                </c:pt>
                <c:pt idx="29">
                  <c:v>11.43246031408831</c:v>
                </c:pt>
                <c:pt idx="30">
                  <c:v>11.43246031408831</c:v>
                </c:pt>
                <c:pt idx="31">
                  <c:v>11.43246031408831</c:v>
                </c:pt>
                <c:pt idx="32">
                  <c:v>11.43246031408831</c:v>
                </c:pt>
                <c:pt idx="33">
                  <c:v>11.43246031408831</c:v>
                </c:pt>
                <c:pt idx="34">
                  <c:v>11.43246031408831</c:v>
                </c:pt>
                <c:pt idx="35">
                  <c:v>11.43246031408831</c:v>
                </c:pt>
                <c:pt idx="36">
                  <c:v>11.43246031408831</c:v>
                </c:pt>
                <c:pt idx="37">
                  <c:v>11.43246031408831</c:v>
                </c:pt>
                <c:pt idx="38">
                  <c:v>11.43246031408831</c:v>
                </c:pt>
                <c:pt idx="39">
                  <c:v>11.43246031408831</c:v>
                </c:pt>
                <c:pt idx="40">
                  <c:v>11.43246031408831</c:v>
                </c:pt>
                <c:pt idx="41">
                  <c:v>11.43246031408831</c:v>
                </c:pt>
                <c:pt idx="42">
                  <c:v>11.43246031408831</c:v>
                </c:pt>
                <c:pt idx="43">
                  <c:v>11.43246031408831</c:v>
                </c:pt>
                <c:pt idx="44">
                  <c:v>11.43246031408831</c:v>
                </c:pt>
                <c:pt idx="45">
                  <c:v>11.43246031408831</c:v>
                </c:pt>
                <c:pt idx="46">
                  <c:v>11.43246031408831</c:v>
                </c:pt>
                <c:pt idx="47">
                  <c:v>11.43246031408831</c:v>
                </c:pt>
                <c:pt idx="48">
                  <c:v>11.43246031408831</c:v>
                </c:pt>
                <c:pt idx="49">
                  <c:v>11.43246031408831</c:v>
                </c:pt>
                <c:pt idx="50">
                  <c:v>11.43246031408831</c:v>
                </c:pt>
                <c:pt idx="51">
                  <c:v>11.43246031408831</c:v>
                </c:pt>
                <c:pt idx="52">
                  <c:v>11.43246031408831</c:v>
                </c:pt>
                <c:pt idx="53">
                  <c:v>11.43246031408831</c:v>
                </c:pt>
                <c:pt idx="54">
                  <c:v>11.43246031408831</c:v>
                </c:pt>
                <c:pt idx="55">
                  <c:v>11.43246031408831</c:v>
                </c:pt>
                <c:pt idx="56">
                  <c:v>11.43246031408831</c:v>
                </c:pt>
                <c:pt idx="57">
                  <c:v>11.43246031408831</c:v>
                </c:pt>
                <c:pt idx="58">
                  <c:v>11.43246031408831</c:v>
                </c:pt>
                <c:pt idx="59">
                  <c:v>11.43246031408831</c:v>
                </c:pt>
                <c:pt idx="60">
                  <c:v>11.43246031408831</c:v>
                </c:pt>
                <c:pt idx="61">
                  <c:v>11.43246031408831</c:v>
                </c:pt>
                <c:pt idx="62">
                  <c:v>11.43246031408831</c:v>
                </c:pt>
                <c:pt idx="63">
                  <c:v>11.43246031408831</c:v>
                </c:pt>
                <c:pt idx="64">
                  <c:v>11.43246031408831</c:v>
                </c:pt>
                <c:pt idx="65">
                  <c:v>11.43246031408831</c:v>
                </c:pt>
                <c:pt idx="66">
                  <c:v>11.43246031408831</c:v>
                </c:pt>
                <c:pt idx="67">
                  <c:v>11.43246031408831</c:v>
                </c:pt>
                <c:pt idx="68">
                  <c:v>11.43246031408831</c:v>
                </c:pt>
                <c:pt idx="69">
                  <c:v>11.43246031408831</c:v>
                </c:pt>
                <c:pt idx="70">
                  <c:v>11.43246031408831</c:v>
                </c:pt>
                <c:pt idx="71">
                  <c:v>11.43246031408831</c:v>
                </c:pt>
                <c:pt idx="72">
                  <c:v>11.43246031408831</c:v>
                </c:pt>
                <c:pt idx="73">
                  <c:v>11.43246031408831</c:v>
                </c:pt>
                <c:pt idx="74">
                  <c:v>11.43246031408831</c:v>
                </c:pt>
                <c:pt idx="75">
                  <c:v>11.43246031408831</c:v>
                </c:pt>
                <c:pt idx="76">
                  <c:v>11.43246031408831</c:v>
                </c:pt>
                <c:pt idx="77">
                  <c:v>11.43246031408831</c:v>
                </c:pt>
                <c:pt idx="78">
                  <c:v>11.43246031408831</c:v>
                </c:pt>
                <c:pt idx="79">
                  <c:v>11.43246031408831</c:v>
                </c:pt>
                <c:pt idx="80">
                  <c:v>11.43246031408831</c:v>
                </c:pt>
                <c:pt idx="81">
                  <c:v>11.43246031408831</c:v>
                </c:pt>
                <c:pt idx="82">
                  <c:v>11.43246031408831</c:v>
                </c:pt>
                <c:pt idx="83">
                  <c:v>11.43246031408831</c:v>
                </c:pt>
                <c:pt idx="84">
                  <c:v>11.43246031408831</c:v>
                </c:pt>
                <c:pt idx="85">
                  <c:v>11.43246031408831</c:v>
                </c:pt>
                <c:pt idx="86">
                  <c:v>11.43246031408831</c:v>
                </c:pt>
                <c:pt idx="87">
                  <c:v>11.43246031408831</c:v>
                </c:pt>
                <c:pt idx="88">
                  <c:v>11.43246031408831</c:v>
                </c:pt>
                <c:pt idx="89">
                  <c:v>11.43246031408831</c:v>
                </c:pt>
                <c:pt idx="90">
                  <c:v>11.43246031408831</c:v>
                </c:pt>
                <c:pt idx="91">
                  <c:v>11.43246031408831</c:v>
                </c:pt>
                <c:pt idx="92">
                  <c:v>11.43246031408831</c:v>
                </c:pt>
                <c:pt idx="93">
                  <c:v>11.43246031408831</c:v>
                </c:pt>
                <c:pt idx="94">
                  <c:v>11.43246031408831</c:v>
                </c:pt>
                <c:pt idx="95">
                  <c:v>11.43246031408831</c:v>
                </c:pt>
                <c:pt idx="96">
                  <c:v>11.43246031408831</c:v>
                </c:pt>
                <c:pt idx="97">
                  <c:v>11.43246031408831</c:v>
                </c:pt>
                <c:pt idx="98">
                  <c:v>11.43246031408831</c:v>
                </c:pt>
                <c:pt idx="99">
                  <c:v>11.43246031408831</c:v>
                </c:pt>
                <c:pt idx="100">
                  <c:v>11.43246031408831</c:v>
                </c:pt>
                <c:pt idx="101">
                  <c:v>11.43246031408831</c:v>
                </c:pt>
                <c:pt idx="102">
                  <c:v>11.43246031408831</c:v>
                </c:pt>
                <c:pt idx="103">
                  <c:v>11.43246031408831</c:v>
                </c:pt>
                <c:pt idx="104">
                  <c:v>11.43246031408831</c:v>
                </c:pt>
                <c:pt idx="105">
                  <c:v>11.43246031408831</c:v>
                </c:pt>
                <c:pt idx="106">
                  <c:v>11.43246031408831</c:v>
                </c:pt>
                <c:pt idx="107">
                  <c:v>11.43246031408831</c:v>
                </c:pt>
                <c:pt idx="108">
                  <c:v>11.43246031408831</c:v>
                </c:pt>
                <c:pt idx="109">
                  <c:v>11.43246031408831</c:v>
                </c:pt>
                <c:pt idx="110">
                  <c:v>11.43246031408831</c:v>
                </c:pt>
                <c:pt idx="111">
                  <c:v>11.43246031408831</c:v>
                </c:pt>
                <c:pt idx="112">
                  <c:v>11.43246031408831</c:v>
                </c:pt>
                <c:pt idx="113">
                  <c:v>11.43246031408831</c:v>
                </c:pt>
                <c:pt idx="114">
                  <c:v>11.43246031408831</c:v>
                </c:pt>
                <c:pt idx="115">
                  <c:v>11.43246031408831</c:v>
                </c:pt>
                <c:pt idx="116">
                  <c:v>11.43246031408831</c:v>
                </c:pt>
                <c:pt idx="117">
                  <c:v>11.43246031408831</c:v>
                </c:pt>
                <c:pt idx="118">
                  <c:v>11.43246031408831</c:v>
                </c:pt>
                <c:pt idx="119">
                  <c:v>11.43246031408831</c:v>
                </c:pt>
                <c:pt idx="120">
                  <c:v>11.43246031408831</c:v>
                </c:pt>
                <c:pt idx="121">
                  <c:v>11.43246031408831</c:v>
                </c:pt>
              </c:numCache>
            </c:numRef>
          </c:val>
          <c:smooth val="0"/>
          <c:extLst>
            <c:ext xmlns:c16="http://schemas.microsoft.com/office/drawing/2014/chart" uri="{C3380CC4-5D6E-409C-BE32-E72D297353CC}">
              <c16:uniqueId val="{00000003-4367-45D2-88C1-395226E31E16}"/>
            </c:ext>
          </c:extLst>
        </c:ser>
        <c:dLbls>
          <c:showLegendKey val="0"/>
          <c:showVal val="0"/>
          <c:showCatName val="0"/>
          <c:showSerName val="0"/>
          <c:showPercent val="0"/>
          <c:showBubbleSize val="0"/>
        </c:dLbls>
        <c:smooth val="0"/>
        <c:axId val="50030001"/>
        <c:axId val="50030002"/>
      </c:lineChart>
      <c:dateAx>
        <c:axId val="50030001"/>
        <c:scaling>
          <c:orientation val="minMax"/>
        </c:scaling>
        <c:delete val="0"/>
        <c:axPos val="b"/>
        <c:numFmt formatCode="yyyy" sourceLinked="0"/>
        <c:majorTickMark val="out"/>
        <c:minorTickMark val="none"/>
        <c:tickLblPos val="low"/>
        <c:spPr>
          <a:ln w="9525">
            <a:solidFill>
              <a:srgbClr val="D9D9D9"/>
            </a:solidFill>
          </a:ln>
        </c:spPr>
        <c:txPr>
          <a:bodyPr/>
          <a:lstStyle/>
          <a:p>
            <a:pPr>
              <a:defRPr sz="900" b="0" baseline="0">
                <a:solidFill>
                  <a:srgbClr val="000000"/>
                </a:solidFill>
                <a:latin typeface="Roboto Light"/>
              </a:defRPr>
            </a:pPr>
            <a:endParaRPr lang="en-US"/>
          </a:p>
        </c:txPr>
        <c:crossAx val="50030002"/>
        <c:crosses val="min"/>
        <c:auto val="1"/>
        <c:lblOffset val="100"/>
        <c:baseTimeUnit val="days"/>
        <c:majorUnit val="2"/>
        <c:majorTimeUnit val="years"/>
      </c:dateAx>
      <c:valAx>
        <c:axId val="50030002"/>
        <c:scaling>
          <c:orientation val="minMax"/>
          <c:max val="20"/>
          <c:min val="8"/>
        </c:scaling>
        <c:delete val="0"/>
        <c:axPos val="l"/>
        <c:majorGridlines>
          <c:spPr>
            <a:ln w="6350">
              <a:solidFill>
                <a:srgbClr val="D9D9D9"/>
              </a:solidFill>
              <a:prstDash val="dash"/>
            </a:ln>
          </c:spPr>
        </c:majorGridlines>
        <c:numFmt formatCode="0&quot;.0x&quot;" sourceLinked="0"/>
        <c:majorTickMark val="none"/>
        <c:minorTickMark val="none"/>
        <c:tickLblPos val="nextTo"/>
        <c:spPr>
          <a:ln>
            <a:noFill/>
          </a:ln>
        </c:spPr>
        <c:txPr>
          <a:bodyPr/>
          <a:lstStyle/>
          <a:p>
            <a:pPr>
              <a:defRPr sz="900" b="0" baseline="0">
                <a:solidFill>
                  <a:srgbClr val="000000"/>
                </a:solidFill>
                <a:latin typeface="Roboto Light"/>
              </a:defRPr>
            </a:pPr>
            <a:endParaRPr lang="en-US"/>
          </a:p>
        </c:txPr>
        <c:crossAx val="50030001"/>
        <c:crosses val="autoZero"/>
        <c:crossBetween val="between"/>
        <c:majorUnit val="2"/>
      </c:valAx>
      <c:spPr>
        <a:noFill/>
        <a:ln>
          <a:noFill/>
        </a:ln>
      </c:spPr>
    </c:plotArea>
    <c:legend>
      <c:legendPos val="t"/>
      <c:legendEntry>
        <c:idx val="2"/>
        <c:delete val="1"/>
      </c:legendEntry>
      <c:overlay val="0"/>
      <c:txPr>
        <a:bodyPr/>
        <a:lstStyle/>
        <a:p>
          <a:pPr>
            <a:defRPr sz="9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670672832302268"/>
          <c:y val="0.27479661012595147"/>
          <c:w val="0.69157493599017905"/>
          <c:h val="0.53761203461802265"/>
        </c:manualLayout>
      </c:layout>
      <c:lineChart>
        <c:grouping val="standard"/>
        <c:varyColors val="0"/>
        <c:ser>
          <c:idx val="0"/>
          <c:order val="0"/>
          <c:tx>
            <c:v>P/E</c:v>
          </c:tx>
          <c:spPr>
            <a:ln w="28575">
              <a:solidFill>
                <a:srgbClr val="1F2F44"/>
              </a:solidFill>
            </a:ln>
          </c:spPr>
          <c:marker>
            <c:symbol val="none"/>
          </c:marker>
          <c:dPt>
            <c:idx val="121"/>
            <c:marker>
              <c:symbol val="circle"/>
              <c:size val="6"/>
              <c:spPr>
                <a:solidFill>
                  <a:srgbClr val="1F2F44"/>
                </a:solidFill>
                <a:ln>
                  <a:solidFill>
                    <a:srgbClr val="1F2F44"/>
                  </a:solidFill>
                  <a:prstDash val="solid"/>
                </a:ln>
              </c:spPr>
            </c:marker>
            <c:bubble3D val="0"/>
            <c:extLst>
              <c:ext xmlns:c16="http://schemas.microsoft.com/office/drawing/2014/chart" uri="{C3380CC4-5D6E-409C-BE32-E72D297353CC}">
                <c16:uniqueId val="{00000000-9AFB-41CD-86BB-E9F915A6FB5F}"/>
              </c:ext>
            </c:extLst>
          </c:dPt>
          <c:dLbls>
            <c:dLbl>
              <c:idx val="121"/>
              <c:tx>
                <c:rich>
                  <a:bodyPr wrap="square" lIns="38100" tIns="19050" rIns="38100" bIns="19050" anchor="ctr">
                    <a:spAutoFit/>
                  </a:bodyPr>
                  <a:lstStyle/>
                  <a:p>
                    <a:pPr>
                      <a:defRPr sz="800" b="1">
                        <a:solidFill>
                          <a:srgbClr val="1F2F44"/>
                        </a:solidFill>
                        <a:latin typeface="Roboto" panose="02000000000000000000" pitchFamily="2" charset="0"/>
                      </a:defRPr>
                    </a:pPr>
                    <a:r>
                      <a:rPr lang="en-US" sz="800" b="1">
                        <a:solidFill>
                          <a:srgbClr val="1F2F44"/>
                        </a:solidFill>
                        <a:latin typeface="Roboto" panose="02000000000000000000" pitchFamily="2" charset="0"/>
                      </a:rPr>
                      <a:t>10.3x</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AFB-41CD-86BB-E9F915A6FB5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'P4'!$A$2:$A$123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'P4'!$B$2:$B$123</c:f>
              <c:numCache>
                <c:formatCode>0.0</c:formatCode>
                <c:ptCount val="122"/>
                <c:pt idx="0">
                  <c:v>16.387867677701699</c:v>
                </c:pt>
                <c:pt idx="1">
                  <c:v>14.51982462432842</c:v>
                </c:pt>
                <c:pt idx="2">
                  <c:v>14.432757030091439</c:v>
                </c:pt>
                <c:pt idx="3">
                  <c:v>14.86778458155476</c:v>
                </c:pt>
                <c:pt idx="4">
                  <c:v>15.53076031009293</c:v>
                </c:pt>
                <c:pt idx="5">
                  <c:v>15.55267502247203</c:v>
                </c:pt>
                <c:pt idx="6">
                  <c:v>15.98598466333115</c:v>
                </c:pt>
                <c:pt idx="7">
                  <c:v>14.81039190722251</c:v>
                </c:pt>
                <c:pt idx="8">
                  <c:v>14.77871900474225</c:v>
                </c:pt>
                <c:pt idx="9">
                  <c:v>15.69097709643659</c:v>
                </c:pt>
                <c:pt idx="10">
                  <c:v>16.972937554106831</c:v>
                </c:pt>
                <c:pt idx="11">
                  <c:v>18.268506537736862</c:v>
                </c:pt>
                <c:pt idx="12">
                  <c:v>17.554255524861109</c:v>
                </c:pt>
                <c:pt idx="13">
                  <c:v>17.12857110754366</c:v>
                </c:pt>
                <c:pt idx="14">
                  <c:v>18.088557989308232</c:v>
                </c:pt>
                <c:pt idx="15">
                  <c:v>18.413134540723711</c:v>
                </c:pt>
                <c:pt idx="16">
                  <c:v>17.567785896563549</c:v>
                </c:pt>
                <c:pt idx="17">
                  <c:v>16.96931643832627</c:v>
                </c:pt>
                <c:pt idx="18">
                  <c:v>16.628368875425519</c:v>
                </c:pt>
                <c:pt idx="19">
                  <c:v>14.83986336125052</c:v>
                </c:pt>
                <c:pt idx="20">
                  <c:v>14.520048748202321</c:v>
                </c:pt>
                <c:pt idx="21">
                  <c:v>14.832643423693829</c:v>
                </c:pt>
                <c:pt idx="22">
                  <c:v>13.55695256577923</c:v>
                </c:pt>
                <c:pt idx="23">
                  <c:v>14.31335680780859</c:v>
                </c:pt>
                <c:pt idx="24">
                  <c:v>16.668671497077732</c:v>
                </c:pt>
                <c:pt idx="25">
                  <c:v>16.493480029828849</c:v>
                </c:pt>
                <c:pt idx="26">
                  <c:v>16.469191150278881</c:v>
                </c:pt>
                <c:pt idx="27">
                  <c:v>18.683504496832679</c:v>
                </c:pt>
                <c:pt idx="28">
                  <c:v>17.692472484001389</c:v>
                </c:pt>
                <c:pt idx="29">
                  <c:v>16.583915684609678</c:v>
                </c:pt>
                <c:pt idx="30">
                  <c:v>16.816683639730051</c:v>
                </c:pt>
                <c:pt idx="31">
                  <c:v>18.698217709467041</c:v>
                </c:pt>
                <c:pt idx="32">
                  <c:v>19.8380137434301</c:v>
                </c:pt>
                <c:pt idx="33">
                  <c:v>21.365227704343191</c:v>
                </c:pt>
                <c:pt idx="34">
                  <c:v>21.484552681552309</c:v>
                </c:pt>
                <c:pt idx="35">
                  <c:v>22.111279755813211</c:v>
                </c:pt>
                <c:pt idx="36">
                  <c:v>21.85253098168544</c:v>
                </c:pt>
                <c:pt idx="37">
                  <c:v>23.092029764453681</c:v>
                </c:pt>
                <c:pt idx="38">
                  <c:v>25.38696545170103</c:v>
                </c:pt>
                <c:pt idx="39">
                  <c:v>24.506935542205941</c:v>
                </c:pt>
                <c:pt idx="40">
                  <c:v>24.734517931768309</c:v>
                </c:pt>
                <c:pt idx="41">
                  <c:v>18.28846072174078</c:v>
                </c:pt>
                <c:pt idx="42">
                  <c:v>22.296547712677029</c:v>
                </c:pt>
                <c:pt idx="43">
                  <c:v>22.319390398515321</c:v>
                </c:pt>
                <c:pt idx="44">
                  <c:v>28.255359903835711</c:v>
                </c:pt>
                <c:pt idx="45">
                  <c:v>32.514121279789883</c:v>
                </c:pt>
                <c:pt idx="46">
                  <c:v>30.030411251713829</c:v>
                </c:pt>
                <c:pt idx="47">
                  <c:v>27.715804628011281</c:v>
                </c:pt>
                <c:pt idx="48">
                  <c:v>26.563027671879031</c:v>
                </c:pt>
                <c:pt idx="49">
                  <c:v>26.81548476111729</c:v>
                </c:pt>
                <c:pt idx="50">
                  <c:v>26.81487200865033</c:v>
                </c:pt>
                <c:pt idx="51">
                  <c:v>25.925020237719679</c:v>
                </c:pt>
                <c:pt idx="52">
                  <c:v>24.06007821175529</c:v>
                </c:pt>
                <c:pt idx="53">
                  <c:v>24.761181135485199</c:v>
                </c:pt>
                <c:pt idx="54">
                  <c:v>23.471234931497762</c:v>
                </c:pt>
                <c:pt idx="55">
                  <c:v>24.995293803909821</c:v>
                </c:pt>
                <c:pt idx="56">
                  <c:v>25.059671189757111</c:v>
                </c:pt>
                <c:pt idx="57">
                  <c:v>24.374801955912481</c:v>
                </c:pt>
                <c:pt idx="58">
                  <c:v>22.756380750197941</c:v>
                </c:pt>
                <c:pt idx="59">
                  <c:v>26.177337556722431</c:v>
                </c:pt>
                <c:pt idx="60">
                  <c:v>23.901196329986561</c:v>
                </c:pt>
                <c:pt idx="61">
                  <c:v>23.923640723177709</c:v>
                </c:pt>
                <c:pt idx="62">
                  <c:v>21.31269254051394</c:v>
                </c:pt>
                <c:pt idx="63">
                  <c:v>22.489566188986291</c:v>
                </c:pt>
                <c:pt idx="64">
                  <c:v>21.328427088414529</c:v>
                </c:pt>
                <c:pt idx="65">
                  <c:v>23.442959367443489</c:v>
                </c:pt>
                <c:pt idx="66">
                  <c:v>20.15278987542662</c:v>
                </c:pt>
                <c:pt idx="67">
                  <c:v>19.068452763364409</c:v>
                </c:pt>
                <c:pt idx="68">
                  <c:v>17.02507510102544</c:v>
                </c:pt>
                <c:pt idx="69">
                  <c:v>18.42939573278008</c:v>
                </c:pt>
                <c:pt idx="70">
                  <c:v>18.9331884115356</c:v>
                </c:pt>
                <c:pt idx="71">
                  <c:v>19.056066508012421</c:v>
                </c:pt>
                <c:pt idx="72">
                  <c:v>21.20136472856084</c:v>
                </c:pt>
                <c:pt idx="73">
                  <c:v>18.419563792298259</c:v>
                </c:pt>
                <c:pt idx="74">
                  <c:v>16.775408195427211</c:v>
                </c:pt>
                <c:pt idx="75">
                  <c:v>17.608824797554568</c:v>
                </c:pt>
                <c:pt idx="76">
                  <c:v>16.648773571020811</c:v>
                </c:pt>
                <c:pt idx="77">
                  <c:v>16.57907718169059</c:v>
                </c:pt>
                <c:pt idx="78">
                  <c:v>17.063120054468449</c:v>
                </c:pt>
                <c:pt idx="79">
                  <c:v>17.29282657673965</c:v>
                </c:pt>
                <c:pt idx="80">
                  <c:v>18.045957631795339</c:v>
                </c:pt>
                <c:pt idx="81">
                  <c:v>17.859988395603828</c:v>
                </c:pt>
                <c:pt idx="82">
                  <c:v>16.062825855168331</c:v>
                </c:pt>
                <c:pt idx="83">
                  <c:v>15.56490062350796</c:v>
                </c:pt>
                <c:pt idx="84">
                  <c:v>14.28781843043042</c:v>
                </c:pt>
                <c:pt idx="85">
                  <c:v>15.88441772353778</c:v>
                </c:pt>
                <c:pt idx="86">
                  <c:v>16.544356985020372</c:v>
                </c:pt>
                <c:pt idx="87">
                  <c:v>14.699501093930611</c:v>
                </c:pt>
                <c:pt idx="88">
                  <c:v>15.077522119209929</c:v>
                </c:pt>
                <c:pt idx="89">
                  <c:v>15.567062671341381</c:v>
                </c:pt>
                <c:pt idx="90">
                  <c:v>14.814283001120121</c:v>
                </c:pt>
                <c:pt idx="91">
                  <c:v>13.224309581015749</c:v>
                </c:pt>
                <c:pt idx="92">
                  <c:v>13.3992013483302</c:v>
                </c:pt>
                <c:pt idx="93">
                  <c:v>14.479899873237279</c:v>
                </c:pt>
                <c:pt idx="94">
                  <c:v>15.85781012143574</c:v>
                </c:pt>
                <c:pt idx="95">
                  <c:v>15.16820044851505</c:v>
                </c:pt>
                <c:pt idx="96">
                  <c:v>14.454687582470109</c:v>
                </c:pt>
                <c:pt idx="97">
                  <c:v>13.71287017918147</c:v>
                </c:pt>
                <c:pt idx="98">
                  <c:v>12.24174295712834</c:v>
                </c:pt>
                <c:pt idx="99">
                  <c:v>13.410205925671431</c:v>
                </c:pt>
                <c:pt idx="100">
                  <c:v>12.549806331624421</c:v>
                </c:pt>
                <c:pt idx="101">
                  <c:v>12.500831454143761</c:v>
                </c:pt>
                <c:pt idx="102">
                  <c:v>13.7593281396544</c:v>
                </c:pt>
                <c:pt idx="103">
                  <c:v>13.78998849517928</c:v>
                </c:pt>
                <c:pt idx="104">
                  <c:v>13.97282466385172</c:v>
                </c:pt>
                <c:pt idx="105">
                  <c:v>12.86012356200281</c:v>
                </c:pt>
                <c:pt idx="106">
                  <c:v>12.777482106987939</c:v>
                </c:pt>
                <c:pt idx="107">
                  <c:v>12.92518080055453</c:v>
                </c:pt>
                <c:pt idx="108">
                  <c:v>13.04225150563305</c:v>
                </c:pt>
                <c:pt idx="109">
                  <c:v>13.13170019685014</c:v>
                </c:pt>
                <c:pt idx="110">
                  <c:v>12.303313026010519</c:v>
                </c:pt>
                <c:pt idx="111">
                  <c:v>13.98628725031163</c:v>
                </c:pt>
                <c:pt idx="112">
                  <c:v>13.69000005946604</c:v>
                </c:pt>
                <c:pt idx="113">
                  <c:v>11.752052006035139</c:v>
                </c:pt>
                <c:pt idx="114">
                  <c:v>11.877539694594169</c:v>
                </c:pt>
                <c:pt idx="115">
                  <c:v>10.9848928045903</c:v>
                </c:pt>
                <c:pt idx="116">
                  <c:v>11.02617244738798</c:v>
                </c:pt>
                <c:pt idx="117">
                  <c:v>11.080326669436801</c:v>
                </c:pt>
                <c:pt idx="118">
                  <c:v>11.504183710985179</c:v>
                </c:pt>
                <c:pt idx="119">
                  <c:v>11.44981242526598</c:v>
                </c:pt>
                <c:pt idx="120">
                  <c:v>12.917679350937579</c:v>
                </c:pt>
                <c:pt idx="121">
                  <c:v>10.256743175616281</c:v>
                </c:pt>
              </c:numCache>
            </c:numRef>
          </c:val>
          <c:smooth val="0"/>
          <c:extLst>
            <c:ext xmlns:c16="http://schemas.microsoft.com/office/drawing/2014/chart" uri="{C3380CC4-5D6E-409C-BE32-E72D297353CC}">
              <c16:uniqueId val="{00000000-D5DA-47C4-8A91-8C96F15E713E}"/>
            </c:ext>
          </c:extLst>
        </c:ser>
        <c:ser>
          <c:idx val="1"/>
          <c:order val="1"/>
          <c:tx>
            <c:v>10y avg.</c:v>
          </c:tx>
          <c:spPr>
            <a:ln w="19050">
              <a:solidFill>
                <a:srgbClr val="7E7E7E"/>
              </a:solidFill>
              <a:prstDash val="dash"/>
            </a:ln>
          </c:spPr>
          <c:marker>
            <c:symbol val="none"/>
          </c:marker>
          <c:cat>
            <c:numRef>
              <c:f>'P4'!$A$2:$A$123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'P4'!$C$2:$C$123</c:f>
              <c:numCache>
                <c:formatCode>0.0</c:formatCode>
                <c:ptCount val="122"/>
                <c:pt idx="0">
                  <c:v>17.9154898422968</c:v>
                </c:pt>
                <c:pt idx="1">
                  <c:v>17.9154898422968</c:v>
                </c:pt>
                <c:pt idx="2">
                  <c:v>17.9154898422968</c:v>
                </c:pt>
                <c:pt idx="3">
                  <c:v>17.9154898422968</c:v>
                </c:pt>
                <c:pt idx="4">
                  <c:v>17.9154898422968</c:v>
                </c:pt>
                <c:pt idx="5">
                  <c:v>17.9154898422968</c:v>
                </c:pt>
                <c:pt idx="6">
                  <c:v>17.9154898422968</c:v>
                </c:pt>
                <c:pt idx="7">
                  <c:v>17.9154898422968</c:v>
                </c:pt>
                <c:pt idx="8">
                  <c:v>17.9154898422968</c:v>
                </c:pt>
                <c:pt idx="9">
                  <c:v>17.9154898422968</c:v>
                </c:pt>
                <c:pt idx="10">
                  <c:v>17.9154898422968</c:v>
                </c:pt>
                <c:pt idx="11">
                  <c:v>17.9154898422968</c:v>
                </c:pt>
                <c:pt idx="12">
                  <c:v>17.9154898422968</c:v>
                </c:pt>
                <c:pt idx="13">
                  <c:v>17.9154898422968</c:v>
                </c:pt>
                <c:pt idx="14">
                  <c:v>17.9154898422968</c:v>
                </c:pt>
                <c:pt idx="15">
                  <c:v>17.9154898422968</c:v>
                </c:pt>
                <c:pt idx="16">
                  <c:v>17.9154898422968</c:v>
                </c:pt>
                <c:pt idx="17">
                  <c:v>17.9154898422968</c:v>
                </c:pt>
                <c:pt idx="18">
                  <c:v>17.9154898422968</c:v>
                </c:pt>
                <c:pt idx="19">
                  <c:v>17.9154898422968</c:v>
                </c:pt>
                <c:pt idx="20">
                  <c:v>17.9154898422968</c:v>
                </c:pt>
                <c:pt idx="21">
                  <c:v>17.9154898422968</c:v>
                </c:pt>
                <c:pt idx="22">
                  <c:v>17.9154898422968</c:v>
                </c:pt>
                <c:pt idx="23">
                  <c:v>17.9154898422968</c:v>
                </c:pt>
                <c:pt idx="24">
                  <c:v>17.9154898422968</c:v>
                </c:pt>
                <c:pt idx="25">
                  <c:v>17.9154898422968</c:v>
                </c:pt>
                <c:pt idx="26">
                  <c:v>17.9154898422968</c:v>
                </c:pt>
                <c:pt idx="27">
                  <c:v>17.9154898422968</c:v>
                </c:pt>
                <c:pt idx="28">
                  <c:v>17.9154898422968</c:v>
                </c:pt>
                <c:pt idx="29">
                  <c:v>17.9154898422968</c:v>
                </c:pt>
                <c:pt idx="30">
                  <c:v>17.9154898422968</c:v>
                </c:pt>
                <c:pt idx="31">
                  <c:v>17.9154898422968</c:v>
                </c:pt>
                <c:pt idx="32">
                  <c:v>17.9154898422968</c:v>
                </c:pt>
                <c:pt idx="33">
                  <c:v>17.9154898422968</c:v>
                </c:pt>
                <c:pt idx="34">
                  <c:v>17.9154898422968</c:v>
                </c:pt>
                <c:pt idx="35">
                  <c:v>17.9154898422968</c:v>
                </c:pt>
                <c:pt idx="36">
                  <c:v>17.9154898422968</c:v>
                </c:pt>
                <c:pt idx="37">
                  <c:v>17.9154898422968</c:v>
                </c:pt>
                <c:pt idx="38">
                  <c:v>17.9154898422968</c:v>
                </c:pt>
                <c:pt idx="39">
                  <c:v>17.9154898422968</c:v>
                </c:pt>
                <c:pt idx="40">
                  <c:v>17.9154898422968</c:v>
                </c:pt>
                <c:pt idx="41">
                  <c:v>17.9154898422968</c:v>
                </c:pt>
                <c:pt idx="42">
                  <c:v>17.9154898422968</c:v>
                </c:pt>
                <c:pt idx="43">
                  <c:v>17.9154898422968</c:v>
                </c:pt>
                <c:pt idx="44">
                  <c:v>17.9154898422968</c:v>
                </c:pt>
                <c:pt idx="45">
                  <c:v>17.9154898422968</c:v>
                </c:pt>
                <c:pt idx="46">
                  <c:v>17.9154898422968</c:v>
                </c:pt>
                <c:pt idx="47">
                  <c:v>17.9154898422968</c:v>
                </c:pt>
                <c:pt idx="48">
                  <c:v>17.9154898422968</c:v>
                </c:pt>
                <c:pt idx="49">
                  <c:v>17.9154898422968</c:v>
                </c:pt>
                <c:pt idx="50">
                  <c:v>17.9154898422968</c:v>
                </c:pt>
                <c:pt idx="51">
                  <c:v>17.9154898422968</c:v>
                </c:pt>
                <c:pt idx="52">
                  <c:v>17.9154898422968</c:v>
                </c:pt>
                <c:pt idx="53">
                  <c:v>17.9154898422968</c:v>
                </c:pt>
                <c:pt idx="54">
                  <c:v>17.9154898422968</c:v>
                </c:pt>
                <c:pt idx="55">
                  <c:v>17.9154898422968</c:v>
                </c:pt>
                <c:pt idx="56">
                  <c:v>17.9154898422968</c:v>
                </c:pt>
                <c:pt idx="57">
                  <c:v>17.9154898422968</c:v>
                </c:pt>
                <c:pt idx="58">
                  <c:v>17.9154898422968</c:v>
                </c:pt>
                <c:pt idx="59">
                  <c:v>17.9154898422968</c:v>
                </c:pt>
                <c:pt idx="60">
                  <c:v>17.9154898422968</c:v>
                </c:pt>
                <c:pt idx="61">
                  <c:v>17.9154898422968</c:v>
                </c:pt>
                <c:pt idx="62">
                  <c:v>17.9154898422968</c:v>
                </c:pt>
                <c:pt idx="63">
                  <c:v>17.9154898422968</c:v>
                </c:pt>
                <c:pt idx="64">
                  <c:v>17.9154898422968</c:v>
                </c:pt>
                <c:pt idx="65">
                  <c:v>17.9154898422968</c:v>
                </c:pt>
                <c:pt idx="66">
                  <c:v>17.9154898422968</c:v>
                </c:pt>
                <c:pt idx="67">
                  <c:v>17.9154898422968</c:v>
                </c:pt>
                <c:pt idx="68">
                  <c:v>17.9154898422968</c:v>
                </c:pt>
                <c:pt idx="69">
                  <c:v>17.9154898422968</c:v>
                </c:pt>
                <c:pt idx="70">
                  <c:v>17.9154898422968</c:v>
                </c:pt>
                <c:pt idx="71">
                  <c:v>17.9154898422968</c:v>
                </c:pt>
                <c:pt idx="72">
                  <c:v>17.9154898422968</c:v>
                </c:pt>
                <c:pt idx="73">
                  <c:v>17.9154898422968</c:v>
                </c:pt>
                <c:pt idx="74">
                  <c:v>17.9154898422968</c:v>
                </c:pt>
                <c:pt idx="75">
                  <c:v>17.9154898422968</c:v>
                </c:pt>
                <c:pt idx="76">
                  <c:v>17.9154898422968</c:v>
                </c:pt>
                <c:pt idx="77">
                  <c:v>17.9154898422968</c:v>
                </c:pt>
                <c:pt idx="78">
                  <c:v>17.9154898422968</c:v>
                </c:pt>
                <c:pt idx="79">
                  <c:v>17.9154898422968</c:v>
                </c:pt>
                <c:pt idx="80">
                  <c:v>17.9154898422968</c:v>
                </c:pt>
                <c:pt idx="81">
                  <c:v>17.9154898422968</c:v>
                </c:pt>
                <c:pt idx="82">
                  <c:v>17.9154898422968</c:v>
                </c:pt>
                <c:pt idx="83">
                  <c:v>17.9154898422968</c:v>
                </c:pt>
                <c:pt idx="84">
                  <c:v>17.9154898422968</c:v>
                </c:pt>
                <c:pt idx="85">
                  <c:v>17.9154898422968</c:v>
                </c:pt>
                <c:pt idx="86">
                  <c:v>17.9154898422968</c:v>
                </c:pt>
                <c:pt idx="87">
                  <c:v>17.9154898422968</c:v>
                </c:pt>
                <c:pt idx="88">
                  <c:v>17.9154898422968</c:v>
                </c:pt>
                <c:pt idx="89">
                  <c:v>17.9154898422968</c:v>
                </c:pt>
                <c:pt idx="90">
                  <c:v>17.9154898422968</c:v>
                </c:pt>
                <c:pt idx="91">
                  <c:v>17.9154898422968</c:v>
                </c:pt>
                <c:pt idx="92">
                  <c:v>17.9154898422968</c:v>
                </c:pt>
                <c:pt idx="93">
                  <c:v>17.9154898422968</c:v>
                </c:pt>
                <c:pt idx="94">
                  <c:v>17.9154898422968</c:v>
                </c:pt>
                <c:pt idx="95">
                  <c:v>17.9154898422968</c:v>
                </c:pt>
                <c:pt idx="96">
                  <c:v>17.9154898422968</c:v>
                </c:pt>
                <c:pt idx="97">
                  <c:v>17.9154898422968</c:v>
                </c:pt>
                <c:pt idx="98">
                  <c:v>17.9154898422968</c:v>
                </c:pt>
                <c:pt idx="99">
                  <c:v>17.9154898422968</c:v>
                </c:pt>
                <c:pt idx="100">
                  <c:v>17.9154898422968</c:v>
                </c:pt>
                <c:pt idx="101">
                  <c:v>17.9154898422968</c:v>
                </c:pt>
                <c:pt idx="102">
                  <c:v>17.9154898422968</c:v>
                </c:pt>
                <c:pt idx="103">
                  <c:v>17.9154898422968</c:v>
                </c:pt>
                <c:pt idx="104">
                  <c:v>17.9154898422968</c:v>
                </c:pt>
                <c:pt idx="105">
                  <c:v>17.9154898422968</c:v>
                </c:pt>
                <c:pt idx="106">
                  <c:v>17.9154898422968</c:v>
                </c:pt>
                <c:pt idx="107">
                  <c:v>17.9154898422968</c:v>
                </c:pt>
                <c:pt idx="108">
                  <c:v>17.9154898422968</c:v>
                </c:pt>
                <c:pt idx="109">
                  <c:v>17.9154898422968</c:v>
                </c:pt>
                <c:pt idx="110">
                  <c:v>17.9154898422968</c:v>
                </c:pt>
                <c:pt idx="111">
                  <c:v>17.9154898422968</c:v>
                </c:pt>
                <c:pt idx="112">
                  <c:v>17.9154898422968</c:v>
                </c:pt>
                <c:pt idx="113">
                  <c:v>17.9154898422968</c:v>
                </c:pt>
                <c:pt idx="114">
                  <c:v>17.9154898422968</c:v>
                </c:pt>
                <c:pt idx="115">
                  <c:v>17.9154898422968</c:v>
                </c:pt>
                <c:pt idx="116">
                  <c:v>17.9154898422968</c:v>
                </c:pt>
                <c:pt idx="117">
                  <c:v>17.9154898422968</c:v>
                </c:pt>
                <c:pt idx="118">
                  <c:v>17.9154898422968</c:v>
                </c:pt>
                <c:pt idx="119">
                  <c:v>17.9154898422968</c:v>
                </c:pt>
                <c:pt idx="120">
                  <c:v>17.9154898422968</c:v>
                </c:pt>
                <c:pt idx="121">
                  <c:v>17.9154898422968</c:v>
                </c:pt>
              </c:numCache>
            </c:numRef>
          </c:val>
          <c:smooth val="0"/>
          <c:extLst>
            <c:ext xmlns:c16="http://schemas.microsoft.com/office/drawing/2014/chart" uri="{C3380CC4-5D6E-409C-BE32-E72D297353CC}">
              <c16:uniqueId val="{00000001-D5DA-47C4-8A91-8C96F15E713E}"/>
            </c:ext>
          </c:extLst>
        </c:ser>
        <c:ser>
          <c:idx val="2"/>
          <c:order val="2"/>
          <c:tx>
            <c:v>+1 std. dev.</c:v>
          </c:tx>
          <c:spPr>
            <a:ln w="19050">
              <a:solidFill>
                <a:srgbClr val="8EB3DF"/>
              </a:solidFill>
              <a:prstDash val="dash"/>
            </a:ln>
          </c:spPr>
          <c:marker>
            <c:symbol val="none"/>
          </c:marker>
          <c:cat>
            <c:numRef>
              <c:f>'P4'!$A$2:$A$123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'P4'!$D$2:$D$123</c:f>
              <c:numCache>
                <c:formatCode>0.0</c:formatCode>
                <c:ptCount val="122"/>
                <c:pt idx="0">
                  <c:v>22.601988610905561</c:v>
                </c:pt>
                <c:pt idx="1">
                  <c:v>22.601988610905561</c:v>
                </c:pt>
                <c:pt idx="2">
                  <c:v>22.601988610905561</c:v>
                </c:pt>
                <c:pt idx="3">
                  <c:v>22.601988610905561</c:v>
                </c:pt>
                <c:pt idx="4">
                  <c:v>22.601988610905561</c:v>
                </c:pt>
                <c:pt idx="5">
                  <c:v>22.601988610905561</c:v>
                </c:pt>
                <c:pt idx="6">
                  <c:v>22.601988610905561</c:v>
                </c:pt>
                <c:pt idx="7">
                  <c:v>22.601988610905561</c:v>
                </c:pt>
                <c:pt idx="8">
                  <c:v>22.601988610905561</c:v>
                </c:pt>
                <c:pt idx="9">
                  <c:v>22.601988610905561</c:v>
                </c:pt>
                <c:pt idx="10">
                  <c:v>22.601988610905561</c:v>
                </c:pt>
                <c:pt idx="11">
                  <c:v>22.601988610905561</c:v>
                </c:pt>
                <c:pt idx="12">
                  <c:v>22.601988610905561</c:v>
                </c:pt>
                <c:pt idx="13">
                  <c:v>22.601988610905561</c:v>
                </c:pt>
                <c:pt idx="14">
                  <c:v>22.601988610905561</c:v>
                </c:pt>
                <c:pt idx="15">
                  <c:v>22.601988610905561</c:v>
                </c:pt>
                <c:pt idx="16">
                  <c:v>22.601988610905561</c:v>
                </c:pt>
                <c:pt idx="17">
                  <c:v>22.601988610905561</c:v>
                </c:pt>
                <c:pt idx="18">
                  <c:v>22.601988610905561</c:v>
                </c:pt>
                <c:pt idx="19">
                  <c:v>22.601988610905561</c:v>
                </c:pt>
                <c:pt idx="20">
                  <c:v>22.601988610905561</c:v>
                </c:pt>
                <c:pt idx="21">
                  <c:v>22.601988610905561</c:v>
                </c:pt>
                <c:pt idx="22">
                  <c:v>22.601988610905561</c:v>
                </c:pt>
                <c:pt idx="23">
                  <c:v>22.601988610905561</c:v>
                </c:pt>
                <c:pt idx="24">
                  <c:v>22.601988610905561</c:v>
                </c:pt>
                <c:pt idx="25">
                  <c:v>22.601988610905561</c:v>
                </c:pt>
                <c:pt idx="26">
                  <c:v>22.601988610905561</c:v>
                </c:pt>
                <c:pt idx="27">
                  <c:v>22.601988610905561</c:v>
                </c:pt>
                <c:pt idx="28">
                  <c:v>22.601988610905561</c:v>
                </c:pt>
                <c:pt idx="29">
                  <c:v>22.601988610905561</c:v>
                </c:pt>
                <c:pt idx="30">
                  <c:v>22.601988610905561</c:v>
                </c:pt>
                <c:pt idx="31">
                  <c:v>22.601988610905561</c:v>
                </c:pt>
                <c:pt idx="32">
                  <c:v>22.601988610905561</c:v>
                </c:pt>
                <c:pt idx="33">
                  <c:v>22.601988610905561</c:v>
                </c:pt>
                <c:pt idx="34">
                  <c:v>22.601988610905561</c:v>
                </c:pt>
                <c:pt idx="35">
                  <c:v>22.601988610905561</c:v>
                </c:pt>
                <c:pt idx="36">
                  <c:v>22.601988610905561</c:v>
                </c:pt>
                <c:pt idx="37">
                  <c:v>22.601988610905561</c:v>
                </c:pt>
                <c:pt idx="38">
                  <c:v>22.601988610905561</c:v>
                </c:pt>
                <c:pt idx="39">
                  <c:v>22.601988610905561</c:v>
                </c:pt>
                <c:pt idx="40">
                  <c:v>22.601988610905561</c:v>
                </c:pt>
                <c:pt idx="41">
                  <c:v>22.601988610905561</c:v>
                </c:pt>
                <c:pt idx="42">
                  <c:v>22.601988610905561</c:v>
                </c:pt>
                <c:pt idx="43">
                  <c:v>22.601988610905561</c:v>
                </c:pt>
                <c:pt idx="44">
                  <c:v>22.601988610905561</c:v>
                </c:pt>
                <c:pt idx="45">
                  <c:v>22.601988610905561</c:v>
                </c:pt>
                <c:pt idx="46">
                  <c:v>22.601988610905561</c:v>
                </c:pt>
                <c:pt idx="47">
                  <c:v>22.601988610905561</c:v>
                </c:pt>
                <c:pt idx="48">
                  <c:v>22.601988610905561</c:v>
                </c:pt>
                <c:pt idx="49">
                  <c:v>22.601988610905561</c:v>
                </c:pt>
                <c:pt idx="50">
                  <c:v>22.601988610905561</c:v>
                </c:pt>
                <c:pt idx="51">
                  <c:v>22.601988610905561</c:v>
                </c:pt>
                <c:pt idx="52">
                  <c:v>22.601988610905561</c:v>
                </c:pt>
                <c:pt idx="53">
                  <c:v>22.601988610905561</c:v>
                </c:pt>
                <c:pt idx="54">
                  <c:v>22.601988610905561</c:v>
                </c:pt>
                <c:pt idx="55">
                  <c:v>22.601988610905561</c:v>
                </c:pt>
                <c:pt idx="56">
                  <c:v>22.601988610905561</c:v>
                </c:pt>
                <c:pt idx="57">
                  <c:v>22.601988610905561</c:v>
                </c:pt>
                <c:pt idx="58">
                  <c:v>22.601988610905561</c:v>
                </c:pt>
                <c:pt idx="59">
                  <c:v>22.601988610905561</c:v>
                </c:pt>
                <c:pt idx="60">
                  <c:v>22.601988610905561</c:v>
                </c:pt>
                <c:pt idx="61">
                  <c:v>22.601988610905561</c:v>
                </c:pt>
                <c:pt idx="62">
                  <c:v>22.601988610905561</c:v>
                </c:pt>
                <c:pt idx="63">
                  <c:v>22.601988610905561</c:v>
                </c:pt>
                <c:pt idx="64">
                  <c:v>22.601988610905561</c:v>
                </c:pt>
                <c:pt idx="65">
                  <c:v>22.601988610905561</c:v>
                </c:pt>
                <c:pt idx="66">
                  <c:v>22.601988610905561</c:v>
                </c:pt>
                <c:pt idx="67">
                  <c:v>22.601988610905561</c:v>
                </c:pt>
                <c:pt idx="68">
                  <c:v>22.601988610905561</c:v>
                </c:pt>
                <c:pt idx="69">
                  <c:v>22.601988610905561</c:v>
                </c:pt>
                <c:pt idx="70">
                  <c:v>22.601988610905561</c:v>
                </c:pt>
                <c:pt idx="71">
                  <c:v>22.601988610905561</c:v>
                </c:pt>
                <c:pt idx="72">
                  <c:v>22.601988610905561</c:v>
                </c:pt>
                <c:pt idx="73">
                  <c:v>22.601988610905561</c:v>
                </c:pt>
                <c:pt idx="74">
                  <c:v>22.601988610905561</c:v>
                </c:pt>
                <c:pt idx="75">
                  <c:v>22.601988610905561</c:v>
                </c:pt>
                <c:pt idx="76">
                  <c:v>22.601988610905561</c:v>
                </c:pt>
                <c:pt idx="77">
                  <c:v>22.601988610905561</c:v>
                </c:pt>
                <c:pt idx="78">
                  <c:v>22.601988610905561</c:v>
                </c:pt>
                <c:pt idx="79">
                  <c:v>22.601988610905561</c:v>
                </c:pt>
                <c:pt idx="80">
                  <c:v>22.601988610905561</c:v>
                </c:pt>
                <c:pt idx="81">
                  <c:v>22.601988610905561</c:v>
                </c:pt>
                <c:pt idx="82">
                  <c:v>22.601988610905561</c:v>
                </c:pt>
                <c:pt idx="83">
                  <c:v>22.601988610905561</c:v>
                </c:pt>
                <c:pt idx="84">
                  <c:v>22.601988610905561</c:v>
                </c:pt>
                <c:pt idx="85">
                  <c:v>22.601988610905561</c:v>
                </c:pt>
                <c:pt idx="86">
                  <c:v>22.601988610905561</c:v>
                </c:pt>
                <c:pt idx="87">
                  <c:v>22.601988610905561</c:v>
                </c:pt>
                <c:pt idx="88">
                  <c:v>22.601988610905561</c:v>
                </c:pt>
                <c:pt idx="89">
                  <c:v>22.601988610905561</c:v>
                </c:pt>
                <c:pt idx="90">
                  <c:v>22.601988610905561</c:v>
                </c:pt>
                <c:pt idx="91">
                  <c:v>22.601988610905561</c:v>
                </c:pt>
                <c:pt idx="92">
                  <c:v>22.601988610905561</c:v>
                </c:pt>
                <c:pt idx="93">
                  <c:v>22.601988610905561</c:v>
                </c:pt>
                <c:pt idx="94">
                  <c:v>22.601988610905561</c:v>
                </c:pt>
                <c:pt idx="95">
                  <c:v>22.601988610905561</c:v>
                </c:pt>
                <c:pt idx="96">
                  <c:v>22.601988610905561</c:v>
                </c:pt>
                <c:pt idx="97">
                  <c:v>22.601988610905561</c:v>
                </c:pt>
                <c:pt idx="98">
                  <c:v>22.601988610905561</c:v>
                </c:pt>
                <c:pt idx="99">
                  <c:v>22.601988610905561</c:v>
                </c:pt>
                <c:pt idx="100">
                  <c:v>22.601988610905561</c:v>
                </c:pt>
                <c:pt idx="101">
                  <c:v>22.601988610905561</c:v>
                </c:pt>
                <c:pt idx="102">
                  <c:v>22.601988610905561</c:v>
                </c:pt>
                <c:pt idx="103">
                  <c:v>22.601988610905561</c:v>
                </c:pt>
                <c:pt idx="104">
                  <c:v>22.601988610905561</c:v>
                </c:pt>
                <c:pt idx="105">
                  <c:v>22.601988610905561</c:v>
                </c:pt>
                <c:pt idx="106">
                  <c:v>22.601988610905561</c:v>
                </c:pt>
                <c:pt idx="107">
                  <c:v>22.601988610905561</c:v>
                </c:pt>
                <c:pt idx="108">
                  <c:v>22.601988610905561</c:v>
                </c:pt>
                <c:pt idx="109">
                  <c:v>22.601988610905561</c:v>
                </c:pt>
                <c:pt idx="110">
                  <c:v>22.601988610905561</c:v>
                </c:pt>
                <c:pt idx="111">
                  <c:v>22.601988610905561</c:v>
                </c:pt>
                <c:pt idx="112">
                  <c:v>22.601988610905561</c:v>
                </c:pt>
                <c:pt idx="113">
                  <c:v>22.601988610905561</c:v>
                </c:pt>
                <c:pt idx="114">
                  <c:v>22.601988610905561</c:v>
                </c:pt>
                <c:pt idx="115">
                  <c:v>22.601988610905561</c:v>
                </c:pt>
                <c:pt idx="116">
                  <c:v>22.601988610905561</c:v>
                </c:pt>
                <c:pt idx="117">
                  <c:v>22.601988610905561</c:v>
                </c:pt>
                <c:pt idx="118">
                  <c:v>22.601988610905561</c:v>
                </c:pt>
                <c:pt idx="119">
                  <c:v>22.601988610905561</c:v>
                </c:pt>
                <c:pt idx="120">
                  <c:v>22.601988610905561</c:v>
                </c:pt>
                <c:pt idx="121">
                  <c:v>22.601988610905561</c:v>
                </c:pt>
              </c:numCache>
            </c:numRef>
          </c:val>
          <c:smooth val="0"/>
          <c:extLst>
            <c:ext xmlns:c16="http://schemas.microsoft.com/office/drawing/2014/chart" uri="{C3380CC4-5D6E-409C-BE32-E72D297353CC}">
              <c16:uniqueId val="{00000002-D5DA-47C4-8A91-8C96F15E713E}"/>
            </c:ext>
          </c:extLst>
        </c:ser>
        <c:ser>
          <c:idx val="3"/>
          <c:order val="3"/>
          <c:tx>
            <c:v>±1 std. dev.</c:v>
          </c:tx>
          <c:spPr>
            <a:ln w="19050">
              <a:solidFill>
                <a:srgbClr val="8EB3DF"/>
              </a:solidFill>
              <a:prstDash val="dash"/>
            </a:ln>
          </c:spPr>
          <c:marker>
            <c:symbol val="none"/>
          </c:marker>
          <c:cat>
            <c:numRef>
              <c:f>'P4'!$A$2:$A$123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'P4'!$E$2:$E$123</c:f>
              <c:numCache>
                <c:formatCode>0.0</c:formatCode>
                <c:ptCount val="122"/>
                <c:pt idx="0">
                  <c:v>13.228991073688039</c:v>
                </c:pt>
                <c:pt idx="1">
                  <c:v>13.228991073688039</c:v>
                </c:pt>
                <c:pt idx="2">
                  <c:v>13.228991073688039</c:v>
                </c:pt>
                <c:pt idx="3">
                  <c:v>13.228991073688039</c:v>
                </c:pt>
                <c:pt idx="4">
                  <c:v>13.228991073688039</c:v>
                </c:pt>
                <c:pt idx="5">
                  <c:v>13.228991073688039</c:v>
                </c:pt>
                <c:pt idx="6">
                  <c:v>13.228991073688039</c:v>
                </c:pt>
                <c:pt idx="7">
                  <c:v>13.228991073688039</c:v>
                </c:pt>
                <c:pt idx="8">
                  <c:v>13.228991073688039</c:v>
                </c:pt>
                <c:pt idx="9">
                  <c:v>13.228991073688039</c:v>
                </c:pt>
                <c:pt idx="10">
                  <c:v>13.228991073688039</c:v>
                </c:pt>
                <c:pt idx="11">
                  <c:v>13.228991073688039</c:v>
                </c:pt>
                <c:pt idx="12">
                  <c:v>13.228991073688039</c:v>
                </c:pt>
                <c:pt idx="13">
                  <c:v>13.228991073688039</c:v>
                </c:pt>
                <c:pt idx="14">
                  <c:v>13.228991073688039</c:v>
                </c:pt>
                <c:pt idx="15">
                  <c:v>13.228991073688039</c:v>
                </c:pt>
                <c:pt idx="16">
                  <c:v>13.228991073688039</c:v>
                </c:pt>
                <c:pt idx="17">
                  <c:v>13.228991073688039</c:v>
                </c:pt>
                <c:pt idx="18">
                  <c:v>13.228991073688039</c:v>
                </c:pt>
                <c:pt idx="19">
                  <c:v>13.228991073688039</c:v>
                </c:pt>
                <c:pt idx="20">
                  <c:v>13.228991073688039</c:v>
                </c:pt>
                <c:pt idx="21">
                  <c:v>13.228991073688039</c:v>
                </c:pt>
                <c:pt idx="22">
                  <c:v>13.228991073688039</c:v>
                </c:pt>
                <c:pt idx="23">
                  <c:v>13.228991073688039</c:v>
                </c:pt>
                <c:pt idx="24">
                  <c:v>13.228991073688039</c:v>
                </c:pt>
                <c:pt idx="25">
                  <c:v>13.228991073688039</c:v>
                </c:pt>
                <c:pt idx="26">
                  <c:v>13.228991073688039</c:v>
                </c:pt>
                <c:pt idx="27">
                  <c:v>13.228991073688039</c:v>
                </c:pt>
                <c:pt idx="28">
                  <c:v>13.228991073688039</c:v>
                </c:pt>
                <c:pt idx="29">
                  <c:v>13.228991073688039</c:v>
                </c:pt>
                <c:pt idx="30">
                  <c:v>13.228991073688039</c:v>
                </c:pt>
                <c:pt idx="31">
                  <c:v>13.228991073688039</c:v>
                </c:pt>
                <c:pt idx="32">
                  <c:v>13.228991073688039</c:v>
                </c:pt>
                <c:pt idx="33">
                  <c:v>13.228991073688039</c:v>
                </c:pt>
                <c:pt idx="34">
                  <c:v>13.228991073688039</c:v>
                </c:pt>
                <c:pt idx="35">
                  <c:v>13.228991073688039</c:v>
                </c:pt>
                <c:pt idx="36">
                  <c:v>13.228991073688039</c:v>
                </c:pt>
                <c:pt idx="37">
                  <c:v>13.228991073688039</c:v>
                </c:pt>
                <c:pt idx="38">
                  <c:v>13.228991073688039</c:v>
                </c:pt>
                <c:pt idx="39">
                  <c:v>13.228991073688039</c:v>
                </c:pt>
                <c:pt idx="40">
                  <c:v>13.228991073688039</c:v>
                </c:pt>
                <c:pt idx="41">
                  <c:v>13.228991073688039</c:v>
                </c:pt>
                <c:pt idx="42">
                  <c:v>13.228991073688039</c:v>
                </c:pt>
                <c:pt idx="43">
                  <c:v>13.228991073688039</c:v>
                </c:pt>
                <c:pt idx="44">
                  <c:v>13.228991073688039</c:v>
                </c:pt>
                <c:pt idx="45">
                  <c:v>13.228991073688039</c:v>
                </c:pt>
                <c:pt idx="46">
                  <c:v>13.228991073688039</c:v>
                </c:pt>
                <c:pt idx="47">
                  <c:v>13.228991073688039</c:v>
                </c:pt>
                <c:pt idx="48">
                  <c:v>13.228991073688039</c:v>
                </c:pt>
                <c:pt idx="49">
                  <c:v>13.228991073688039</c:v>
                </c:pt>
                <c:pt idx="50">
                  <c:v>13.228991073688039</c:v>
                </c:pt>
                <c:pt idx="51">
                  <c:v>13.228991073688039</c:v>
                </c:pt>
                <c:pt idx="52">
                  <c:v>13.228991073688039</c:v>
                </c:pt>
                <c:pt idx="53">
                  <c:v>13.228991073688039</c:v>
                </c:pt>
                <c:pt idx="54">
                  <c:v>13.228991073688039</c:v>
                </c:pt>
                <c:pt idx="55">
                  <c:v>13.228991073688039</c:v>
                </c:pt>
                <c:pt idx="56">
                  <c:v>13.228991073688039</c:v>
                </c:pt>
                <c:pt idx="57">
                  <c:v>13.228991073688039</c:v>
                </c:pt>
                <c:pt idx="58">
                  <c:v>13.228991073688039</c:v>
                </c:pt>
                <c:pt idx="59">
                  <c:v>13.228991073688039</c:v>
                </c:pt>
                <c:pt idx="60">
                  <c:v>13.228991073688039</c:v>
                </c:pt>
                <c:pt idx="61">
                  <c:v>13.228991073688039</c:v>
                </c:pt>
                <c:pt idx="62">
                  <c:v>13.228991073688039</c:v>
                </c:pt>
                <c:pt idx="63">
                  <c:v>13.228991073688039</c:v>
                </c:pt>
                <c:pt idx="64">
                  <c:v>13.228991073688039</c:v>
                </c:pt>
                <c:pt idx="65">
                  <c:v>13.228991073688039</c:v>
                </c:pt>
                <c:pt idx="66">
                  <c:v>13.228991073688039</c:v>
                </c:pt>
                <c:pt idx="67">
                  <c:v>13.228991073688039</c:v>
                </c:pt>
                <c:pt idx="68">
                  <c:v>13.228991073688039</c:v>
                </c:pt>
                <c:pt idx="69">
                  <c:v>13.228991073688039</c:v>
                </c:pt>
                <c:pt idx="70">
                  <c:v>13.228991073688039</c:v>
                </c:pt>
                <c:pt idx="71">
                  <c:v>13.228991073688039</c:v>
                </c:pt>
                <c:pt idx="72">
                  <c:v>13.228991073688039</c:v>
                </c:pt>
                <c:pt idx="73">
                  <c:v>13.228991073688039</c:v>
                </c:pt>
                <c:pt idx="74">
                  <c:v>13.228991073688039</c:v>
                </c:pt>
                <c:pt idx="75">
                  <c:v>13.228991073688039</c:v>
                </c:pt>
                <c:pt idx="76">
                  <c:v>13.228991073688039</c:v>
                </c:pt>
                <c:pt idx="77">
                  <c:v>13.228991073688039</c:v>
                </c:pt>
                <c:pt idx="78">
                  <c:v>13.228991073688039</c:v>
                </c:pt>
                <c:pt idx="79">
                  <c:v>13.228991073688039</c:v>
                </c:pt>
                <c:pt idx="80">
                  <c:v>13.228991073688039</c:v>
                </c:pt>
                <c:pt idx="81">
                  <c:v>13.228991073688039</c:v>
                </c:pt>
                <c:pt idx="82">
                  <c:v>13.228991073688039</c:v>
                </c:pt>
                <c:pt idx="83">
                  <c:v>13.228991073688039</c:v>
                </c:pt>
                <c:pt idx="84">
                  <c:v>13.228991073688039</c:v>
                </c:pt>
                <c:pt idx="85">
                  <c:v>13.228991073688039</c:v>
                </c:pt>
                <c:pt idx="86">
                  <c:v>13.228991073688039</c:v>
                </c:pt>
                <c:pt idx="87">
                  <c:v>13.228991073688039</c:v>
                </c:pt>
                <c:pt idx="88">
                  <c:v>13.228991073688039</c:v>
                </c:pt>
                <c:pt idx="89">
                  <c:v>13.228991073688039</c:v>
                </c:pt>
                <c:pt idx="90">
                  <c:v>13.228991073688039</c:v>
                </c:pt>
                <c:pt idx="91">
                  <c:v>13.228991073688039</c:v>
                </c:pt>
                <c:pt idx="92">
                  <c:v>13.228991073688039</c:v>
                </c:pt>
                <c:pt idx="93">
                  <c:v>13.228991073688039</c:v>
                </c:pt>
                <c:pt idx="94">
                  <c:v>13.228991073688039</c:v>
                </c:pt>
                <c:pt idx="95">
                  <c:v>13.228991073688039</c:v>
                </c:pt>
                <c:pt idx="96">
                  <c:v>13.228991073688039</c:v>
                </c:pt>
                <c:pt idx="97">
                  <c:v>13.228991073688039</c:v>
                </c:pt>
                <c:pt idx="98">
                  <c:v>13.228991073688039</c:v>
                </c:pt>
                <c:pt idx="99">
                  <c:v>13.228991073688039</c:v>
                </c:pt>
                <c:pt idx="100">
                  <c:v>13.228991073688039</c:v>
                </c:pt>
                <c:pt idx="101">
                  <c:v>13.228991073688039</c:v>
                </c:pt>
                <c:pt idx="102">
                  <c:v>13.228991073688039</c:v>
                </c:pt>
                <c:pt idx="103">
                  <c:v>13.228991073688039</c:v>
                </c:pt>
                <c:pt idx="104">
                  <c:v>13.228991073688039</c:v>
                </c:pt>
                <c:pt idx="105">
                  <c:v>13.228991073688039</c:v>
                </c:pt>
                <c:pt idx="106">
                  <c:v>13.228991073688039</c:v>
                </c:pt>
                <c:pt idx="107">
                  <c:v>13.228991073688039</c:v>
                </c:pt>
                <c:pt idx="108">
                  <c:v>13.228991073688039</c:v>
                </c:pt>
                <c:pt idx="109">
                  <c:v>13.228991073688039</c:v>
                </c:pt>
                <c:pt idx="110">
                  <c:v>13.228991073688039</c:v>
                </c:pt>
                <c:pt idx="111">
                  <c:v>13.228991073688039</c:v>
                </c:pt>
                <c:pt idx="112">
                  <c:v>13.228991073688039</c:v>
                </c:pt>
                <c:pt idx="113">
                  <c:v>13.228991073688039</c:v>
                </c:pt>
                <c:pt idx="114">
                  <c:v>13.228991073688039</c:v>
                </c:pt>
                <c:pt idx="115">
                  <c:v>13.228991073688039</c:v>
                </c:pt>
                <c:pt idx="116">
                  <c:v>13.228991073688039</c:v>
                </c:pt>
                <c:pt idx="117">
                  <c:v>13.228991073688039</c:v>
                </c:pt>
                <c:pt idx="118">
                  <c:v>13.228991073688039</c:v>
                </c:pt>
                <c:pt idx="119">
                  <c:v>13.228991073688039</c:v>
                </c:pt>
                <c:pt idx="120">
                  <c:v>13.228991073688039</c:v>
                </c:pt>
                <c:pt idx="121">
                  <c:v>13.228991073688039</c:v>
                </c:pt>
              </c:numCache>
            </c:numRef>
          </c:val>
          <c:smooth val="0"/>
          <c:extLst>
            <c:ext xmlns:c16="http://schemas.microsoft.com/office/drawing/2014/chart" uri="{C3380CC4-5D6E-409C-BE32-E72D297353CC}">
              <c16:uniqueId val="{00000003-D5DA-47C4-8A91-8C96F15E713E}"/>
            </c:ext>
          </c:extLst>
        </c:ser>
        <c:dLbls>
          <c:showLegendKey val="0"/>
          <c:showVal val="0"/>
          <c:showCatName val="0"/>
          <c:showSerName val="0"/>
          <c:showPercent val="0"/>
          <c:showBubbleSize val="0"/>
        </c:dLbls>
        <c:smooth val="0"/>
        <c:axId val="50040001"/>
        <c:axId val="50040002"/>
      </c:lineChart>
      <c:dateAx>
        <c:axId val="50040001"/>
        <c:scaling>
          <c:orientation val="minMax"/>
        </c:scaling>
        <c:delete val="0"/>
        <c:axPos val="b"/>
        <c:numFmt formatCode="yyyy" sourceLinked="0"/>
        <c:majorTickMark val="out"/>
        <c:minorTickMark val="none"/>
        <c:tickLblPos val="low"/>
        <c:spPr>
          <a:ln w="9525">
            <a:solidFill>
              <a:srgbClr val="D9D9D9"/>
            </a:solidFill>
          </a:ln>
        </c:spPr>
        <c:txPr>
          <a:bodyPr/>
          <a:lstStyle/>
          <a:p>
            <a:pPr>
              <a:defRPr sz="900" b="0" baseline="0">
                <a:solidFill>
                  <a:srgbClr val="000000"/>
                </a:solidFill>
                <a:latin typeface="Roboto Light"/>
              </a:defRPr>
            </a:pPr>
            <a:endParaRPr lang="en-US"/>
          </a:p>
        </c:txPr>
        <c:crossAx val="50040002"/>
        <c:crosses val="min"/>
        <c:auto val="1"/>
        <c:lblOffset val="100"/>
        <c:baseTimeUnit val="days"/>
        <c:majorUnit val="2"/>
        <c:majorTimeUnit val="years"/>
      </c:dateAx>
      <c:valAx>
        <c:axId val="50040002"/>
        <c:scaling>
          <c:orientation val="minMax"/>
          <c:max val="35"/>
          <c:min val="5"/>
        </c:scaling>
        <c:delete val="0"/>
        <c:axPos val="l"/>
        <c:majorGridlines>
          <c:spPr>
            <a:ln w="6350">
              <a:solidFill>
                <a:srgbClr val="D9D9D9"/>
              </a:solidFill>
              <a:prstDash val="dash"/>
            </a:ln>
          </c:spPr>
        </c:majorGridlines>
        <c:numFmt formatCode="0&quot;.0x&quot;" sourceLinked="0"/>
        <c:majorTickMark val="none"/>
        <c:minorTickMark val="none"/>
        <c:tickLblPos val="nextTo"/>
        <c:spPr>
          <a:ln>
            <a:noFill/>
          </a:ln>
        </c:spPr>
        <c:txPr>
          <a:bodyPr/>
          <a:lstStyle/>
          <a:p>
            <a:pPr>
              <a:defRPr sz="900" b="0" baseline="0">
                <a:solidFill>
                  <a:srgbClr val="000000"/>
                </a:solidFill>
                <a:latin typeface="Roboto Light"/>
              </a:defRPr>
            </a:pPr>
            <a:endParaRPr lang="en-US"/>
          </a:p>
        </c:txPr>
        <c:crossAx val="50040001"/>
        <c:crosses val="autoZero"/>
        <c:crossBetween val="between"/>
        <c:majorUnit val="5"/>
      </c:valAx>
      <c:spPr>
        <a:noFill/>
        <a:ln>
          <a:noFill/>
        </a:ln>
      </c:spPr>
    </c:plotArea>
    <c:legend>
      <c:legendPos val="t"/>
      <c:legendEntry>
        <c:idx val="2"/>
        <c:delete val="1"/>
      </c:legendEntry>
      <c:overlay val="0"/>
      <c:txPr>
        <a:bodyPr/>
        <a:lstStyle/>
        <a:p>
          <a:pPr>
            <a:defRPr sz="9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526218000120046"/>
          <c:y val="0.27479661012595147"/>
          <c:w val="0.6937648833710216"/>
          <c:h val="0.53761203461802265"/>
        </c:manualLayout>
      </c:layout>
      <c:lineChart>
        <c:grouping val="standard"/>
        <c:varyColors val="0"/>
        <c:ser>
          <c:idx val="0"/>
          <c:order val="0"/>
          <c:tx>
            <c:v>P/E</c:v>
          </c:tx>
          <c:spPr>
            <a:ln w="28575">
              <a:solidFill>
                <a:srgbClr val="1F2F44"/>
              </a:solidFill>
            </a:ln>
          </c:spPr>
          <c:marker>
            <c:symbol val="none"/>
          </c:marker>
          <c:dPt>
            <c:idx val="121"/>
            <c:marker>
              <c:symbol val="circle"/>
              <c:size val="6"/>
              <c:spPr>
                <a:solidFill>
                  <a:srgbClr val="1F2F44"/>
                </a:solidFill>
                <a:ln>
                  <a:solidFill>
                    <a:srgbClr val="1F2F44"/>
                  </a:solidFill>
                  <a:prstDash val="solid"/>
                </a:ln>
              </c:spPr>
            </c:marker>
            <c:bubble3D val="0"/>
            <c:extLst>
              <c:ext xmlns:c16="http://schemas.microsoft.com/office/drawing/2014/chart" uri="{C3380CC4-5D6E-409C-BE32-E72D297353CC}">
                <c16:uniqueId val="{00000000-D5F7-42F7-B9A9-B36A982259B6}"/>
              </c:ext>
            </c:extLst>
          </c:dPt>
          <c:dLbls>
            <c:dLbl>
              <c:idx val="121"/>
              <c:tx>
                <c:rich>
                  <a:bodyPr wrap="square" lIns="38100" tIns="19050" rIns="38100" bIns="19050" anchor="ctr">
                    <a:spAutoFit/>
                  </a:bodyPr>
                  <a:lstStyle/>
                  <a:p>
                    <a:pPr>
                      <a:defRPr sz="800" b="1">
                        <a:solidFill>
                          <a:srgbClr val="1F2F44"/>
                        </a:solidFill>
                        <a:latin typeface="Roboto" panose="02000000000000000000" pitchFamily="2" charset="0"/>
                      </a:defRPr>
                    </a:pPr>
                    <a:r>
                      <a:rPr lang="en-US" sz="800" b="1">
                        <a:solidFill>
                          <a:srgbClr val="1F2F44"/>
                        </a:solidFill>
                        <a:latin typeface="Roboto" panose="02000000000000000000" pitchFamily="2" charset="0"/>
                      </a:rPr>
                      <a:t>6.4x</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5F7-42F7-B9A9-B36A982259B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'P5'!$A$2:$A$123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'P5'!$B$2:$B$123</c:f>
              <c:numCache>
                <c:formatCode>0.0</c:formatCode>
                <c:ptCount val="122"/>
                <c:pt idx="0">
                  <c:v>16.806754542882139</c:v>
                </c:pt>
                <c:pt idx="1">
                  <c:v>17.568016971640191</c:v>
                </c:pt>
                <c:pt idx="2">
                  <c:v>13.41048273768738</c:v>
                </c:pt>
                <c:pt idx="3">
                  <c:v>12.89692066734999</c:v>
                </c:pt>
                <c:pt idx="4">
                  <c:v>11.590750539890481</c:v>
                </c:pt>
                <c:pt idx="5">
                  <c:v>9.7907641849567053</c:v>
                </c:pt>
                <c:pt idx="6">
                  <c:v>9.7546359468503034</c:v>
                </c:pt>
                <c:pt idx="7">
                  <c:v>8.5899171898188893</c:v>
                </c:pt>
                <c:pt idx="8">
                  <c:v>9.0330283557730979</c:v>
                </c:pt>
                <c:pt idx="9">
                  <c:v>9.9088809626028045</c:v>
                </c:pt>
                <c:pt idx="10">
                  <c:v>11.368150938835431</c:v>
                </c:pt>
                <c:pt idx="11">
                  <c:v>11.02320427452379</c:v>
                </c:pt>
                <c:pt idx="12">
                  <c:v>11.280783163297709</c:v>
                </c:pt>
                <c:pt idx="13">
                  <c:v>10.49590656156132</c:v>
                </c:pt>
                <c:pt idx="14">
                  <c:v>10.848418945379549</c:v>
                </c:pt>
                <c:pt idx="15">
                  <c:v>11.104846976656161</c:v>
                </c:pt>
                <c:pt idx="16">
                  <c:v>10.936915394998049</c:v>
                </c:pt>
                <c:pt idx="17">
                  <c:v>9.8091872848720438</c:v>
                </c:pt>
                <c:pt idx="18">
                  <c:v>10.60922348208938</c:v>
                </c:pt>
                <c:pt idx="19">
                  <c:v>9.6197388043444505</c:v>
                </c:pt>
                <c:pt idx="20">
                  <c:v>8.7363159712183975</c:v>
                </c:pt>
                <c:pt idx="21">
                  <c:v>9.0601155280618979</c:v>
                </c:pt>
                <c:pt idx="22">
                  <c:v>8.6993982659168356</c:v>
                </c:pt>
                <c:pt idx="23">
                  <c:v>8.9795343941187937</c:v>
                </c:pt>
                <c:pt idx="24">
                  <c:v>8.9114218008319703</c:v>
                </c:pt>
                <c:pt idx="25">
                  <c:v>8.5210068921132134</c:v>
                </c:pt>
                <c:pt idx="26">
                  <c:v>8.1508211154128904</c:v>
                </c:pt>
                <c:pt idx="27">
                  <c:v>8.7623303828425296</c:v>
                </c:pt>
                <c:pt idx="28">
                  <c:v>8.4122788440192053</c:v>
                </c:pt>
                <c:pt idx="29">
                  <c:v>8.301318019579023</c:v>
                </c:pt>
                <c:pt idx="30">
                  <c:v>8.0037293993710001</c:v>
                </c:pt>
                <c:pt idx="31">
                  <c:v>7.6788775886179019</c:v>
                </c:pt>
                <c:pt idx="32">
                  <c:v>8.4013195785900248</c:v>
                </c:pt>
                <c:pt idx="33">
                  <c:v>8.0953943528091639</c:v>
                </c:pt>
                <c:pt idx="34">
                  <c:v>8.0959608678770714</c:v>
                </c:pt>
                <c:pt idx="35">
                  <c:v>8.7826769862705696</c:v>
                </c:pt>
                <c:pt idx="36">
                  <c:v>9.6576761187892064</c:v>
                </c:pt>
                <c:pt idx="37">
                  <c:v>9.4219437990440706</c:v>
                </c:pt>
                <c:pt idx="38">
                  <c:v>9.7170332932401653</c:v>
                </c:pt>
                <c:pt idx="39">
                  <c:v>9.3205029923706615</c:v>
                </c:pt>
                <c:pt idx="40">
                  <c:v>8.5531113927775646</c:v>
                </c:pt>
                <c:pt idx="41">
                  <c:v>7.7587553973901784</c:v>
                </c:pt>
                <c:pt idx="42">
                  <c:v>10.089215369300289</c:v>
                </c:pt>
                <c:pt idx="43">
                  <c:v>12.455488261808</c:v>
                </c:pt>
                <c:pt idx="44">
                  <c:v>12.08175499393497</c:v>
                </c:pt>
                <c:pt idx="45">
                  <c:v>8.5383737052212965</c:v>
                </c:pt>
                <c:pt idx="46">
                  <c:v>11.992623739077731</c:v>
                </c:pt>
                <c:pt idx="47">
                  <c:v>9.3870159173823549</c:v>
                </c:pt>
                <c:pt idx="48">
                  <c:v>7.7313117765026744</c:v>
                </c:pt>
                <c:pt idx="49">
                  <c:v>8.5270609405116637</c:v>
                </c:pt>
                <c:pt idx="50">
                  <c:v>8.2123175762607392</c:v>
                </c:pt>
                <c:pt idx="51">
                  <c:v>7.5642084163331091</c:v>
                </c:pt>
                <c:pt idx="52">
                  <c:v>6.8540739536957274</c:v>
                </c:pt>
                <c:pt idx="53">
                  <c:v>6.3669208674273721</c:v>
                </c:pt>
                <c:pt idx="54">
                  <c:v>5.9532568489479996</c:v>
                </c:pt>
                <c:pt idx="55">
                  <c:v>6.2588784237154842</c:v>
                </c:pt>
                <c:pt idx="56">
                  <c:v>5.9928087050483363</c:v>
                </c:pt>
                <c:pt idx="57">
                  <c:v>5.5058475455772626</c:v>
                </c:pt>
                <c:pt idx="58">
                  <c:v>5.1243761321065948</c:v>
                </c:pt>
                <c:pt idx="59">
                  <c:v>4.6564110748340282</c:v>
                </c:pt>
                <c:pt idx="60">
                  <c:v>4.5265935024469641</c:v>
                </c:pt>
                <c:pt idx="61">
                  <c:v>4.6839200198673563</c:v>
                </c:pt>
                <c:pt idx="62">
                  <c:v>5.3042333551089111</c:v>
                </c:pt>
                <c:pt idx="63">
                  <c:v>5.6237214458284468</c:v>
                </c:pt>
                <c:pt idx="64">
                  <c:v>5.8384608291604358</c:v>
                </c:pt>
                <c:pt idx="65">
                  <c:v>5.4532823649330089</c:v>
                </c:pt>
                <c:pt idx="66">
                  <c:v>4.6013565404425698</c:v>
                </c:pt>
                <c:pt idx="67">
                  <c:v>4.7763580758458746</c:v>
                </c:pt>
                <c:pt idx="68">
                  <c:v>4.0585528643980746</c:v>
                </c:pt>
                <c:pt idx="69">
                  <c:v>4.2685558543184081</c:v>
                </c:pt>
                <c:pt idx="70">
                  <c:v>3.968824420332083</c:v>
                </c:pt>
                <c:pt idx="71">
                  <c:v>4.2047541401045034</c:v>
                </c:pt>
                <c:pt idx="72">
                  <c:v>4.3136574664608327</c:v>
                </c:pt>
                <c:pt idx="73">
                  <c:v>4.8957198072376009</c:v>
                </c:pt>
                <c:pt idx="74">
                  <c:v>4.8725755056365729</c:v>
                </c:pt>
                <c:pt idx="75">
                  <c:v>5.2372689629215881</c:v>
                </c:pt>
                <c:pt idx="76">
                  <c:v>4.8813917779718281</c:v>
                </c:pt>
                <c:pt idx="77">
                  <c:v>4.5881850782239972</c:v>
                </c:pt>
                <c:pt idx="78">
                  <c:v>4.6636080870315562</c:v>
                </c:pt>
                <c:pt idx="79">
                  <c:v>4.7056649596314406</c:v>
                </c:pt>
                <c:pt idx="80">
                  <c:v>5.1059232716955378</c:v>
                </c:pt>
                <c:pt idx="81">
                  <c:v>5.6633807890099392</c:v>
                </c:pt>
                <c:pt idx="82">
                  <c:v>5.6268083480502451</c:v>
                </c:pt>
                <c:pt idx="83">
                  <c:v>5.9045801849472559</c:v>
                </c:pt>
                <c:pt idx="84">
                  <c:v>5.4055745589647852</c:v>
                </c:pt>
                <c:pt idx="85">
                  <c:v>5.8003056000096684</c:v>
                </c:pt>
                <c:pt idx="86">
                  <c:v>6.0535465278542926</c:v>
                </c:pt>
                <c:pt idx="87">
                  <c:v>5.9291797579087948</c:v>
                </c:pt>
                <c:pt idx="88">
                  <c:v>5.760721975553265</c:v>
                </c:pt>
                <c:pt idx="89">
                  <c:v>5.3470693841341781</c:v>
                </c:pt>
                <c:pt idx="90">
                  <c:v>5.5698290618818982</c:v>
                </c:pt>
                <c:pt idx="91">
                  <c:v>5.2765135103870522</c:v>
                </c:pt>
                <c:pt idx="92">
                  <c:v>5.0063319172057508</c:v>
                </c:pt>
                <c:pt idx="93">
                  <c:v>4.5535405558601214</c:v>
                </c:pt>
                <c:pt idx="94">
                  <c:v>4.9948654360090918</c:v>
                </c:pt>
                <c:pt idx="95">
                  <c:v>5.0837992434551147</c:v>
                </c:pt>
                <c:pt idx="96">
                  <c:v>5.2718946837844918</c:v>
                </c:pt>
                <c:pt idx="97">
                  <c:v>5.1107316437200074</c:v>
                </c:pt>
                <c:pt idx="98">
                  <c:v>4.7903027820182862</c:v>
                </c:pt>
                <c:pt idx="99">
                  <c:v>4.9180399819109857</c:v>
                </c:pt>
                <c:pt idx="100">
                  <c:v>4.7994921700976887</c:v>
                </c:pt>
                <c:pt idx="101">
                  <c:v>4.966718910171009</c:v>
                </c:pt>
                <c:pt idx="102">
                  <c:v>5.1372914749280074</c:v>
                </c:pt>
                <c:pt idx="103">
                  <c:v>5.3271658939917224</c:v>
                </c:pt>
                <c:pt idx="104">
                  <c:v>5.2931456822894267</c:v>
                </c:pt>
                <c:pt idx="105">
                  <c:v>5.6717903504875968</c:v>
                </c:pt>
                <c:pt idx="106">
                  <c:v>5.2587764093958977</c:v>
                </c:pt>
                <c:pt idx="107">
                  <c:v>5.7999100930905509</c:v>
                </c:pt>
                <c:pt idx="108">
                  <c:v>6.1217090855481926</c:v>
                </c:pt>
                <c:pt idx="109">
                  <c:v>6.5574293117014548</c:v>
                </c:pt>
                <c:pt idx="110">
                  <c:v>6.8084493486967759</c:v>
                </c:pt>
                <c:pt idx="111">
                  <c:v>7.7582824994276693</c:v>
                </c:pt>
                <c:pt idx="112">
                  <c:v>8.1578147191155992</c:v>
                </c:pt>
                <c:pt idx="113">
                  <c:v>6.9063842878362989</c:v>
                </c:pt>
                <c:pt idx="114">
                  <c:v>6.1904953911098408</c:v>
                </c:pt>
                <c:pt idx="115">
                  <c:v>6.2998449965563799</c:v>
                </c:pt>
                <c:pt idx="116">
                  <c:v>5.9471009096207368</c:v>
                </c:pt>
                <c:pt idx="117">
                  <c:v>6.4739176944769383</c:v>
                </c:pt>
                <c:pt idx="118">
                  <c:v>6.5194995811277137</c:v>
                </c:pt>
                <c:pt idx="119">
                  <c:v>6.2908540555331447</c:v>
                </c:pt>
                <c:pt idx="120">
                  <c:v>6.4233319605966344</c:v>
                </c:pt>
                <c:pt idx="121">
                  <c:v>6.4442476735229439</c:v>
                </c:pt>
              </c:numCache>
            </c:numRef>
          </c:val>
          <c:smooth val="0"/>
          <c:extLst>
            <c:ext xmlns:c16="http://schemas.microsoft.com/office/drawing/2014/chart" uri="{C3380CC4-5D6E-409C-BE32-E72D297353CC}">
              <c16:uniqueId val="{00000000-F393-40C5-9DB6-E1E07B479346}"/>
            </c:ext>
          </c:extLst>
        </c:ser>
        <c:ser>
          <c:idx val="1"/>
          <c:order val="1"/>
          <c:tx>
            <c:v>10y avg.</c:v>
          </c:tx>
          <c:spPr>
            <a:ln w="19050">
              <a:solidFill>
                <a:srgbClr val="7E7E7E"/>
              </a:solidFill>
              <a:prstDash val="dash"/>
            </a:ln>
          </c:spPr>
          <c:marker>
            <c:symbol val="none"/>
          </c:marker>
          <c:cat>
            <c:numRef>
              <c:f>'P5'!$A$2:$A$123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'P5'!$C$2:$C$123</c:f>
              <c:numCache>
                <c:formatCode>0.0</c:formatCode>
                <c:ptCount val="122"/>
                <c:pt idx="0">
                  <c:v>7.3723807691035272</c:v>
                </c:pt>
                <c:pt idx="1">
                  <c:v>7.3723807691035272</c:v>
                </c:pt>
                <c:pt idx="2">
                  <c:v>7.3723807691035272</c:v>
                </c:pt>
                <c:pt idx="3">
                  <c:v>7.3723807691035272</c:v>
                </c:pt>
                <c:pt idx="4">
                  <c:v>7.3723807691035272</c:v>
                </c:pt>
                <c:pt idx="5">
                  <c:v>7.3723807691035272</c:v>
                </c:pt>
                <c:pt idx="6">
                  <c:v>7.3723807691035272</c:v>
                </c:pt>
                <c:pt idx="7">
                  <c:v>7.3723807691035272</c:v>
                </c:pt>
                <c:pt idx="8">
                  <c:v>7.3723807691035272</c:v>
                </c:pt>
                <c:pt idx="9">
                  <c:v>7.3723807691035272</c:v>
                </c:pt>
                <c:pt idx="10">
                  <c:v>7.3723807691035272</c:v>
                </c:pt>
                <c:pt idx="11">
                  <c:v>7.3723807691035272</c:v>
                </c:pt>
                <c:pt idx="12">
                  <c:v>7.3723807691035272</c:v>
                </c:pt>
                <c:pt idx="13">
                  <c:v>7.3723807691035272</c:v>
                </c:pt>
                <c:pt idx="14">
                  <c:v>7.3723807691035272</c:v>
                </c:pt>
                <c:pt idx="15">
                  <c:v>7.3723807691035272</c:v>
                </c:pt>
                <c:pt idx="16">
                  <c:v>7.3723807691035272</c:v>
                </c:pt>
                <c:pt idx="17">
                  <c:v>7.3723807691035272</c:v>
                </c:pt>
                <c:pt idx="18">
                  <c:v>7.3723807691035272</c:v>
                </c:pt>
                <c:pt idx="19">
                  <c:v>7.3723807691035272</c:v>
                </c:pt>
                <c:pt idx="20">
                  <c:v>7.3723807691035272</c:v>
                </c:pt>
                <c:pt idx="21">
                  <c:v>7.3723807691035272</c:v>
                </c:pt>
                <c:pt idx="22">
                  <c:v>7.3723807691035272</c:v>
                </c:pt>
                <c:pt idx="23">
                  <c:v>7.3723807691035272</c:v>
                </c:pt>
                <c:pt idx="24">
                  <c:v>7.3723807691035272</c:v>
                </c:pt>
                <c:pt idx="25">
                  <c:v>7.3723807691035272</c:v>
                </c:pt>
                <c:pt idx="26">
                  <c:v>7.3723807691035272</c:v>
                </c:pt>
                <c:pt idx="27">
                  <c:v>7.3723807691035272</c:v>
                </c:pt>
                <c:pt idx="28">
                  <c:v>7.3723807691035272</c:v>
                </c:pt>
                <c:pt idx="29">
                  <c:v>7.3723807691035272</c:v>
                </c:pt>
                <c:pt idx="30">
                  <c:v>7.3723807691035272</c:v>
                </c:pt>
                <c:pt idx="31">
                  <c:v>7.3723807691035272</c:v>
                </c:pt>
                <c:pt idx="32">
                  <c:v>7.3723807691035272</c:v>
                </c:pt>
                <c:pt idx="33">
                  <c:v>7.3723807691035272</c:v>
                </c:pt>
                <c:pt idx="34">
                  <c:v>7.3723807691035272</c:v>
                </c:pt>
                <c:pt idx="35">
                  <c:v>7.3723807691035272</c:v>
                </c:pt>
                <c:pt idx="36">
                  <c:v>7.3723807691035272</c:v>
                </c:pt>
                <c:pt idx="37">
                  <c:v>7.3723807691035272</c:v>
                </c:pt>
                <c:pt idx="38">
                  <c:v>7.3723807691035272</c:v>
                </c:pt>
                <c:pt idx="39">
                  <c:v>7.3723807691035272</c:v>
                </c:pt>
                <c:pt idx="40">
                  <c:v>7.3723807691035272</c:v>
                </c:pt>
                <c:pt idx="41">
                  <c:v>7.3723807691035272</c:v>
                </c:pt>
                <c:pt idx="42">
                  <c:v>7.3723807691035272</c:v>
                </c:pt>
                <c:pt idx="43">
                  <c:v>7.3723807691035272</c:v>
                </c:pt>
                <c:pt idx="44">
                  <c:v>7.3723807691035272</c:v>
                </c:pt>
                <c:pt idx="45">
                  <c:v>7.3723807691035272</c:v>
                </c:pt>
                <c:pt idx="46">
                  <c:v>7.3723807691035272</c:v>
                </c:pt>
                <c:pt idx="47">
                  <c:v>7.3723807691035272</c:v>
                </c:pt>
                <c:pt idx="48">
                  <c:v>7.3723807691035272</c:v>
                </c:pt>
                <c:pt idx="49">
                  <c:v>7.3723807691035272</c:v>
                </c:pt>
                <c:pt idx="50">
                  <c:v>7.3723807691035272</c:v>
                </c:pt>
                <c:pt idx="51">
                  <c:v>7.3723807691035272</c:v>
                </c:pt>
                <c:pt idx="52">
                  <c:v>7.3723807691035272</c:v>
                </c:pt>
                <c:pt idx="53">
                  <c:v>7.3723807691035272</c:v>
                </c:pt>
                <c:pt idx="54">
                  <c:v>7.3723807691035272</c:v>
                </c:pt>
                <c:pt idx="55">
                  <c:v>7.3723807691035272</c:v>
                </c:pt>
                <c:pt idx="56">
                  <c:v>7.3723807691035272</c:v>
                </c:pt>
                <c:pt idx="57">
                  <c:v>7.3723807691035272</c:v>
                </c:pt>
                <c:pt idx="58">
                  <c:v>7.3723807691035272</c:v>
                </c:pt>
                <c:pt idx="59">
                  <c:v>7.3723807691035272</c:v>
                </c:pt>
                <c:pt idx="60">
                  <c:v>7.3723807691035272</c:v>
                </c:pt>
                <c:pt idx="61">
                  <c:v>7.3723807691035272</c:v>
                </c:pt>
                <c:pt idx="62">
                  <c:v>7.3723807691035272</c:v>
                </c:pt>
                <c:pt idx="63">
                  <c:v>7.3723807691035272</c:v>
                </c:pt>
                <c:pt idx="64">
                  <c:v>7.3723807691035272</c:v>
                </c:pt>
                <c:pt idx="65">
                  <c:v>7.3723807691035272</c:v>
                </c:pt>
                <c:pt idx="66">
                  <c:v>7.3723807691035272</c:v>
                </c:pt>
                <c:pt idx="67">
                  <c:v>7.3723807691035272</c:v>
                </c:pt>
                <c:pt idx="68">
                  <c:v>7.3723807691035272</c:v>
                </c:pt>
                <c:pt idx="69">
                  <c:v>7.3723807691035272</c:v>
                </c:pt>
                <c:pt idx="70">
                  <c:v>7.3723807691035272</c:v>
                </c:pt>
                <c:pt idx="71">
                  <c:v>7.3723807691035272</c:v>
                </c:pt>
                <c:pt idx="72">
                  <c:v>7.3723807691035272</c:v>
                </c:pt>
                <c:pt idx="73">
                  <c:v>7.3723807691035272</c:v>
                </c:pt>
                <c:pt idx="74">
                  <c:v>7.3723807691035272</c:v>
                </c:pt>
                <c:pt idx="75">
                  <c:v>7.3723807691035272</c:v>
                </c:pt>
                <c:pt idx="76">
                  <c:v>7.3723807691035272</c:v>
                </c:pt>
                <c:pt idx="77">
                  <c:v>7.3723807691035272</c:v>
                </c:pt>
                <c:pt idx="78">
                  <c:v>7.3723807691035272</c:v>
                </c:pt>
                <c:pt idx="79">
                  <c:v>7.3723807691035272</c:v>
                </c:pt>
                <c:pt idx="80">
                  <c:v>7.3723807691035272</c:v>
                </c:pt>
                <c:pt idx="81">
                  <c:v>7.3723807691035272</c:v>
                </c:pt>
                <c:pt idx="82">
                  <c:v>7.3723807691035272</c:v>
                </c:pt>
                <c:pt idx="83">
                  <c:v>7.3723807691035272</c:v>
                </c:pt>
                <c:pt idx="84">
                  <c:v>7.3723807691035272</c:v>
                </c:pt>
                <c:pt idx="85">
                  <c:v>7.3723807691035272</c:v>
                </c:pt>
                <c:pt idx="86">
                  <c:v>7.3723807691035272</c:v>
                </c:pt>
                <c:pt idx="87">
                  <c:v>7.3723807691035272</c:v>
                </c:pt>
                <c:pt idx="88">
                  <c:v>7.3723807691035272</c:v>
                </c:pt>
                <c:pt idx="89">
                  <c:v>7.3723807691035272</c:v>
                </c:pt>
                <c:pt idx="90">
                  <c:v>7.3723807691035272</c:v>
                </c:pt>
                <c:pt idx="91">
                  <c:v>7.3723807691035272</c:v>
                </c:pt>
                <c:pt idx="92">
                  <c:v>7.3723807691035272</c:v>
                </c:pt>
                <c:pt idx="93">
                  <c:v>7.3723807691035272</c:v>
                </c:pt>
                <c:pt idx="94">
                  <c:v>7.3723807691035272</c:v>
                </c:pt>
                <c:pt idx="95">
                  <c:v>7.3723807691035272</c:v>
                </c:pt>
                <c:pt idx="96">
                  <c:v>7.3723807691035272</c:v>
                </c:pt>
                <c:pt idx="97">
                  <c:v>7.3723807691035272</c:v>
                </c:pt>
                <c:pt idx="98">
                  <c:v>7.3723807691035272</c:v>
                </c:pt>
                <c:pt idx="99">
                  <c:v>7.3723807691035272</c:v>
                </c:pt>
                <c:pt idx="100">
                  <c:v>7.3723807691035272</c:v>
                </c:pt>
                <c:pt idx="101">
                  <c:v>7.3723807691035272</c:v>
                </c:pt>
                <c:pt idx="102">
                  <c:v>7.3723807691035272</c:v>
                </c:pt>
                <c:pt idx="103">
                  <c:v>7.3723807691035272</c:v>
                </c:pt>
                <c:pt idx="104">
                  <c:v>7.3723807691035272</c:v>
                </c:pt>
                <c:pt idx="105">
                  <c:v>7.3723807691035272</c:v>
                </c:pt>
                <c:pt idx="106">
                  <c:v>7.3723807691035272</c:v>
                </c:pt>
                <c:pt idx="107">
                  <c:v>7.3723807691035272</c:v>
                </c:pt>
                <c:pt idx="108">
                  <c:v>7.3723807691035272</c:v>
                </c:pt>
                <c:pt idx="109">
                  <c:v>7.3723807691035272</c:v>
                </c:pt>
                <c:pt idx="110">
                  <c:v>7.3723807691035272</c:v>
                </c:pt>
                <c:pt idx="111">
                  <c:v>7.3723807691035272</c:v>
                </c:pt>
                <c:pt idx="112">
                  <c:v>7.3723807691035272</c:v>
                </c:pt>
                <c:pt idx="113">
                  <c:v>7.3723807691035272</c:v>
                </c:pt>
                <c:pt idx="114">
                  <c:v>7.3723807691035272</c:v>
                </c:pt>
                <c:pt idx="115">
                  <c:v>7.3723807691035272</c:v>
                </c:pt>
                <c:pt idx="116">
                  <c:v>7.3723807691035272</c:v>
                </c:pt>
                <c:pt idx="117">
                  <c:v>7.3723807691035272</c:v>
                </c:pt>
                <c:pt idx="118">
                  <c:v>7.3723807691035272</c:v>
                </c:pt>
                <c:pt idx="119">
                  <c:v>7.3723807691035272</c:v>
                </c:pt>
                <c:pt idx="120">
                  <c:v>7.3723807691035272</c:v>
                </c:pt>
                <c:pt idx="121">
                  <c:v>7.3723807691035272</c:v>
                </c:pt>
              </c:numCache>
            </c:numRef>
          </c:val>
          <c:smooth val="0"/>
          <c:extLst>
            <c:ext xmlns:c16="http://schemas.microsoft.com/office/drawing/2014/chart" uri="{C3380CC4-5D6E-409C-BE32-E72D297353CC}">
              <c16:uniqueId val="{00000001-F393-40C5-9DB6-E1E07B479346}"/>
            </c:ext>
          </c:extLst>
        </c:ser>
        <c:ser>
          <c:idx val="2"/>
          <c:order val="2"/>
          <c:tx>
            <c:v>+1 std. dev.</c:v>
          </c:tx>
          <c:spPr>
            <a:ln w="19050">
              <a:solidFill>
                <a:srgbClr val="8EB3DF"/>
              </a:solidFill>
              <a:prstDash val="dash"/>
            </a:ln>
          </c:spPr>
          <c:marker>
            <c:symbol val="none"/>
          </c:marker>
          <c:cat>
            <c:numRef>
              <c:f>'P5'!$A$2:$A$123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'P5'!$D$2:$D$123</c:f>
              <c:numCache>
                <c:formatCode>0.0</c:formatCode>
                <c:ptCount val="122"/>
                <c:pt idx="0">
                  <c:v>10.020111885895361</c:v>
                </c:pt>
                <c:pt idx="1">
                  <c:v>10.020111885895361</c:v>
                </c:pt>
                <c:pt idx="2">
                  <c:v>10.020111885895361</c:v>
                </c:pt>
                <c:pt idx="3">
                  <c:v>10.020111885895361</c:v>
                </c:pt>
                <c:pt idx="4">
                  <c:v>10.020111885895361</c:v>
                </c:pt>
                <c:pt idx="5">
                  <c:v>10.020111885895361</c:v>
                </c:pt>
                <c:pt idx="6">
                  <c:v>10.020111885895361</c:v>
                </c:pt>
                <c:pt idx="7">
                  <c:v>10.020111885895361</c:v>
                </c:pt>
                <c:pt idx="8">
                  <c:v>10.020111885895361</c:v>
                </c:pt>
                <c:pt idx="9">
                  <c:v>10.020111885895361</c:v>
                </c:pt>
                <c:pt idx="10">
                  <c:v>10.020111885895361</c:v>
                </c:pt>
                <c:pt idx="11">
                  <c:v>10.020111885895361</c:v>
                </c:pt>
                <c:pt idx="12">
                  <c:v>10.020111885895361</c:v>
                </c:pt>
                <c:pt idx="13">
                  <c:v>10.020111885895361</c:v>
                </c:pt>
                <c:pt idx="14">
                  <c:v>10.020111885895361</c:v>
                </c:pt>
                <c:pt idx="15">
                  <c:v>10.020111885895361</c:v>
                </c:pt>
                <c:pt idx="16">
                  <c:v>10.020111885895361</c:v>
                </c:pt>
                <c:pt idx="17">
                  <c:v>10.020111885895361</c:v>
                </c:pt>
                <c:pt idx="18">
                  <c:v>10.020111885895361</c:v>
                </c:pt>
                <c:pt idx="19">
                  <c:v>10.020111885895361</c:v>
                </c:pt>
                <c:pt idx="20">
                  <c:v>10.020111885895361</c:v>
                </c:pt>
                <c:pt idx="21">
                  <c:v>10.020111885895361</c:v>
                </c:pt>
                <c:pt idx="22">
                  <c:v>10.020111885895361</c:v>
                </c:pt>
                <c:pt idx="23">
                  <c:v>10.020111885895361</c:v>
                </c:pt>
                <c:pt idx="24">
                  <c:v>10.020111885895361</c:v>
                </c:pt>
                <c:pt idx="25">
                  <c:v>10.020111885895361</c:v>
                </c:pt>
                <c:pt idx="26">
                  <c:v>10.020111885895361</c:v>
                </c:pt>
                <c:pt idx="27">
                  <c:v>10.020111885895361</c:v>
                </c:pt>
                <c:pt idx="28">
                  <c:v>10.020111885895361</c:v>
                </c:pt>
                <c:pt idx="29">
                  <c:v>10.020111885895361</c:v>
                </c:pt>
                <c:pt idx="30">
                  <c:v>10.020111885895361</c:v>
                </c:pt>
                <c:pt idx="31">
                  <c:v>10.020111885895361</c:v>
                </c:pt>
                <c:pt idx="32">
                  <c:v>10.020111885895361</c:v>
                </c:pt>
                <c:pt idx="33">
                  <c:v>10.020111885895361</c:v>
                </c:pt>
                <c:pt idx="34">
                  <c:v>10.020111885895361</c:v>
                </c:pt>
                <c:pt idx="35">
                  <c:v>10.020111885895361</c:v>
                </c:pt>
                <c:pt idx="36">
                  <c:v>10.020111885895361</c:v>
                </c:pt>
                <c:pt idx="37">
                  <c:v>10.020111885895361</c:v>
                </c:pt>
                <c:pt idx="38">
                  <c:v>10.020111885895361</c:v>
                </c:pt>
                <c:pt idx="39">
                  <c:v>10.020111885895361</c:v>
                </c:pt>
                <c:pt idx="40">
                  <c:v>10.020111885895361</c:v>
                </c:pt>
                <c:pt idx="41">
                  <c:v>10.020111885895361</c:v>
                </c:pt>
                <c:pt idx="42">
                  <c:v>10.020111885895361</c:v>
                </c:pt>
                <c:pt idx="43">
                  <c:v>10.020111885895361</c:v>
                </c:pt>
                <c:pt idx="44">
                  <c:v>10.020111885895361</c:v>
                </c:pt>
                <c:pt idx="45">
                  <c:v>10.020111885895361</c:v>
                </c:pt>
                <c:pt idx="46">
                  <c:v>10.020111885895361</c:v>
                </c:pt>
                <c:pt idx="47">
                  <c:v>10.020111885895361</c:v>
                </c:pt>
                <c:pt idx="48">
                  <c:v>10.020111885895361</c:v>
                </c:pt>
                <c:pt idx="49">
                  <c:v>10.020111885895361</c:v>
                </c:pt>
                <c:pt idx="50">
                  <c:v>10.020111885895361</c:v>
                </c:pt>
                <c:pt idx="51">
                  <c:v>10.020111885895361</c:v>
                </c:pt>
                <c:pt idx="52">
                  <c:v>10.020111885895361</c:v>
                </c:pt>
                <c:pt idx="53">
                  <c:v>10.020111885895361</c:v>
                </c:pt>
                <c:pt idx="54">
                  <c:v>10.020111885895361</c:v>
                </c:pt>
                <c:pt idx="55">
                  <c:v>10.020111885895361</c:v>
                </c:pt>
                <c:pt idx="56">
                  <c:v>10.020111885895361</c:v>
                </c:pt>
                <c:pt idx="57">
                  <c:v>10.020111885895361</c:v>
                </c:pt>
                <c:pt idx="58">
                  <c:v>10.020111885895361</c:v>
                </c:pt>
                <c:pt idx="59">
                  <c:v>10.020111885895361</c:v>
                </c:pt>
                <c:pt idx="60">
                  <c:v>10.020111885895361</c:v>
                </c:pt>
                <c:pt idx="61">
                  <c:v>10.020111885895361</c:v>
                </c:pt>
                <c:pt idx="62">
                  <c:v>10.020111885895361</c:v>
                </c:pt>
                <c:pt idx="63">
                  <c:v>10.020111885895361</c:v>
                </c:pt>
                <c:pt idx="64">
                  <c:v>10.020111885895361</c:v>
                </c:pt>
                <c:pt idx="65">
                  <c:v>10.020111885895361</c:v>
                </c:pt>
                <c:pt idx="66">
                  <c:v>10.020111885895361</c:v>
                </c:pt>
                <c:pt idx="67">
                  <c:v>10.020111885895361</c:v>
                </c:pt>
                <c:pt idx="68">
                  <c:v>10.020111885895361</c:v>
                </c:pt>
                <c:pt idx="69">
                  <c:v>10.020111885895361</c:v>
                </c:pt>
                <c:pt idx="70">
                  <c:v>10.020111885895361</c:v>
                </c:pt>
                <c:pt idx="71">
                  <c:v>10.020111885895361</c:v>
                </c:pt>
                <c:pt idx="72">
                  <c:v>10.020111885895361</c:v>
                </c:pt>
                <c:pt idx="73">
                  <c:v>10.020111885895361</c:v>
                </c:pt>
                <c:pt idx="74">
                  <c:v>10.020111885895361</c:v>
                </c:pt>
                <c:pt idx="75">
                  <c:v>10.020111885895361</c:v>
                </c:pt>
                <c:pt idx="76">
                  <c:v>10.020111885895361</c:v>
                </c:pt>
                <c:pt idx="77">
                  <c:v>10.020111885895361</c:v>
                </c:pt>
                <c:pt idx="78">
                  <c:v>10.020111885895361</c:v>
                </c:pt>
                <c:pt idx="79">
                  <c:v>10.020111885895361</c:v>
                </c:pt>
                <c:pt idx="80">
                  <c:v>10.020111885895361</c:v>
                </c:pt>
                <c:pt idx="81">
                  <c:v>10.020111885895361</c:v>
                </c:pt>
                <c:pt idx="82">
                  <c:v>10.020111885895361</c:v>
                </c:pt>
                <c:pt idx="83">
                  <c:v>10.020111885895361</c:v>
                </c:pt>
                <c:pt idx="84">
                  <c:v>10.020111885895361</c:v>
                </c:pt>
                <c:pt idx="85">
                  <c:v>10.020111885895361</c:v>
                </c:pt>
                <c:pt idx="86">
                  <c:v>10.020111885895361</c:v>
                </c:pt>
                <c:pt idx="87">
                  <c:v>10.020111885895361</c:v>
                </c:pt>
                <c:pt idx="88">
                  <c:v>10.020111885895361</c:v>
                </c:pt>
                <c:pt idx="89">
                  <c:v>10.020111885895361</c:v>
                </c:pt>
                <c:pt idx="90">
                  <c:v>10.020111885895361</c:v>
                </c:pt>
                <c:pt idx="91">
                  <c:v>10.020111885895361</c:v>
                </c:pt>
                <c:pt idx="92">
                  <c:v>10.020111885895361</c:v>
                </c:pt>
                <c:pt idx="93">
                  <c:v>10.020111885895361</c:v>
                </c:pt>
                <c:pt idx="94">
                  <c:v>10.020111885895361</c:v>
                </c:pt>
                <c:pt idx="95">
                  <c:v>10.020111885895361</c:v>
                </c:pt>
                <c:pt idx="96">
                  <c:v>10.020111885895361</c:v>
                </c:pt>
                <c:pt idx="97">
                  <c:v>10.020111885895361</c:v>
                </c:pt>
                <c:pt idx="98">
                  <c:v>10.020111885895361</c:v>
                </c:pt>
                <c:pt idx="99">
                  <c:v>10.020111885895361</c:v>
                </c:pt>
                <c:pt idx="100">
                  <c:v>10.020111885895361</c:v>
                </c:pt>
                <c:pt idx="101">
                  <c:v>10.020111885895361</c:v>
                </c:pt>
                <c:pt idx="102">
                  <c:v>10.020111885895361</c:v>
                </c:pt>
                <c:pt idx="103">
                  <c:v>10.020111885895361</c:v>
                </c:pt>
                <c:pt idx="104">
                  <c:v>10.020111885895361</c:v>
                </c:pt>
                <c:pt idx="105">
                  <c:v>10.020111885895361</c:v>
                </c:pt>
                <c:pt idx="106">
                  <c:v>10.020111885895361</c:v>
                </c:pt>
                <c:pt idx="107">
                  <c:v>10.020111885895361</c:v>
                </c:pt>
                <c:pt idx="108">
                  <c:v>10.020111885895361</c:v>
                </c:pt>
                <c:pt idx="109">
                  <c:v>10.020111885895361</c:v>
                </c:pt>
                <c:pt idx="110">
                  <c:v>10.020111885895361</c:v>
                </c:pt>
                <c:pt idx="111">
                  <c:v>10.020111885895361</c:v>
                </c:pt>
                <c:pt idx="112">
                  <c:v>10.020111885895361</c:v>
                </c:pt>
                <c:pt idx="113">
                  <c:v>10.020111885895361</c:v>
                </c:pt>
                <c:pt idx="114">
                  <c:v>10.020111885895361</c:v>
                </c:pt>
                <c:pt idx="115">
                  <c:v>10.020111885895361</c:v>
                </c:pt>
                <c:pt idx="116">
                  <c:v>10.020111885895361</c:v>
                </c:pt>
                <c:pt idx="117">
                  <c:v>10.020111885895361</c:v>
                </c:pt>
                <c:pt idx="118">
                  <c:v>10.020111885895361</c:v>
                </c:pt>
                <c:pt idx="119">
                  <c:v>10.020111885895361</c:v>
                </c:pt>
                <c:pt idx="120">
                  <c:v>10.020111885895361</c:v>
                </c:pt>
                <c:pt idx="121">
                  <c:v>10.020111885895361</c:v>
                </c:pt>
              </c:numCache>
            </c:numRef>
          </c:val>
          <c:smooth val="0"/>
          <c:extLst>
            <c:ext xmlns:c16="http://schemas.microsoft.com/office/drawing/2014/chart" uri="{C3380CC4-5D6E-409C-BE32-E72D297353CC}">
              <c16:uniqueId val="{00000002-F393-40C5-9DB6-E1E07B479346}"/>
            </c:ext>
          </c:extLst>
        </c:ser>
        <c:ser>
          <c:idx val="3"/>
          <c:order val="3"/>
          <c:tx>
            <c:v>±1 std. dev.</c:v>
          </c:tx>
          <c:spPr>
            <a:ln w="19050">
              <a:solidFill>
                <a:srgbClr val="8EB3DF"/>
              </a:solidFill>
              <a:prstDash val="dash"/>
            </a:ln>
          </c:spPr>
          <c:marker>
            <c:symbol val="none"/>
          </c:marker>
          <c:cat>
            <c:numRef>
              <c:f>'P5'!$A$2:$A$123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'P5'!$E$2:$E$123</c:f>
              <c:numCache>
                <c:formatCode>0.0</c:formatCode>
                <c:ptCount val="122"/>
                <c:pt idx="0">
                  <c:v>4.7246496523116903</c:v>
                </c:pt>
                <c:pt idx="1">
                  <c:v>4.7246496523116903</c:v>
                </c:pt>
                <c:pt idx="2">
                  <c:v>4.7246496523116903</c:v>
                </c:pt>
                <c:pt idx="3">
                  <c:v>4.7246496523116903</c:v>
                </c:pt>
                <c:pt idx="4">
                  <c:v>4.7246496523116903</c:v>
                </c:pt>
                <c:pt idx="5">
                  <c:v>4.7246496523116903</c:v>
                </c:pt>
                <c:pt idx="6">
                  <c:v>4.7246496523116903</c:v>
                </c:pt>
                <c:pt idx="7">
                  <c:v>4.7246496523116903</c:v>
                </c:pt>
                <c:pt idx="8">
                  <c:v>4.7246496523116903</c:v>
                </c:pt>
                <c:pt idx="9">
                  <c:v>4.7246496523116903</c:v>
                </c:pt>
                <c:pt idx="10">
                  <c:v>4.7246496523116903</c:v>
                </c:pt>
                <c:pt idx="11">
                  <c:v>4.7246496523116903</c:v>
                </c:pt>
                <c:pt idx="12">
                  <c:v>4.7246496523116903</c:v>
                </c:pt>
                <c:pt idx="13">
                  <c:v>4.7246496523116903</c:v>
                </c:pt>
                <c:pt idx="14">
                  <c:v>4.7246496523116903</c:v>
                </c:pt>
                <c:pt idx="15">
                  <c:v>4.7246496523116903</c:v>
                </c:pt>
                <c:pt idx="16">
                  <c:v>4.7246496523116903</c:v>
                </c:pt>
                <c:pt idx="17">
                  <c:v>4.7246496523116903</c:v>
                </c:pt>
                <c:pt idx="18">
                  <c:v>4.7246496523116903</c:v>
                </c:pt>
                <c:pt idx="19">
                  <c:v>4.7246496523116903</c:v>
                </c:pt>
                <c:pt idx="20">
                  <c:v>4.7246496523116903</c:v>
                </c:pt>
                <c:pt idx="21">
                  <c:v>4.7246496523116903</c:v>
                </c:pt>
                <c:pt idx="22">
                  <c:v>4.7246496523116903</c:v>
                </c:pt>
                <c:pt idx="23">
                  <c:v>4.7246496523116903</c:v>
                </c:pt>
                <c:pt idx="24">
                  <c:v>4.7246496523116903</c:v>
                </c:pt>
                <c:pt idx="25">
                  <c:v>4.7246496523116903</c:v>
                </c:pt>
                <c:pt idx="26">
                  <c:v>4.7246496523116903</c:v>
                </c:pt>
                <c:pt idx="27">
                  <c:v>4.7246496523116903</c:v>
                </c:pt>
                <c:pt idx="28">
                  <c:v>4.7246496523116903</c:v>
                </c:pt>
                <c:pt idx="29">
                  <c:v>4.7246496523116903</c:v>
                </c:pt>
                <c:pt idx="30">
                  <c:v>4.7246496523116903</c:v>
                </c:pt>
                <c:pt idx="31">
                  <c:v>4.7246496523116903</c:v>
                </c:pt>
                <c:pt idx="32">
                  <c:v>4.7246496523116903</c:v>
                </c:pt>
                <c:pt idx="33">
                  <c:v>4.7246496523116903</c:v>
                </c:pt>
                <c:pt idx="34">
                  <c:v>4.7246496523116903</c:v>
                </c:pt>
                <c:pt idx="35">
                  <c:v>4.7246496523116903</c:v>
                </c:pt>
                <c:pt idx="36">
                  <c:v>4.7246496523116903</c:v>
                </c:pt>
                <c:pt idx="37">
                  <c:v>4.7246496523116903</c:v>
                </c:pt>
                <c:pt idx="38">
                  <c:v>4.7246496523116903</c:v>
                </c:pt>
                <c:pt idx="39">
                  <c:v>4.7246496523116903</c:v>
                </c:pt>
                <c:pt idx="40">
                  <c:v>4.7246496523116903</c:v>
                </c:pt>
                <c:pt idx="41">
                  <c:v>4.7246496523116903</c:v>
                </c:pt>
                <c:pt idx="42">
                  <c:v>4.7246496523116903</c:v>
                </c:pt>
                <c:pt idx="43">
                  <c:v>4.7246496523116903</c:v>
                </c:pt>
                <c:pt idx="44">
                  <c:v>4.7246496523116903</c:v>
                </c:pt>
                <c:pt idx="45">
                  <c:v>4.7246496523116903</c:v>
                </c:pt>
                <c:pt idx="46">
                  <c:v>4.7246496523116903</c:v>
                </c:pt>
                <c:pt idx="47">
                  <c:v>4.7246496523116903</c:v>
                </c:pt>
                <c:pt idx="48">
                  <c:v>4.7246496523116903</c:v>
                </c:pt>
                <c:pt idx="49">
                  <c:v>4.7246496523116903</c:v>
                </c:pt>
                <c:pt idx="50">
                  <c:v>4.7246496523116903</c:v>
                </c:pt>
                <c:pt idx="51">
                  <c:v>4.7246496523116903</c:v>
                </c:pt>
                <c:pt idx="52">
                  <c:v>4.7246496523116903</c:v>
                </c:pt>
                <c:pt idx="53">
                  <c:v>4.7246496523116903</c:v>
                </c:pt>
                <c:pt idx="54">
                  <c:v>4.7246496523116903</c:v>
                </c:pt>
                <c:pt idx="55">
                  <c:v>4.7246496523116903</c:v>
                </c:pt>
                <c:pt idx="56">
                  <c:v>4.7246496523116903</c:v>
                </c:pt>
                <c:pt idx="57">
                  <c:v>4.7246496523116903</c:v>
                </c:pt>
                <c:pt idx="58">
                  <c:v>4.7246496523116903</c:v>
                </c:pt>
                <c:pt idx="59">
                  <c:v>4.7246496523116903</c:v>
                </c:pt>
                <c:pt idx="60">
                  <c:v>4.7246496523116903</c:v>
                </c:pt>
                <c:pt idx="61">
                  <c:v>4.7246496523116903</c:v>
                </c:pt>
                <c:pt idx="62">
                  <c:v>4.7246496523116903</c:v>
                </c:pt>
                <c:pt idx="63">
                  <c:v>4.7246496523116903</c:v>
                </c:pt>
                <c:pt idx="64">
                  <c:v>4.7246496523116903</c:v>
                </c:pt>
                <c:pt idx="65">
                  <c:v>4.7246496523116903</c:v>
                </c:pt>
                <c:pt idx="66">
                  <c:v>4.7246496523116903</c:v>
                </c:pt>
                <c:pt idx="67">
                  <c:v>4.7246496523116903</c:v>
                </c:pt>
                <c:pt idx="68">
                  <c:v>4.7246496523116903</c:v>
                </c:pt>
                <c:pt idx="69">
                  <c:v>4.7246496523116903</c:v>
                </c:pt>
                <c:pt idx="70">
                  <c:v>4.7246496523116903</c:v>
                </c:pt>
                <c:pt idx="71">
                  <c:v>4.7246496523116903</c:v>
                </c:pt>
                <c:pt idx="72">
                  <c:v>4.7246496523116903</c:v>
                </c:pt>
                <c:pt idx="73">
                  <c:v>4.7246496523116903</c:v>
                </c:pt>
                <c:pt idx="74">
                  <c:v>4.7246496523116903</c:v>
                </c:pt>
                <c:pt idx="75">
                  <c:v>4.7246496523116903</c:v>
                </c:pt>
                <c:pt idx="76">
                  <c:v>4.7246496523116903</c:v>
                </c:pt>
                <c:pt idx="77">
                  <c:v>4.7246496523116903</c:v>
                </c:pt>
                <c:pt idx="78">
                  <c:v>4.7246496523116903</c:v>
                </c:pt>
                <c:pt idx="79">
                  <c:v>4.7246496523116903</c:v>
                </c:pt>
                <c:pt idx="80">
                  <c:v>4.7246496523116903</c:v>
                </c:pt>
                <c:pt idx="81">
                  <c:v>4.7246496523116903</c:v>
                </c:pt>
                <c:pt idx="82">
                  <c:v>4.7246496523116903</c:v>
                </c:pt>
                <c:pt idx="83">
                  <c:v>4.7246496523116903</c:v>
                </c:pt>
                <c:pt idx="84">
                  <c:v>4.7246496523116903</c:v>
                </c:pt>
                <c:pt idx="85">
                  <c:v>4.7246496523116903</c:v>
                </c:pt>
                <c:pt idx="86">
                  <c:v>4.7246496523116903</c:v>
                </c:pt>
                <c:pt idx="87">
                  <c:v>4.7246496523116903</c:v>
                </c:pt>
                <c:pt idx="88">
                  <c:v>4.7246496523116903</c:v>
                </c:pt>
                <c:pt idx="89">
                  <c:v>4.7246496523116903</c:v>
                </c:pt>
                <c:pt idx="90">
                  <c:v>4.7246496523116903</c:v>
                </c:pt>
                <c:pt idx="91">
                  <c:v>4.7246496523116903</c:v>
                </c:pt>
                <c:pt idx="92">
                  <c:v>4.7246496523116903</c:v>
                </c:pt>
                <c:pt idx="93">
                  <c:v>4.7246496523116903</c:v>
                </c:pt>
                <c:pt idx="94">
                  <c:v>4.7246496523116903</c:v>
                </c:pt>
                <c:pt idx="95">
                  <c:v>4.7246496523116903</c:v>
                </c:pt>
                <c:pt idx="96">
                  <c:v>4.7246496523116903</c:v>
                </c:pt>
                <c:pt idx="97">
                  <c:v>4.7246496523116903</c:v>
                </c:pt>
                <c:pt idx="98">
                  <c:v>4.7246496523116903</c:v>
                </c:pt>
                <c:pt idx="99">
                  <c:v>4.7246496523116903</c:v>
                </c:pt>
                <c:pt idx="100">
                  <c:v>4.7246496523116903</c:v>
                </c:pt>
                <c:pt idx="101">
                  <c:v>4.7246496523116903</c:v>
                </c:pt>
                <c:pt idx="102">
                  <c:v>4.7246496523116903</c:v>
                </c:pt>
                <c:pt idx="103">
                  <c:v>4.7246496523116903</c:v>
                </c:pt>
                <c:pt idx="104">
                  <c:v>4.7246496523116903</c:v>
                </c:pt>
                <c:pt idx="105">
                  <c:v>4.7246496523116903</c:v>
                </c:pt>
                <c:pt idx="106">
                  <c:v>4.7246496523116903</c:v>
                </c:pt>
                <c:pt idx="107">
                  <c:v>4.7246496523116903</c:v>
                </c:pt>
                <c:pt idx="108">
                  <c:v>4.7246496523116903</c:v>
                </c:pt>
                <c:pt idx="109">
                  <c:v>4.7246496523116903</c:v>
                </c:pt>
                <c:pt idx="110">
                  <c:v>4.7246496523116903</c:v>
                </c:pt>
                <c:pt idx="111">
                  <c:v>4.7246496523116903</c:v>
                </c:pt>
                <c:pt idx="112">
                  <c:v>4.7246496523116903</c:v>
                </c:pt>
                <c:pt idx="113">
                  <c:v>4.7246496523116903</c:v>
                </c:pt>
                <c:pt idx="114">
                  <c:v>4.7246496523116903</c:v>
                </c:pt>
                <c:pt idx="115">
                  <c:v>4.7246496523116903</c:v>
                </c:pt>
                <c:pt idx="116">
                  <c:v>4.7246496523116903</c:v>
                </c:pt>
                <c:pt idx="117">
                  <c:v>4.7246496523116903</c:v>
                </c:pt>
                <c:pt idx="118">
                  <c:v>4.7246496523116903</c:v>
                </c:pt>
                <c:pt idx="119">
                  <c:v>4.7246496523116903</c:v>
                </c:pt>
                <c:pt idx="120">
                  <c:v>4.7246496523116903</c:v>
                </c:pt>
                <c:pt idx="121">
                  <c:v>4.7246496523116903</c:v>
                </c:pt>
              </c:numCache>
            </c:numRef>
          </c:val>
          <c:smooth val="0"/>
          <c:extLst>
            <c:ext xmlns:c16="http://schemas.microsoft.com/office/drawing/2014/chart" uri="{C3380CC4-5D6E-409C-BE32-E72D297353CC}">
              <c16:uniqueId val="{00000003-F393-40C5-9DB6-E1E07B479346}"/>
            </c:ext>
          </c:extLst>
        </c:ser>
        <c:dLbls>
          <c:showLegendKey val="0"/>
          <c:showVal val="0"/>
          <c:showCatName val="0"/>
          <c:showSerName val="0"/>
          <c:showPercent val="0"/>
          <c:showBubbleSize val="0"/>
        </c:dLbls>
        <c:smooth val="0"/>
        <c:axId val="50050001"/>
        <c:axId val="50050002"/>
      </c:lineChart>
      <c:dateAx>
        <c:axId val="50050001"/>
        <c:scaling>
          <c:orientation val="minMax"/>
        </c:scaling>
        <c:delete val="0"/>
        <c:axPos val="b"/>
        <c:numFmt formatCode="yyyy" sourceLinked="0"/>
        <c:majorTickMark val="out"/>
        <c:minorTickMark val="none"/>
        <c:tickLblPos val="low"/>
        <c:spPr>
          <a:ln w="9525">
            <a:solidFill>
              <a:srgbClr val="D9D9D9"/>
            </a:solidFill>
          </a:ln>
        </c:spPr>
        <c:txPr>
          <a:bodyPr/>
          <a:lstStyle/>
          <a:p>
            <a:pPr>
              <a:defRPr sz="900" b="0" baseline="0">
                <a:solidFill>
                  <a:srgbClr val="000000"/>
                </a:solidFill>
                <a:latin typeface="Roboto Light"/>
              </a:defRPr>
            </a:pPr>
            <a:endParaRPr lang="en-US"/>
          </a:p>
        </c:txPr>
        <c:crossAx val="50050002"/>
        <c:crosses val="min"/>
        <c:auto val="1"/>
        <c:lblOffset val="100"/>
        <c:baseTimeUnit val="days"/>
        <c:majorUnit val="2"/>
        <c:majorTimeUnit val="years"/>
      </c:dateAx>
      <c:valAx>
        <c:axId val="50050002"/>
        <c:scaling>
          <c:orientation val="minMax"/>
          <c:max val="20"/>
          <c:min val="0"/>
        </c:scaling>
        <c:delete val="0"/>
        <c:axPos val="l"/>
        <c:majorGridlines>
          <c:spPr>
            <a:ln w="6350">
              <a:solidFill>
                <a:srgbClr val="D9D9D9"/>
              </a:solidFill>
              <a:prstDash val="dash"/>
            </a:ln>
          </c:spPr>
        </c:majorGridlines>
        <c:numFmt formatCode="0&quot;.0x&quot;" sourceLinked="0"/>
        <c:majorTickMark val="none"/>
        <c:minorTickMark val="none"/>
        <c:tickLblPos val="nextTo"/>
        <c:spPr>
          <a:ln>
            <a:noFill/>
          </a:ln>
        </c:spPr>
        <c:txPr>
          <a:bodyPr/>
          <a:lstStyle/>
          <a:p>
            <a:pPr>
              <a:defRPr sz="900" b="0" baseline="0">
                <a:solidFill>
                  <a:srgbClr val="000000"/>
                </a:solidFill>
                <a:latin typeface="Roboto Light"/>
              </a:defRPr>
            </a:pPr>
            <a:endParaRPr lang="en-US"/>
          </a:p>
        </c:txPr>
        <c:crossAx val="50050001"/>
        <c:crosses val="autoZero"/>
        <c:crossBetween val="between"/>
        <c:majorUnit val="5"/>
      </c:valAx>
      <c:spPr>
        <a:noFill/>
        <a:ln>
          <a:noFill/>
        </a:ln>
      </c:spPr>
    </c:plotArea>
    <c:legend>
      <c:legendPos val="t"/>
      <c:legendEntry>
        <c:idx val="2"/>
        <c:delete val="1"/>
      </c:legendEntry>
      <c:overlay val="0"/>
      <c:txPr>
        <a:bodyPr/>
        <a:lstStyle/>
        <a:p>
          <a:pPr>
            <a:defRPr sz="9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0142986833530494E-2"/>
          <c:y val="0.271015192224135"/>
          <c:w val="0.84656446879385727"/>
          <c:h val="0.54397485739476092"/>
        </c:manualLayout>
      </c:layout>
      <c:lineChart>
        <c:grouping val="standard"/>
        <c:varyColors val="0"/>
        <c:ser>
          <c:idx val="0"/>
          <c:order val="0"/>
          <c:tx>
            <c:v>ERP</c:v>
          </c:tx>
          <c:spPr>
            <a:ln w="28575">
              <a:solidFill>
                <a:srgbClr val="1F2F44"/>
              </a:solidFill>
            </a:ln>
          </c:spPr>
          <c:marker>
            <c:symbol val="none"/>
          </c:marker>
          <c:dPt>
            <c:idx val="121"/>
            <c:marker>
              <c:symbol val="circle"/>
              <c:size val="6"/>
              <c:spPr>
                <a:solidFill>
                  <a:srgbClr val="1F2F44"/>
                </a:solidFill>
                <a:ln>
                  <a:solidFill>
                    <a:srgbClr val="1F2F44"/>
                  </a:solidFill>
                  <a:prstDash val="solid"/>
                </a:ln>
              </c:spPr>
            </c:marker>
            <c:bubble3D val="0"/>
            <c:extLst>
              <c:ext xmlns:c16="http://schemas.microsoft.com/office/drawing/2014/chart" uri="{C3380CC4-5D6E-409C-BE32-E72D297353CC}">
                <c16:uniqueId val="{00000004-6F88-4950-A6DD-FB2352C15655}"/>
              </c:ext>
            </c:extLst>
          </c:dPt>
          <c:dLbls>
            <c:dLbl>
              <c:idx val="121"/>
              <c:tx>
                <c:rich>
                  <a:bodyPr wrap="square" lIns="38100" tIns="19050" rIns="38100" bIns="19050" anchor="ctr">
                    <a:spAutoFit/>
                  </a:bodyPr>
                  <a:lstStyle/>
                  <a:p>
                    <a:pPr>
                      <a:defRPr sz="800" b="1">
                        <a:solidFill>
                          <a:srgbClr val="1F2F44"/>
                        </a:solidFill>
                        <a:latin typeface="Roboto" panose="02000000000000000000" pitchFamily="2" charset="0"/>
                      </a:defRPr>
                    </a:pPr>
                    <a:r>
                      <a:rPr lang="en-US" sz="800" b="1">
                        <a:solidFill>
                          <a:srgbClr val="1F2F44"/>
                        </a:solidFill>
                        <a:latin typeface="Roboto" panose="02000000000000000000" pitchFamily="2" charset="0"/>
                      </a:rPr>
                      <a:t>4.5%</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F88-4950-A6DD-FB2352C1565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'E1'!$A$2:$A$123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'E1'!$B$2:$B$123</c:f>
              <c:numCache>
                <c:formatCode>0.00</c:formatCode>
                <c:ptCount val="122"/>
                <c:pt idx="0">
                  <c:v>0.68133320218859217</c:v>
                </c:pt>
                <c:pt idx="1">
                  <c:v>1.14673196506254</c:v>
                </c:pt>
                <c:pt idx="2">
                  <c:v>2.0937074326476099</c:v>
                </c:pt>
                <c:pt idx="3">
                  <c:v>2.1249784105640548</c:v>
                </c:pt>
                <c:pt idx="4">
                  <c:v>2.4886946862304531</c:v>
                </c:pt>
                <c:pt idx="5">
                  <c:v>3.2058024584607439</c:v>
                </c:pt>
                <c:pt idx="6">
                  <c:v>3.1272166823608551</c:v>
                </c:pt>
                <c:pt idx="7">
                  <c:v>3.2359607583814158</c:v>
                </c:pt>
                <c:pt idx="8">
                  <c:v>3.2366105764347122</c:v>
                </c:pt>
                <c:pt idx="9">
                  <c:v>3.5546856792022572</c:v>
                </c:pt>
                <c:pt idx="10">
                  <c:v>3.057074738750444</c:v>
                </c:pt>
                <c:pt idx="11">
                  <c:v>3.014678401046607</c:v>
                </c:pt>
                <c:pt idx="12">
                  <c:v>2.9773708657924152</c:v>
                </c:pt>
                <c:pt idx="13">
                  <c:v>3.0978342646269619</c:v>
                </c:pt>
                <c:pt idx="14">
                  <c:v>3.0363180915235288</c:v>
                </c:pt>
                <c:pt idx="15">
                  <c:v>2.8271134042492672</c:v>
                </c:pt>
                <c:pt idx="16">
                  <c:v>3.0900930143994541</c:v>
                </c:pt>
                <c:pt idx="17">
                  <c:v>3.7077899909526582</c:v>
                </c:pt>
                <c:pt idx="18">
                  <c:v>3.7858672057954652</c:v>
                </c:pt>
                <c:pt idx="19">
                  <c:v>4.249624530841003</c:v>
                </c:pt>
                <c:pt idx="20">
                  <c:v>4.3874813474060197</c:v>
                </c:pt>
                <c:pt idx="21">
                  <c:v>3.886414695476609</c:v>
                </c:pt>
                <c:pt idx="22">
                  <c:v>4.1865458669531268</c:v>
                </c:pt>
                <c:pt idx="23">
                  <c:v>4.2843345522654079</c:v>
                </c:pt>
                <c:pt idx="24">
                  <c:v>4.3868968617771671</c:v>
                </c:pt>
                <c:pt idx="25">
                  <c:v>4.5478549252803386</c:v>
                </c:pt>
                <c:pt idx="26">
                  <c:v>5.294798884974715</c:v>
                </c:pt>
                <c:pt idx="27">
                  <c:v>4.0970879946641068</c:v>
                </c:pt>
                <c:pt idx="28">
                  <c:v>4.3001917533128626</c:v>
                </c:pt>
                <c:pt idx="29">
                  <c:v>4.5488361713012102</c:v>
                </c:pt>
                <c:pt idx="30">
                  <c:v>4.5762586886910226</c:v>
                </c:pt>
                <c:pt idx="31">
                  <c:v>4.8180084930684259</c:v>
                </c:pt>
                <c:pt idx="32">
                  <c:v>4.9871712200709446</c:v>
                </c:pt>
                <c:pt idx="33">
                  <c:v>5.2226212463152732</c:v>
                </c:pt>
                <c:pt idx="34">
                  <c:v>4.9351212590836067</c:v>
                </c:pt>
                <c:pt idx="35">
                  <c:v>5.1372200063354114</c:v>
                </c:pt>
                <c:pt idx="36">
                  <c:v>5.4823864287076676</c:v>
                </c:pt>
                <c:pt idx="37">
                  <c:v>5.1324721735533467</c:v>
                </c:pt>
                <c:pt idx="38">
                  <c:v>4.7315828270287739</c:v>
                </c:pt>
                <c:pt idx="39">
                  <c:v>4.7680908344581159</c:v>
                </c:pt>
                <c:pt idx="40">
                  <c:v>5.4617228804123723</c:v>
                </c:pt>
                <c:pt idx="41">
                  <c:v>6.3590943122027159</c:v>
                </c:pt>
                <c:pt idx="42">
                  <c:v>4.5822133567105361</c:v>
                </c:pt>
                <c:pt idx="43">
                  <c:v>4.2846255586041986</c:v>
                </c:pt>
                <c:pt idx="44">
                  <c:v>3.5783745989559752</c:v>
                </c:pt>
                <c:pt idx="45">
                  <c:v>3.8093968285185662</c:v>
                </c:pt>
                <c:pt idx="46">
                  <c:v>4.2606027648236386</c:v>
                </c:pt>
                <c:pt idx="47">
                  <c:v>4.6693622518451372</c:v>
                </c:pt>
                <c:pt idx="48">
                  <c:v>5.401620387064507</c:v>
                </c:pt>
                <c:pt idx="49">
                  <c:v>4.9731676421430864</c:v>
                </c:pt>
                <c:pt idx="50">
                  <c:v>5.1423077601227698</c:v>
                </c:pt>
                <c:pt idx="51">
                  <c:v>5.7851068930312</c:v>
                </c:pt>
                <c:pt idx="52">
                  <c:v>6.1698649553540594</c:v>
                </c:pt>
                <c:pt idx="53">
                  <c:v>5.9876623258870403</c:v>
                </c:pt>
                <c:pt idx="54">
                  <c:v>6.9185789323621458</c:v>
                </c:pt>
                <c:pt idx="55">
                  <c:v>6.0567795901104189</c:v>
                </c:pt>
                <c:pt idx="56">
                  <c:v>6.0467969073968657</c:v>
                </c:pt>
                <c:pt idx="57">
                  <c:v>6.7050806096920201</c:v>
                </c:pt>
                <c:pt idx="58">
                  <c:v>6.5518532523811661</c:v>
                </c:pt>
                <c:pt idx="59">
                  <c:v>7.2607974866493574</c:v>
                </c:pt>
                <c:pt idx="60">
                  <c:v>7.2182486839262348</c:v>
                </c:pt>
                <c:pt idx="61">
                  <c:v>7.6605434867751452</c:v>
                </c:pt>
                <c:pt idx="62">
                  <c:v>6.9454334645475537</c:v>
                </c:pt>
                <c:pt idx="63">
                  <c:v>6.1662453020173809</c:v>
                </c:pt>
                <c:pt idx="64">
                  <c:v>6.0691033691942504</c:v>
                </c:pt>
                <c:pt idx="65">
                  <c:v>6.4788782379183063</c:v>
                </c:pt>
                <c:pt idx="66">
                  <c:v>8.3283937629820919</c:v>
                </c:pt>
                <c:pt idx="67">
                  <c:v>8.3151137737174974</c:v>
                </c:pt>
                <c:pt idx="68">
                  <c:v>10.263603499675961</c:v>
                </c:pt>
                <c:pt idx="69">
                  <c:v>9.0576240928970897</c:v>
                </c:pt>
                <c:pt idx="70">
                  <c:v>8.8151207660754842</c:v>
                </c:pt>
                <c:pt idx="71">
                  <c:v>8.6702438455002397</c:v>
                </c:pt>
                <c:pt idx="72">
                  <c:v>7.7865971671005951</c:v>
                </c:pt>
                <c:pt idx="73">
                  <c:v>7.9146569249965344</c:v>
                </c:pt>
                <c:pt idx="74">
                  <c:v>7.2098884770088052</c:v>
                </c:pt>
                <c:pt idx="75">
                  <c:v>6.3873793579388618</c:v>
                </c:pt>
                <c:pt idx="76">
                  <c:v>7.899886807199703</c:v>
                </c:pt>
                <c:pt idx="77">
                  <c:v>8.4524075604382762</c:v>
                </c:pt>
                <c:pt idx="78">
                  <c:v>8.206171676823665</c:v>
                </c:pt>
                <c:pt idx="79">
                  <c:v>8.0539420442109879</c:v>
                </c:pt>
                <c:pt idx="80">
                  <c:v>6.9822779454704502</c:v>
                </c:pt>
                <c:pt idx="81">
                  <c:v>6.4802521226275989</c:v>
                </c:pt>
                <c:pt idx="82">
                  <c:v>7.1252003485024487</c:v>
                </c:pt>
                <c:pt idx="83">
                  <c:v>6.8535412738467736</c:v>
                </c:pt>
                <c:pt idx="84">
                  <c:v>7.5515945331372052</c:v>
                </c:pt>
                <c:pt idx="85">
                  <c:v>6.6072945959223777</c:v>
                </c:pt>
                <c:pt idx="86">
                  <c:v>6.5594026185835732</c:v>
                </c:pt>
                <c:pt idx="87">
                  <c:v>6.7520991422798993</c:v>
                </c:pt>
                <c:pt idx="88">
                  <c:v>6.5255246961089739</c:v>
                </c:pt>
                <c:pt idx="89">
                  <c:v>6.5793172920835783</c:v>
                </c:pt>
                <c:pt idx="90">
                  <c:v>6.5110287506822768</c:v>
                </c:pt>
                <c:pt idx="91">
                  <c:v>7.2725876136604901</c:v>
                </c:pt>
                <c:pt idx="92">
                  <c:v>6.9616043669626038</c:v>
                </c:pt>
                <c:pt idx="93">
                  <c:v>7.2299487104848392</c:v>
                </c:pt>
                <c:pt idx="94">
                  <c:v>6.2535941207154986</c:v>
                </c:pt>
                <c:pt idx="95">
                  <c:v>6.2139612532504609</c:v>
                </c:pt>
                <c:pt idx="96">
                  <c:v>6.3164002392357004</c:v>
                </c:pt>
                <c:pt idx="97">
                  <c:v>6.9422761006830438</c:v>
                </c:pt>
                <c:pt idx="98">
                  <c:v>7.0481282940490084</c:v>
                </c:pt>
                <c:pt idx="99">
                  <c:v>6.1334994781117054</c:v>
                </c:pt>
                <c:pt idx="100">
                  <c:v>6.5924236694851004</c:v>
                </c:pt>
                <c:pt idx="101">
                  <c:v>6.0721964247840754</c:v>
                </c:pt>
                <c:pt idx="102">
                  <c:v>5.3627236325885104</c:v>
                </c:pt>
                <c:pt idx="103">
                  <c:v>5.242219043000687</c:v>
                </c:pt>
                <c:pt idx="104">
                  <c:v>5.1691644634988512</c:v>
                </c:pt>
                <c:pt idx="105">
                  <c:v>5.1453493436248836</c:v>
                </c:pt>
                <c:pt idx="106">
                  <c:v>4.385769672093927</c:v>
                </c:pt>
                <c:pt idx="107">
                  <c:v>4.0172053136231494</c:v>
                </c:pt>
                <c:pt idx="108">
                  <c:v>4.0616729224111223</c:v>
                </c:pt>
                <c:pt idx="109">
                  <c:v>3.5465176419357261</c:v>
                </c:pt>
                <c:pt idx="110">
                  <c:v>3.6504697681565461</c:v>
                </c:pt>
                <c:pt idx="111">
                  <c:v>2.4078940718401691</c:v>
                </c:pt>
                <c:pt idx="112">
                  <c:v>2.4076092750016751</c:v>
                </c:pt>
                <c:pt idx="113">
                  <c:v>3.2820872864536552</c:v>
                </c:pt>
                <c:pt idx="114">
                  <c:v>3.7298291882304819</c:v>
                </c:pt>
                <c:pt idx="115">
                  <c:v>4.4835476819460247</c:v>
                </c:pt>
                <c:pt idx="116">
                  <c:v>4.3301972302593086</c:v>
                </c:pt>
                <c:pt idx="117">
                  <c:v>3.9403913528004071</c:v>
                </c:pt>
                <c:pt idx="118">
                  <c:v>4.215558539015035</c:v>
                </c:pt>
                <c:pt idx="119">
                  <c:v>4.6548845066633424</c:v>
                </c:pt>
                <c:pt idx="120">
                  <c:v>3.6706080050821108</c:v>
                </c:pt>
                <c:pt idx="121">
                  <c:v>4.4522278712866461</c:v>
                </c:pt>
              </c:numCache>
            </c:numRef>
          </c:val>
          <c:smooth val="0"/>
          <c:extLst>
            <c:ext xmlns:c16="http://schemas.microsoft.com/office/drawing/2014/chart" uri="{C3380CC4-5D6E-409C-BE32-E72D297353CC}">
              <c16:uniqueId val="{00000000-6F88-4950-A6DD-FB2352C15655}"/>
            </c:ext>
          </c:extLst>
        </c:ser>
        <c:ser>
          <c:idx val="1"/>
          <c:order val="1"/>
          <c:tx>
            <c:v>10y avg.</c:v>
          </c:tx>
          <c:spPr>
            <a:ln w="19050">
              <a:solidFill>
                <a:srgbClr val="7E7E7E"/>
              </a:solidFill>
              <a:prstDash val="dash"/>
            </a:ln>
          </c:spPr>
          <c:marker>
            <c:symbol val="none"/>
          </c:marker>
          <c:cat>
            <c:numRef>
              <c:f>'E1'!$A$2:$A$123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'E1'!$C$2:$C$123</c:f>
              <c:numCache>
                <c:formatCode>0.00</c:formatCode>
                <c:ptCount val="122"/>
                <c:pt idx="0">
                  <c:v>5.3246049892438228</c:v>
                </c:pt>
                <c:pt idx="1">
                  <c:v>5.3246049892438228</c:v>
                </c:pt>
                <c:pt idx="2">
                  <c:v>5.3246049892438228</c:v>
                </c:pt>
                <c:pt idx="3">
                  <c:v>5.3246049892438228</c:v>
                </c:pt>
                <c:pt idx="4">
                  <c:v>5.3246049892438228</c:v>
                </c:pt>
                <c:pt idx="5">
                  <c:v>5.3246049892438228</c:v>
                </c:pt>
                <c:pt idx="6">
                  <c:v>5.3246049892438228</c:v>
                </c:pt>
                <c:pt idx="7">
                  <c:v>5.3246049892438228</c:v>
                </c:pt>
                <c:pt idx="8">
                  <c:v>5.3246049892438228</c:v>
                </c:pt>
                <c:pt idx="9">
                  <c:v>5.3246049892438228</c:v>
                </c:pt>
                <c:pt idx="10">
                  <c:v>5.3246049892438228</c:v>
                </c:pt>
                <c:pt idx="11">
                  <c:v>5.3246049892438228</c:v>
                </c:pt>
                <c:pt idx="12">
                  <c:v>5.3246049892438228</c:v>
                </c:pt>
                <c:pt idx="13">
                  <c:v>5.3246049892438228</c:v>
                </c:pt>
                <c:pt idx="14">
                  <c:v>5.3246049892438228</c:v>
                </c:pt>
                <c:pt idx="15">
                  <c:v>5.3246049892438228</c:v>
                </c:pt>
                <c:pt idx="16">
                  <c:v>5.3246049892438228</c:v>
                </c:pt>
                <c:pt idx="17">
                  <c:v>5.3246049892438228</c:v>
                </c:pt>
                <c:pt idx="18">
                  <c:v>5.3246049892438228</c:v>
                </c:pt>
                <c:pt idx="19">
                  <c:v>5.3246049892438228</c:v>
                </c:pt>
                <c:pt idx="20">
                  <c:v>5.3246049892438228</c:v>
                </c:pt>
                <c:pt idx="21">
                  <c:v>5.3246049892438228</c:v>
                </c:pt>
                <c:pt idx="22">
                  <c:v>5.3246049892438228</c:v>
                </c:pt>
                <c:pt idx="23">
                  <c:v>5.3246049892438228</c:v>
                </c:pt>
                <c:pt idx="24">
                  <c:v>5.3246049892438228</c:v>
                </c:pt>
                <c:pt idx="25">
                  <c:v>5.3246049892438228</c:v>
                </c:pt>
                <c:pt idx="26">
                  <c:v>5.3246049892438228</c:v>
                </c:pt>
                <c:pt idx="27">
                  <c:v>5.3246049892438228</c:v>
                </c:pt>
                <c:pt idx="28">
                  <c:v>5.3246049892438228</c:v>
                </c:pt>
                <c:pt idx="29">
                  <c:v>5.3246049892438228</c:v>
                </c:pt>
                <c:pt idx="30">
                  <c:v>5.3246049892438228</c:v>
                </c:pt>
                <c:pt idx="31">
                  <c:v>5.3246049892438228</c:v>
                </c:pt>
                <c:pt idx="32">
                  <c:v>5.3246049892438228</c:v>
                </c:pt>
                <c:pt idx="33">
                  <c:v>5.3246049892438228</c:v>
                </c:pt>
                <c:pt idx="34">
                  <c:v>5.3246049892438228</c:v>
                </c:pt>
                <c:pt idx="35">
                  <c:v>5.3246049892438228</c:v>
                </c:pt>
                <c:pt idx="36">
                  <c:v>5.3246049892438228</c:v>
                </c:pt>
                <c:pt idx="37">
                  <c:v>5.3246049892438228</c:v>
                </c:pt>
                <c:pt idx="38">
                  <c:v>5.3246049892438228</c:v>
                </c:pt>
                <c:pt idx="39">
                  <c:v>5.3246049892438228</c:v>
                </c:pt>
                <c:pt idx="40">
                  <c:v>5.3246049892438228</c:v>
                </c:pt>
                <c:pt idx="41">
                  <c:v>5.3246049892438228</c:v>
                </c:pt>
                <c:pt idx="42">
                  <c:v>5.3246049892438228</c:v>
                </c:pt>
                <c:pt idx="43">
                  <c:v>5.3246049892438228</c:v>
                </c:pt>
                <c:pt idx="44">
                  <c:v>5.3246049892438228</c:v>
                </c:pt>
                <c:pt idx="45">
                  <c:v>5.3246049892438228</c:v>
                </c:pt>
                <c:pt idx="46">
                  <c:v>5.3246049892438228</c:v>
                </c:pt>
                <c:pt idx="47">
                  <c:v>5.3246049892438228</c:v>
                </c:pt>
                <c:pt idx="48">
                  <c:v>5.3246049892438228</c:v>
                </c:pt>
                <c:pt idx="49">
                  <c:v>5.3246049892438228</c:v>
                </c:pt>
                <c:pt idx="50">
                  <c:v>5.3246049892438228</c:v>
                </c:pt>
                <c:pt idx="51">
                  <c:v>5.3246049892438228</c:v>
                </c:pt>
                <c:pt idx="52">
                  <c:v>5.3246049892438228</c:v>
                </c:pt>
                <c:pt idx="53">
                  <c:v>5.3246049892438228</c:v>
                </c:pt>
                <c:pt idx="54">
                  <c:v>5.3246049892438228</c:v>
                </c:pt>
                <c:pt idx="55">
                  <c:v>5.3246049892438228</c:v>
                </c:pt>
                <c:pt idx="56">
                  <c:v>5.3246049892438228</c:v>
                </c:pt>
                <c:pt idx="57">
                  <c:v>5.3246049892438228</c:v>
                </c:pt>
                <c:pt idx="58">
                  <c:v>5.3246049892438228</c:v>
                </c:pt>
                <c:pt idx="59">
                  <c:v>5.3246049892438228</c:v>
                </c:pt>
                <c:pt idx="60">
                  <c:v>5.3246049892438228</c:v>
                </c:pt>
                <c:pt idx="61">
                  <c:v>5.3246049892438228</c:v>
                </c:pt>
                <c:pt idx="62">
                  <c:v>5.3246049892438228</c:v>
                </c:pt>
                <c:pt idx="63">
                  <c:v>5.3246049892438228</c:v>
                </c:pt>
                <c:pt idx="64">
                  <c:v>5.3246049892438228</c:v>
                </c:pt>
                <c:pt idx="65">
                  <c:v>5.3246049892438228</c:v>
                </c:pt>
                <c:pt idx="66">
                  <c:v>5.3246049892438228</c:v>
                </c:pt>
                <c:pt idx="67">
                  <c:v>5.3246049892438228</c:v>
                </c:pt>
                <c:pt idx="68">
                  <c:v>5.3246049892438228</c:v>
                </c:pt>
                <c:pt idx="69">
                  <c:v>5.3246049892438228</c:v>
                </c:pt>
                <c:pt idx="70">
                  <c:v>5.3246049892438228</c:v>
                </c:pt>
                <c:pt idx="71">
                  <c:v>5.3246049892438228</c:v>
                </c:pt>
                <c:pt idx="72">
                  <c:v>5.3246049892438228</c:v>
                </c:pt>
                <c:pt idx="73">
                  <c:v>5.3246049892438228</c:v>
                </c:pt>
                <c:pt idx="74">
                  <c:v>5.3246049892438228</c:v>
                </c:pt>
                <c:pt idx="75">
                  <c:v>5.3246049892438228</c:v>
                </c:pt>
                <c:pt idx="76">
                  <c:v>5.3246049892438228</c:v>
                </c:pt>
                <c:pt idx="77">
                  <c:v>5.3246049892438228</c:v>
                </c:pt>
                <c:pt idx="78">
                  <c:v>5.3246049892438228</c:v>
                </c:pt>
                <c:pt idx="79">
                  <c:v>5.3246049892438228</c:v>
                </c:pt>
                <c:pt idx="80">
                  <c:v>5.3246049892438228</c:v>
                </c:pt>
                <c:pt idx="81">
                  <c:v>5.3246049892438228</c:v>
                </c:pt>
                <c:pt idx="82">
                  <c:v>5.3246049892438228</c:v>
                </c:pt>
                <c:pt idx="83">
                  <c:v>5.3246049892438228</c:v>
                </c:pt>
                <c:pt idx="84">
                  <c:v>5.3246049892438228</c:v>
                </c:pt>
                <c:pt idx="85">
                  <c:v>5.3246049892438228</c:v>
                </c:pt>
                <c:pt idx="86">
                  <c:v>5.3246049892438228</c:v>
                </c:pt>
                <c:pt idx="87">
                  <c:v>5.3246049892438228</c:v>
                </c:pt>
                <c:pt idx="88">
                  <c:v>5.3246049892438228</c:v>
                </c:pt>
                <c:pt idx="89">
                  <c:v>5.3246049892438228</c:v>
                </c:pt>
                <c:pt idx="90">
                  <c:v>5.3246049892438228</c:v>
                </c:pt>
                <c:pt idx="91">
                  <c:v>5.3246049892438228</c:v>
                </c:pt>
                <c:pt idx="92">
                  <c:v>5.3246049892438228</c:v>
                </c:pt>
                <c:pt idx="93">
                  <c:v>5.3246049892438228</c:v>
                </c:pt>
                <c:pt idx="94">
                  <c:v>5.3246049892438228</c:v>
                </c:pt>
                <c:pt idx="95">
                  <c:v>5.3246049892438228</c:v>
                </c:pt>
                <c:pt idx="96">
                  <c:v>5.3246049892438228</c:v>
                </c:pt>
                <c:pt idx="97">
                  <c:v>5.3246049892438228</c:v>
                </c:pt>
                <c:pt idx="98">
                  <c:v>5.3246049892438228</c:v>
                </c:pt>
                <c:pt idx="99">
                  <c:v>5.3246049892438228</c:v>
                </c:pt>
                <c:pt idx="100">
                  <c:v>5.3246049892438228</c:v>
                </c:pt>
                <c:pt idx="101">
                  <c:v>5.3246049892438228</c:v>
                </c:pt>
                <c:pt idx="102">
                  <c:v>5.3246049892438228</c:v>
                </c:pt>
                <c:pt idx="103">
                  <c:v>5.3246049892438228</c:v>
                </c:pt>
                <c:pt idx="104">
                  <c:v>5.3246049892438228</c:v>
                </c:pt>
                <c:pt idx="105">
                  <c:v>5.3246049892438228</c:v>
                </c:pt>
                <c:pt idx="106">
                  <c:v>5.3246049892438228</c:v>
                </c:pt>
                <c:pt idx="107">
                  <c:v>5.3246049892438228</c:v>
                </c:pt>
                <c:pt idx="108">
                  <c:v>5.3246049892438228</c:v>
                </c:pt>
                <c:pt idx="109">
                  <c:v>5.3246049892438228</c:v>
                </c:pt>
                <c:pt idx="110">
                  <c:v>5.3246049892438228</c:v>
                </c:pt>
                <c:pt idx="111">
                  <c:v>5.3246049892438228</c:v>
                </c:pt>
                <c:pt idx="112">
                  <c:v>5.3246049892438228</c:v>
                </c:pt>
                <c:pt idx="113">
                  <c:v>5.3246049892438228</c:v>
                </c:pt>
                <c:pt idx="114">
                  <c:v>5.3246049892438228</c:v>
                </c:pt>
                <c:pt idx="115">
                  <c:v>5.3246049892438228</c:v>
                </c:pt>
                <c:pt idx="116">
                  <c:v>5.3246049892438228</c:v>
                </c:pt>
                <c:pt idx="117">
                  <c:v>5.3246049892438228</c:v>
                </c:pt>
                <c:pt idx="118">
                  <c:v>5.3246049892438228</c:v>
                </c:pt>
                <c:pt idx="119">
                  <c:v>5.3246049892438228</c:v>
                </c:pt>
                <c:pt idx="120">
                  <c:v>5.3246049892438228</c:v>
                </c:pt>
                <c:pt idx="121">
                  <c:v>5.3246049892438228</c:v>
                </c:pt>
              </c:numCache>
            </c:numRef>
          </c:val>
          <c:smooth val="0"/>
          <c:extLst>
            <c:ext xmlns:c16="http://schemas.microsoft.com/office/drawing/2014/chart" uri="{C3380CC4-5D6E-409C-BE32-E72D297353CC}">
              <c16:uniqueId val="{00000001-6F88-4950-A6DD-FB2352C15655}"/>
            </c:ext>
          </c:extLst>
        </c:ser>
        <c:ser>
          <c:idx val="2"/>
          <c:order val="2"/>
          <c:tx>
            <c:v>+1 std. dev.</c:v>
          </c:tx>
          <c:spPr>
            <a:ln w="19050">
              <a:solidFill>
                <a:srgbClr val="8EB3DF"/>
              </a:solidFill>
              <a:prstDash val="dash"/>
            </a:ln>
          </c:spPr>
          <c:marker>
            <c:symbol val="none"/>
          </c:marker>
          <c:cat>
            <c:numRef>
              <c:f>'E1'!$A$2:$A$123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'E1'!$D$2:$D$123</c:f>
              <c:numCache>
                <c:formatCode>0.00</c:formatCode>
                <c:ptCount val="122"/>
                <c:pt idx="0">
                  <c:v>7.1450946326462006</c:v>
                </c:pt>
                <c:pt idx="1">
                  <c:v>7.1450946326462006</c:v>
                </c:pt>
                <c:pt idx="2">
                  <c:v>7.1450946326462006</c:v>
                </c:pt>
                <c:pt idx="3">
                  <c:v>7.1450946326462006</c:v>
                </c:pt>
                <c:pt idx="4">
                  <c:v>7.1450946326462006</c:v>
                </c:pt>
                <c:pt idx="5">
                  <c:v>7.1450946326462006</c:v>
                </c:pt>
                <c:pt idx="6">
                  <c:v>7.1450946326462006</c:v>
                </c:pt>
                <c:pt idx="7">
                  <c:v>7.1450946326462006</c:v>
                </c:pt>
                <c:pt idx="8">
                  <c:v>7.1450946326462006</c:v>
                </c:pt>
                <c:pt idx="9">
                  <c:v>7.1450946326462006</c:v>
                </c:pt>
                <c:pt idx="10">
                  <c:v>7.1450946326462006</c:v>
                </c:pt>
                <c:pt idx="11">
                  <c:v>7.1450946326462006</c:v>
                </c:pt>
                <c:pt idx="12">
                  <c:v>7.1450946326462006</c:v>
                </c:pt>
                <c:pt idx="13">
                  <c:v>7.1450946326462006</c:v>
                </c:pt>
                <c:pt idx="14">
                  <c:v>7.1450946326462006</c:v>
                </c:pt>
                <c:pt idx="15">
                  <c:v>7.1450946326462006</c:v>
                </c:pt>
                <c:pt idx="16">
                  <c:v>7.1450946326462006</c:v>
                </c:pt>
                <c:pt idx="17">
                  <c:v>7.1450946326462006</c:v>
                </c:pt>
                <c:pt idx="18">
                  <c:v>7.1450946326462006</c:v>
                </c:pt>
                <c:pt idx="19">
                  <c:v>7.1450946326462006</c:v>
                </c:pt>
                <c:pt idx="20">
                  <c:v>7.1450946326462006</c:v>
                </c:pt>
                <c:pt idx="21">
                  <c:v>7.1450946326462006</c:v>
                </c:pt>
                <c:pt idx="22">
                  <c:v>7.1450946326462006</c:v>
                </c:pt>
                <c:pt idx="23">
                  <c:v>7.1450946326462006</c:v>
                </c:pt>
                <c:pt idx="24">
                  <c:v>7.1450946326462006</c:v>
                </c:pt>
                <c:pt idx="25">
                  <c:v>7.1450946326462006</c:v>
                </c:pt>
                <c:pt idx="26">
                  <c:v>7.1450946326462006</c:v>
                </c:pt>
                <c:pt idx="27">
                  <c:v>7.1450946326462006</c:v>
                </c:pt>
                <c:pt idx="28">
                  <c:v>7.1450946326462006</c:v>
                </c:pt>
                <c:pt idx="29">
                  <c:v>7.1450946326462006</c:v>
                </c:pt>
                <c:pt idx="30">
                  <c:v>7.1450946326462006</c:v>
                </c:pt>
                <c:pt idx="31">
                  <c:v>7.1450946326462006</c:v>
                </c:pt>
                <c:pt idx="32">
                  <c:v>7.1450946326462006</c:v>
                </c:pt>
                <c:pt idx="33">
                  <c:v>7.1450946326462006</c:v>
                </c:pt>
                <c:pt idx="34">
                  <c:v>7.1450946326462006</c:v>
                </c:pt>
                <c:pt idx="35">
                  <c:v>7.1450946326462006</c:v>
                </c:pt>
                <c:pt idx="36">
                  <c:v>7.1450946326462006</c:v>
                </c:pt>
                <c:pt idx="37">
                  <c:v>7.1450946326462006</c:v>
                </c:pt>
                <c:pt idx="38">
                  <c:v>7.1450946326462006</c:v>
                </c:pt>
                <c:pt idx="39">
                  <c:v>7.1450946326462006</c:v>
                </c:pt>
                <c:pt idx="40">
                  <c:v>7.1450946326462006</c:v>
                </c:pt>
                <c:pt idx="41">
                  <c:v>7.1450946326462006</c:v>
                </c:pt>
                <c:pt idx="42">
                  <c:v>7.1450946326462006</c:v>
                </c:pt>
                <c:pt idx="43">
                  <c:v>7.1450946326462006</c:v>
                </c:pt>
                <c:pt idx="44">
                  <c:v>7.1450946326462006</c:v>
                </c:pt>
                <c:pt idx="45">
                  <c:v>7.1450946326462006</c:v>
                </c:pt>
                <c:pt idx="46">
                  <c:v>7.1450946326462006</c:v>
                </c:pt>
                <c:pt idx="47">
                  <c:v>7.1450946326462006</c:v>
                </c:pt>
                <c:pt idx="48">
                  <c:v>7.1450946326462006</c:v>
                </c:pt>
                <c:pt idx="49">
                  <c:v>7.1450946326462006</c:v>
                </c:pt>
                <c:pt idx="50">
                  <c:v>7.1450946326462006</c:v>
                </c:pt>
                <c:pt idx="51">
                  <c:v>7.1450946326462006</c:v>
                </c:pt>
                <c:pt idx="52">
                  <c:v>7.1450946326462006</c:v>
                </c:pt>
                <c:pt idx="53">
                  <c:v>7.1450946326462006</c:v>
                </c:pt>
                <c:pt idx="54">
                  <c:v>7.1450946326462006</c:v>
                </c:pt>
                <c:pt idx="55">
                  <c:v>7.1450946326462006</c:v>
                </c:pt>
                <c:pt idx="56">
                  <c:v>7.1450946326462006</c:v>
                </c:pt>
                <c:pt idx="57">
                  <c:v>7.1450946326462006</c:v>
                </c:pt>
                <c:pt idx="58">
                  <c:v>7.1450946326462006</c:v>
                </c:pt>
                <c:pt idx="59">
                  <c:v>7.1450946326462006</c:v>
                </c:pt>
                <c:pt idx="60">
                  <c:v>7.1450946326462006</c:v>
                </c:pt>
                <c:pt idx="61">
                  <c:v>7.1450946326462006</c:v>
                </c:pt>
                <c:pt idx="62">
                  <c:v>7.1450946326462006</c:v>
                </c:pt>
                <c:pt idx="63">
                  <c:v>7.1450946326462006</c:v>
                </c:pt>
                <c:pt idx="64">
                  <c:v>7.1450946326462006</c:v>
                </c:pt>
                <c:pt idx="65">
                  <c:v>7.1450946326462006</c:v>
                </c:pt>
                <c:pt idx="66">
                  <c:v>7.1450946326462006</c:v>
                </c:pt>
                <c:pt idx="67">
                  <c:v>7.1450946326462006</c:v>
                </c:pt>
                <c:pt idx="68">
                  <c:v>7.1450946326462006</c:v>
                </c:pt>
                <c:pt idx="69">
                  <c:v>7.1450946326462006</c:v>
                </c:pt>
                <c:pt idx="70">
                  <c:v>7.1450946326462006</c:v>
                </c:pt>
                <c:pt idx="71">
                  <c:v>7.1450946326462006</c:v>
                </c:pt>
                <c:pt idx="72">
                  <c:v>7.1450946326462006</c:v>
                </c:pt>
                <c:pt idx="73">
                  <c:v>7.1450946326462006</c:v>
                </c:pt>
                <c:pt idx="74">
                  <c:v>7.1450946326462006</c:v>
                </c:pt>
                <c:pt idx="75">
                  <c:v>7.1450946326462006</c:v>
                </c:pt>
                <c:pt idx="76">
                  <c:v>7.1450946326462006</c:v>
                </c:pt>
                <c:pt idx="77">
                  <c:v>7.1450946326462006</c:v>
                </c:pt>
                <c:pt idx="78">
                  <c:v>7.1450946326462006</c:v>
                </c:pt>
                <c:pt idx="79">
                  <c:v>7.1450946326462006</c:v>
                </c:pt>
                <c:pt idx="80">
                  <c:v>7.1450946326462006</c:v>
                </c:pt>
                <c:pt idx="81">
                  <c:v>7.1450946326462006</c:v>
                </c:pt>
                <c:pt idx="82">
                  <c:v>7.1450946326462006</c:v>
                </c:pt>
                <c:pt idx="83">
                  <c:v>7.1450946326462006</c:v>
                </c:pt>
                <c:pt idx="84">
                  <c:v>7.1450946326462006</c:v>
                </c:pt>
                <c:pt idx="85">
                  <c:v>7.1450946326462006</c:v>
                </c:pt>
                <c:pt idx="86">
                  <c:v>7.1450946326462006</c:v>
                </c:pt>
                <c:pt idx="87">
                  <c:v>7.1450946326462006</c:v>
                </c:pt>
                <c:pt idx="88">
                  <c:v>7.1450946326462006</c:v>
                </c:pt>
                <c:pt idx="89">
                  <c:v>7.1450946326462006</c:v>
                </c:pt>
                <c:pt idx="90">
                  <c:v>7.1450946326462006</c:v>
                </c:pt>
                <c:pt idx="91">
                  <c:v>7.1450946326462006</c:v>
                </c:pt>
                <c:pt idx="92">
                  <c:v>7.1450946326462006</c:v>
                </c:pt>
                <c:pt idx="93">
                  <c:v>7.1450946326462006</c:v>
                </c:pt>
                <c:pt idx="94">
                  <c:v>7.1450946326462006</c:v>
                </c:pt>
                <c:pt idx="95">
                  <c:v>7.1450946326462006</c:v>
                </c:pt>
                <c:pt idx="96">
                  <c:v>7.1450946326462006</c:v>
                </c:pt>
                <c:pt idx="97">
                  <c:v>7.1450946326462006</c:v>
                </c:pt>
                <c:pt idx="98">
                  <c:v>7.1450946326462006</c:v>
                </c:pt>
                <c:pt idx="99">
                  <c:v>7.1450946326462006</c:v>
                </c:pt>
                <c:pt idx="100">
                  <c:v>7.1450946326462006</c:v>
                </c:pt>
                <c:pt idx="101">
                  <c:v>7.1450946326462006</c:v>
                </c:pt>
                <c:pt idx="102">
                  <c:v>7.1450946326462006</c:v>
                </c:pt>
                <c:pt idx="103">
                  <c:v>7.1450946326462006</c:v>
                </c:pt>
                <c:pt idx="104">
                  <c:v>7.1450946326462006</c:v>
                </c:pt>
                <c:pt idx="105">
                  <c:v>7.1450946326462006</c:v>
                </c:pt>
                <c:pt idx="106">
                  <c:v>7.1450946326462006</c:v>
                </c:pt>
                <c:pt idx="107">
                  <c:v>7.1450946326462006</c:v>
                </c:pt>
                <c:pt idx="108">
                  <c:v>7.1450946326462006</c:v>
                </c:pt>
                <c:pt idx="109">
                  <c:v>7.1450946326462006</c:v>
                </c:pt>
                <c:pt idx="110">
                  <c:v>7.1450946326462006</c:v>
                </c:pt>
                <c:pt idx="111">
                  <c:v>7.1450946326462006</c:v>
                </c:pt>
                <c:pt idx="112">
                  <c:v>7.1450946326462006</c:v>
                </c:pt>
                <c:pt idx="113">
                  <c:v>7.1450946326462006</c:v>
                </c:pt>
                <c:pt idx="114">
                  <c:v>7.1450946326462006</c:v>
                </c:pt>
                <c:pt idx="115">
                  <c:v>7.1450946326462006</c:v>
                </c:pt>
                <c:pt idx="116">
                  <c:v>7.1450946326462006</c:v>
                </c:pt>
                <c:pt idx="117">
                  <c:v>7.1450946326462006</c:v>
                </c:pt>
                <c:pt idx="118">
                  <c:v>7.1450946326462006</c:v>
                </c:pt>
                <c:pt idx="119">
                  <c:v>7.1450946326462006</c:v>
                </c:pt>
                <c:pt idx="120">
                  <c:v>7.1450946326462006</c:v>
                </c:pt>
                <c:pt idx="121">
                  <c:v>7.1450946326462006</c:v>
                </c:pt>
              </c:numCache>
            </c:numRef>
          </c:val>
          <c:smooth val="0"/>
          <c:extLst>
            <c:ext xmlns:c16="http://schemas.microsoft.com/office/drawing/2014/chart" uri="{C3380CC4-5D6E-409C-BE32-E72D297353CC}">
              <c16:uniqueId val="{00000002-6F88-4950-A6DD-FB2352C15655}"/>
            </c:ext>
          </c:extLst>
        </c:ser>
        <c:ser>
          <c:idx val="3"/>
          <c:order val="3"/>
          <c:tx>
            <c:v>±1 std. dev.</c:v>
          </c:tx>
          <c:spPr>
            <a:ln w="19050">
              <a:solidFill>
                <a:srgbClr val="8EB3DF"/>
              </a:solidFill>
              <a:prstDash val="dash"/>
            </a:ln>
          </c:spPr>
          <c:marker>
            <c:symbol val="none"/>
          </c:marker>
          <c:cat>
            <c:numRef>
              <c:f>'E1'!$A$2:$A$123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'E1'!$E$2:$E$123</c:f>
              <c:numCache>
                <c:formatCode>0.00</c:formatCode>
                <c:ptCount val="122"/>
                <c:pt idx="0">
                  <c:v>3.504115345841444</c:v>
                </c:pt>
                <c:pt idx="1">
                  <c:v>3.504115345841444</c:v>
                </c:pt>
                <c:pt idx="2">
                  <c:v>3.504115345841444</c:v>
                </c:pt>
                <c:pt idx="3">
                  <c:v>3.504115345841444</c:v>
                </c:pt>
                <c:pt idx="4">
                  <c:v>3.504115345841444</c:v>
                </c:pt>
                <c:pt idx="5">
                  <c:v>3.504115345841444</c:v>
                </c:pt>
                <c:pt idx="6">
                  <c:v>3.504115345841444</c:v>
                </c:pt>
                <c:pt idx="7">
                  <c:v>3.504115345841444</c:v>
                </c:pt>
                <c:pt idx="8">
                  <c:v>3.504115345841444</c:v>
                </c:pt>
                <c:pt idx="9">
                  <c:v>3.504115345841444</c:v>
                </c:pt>
                <c:pt idx="10">
                  <c:v>3.504115345841444</c:v>
                </c:pt>
                <c:pt idx="11">
                  <c:v>3.504115345841444</c:v>
                </c:pt>
                <c:pt idx="12">
                  <c:v>3.504115345841444</c:v>
                </c:pt>
                <c:pt idx="13">
                  <c:v>3.504115345841444</c:v>
                </c:pt>
                <c:pt idx="14">
                  <c:v>3.504115345841444</c:v>
                </c:pt>
                <c:pt idx="15">
                  <c:v>3.504115345841444</c:v>
                </c:pt>
                <c:pt idx="16">
                  <c:v>3.504115345841444</c:v>
                </c:pt>
                <c:pt idx="17">
                  <c:v>3.504115345841444</c:v>
                </c:pt>
                <c:pt idx="18">
                  <c:v>3.504115345841444</c:v>
                </c:pt>
                <c:pt idx="19">
                  <c:v>3.504115345841444</c:v>
                </c:pt>
                <c:pt idx="20">
                  <c:v>3.504115345841444</c:v>
                </c:pt>
                <c:pt idx="21">
                  <c:v>3.504115345841444</c:v>
                </c:pt>
                <c:pt idx="22">
                  <c:v>3.504115345841444</c:v>
                </c:pt>
                <c:pt idx="23">
                  <c:v>3.504115345841444</c:v>
                </c:pt>
                <c:pt idx="24">
                  <c:v>3.504115345841444</c:v>
                </c:pt>
                <c:pt idx="25">
                  <c:v>3.504115345841444</c:v>
                </c:pt>
                <c:pt idx="26">
                  <c:v>3.504115345841444</c:v>
                </c:pt>
                <c:pt idx="27">
                  <c:v>3.504115345841444</c:v>
                </c:pt>
                <c:pt idx="28">
                  <c:v>3.504115345841444</c:v>
                </c:pt>
                <c:pt idx="29">
                  <c:v>3.504115345841444</c:v>
                </c:pt>
                <c:pt idx="30">
                  <c:v>3.504115345841444</c:v>
                </c:pt>
                <c:pt idx="31">
                  <c:v>3.504115345841444</c:v>
                </c:pt>
                <c:pt idx="32">
                  <c:v>3.504115345841444</c:v>
                </c:pt>
                <c:pt idx="33">
                  <c:v>3.504115345841444</c:v>
                </c:pt>
                <c:pt idx="34">
                  <c:v>3.504115345841444</c:v>
                </c:pt>
                <c:pt idx="35">
                  <c:v>3.504115345841444</c:v>
                </c:pt>
                <c:pt idx="36">
                  <c:v>3.504115345841444</c:v>
                </c:pt>
                <c:pt idx="37">
                  <c:v>3.504115345841444</c:v>
                </c:pt>
                <c:pt idx="38">
                  <c:v>3.504115345841444</c:v>
                </c:pt>
                <c:pt idx="39">
                  <c:v>3.504115345841444</c:v>
                </c:pt>
                <c:pt idx="40">
                  <c:v>3.504115345841444</c:v>
                </c:pt>
                <c:pt idx="41">
                  <c:v>3.504115345841444</c:v>
                </c:pt>
                <c:pt idx="42">
                  <c:v>3.504115345841444</c:v>
                </c:pt>
                <c:pt idx="43">
                  <c:v>3.504115345841444</c:v>
                </c:pt>
                <c:pt idx="44">
                  <c:v>3.504115345841444</c:v>
                </c:pt>
                <c:pt idx="45">
                  <c:v>3.504115345841444</c:v>
                </c:pt>
                <c:pt idx="46">
                  <c:v>3.504115345841444</c:v>
                </c:pt>
                <c:pt idx="47">
                  <c:v>3.504115345841444</c:v>
                </c:pt>
                <c:pt idx="48">
                  <c:v>3.504115345841444</c:v>
                </c:pt>
                <c:pt idx="49">
                  <c:v>3.504115345841444</c:v>
                </c:pt>
                <c:pt idx="50">
                  <c:v>3.504115345841444</c:v>
                </c:pt>
                <c:pt idx="51">
                  <c:v>3.504115345841444</c:v>
                </c:pt>
                <c:pt idx="52">
                  <c:v>3.504115345841444</c:v>
                </c:pt>
                <c:pt idx="53">
                  <c:v>3.504115345841444</c:v>
                </c:pt>
                <c:pt idx="54">
                  <c:v>3.504115345841444</c:v>
                </c:pt>
                <c:pt idx="55">
                  <c:v>3.504115345841444</c:v>
                </c:pt>
                <c:pt idx="56">
                  <c:v>3.504115345841444</c:v>
                </c:pt>
                <c:pt idx="57">
                  <c:v>3.504115345841444</c:v>
                </c:pt>
                <c:pt idx="58">
                  <c:v>3.504115345841444</c:v>
                </c:pt>
                <c:pt idx="59">
                  <c:v>3.504115345841444</c:v>
                </c:pt>
                <c:pt idx="60">
                  <c:v>3.504115345841444</c:v>
                </c:pt>
                <c:pt idx="61">
                  <c:v>3.504115345841444</c:v>
                </c:pt>
                <c:pt idx="62">
                  <c:v>3.504115345841444</c:v>
                </c:pt>
                <c:pt idx="63">
                  <c:v>3.504115345841444</c:v>
                </c:pt>
                <c:pt idx="64">
                  <c:v>3.504115345841444</c:v>
                </c:pt>
                <c:pt idx="65">
                  <c:v>3.504115345841444</c:v>
                </c:pt>
                <c:pt idx="66">
                  <c:v>3.504115345841444</c:v>
                </c:pt>
                <c:pt idx="67">
                  <c:v>3.504115345841444</c:v>
                </c:pt>
                <c:pt idx="68">
                  <c:v>3.504115345841444</c:v>
                </c:pt>
                <c:pt idx="69">
                  <c:v>3.504115345841444</c:v>
                </c:pt>
                <c:pt idx="70">
                  <c:v>3.504115345841444</c:v>
                </c:pt>
                <c:pt idx="71">
                  <c:v>3.504115345841444</c:v>
                </c:pt>
                <c:pt idx="72">
                  <c:v>3.504115345841444</c:v>
                </c:pt>
                <c:pt idx="73">
                  <c:v>3.504115345841444</c:v>
                </c:pt>
                <c:pt idx="74">
                  <c:v>3.504115345841444</c:v>
                </c:pt>
                <c:pt idx="75">
                  <c:v>3.504115345841444</c:v>
                </c:pt>
                <c:pt idx="76">
                  <c:v>3.504115345841444</c:v>
                </c:pt>
                <c:pt idx="77">
                  <c:v>3.504115345841444</c:v>
                </c:pt>
                <c:pt idx="78">
                  <c:v>3.504115345841444</c:v>
                </c:pt>
                <c:pt idx="79">
                  <c:v>3.504115345841444</c:v>
                </c:pt>
                <c:pt idx="80">
                  <c:v>3.504115345841444</c:v>
                </c:pt>
                <c:pt idx="81">
                  <c:v>3.504115345841444</c:v>
                </c:pt>
                <c:pt idx="82">
                  <c:v>3.504115345841444</c:v>
                </c:pt>
                <c:pt idx="83">
                  <c:v>3.504115345841444</c:v>
                </c:pt>
                <c:pt idx="84">
                  <c:v>3.504115345841444</c:v>
                </c:pt>
                <c:pt idx="85">
                  <c:v>3.504115345841444</c:v>
                </c:pt>
                <c:pt idx="86">
                  <c:v>3.504115345841444</c:v>
                </c:pt>
                <c:pt idx="87">
                  <c:v>3.504115345841444</c:v>
                </c:pt>
                <c:pt idx="88">
                  <c:v>3.504115345841444</c:v>
                </c:pt>
                <c:pt idx="89">
                  <c:v>3.504115345841444</c:v>
                </c:pt>
                <c:pt idx="90">
                  <c:v>3.504115345841444</c:v>
                </c:pt>
                <c:pt idx="91">
                  <c:v>3.504115345841444</c:v>
                </c:pt>
                <c:pt idx="92">
                  <c:v>3.504115345841444</c:v>
                </c:pt>
                <c:pt idx="93">
                  <c:v>3.504115345841444</c:v>
                </c:pt>
                <c:pt idx="94">
                  <c:v>3.504115345841444</c:v>
                </c:pt>
                <c:pt idx="95">
                  <c:v>3.504115345841444</c:v>
                </c:pt>
                <c:pt idx="96">
                  <c:v>3.504115345841444</c:v>
                </c:pt>
                <c:pt idx="97">
                  <c:v>3.504115345841444</c:v>
                </c:pt>
                <c:pt idx="98">
                  <c:v>3.504115345841444</c:v>
                </c:pt>
                <c:pt idx="99">
                  <c:v>3.504115345841444</c:v>
                </c:pt>
                <c:pt idx="100">
                  <c:v>3.504115345841444</c:v>
                </c:pt>
                <c:pt idx="101">
                  <c:v>3.504115345841444</c:v>
                </c:pt>
                <c:pt idx="102">
                  <c:v>3.504115345841444</c:v>
                </c:pt>
                <c:pt idx="103">
                  <c:v>3.504115345841444</c:v>
                </c:pt>
                <c:pt idx="104">
                  <c:v>3.504115345841444</c:v>
                </c:pt>
                <c:pt idx="105">
                  <c:v>3.504115345841444</c:v>
                </c:pt>
                <c:pt idx="106">
                  <c:v>3.504115345841444</c:v>
                </c:pt>
                <c:pt idx="107">
                  <c:v>3.504115345841444</c:v>
                </c:pt>
                <c:pt idx="108">
                  <c:v>3.504115345841444</c:v>
                </c:pt>
                <c:pt idx="109">
                  <c:v>3.504115345841444</c:v>
                </c:pt>
                <c:pt idx="110">
                  <c:v>3.504115345841444</c:v>
                </c:pt>
                <c:pt idx="111">
                  <c:v>3.504115345841444</c:v>
                </c:pt>
                <c:pt idx="112">
                  <c:v>3.504115345841444</c:v>
                </c:pt>
                <c:pt idx="113">
                  <c:v>3.504115345841444</c:v>
                </c:pt>
                <c:pt idx="114">
                  <c:v>3.504115345841444</c:v>
                </c:pt>
                <c:pt idx="115">
                  <c:v>3.504115345841444</c:v>
                </c:pt>
                <c:pt idx="116">
                  <c:v>3.504115345841444</c:v>
                </c:pt>
                <c:pt idx="117">
                  <c:v>3.504115345841444</c:v>
                </c:pt>
                <c:pt idx="118">
                  <c:v>3.504115345841444</c:v>
                </c:pt>
                <c:pt idx="119">
                  <c:v>3.504115345841444</c:v>
                </c:pt>
                <c:pt idx="120">
                  <c:v>3.504115345841444</c:v>
                </c:pt>
                <c:pt idx="121">
                  <c:v>3.504115345841444</c:v>
                </c:pt>
              </c:numCache>
            </c:numRef>
          </c:val>
          <c:smooth val="0"/>
          <c:extLst>
            <c:ext xmlns:c16="http://schemas.microsoft.com/office/drawing/2014/chart" uri="{C3380CC4-5D6E-409C-BE32-E72D297353CC}">
              <c16:uniqueId val="{00000003-6F88-4950-A6DD-FB2352C15655}"/>
            </c:ext>
          </c:extLst>
        </c:ser>
        <c:dLbls>
          <c:showLegendKey val="0"/>
          <c:showVal val="0"/>
          <c:showCatName val="0"/>
          <c:showSerName val="0"/>
          <c:showPercent val="0"/>
          <c:showBubbleSize val="0"/>
        </c:dLbls>
        <c:smooth val="0"/>
        <c:axId val="50010001"/>
        <c:axId val="50010002"/>
      </c:lineChart>
      <c:dateAx>
        <c:axId val="50010001"/>
        <c:scaling>
          <c:orientation val="minMax"/>
        </c:scaling>
        <c:delete val="0"/>
        <c:axPos val="b"/>
        <c:numFmt formatCode="yyyy" sourceLinked="0"/>
        <c:majorTickMark val="out"/>
        <c:minorTickMark val="none"/>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min"/>
        <c:auto val="1"/>
        <c:lblOffset val="100"/>
        <c:baseTimeUnit val="days"/>
        <c:majorUnit val="1"/>
        <c:majorTimeUnit val="years"/>
      </c:dateAx>
      <c:valAx>
        <c:axId val="50010002"/>
        <c:scaling>
          <c:orientation val="minMax"/>
          <c:max val="12"/>
          <c:min val="0"/>
        </c:scaling>
        <c:delete val="0"/>
        <c:axPos val="l"/>
        <c:majorGridlines>
          <c:spPr>
            <a:ln w="6350">
              <a:solidFill>
                <a:srgbClr val="D9D9D9"/>
              </a:solidFill>
              <a:prstDash val="dash"/>
            </a:ln>
          </c:spPr>
        </c:majorGridlines>
        <c:numFmt formatCode="0&quot;.0%&quot;" sourceLinked="0"/>
        <c:majorTickMark val="none"/>
        <c:min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majorUnit val="2"/>
      </c:valAx>
      <c:spPr>
        <a:noFill/>
        <a:ln>
          <a:noFill/>
        </a:ln>
      </c:spPr>
    </c:plotArea>
    <c:legend>
      <c:legendPos val="t"/>
      <c:legendEntry>
        <c:idx val="2"/>
        <c:delete val="1"/>
      </c:legendEntry>
      <c:overlay val="0"/>
      <c:txPr>
        <a:bodyPr/>
        <a:lstStyle/>
        <a:p>
          <a:pPr>
            <a:defRPr sz="9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654022961513107"/>
          <c:y val="0.271015192224135"/>
          <c:w val="0.67860790594036313"/>
          <c:h val="0.54397485739476092"/>
        </c:manualLayout>
      </c:layout>
      <c:lineChart>
        <c:grouping val="standard"/>
        <c:varyColors val="0"/>
        <c:ser>
          <c:idx val="0"/>
          <c:order val="0"/>
          <c:tx>
            <c:v>ERP</c:v>
          </c:tx>
          <c:spPr>
            <a:ln w="28575">
              <a:solidFill>
                <a:srgbClr val="1F2F44"/>
              </a:solidFill>
            </a:ln>
          </c:spPr>
          <c:marker>
            <c:symbol val="none"/>
          </c:marker>
          <c:dPt>
            <c:idx val="121"/>
            <c:marker>
              <c:symbol val="circle"/>
              <c:size val="6"/>
              <c:spPr>
                <a:solidFill>
                  <a:srgbClr val="1F2F44"/>
                </a:solidFill>
                <a:ln>
                  <a:solidFill>
                    <a:srgbClr val="1F2F44"/>
                  </a:solidFill>
                  <a:prstDash val="solid"/>
                </a:ln>
              </c:spPr>
            </c:marker>
            <c:bubble3D val="0"/>
            <c:extLst>
              <c:ext xmlns:c16="http://schemas.microsoft.com/office/drawing/2014/chart" uri="{C3380CC4-5D6E-409C-BE32-E72D297353CC}">
                <c16:uniqueId val="{00000004-9D03-493B-8672-B43BCEFB61E5}"/>
              </c:ext>
            </c:extLst>
          </c:dPt>
          <c:dLbls>
            <c:dLbl>
              <c:idx val="121"/>
              <c:tx>
                <c:rich>
                  <a:bodyPr wrap="square" lIns="38100" tIns="19050" rIns="38100" bIns="19050" anchor="ctr">
                    <a:spAutoFit/>
                  </a:bodyPr>
                  <a:lstStyle/>
                  <a:p>
                    <a:pPr>
                      <a:defRPr sz="800" b="1">
                        <a:solidFill>
                          <a:srgbClr val="1F2F44"/>
                        </a:solidFill>
                        <a:latin typeface="Roboto" panose="02000000000000000000" pitchFamily="2" charset="0"/>
                      </a:defRPr>
                    </a:pPr>
                    <a:r>
                      <a:rPr lang="en-US" sz="800" b="1">
                        <a:solidFill>
                          <a:srgbClr val="1F2F44"/>
                        </a:solidFill>
                        <a:latin typeface="Roboto" panose="02000000000000000000" pitchFamily="2" charset="0"/>
                      </a:rPr>
                      <a:t>5.4%</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D03-493B-8672-B43BCEFB61E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'E2'!$A$2:$A$123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'E2'!$B$2:$B$123</c:f>
              <c:numCache>
                <c:formatCode>0.00</c:formatCode>
                <c:ptCount val="122"/>
                <c:pt idx="0">
                  <c:v>3.5523525223556249</c:v>
                </c:pt>
                <c:pt idx="1">
                  <c:v>4.6766797651011229</c:v>
                </c:pt>
                <c:pt idx="2">
                  <c:v>5.2528124120714406</c:v>
                </c:pt>
                <c:pt idx="3">
                  <c:v>4.5433268757068834</c:v>
                </c:pt>
                <c:pt idx="4">
                  <c:v>4.472224002086338</c:v>
                </c:pt>
                <c:pt idx="5">
                  <c:v>5.2804199489051493</c:v>
                </c:pt>
                <c:pt idx="6">
                  <c:v>5.1325213359404067</c:v>
                </c:pt>
                <c:pt idx="7">
                  <c:v>5.8228740739019358</c:v>
                </c:pt>
                <c:pt idx="8">
                  <c:v>5.7076863193775278</c:v>
                </c:pt>
                <c:pt idx="9">
                  <c:v>6.1357743839658747</c:v>
                </c:pt>
                <c:pt idx="10">
                  <c:v>5.396897363715615</c:v>
                </c:pt>
                <c:pt idx="11">
                  <c:v>5.0205883732927239</c:v>
                </c:pt>
                <c:pt idx="12">
                  <c:v>5.2198744065076266</c:v>
                </c:pt>
                <c:pt idx="13">
                  <c:v>5.438728291768542</c:v>
                </c:pt>
                <c:pt idx="14">
                  <c:v>5.2225141362169278</c:v>
                </c:pt>
                <c:pt idx="15">
                  <c:v>4.1240849191961164</c:v>
                </c:pt>
                <c:pt idx="16">
                  <c:v>4.636701120368758</c:v>
                </c:pt>
                <c:pt idx="17">
                  <c:v>4.9088199720454062</c:v>
                </c:pt>
                <c:pt idx="18">
                  <c:v>5.4057084769160211</c:v>
                </c:pt>
                <c:pt idx="19">
                  <c:v>6.6582394253550587</c:v>
                </c:pt>
                <c:pt idx="20">
                  <c:v>6.996013771895619</c:v>
                </c:pt>
                <c:pt idx="21">
                  <c:v>5.8168168053345326</c:v>
                </c:pt>
                <c:pt idx="22">
                  <c:v>6.5476964036214138</c:v>
                </c:pt>
                <c:pt idx="23">
                  <c:v>6.3579861608302526</c:v>
                </c:pt>
                <c:pt idx="24">
                  <c:v>5.4588037437671666</c:v>
                </c:pt>
                <c:pt idx="25">
                  <c:v>4.7004984447836566</c:v>
                </c:pt>
                <c:pt idx="26">
                  <c:v>5.3076910921079996</c:v>
                </c:pt>
                <c:pt idx="27">
                  <c:v>4.6181347606453782</c:v>
                </c:pt>
                <c:pt idx="28">
                  <c:v>4.7223478604360718</c:v>
                </c:pt>
                <c:pt idx="29">
                  <c:v>5.1431996737993142</c:v>
                </c:pt>
                <c:pt idx="30">
                  <c:v>5.4045529269562564</c:v>
                </c:pt>
                <c:pt idx="31">
                  <c:v>5.4876599203387384</c:v>
                </c:pt>
                <c:pt idx="32">
                  <c:v>5.7813947169347344</c:v>
                </c:pt>
                <c:pt idx="33">
                  <c:v>6.2227056954735573</c:v>
                </c:pt>
                <c:pt idx="34">
                  <c:v>6.271015263719554</c:v>
                </c:pt>
                <c:pt idx="35">
                  <c:v>6.5386087626629923</c:v>
                </c:pt>
                <c:pt idx="36">
                  <c:v>6.8561561996945519</c:v>
                </c:pt>
                <c:pt idx="37">
                  <c:v>6.7243424159576373</c:v>
                </c:pt>
                <c:pt idx="38">
                  <c:v>6.3038814894611424</c:v>
                </c:pt>
                <c:pt idx="39">
                  <c:v>6.772815692749881</c:v>
                </c:pt>
                <c:pt idx="40">
                  <c:v>7.3945174821709534</c:v>
                </c:pt>
                <c:pt idx="41">
                  <c:v>10.995293435359329</c:v>
                </c:pt>
                <c:pt idx="42">
                  <c:v>10.20073016901209</c:v>
                </c:pt>
                <c:pt idx="43">
                  <c:v>9.897181324302009</c:v>
                </c:pt>
                <c:pt idx="44">
                  <c:v>7.6521956610123221</c:v>
                </c:pt>
                <c:pt idx="45">
                  <c:v>7.0320406546671599</c:v>
                </c:pt>
                <c:pt idx="46">
                  <c:v>7.5800485917133971</c:v>
                </c:pt>
                <c:pt idx="47">
                  <c:v>8.2981414778124787</c:v>
                </c:pt>
                <c:pt idx="48">
                  <c:v>8.3695593533793762</c:v>
                </c:pt>
                <c:pt idx="49">
                  <c:v>7.2226977550095048</c:v>
                </c:pt>
                <c:pt idx="50">
                  <c:v>6.7886686453081433</c:v>
                </c:pt>
                <c:pt idx="51">
                  <c:v>7.1380278297508939</c:v>
                </c:pt>
                <c:pt idx="52">
                  <c:v>7.9319543564518522</c:v>
                </c:pt>
                <c:pt idx="53">
                  <c:v>6.7158400390162454</c:v>
                </c:pt>
                <c:pt idx="54">
                  <c:v>7.2351755522314054</c:v>
                </c:pt>
                <c:pt idx="55">
                  <c:v>6.4019281353808148</c:v>
                </c:pt>
                <c:pt idx="56">
                  <c:v>6.3630962279173948</c:v>
                </c:pt>
                <c:pt idx="57">
                  <c:v>6.7121936642777698</c:v>
                </c:pt>
                <c:pt idx="58">
                  <c:v>6.6171752125592569</c:v>
                </c:pt>
                <c:pt idx="59">
                  <c:v>6.8762641354718488</c:v>
                </c:pt>
                <c:pt idx="60">
                  <c:v>6.9865274998656579</c:v>
                </c:pt>
                <c:pt idx="61">
                  <c:v>7.692657841842987</c:v>
                </c:pt>
                <c:pt idx="62">
                  <c:v>8.2157857928691271</c:v>
                </c:pt>
                <c:pt idx="63">
                  <c:v>6.1876100664138054</c:v>
                </c:pt>
                <c:pt idx="64">
                  <c:v>6.564332023680322</c:v>
                </c:pt>
                <c:pt idx="65">
                  <c:v>6.0927387590050168</c:v>
                </c:pt>
                <c:pt idx="66">
                  <c:v>7.6917555303937544</c:v>
                </c:pt>
                <c:pt idx="67">
                  <c:v>7.21432087212093</c:v>
                </c:pt>
                <c:pt idx="68">
                  <c:v>9.2413738012342641</c:v>
                </c:pt>
                <c:pt idx="69">
                  <c:v>8.6186727451400458</c:v>
                </c:pt>
                <c:pt idx="70">
                  <c:v>8.0846077179362563</c:v>
                </c:pt>
                <c:pt idx="71">
                  <c:v>7.9581727392944419</c:v>
                </c:pt>
                <c:pt idx="72">
                  <c:v>7.2245586093657526</c:v>
                </c:pt>
                <c:pt idx="73">
                  <c:v>8.9106178546057606</c:v>
                </c:pt>
                <c:pt idx="74">
                  <c:v>9.0645873723649899</c:v>
                </c:pt>
                <c:pt idx="75">
                  <c:v>8.7266666195586797</c:v>
                </c:pt>
                <c:pt idx="76">
                  <c:v>9.690167372160797</c:v>
                </c:pt>
                <c:pt idx="77">
                  <c:v>10.27137554047667</c:v>
                </c:pt>
                <c:pt idx="78">
                  <c:v>9.4240779722812746</c:v>
                </c:pt>
                <c:pt idx="79">
                  <c:v>8.946656401125189</c:v>
                </c:pt>
                <c:pt idx="80">
                  <c:v>8.2450418088280717</c:v>
                </c:pt>
                <c:pt idx="81">
                  <c:v>8.263140737463079</c:v>
                </c:pt>
                <c:pt idx="82">
                  <c:v>9.025667173166223</c:v>
                </c:pt>
                <c:pt idx="83">
                  <c:v>9.2479198047957922</c:v>
                </c:pt>
                <c:pt idx="84">
                  <c:v>9.7435158659285328</c:v>
                </c:pt>
                <c:pt idx="85">
                  <c:v>7.7457810227443469</c:v>
                </c:pt>
                <c:pt idx="86">
                  <c:v>7.4204501978274724</c:v>
                </c:pt>
                <c:pt idx="87">
                  <c:v>7.9073692921361687</c:v>
                </c:pt>
                <c:pt idx="88">
                  <c:v>7.7911574820467466</c:v>
                </c:pt>
                <c:pt idx="89">
                  <c:v>7.6756241809211776</c:v>
                </c:pt>
                <c:pt idx="90">
                  <c:v>8.4270454574738416</c:v>
                </c:pt>
                <c:pt idx="91">
                  <c:v>8.9667263690501979</c:v>
                </c:pt>
                <c:pt idx="92">
                  <c:v>8.7292971648036115</c:v>
                </c:pt>
                <c:pt idx="93">
                  <c:v>8.6643182587630836</c:v>
                </c:pt>
                <c:pt idx="94">
                  <c:v>7.233404485400369</c:v>
                </c:pt>
                <c:pt idx="95">
                  <c:v>7.8357449273907251</c:v>
                </c:pt>
                <c:pt idx="96">
                  <c:v>8.1548409455439543</c:v>
                </c:pt>
                <c:pt idx="97">
                  <c:v>9.6402140022471343</c:v>
                </c:pt>
                <c:pt idx="98">
                  <c:v>9.5909164400874296</c:v>
                </c:pt>
                <c:pt idx="99">
                  <c:v>7.9262475435192759</c:v>
                </c:pt>
                <c:pt idx="100">
                  <c:v>8.5688557517548247</c:v>
                </c:pt>
                <c:pt idx="101">
                  <c:v>7.5919255755577941</c:v>
                </c:pt>
                <c:pt idx="102">
                  <c:v>6.5498708424447534</c:v>
                </c:pt>
                <c:pt idx="103">
                  <c:v>6.4755988043108959</c:v>
                </c:pt>
                <c:pt idx="104">
                  <c:v>6.2247247962776227</c:v>
                </c:pt>
                <c:pt idx="105">
                  <c:v>7.0664658510578029</c:v>
                </c:pt>
                <c:pt idx="106">
                  <c:v>5.9541105632142699</c:v>
                </c:pt>
                <c:pt idx="107">
                  <c:v>5.4680108379650978</c:v>
                </c:pt>
                <c:pt idx="108">
                  <c:v>5.605181478870243</c:v>
                </c:pt>
                <c:pt idx="109">
                  <c:v>5.0096611513071174</c:v>
                </c:pt>
                <c:pt idx="110">
                  <c:v>5.5065461185663898</c:v>
                </c:pt>
                <c:pt idx="111">
                  <c:v>3.958956012389756</c:v>
                </c:pt>
                <c:pt idx="112">
                  <c:v>3.8743448178758659</c:v>
                </c:pt>
                <c:pt idx="113">
                  <c:v>4.4660663310371369</c:v>
                </c:pt>
                <c:pt idx="114">
                  <c:v>4.7887731888603966</c:v>
                </c:pt>
                <c:pt idx="115">
                  <c:v>5.4749198170502682</c:v>
                </c:pt>
                <c:pt idx="116">
                  <c:v>5.0403895189370331</c:v>
                </c:pt>
                <c:pt idx="117">
                  <c:v>4.7178745708478864</c:v>
                </c:pt>
                <c:pt idx="118">
                  <c:v>5.4149164458122208</c:v>
                </c:pt>
                <c:pt idx="119">
                  <c:v>4.7562972701085933</c:v>
                </c:pt>
                <c:pt idx="120">
                  <c:v>3.3868641223703801</c:v>
                </c:pt>
                <c:pt idx="121">
                  <c:v>5.3715003205560334</c:v>
                </c:pt>
              </c:numCache>
            </c:numRef>
          </c:val>
          <c:smooth val="0"/>
          <c:extLst>
            <c:ext xmlns:c16="http://schemas.microsoft.com/office/drawing/2014/chart" uri="{C3380CC4-5D6E-409C-BE32-E72D297353CC}">
              <c16:uniqueId val="{00000000-9D03-493B-8672-B43BCEFB61E5}"/>
            </c:ext>
          </c:extLst>
        </c:ser>
        <c:ser>
          <c:idx val="1"/>
          <c:order val="1"/>
          <c:tx>
            <c:v>10y avg.</c:v>
          </c:tx>
          <c:spPr>
            <a:ln w="19050">
              <a:solidFill>
                <a:srgbClr val="7E7E7E"/>
              </a:solidFill>
              <a:prstDash val="dash"/>
            </a:ln>
          </c:spPr>
          <c:marker>
            <c:symbol val="none"/>
          </c:marker>
          <c:cat>
            <c:numRef>
              <c:f>'E2'!$A$2:$A$123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'E2'!$C$2:$C$123</c:f>
              <c:numCache>
                <c:formatCode>0.00</c:formatCode>
                <c:ptCount val="122"/>
                <c:pt idx="0">
                  <c:v>6.8134921305407392</c:v>
                </c:pt>
                <c:pt idx="1">
                  <c:v>6.8134921305407392</c:v>
                </c:pt>
                <c:pt idx="2">
                  <c:v>6.8134921305407392</c:v>
                </c:pt>
                <c:pt idx="3">
                  <c:v>6.8134921305407392</c:v>
                </c:pt>
                <c:pt idx="4">
                  <c:v>6.8134921305407392</c:v>
                </c:pt>
                <c:pt idx="5">
                  <c:v>6.8134921305407392</c:v>
                </c:pt>
                <c:pt idx="6">
                  <c:v>6.8134921305407392</c:v>
                </c:pt>
                <c:pt idx="7">
                  <c:v>6.8134921305407392</c:v>
                </c:pt>
                <c:pt idx="8">
                  <c:v>6.8134921305407392</c:v>
                </c:pt>
                <c:pt idx="9">
                  <c:v>6.8134921305407392</c:v>
                </c:pt>
                <c:pt idx="10">
                  <c:v>6.8134921305407392</c:v>
                </c:pt>
                <c:pt idx="11">
                  <c:v>6.8134921305407392</c:v>
                </c:pt>
                <c:pt idx="12">
                  <c:v>6.8134921305407392</c:v>
                </c:pt>
                <c:pt idx="13">
                  <c:v>6.8134921305407392</c:v>
                </c:pt>
                <c:pt idx="14">
                  <c:v>6.8134921305407392</c:v>
                </c:pt>
                <c:pt idx="15">
                  <c:v>6.8134921305407392</c:v>
                </c:pt>
                <c:pt idx="16">
                  <c:v>6.8134921305407392</c:v>
                </c:pt>
                <c:pt idx="17">
                  <c:v>6.8134921305407392</c:v>
                </c:pt>
                <c:pt idx="18">
                  <c:v>6.8134921305407392</c:v>
                </c:pt>
                <c:pt idx="19">
                  <c:v>6.8134921305407392</c:v>
                </c:pt>
                <c:pt idx="20">
                  <c:v>6.8134921305407392</c:v>
                </c:pt>
                <c:pt idx="21">
                  <c:v>6.8134921305407392</c:v>
                </c:pt>
                <c:pt idx="22">
                  <c:v>6.8134921305407392</c:v>
                </c:pt>
                <c:pt idx="23">
                  <c:v>6.8134921305407392</c:v>
                </c:pt>
                <c:pt idx="24">
                  <c:v>6.8134921305407392</c:v>
                </c:pt>
                <c:pt idx="25">
                  <c:v>6.8134921305407392</c:v>
                </c:pt>
                <c:pt idx="26">
                  <c:v>6.8134921305407392</c:v>
                </c:pt>
                <c:pt idx="27">
                  <c:v>6.8134921305407392</c:v>
                </c:pt>
                <c:pt idx="28">
                  <c:v>6.8134921305407392</c:v>
                </c:pt>
                <c:pt idx="29">
                  <c:v>6.8134921305407392</c:v>
                </c:pt>
                <c:pt idx="30">
                  <c:v>6.8134921305407392</c:v>
                </c:pt>
                <c:pt idx="31">
                  <c:v>6.8134921305407392</c:v>
                </c:pt>
                <c:pt idx="32">
                  <c:v>6.8134921305407392</c:v>
                </c:pt>
                <c:pt idx="33">
                  <c:v>6.8134921305407392</c:v>
                </c:pt>
                <c:pt idx="34">
                  <c:v>6.8134921305407392</c:v>
                </c:pt>
                <c:pt idx="35">
                  <c:v>6.8134921305407392</c:v>
                </c:pt>
                <c:pt idx="36">
                  <c:v>6.8134921305407392</c:v>
                </c:pt>
                <c:pt idx="37">
                  <c:v>6.8134921305407392</c:v>
                </c:pt>
                <c:pt idx="38">
                  <c:v>6.8134921305407392</c:v>
                </c:pt>
                <c:pt idx="39">
                  <c:v>6.8134921305407392</c:v>
                </c:pt>
                <c:pt idx="40">
                  <c:v>6.8134921305407392</c:v>
                </c:pt>
                <c:pt idx="41">
                  <c:v>6.8134921305407392</c:v>
                </c:pt>
                <c:pt idx="42">
                  <c:v>6.8134921305407392</c:v>
                </c:pt>
                <c:pt idx="43">
                  <c:v>6.8134921305407392</c:v>
                </c:pt>
                <c:pt idx="44">
                  <c:v>6.8134921305407392</c:v>
                </c:pt>
                <c:pt idx="45">
                  <c:v>6.8134921305407392</c:v>
                </c:pt>
                <c:pt idx="46">
                  <c:v>6.8134921305407392</c:v>
                </c:pt>
                <c:pt idx="47">
                  <c:v>6.8134921305407392</c:v>
                </c:pt>
                <c:pt idx="48">
                  <c:v>6.8134921305407392</c:v>
                </c:pt>
                <c:pt idx="49">
                  <c:v>6.8134921305407392</c:v>
                </c:pt>
                <c:pt idx="50">
                  <c:v>6.8134921305407392</c:v>
                </c:pt>
                <c:pt idx="51">
                  <c:v>6.8134921305407392</c:v>
                </c:pt>
                <c:pt idx="52">
                  <c:v>6.8134921305407392</c:v>
                </c:pt>
                <c:pt idx="53">
                  <c:v>6.8134921305407392</c:v>
                </c:pt>
                <c:pt idx="54">
                  <c:v>6.8134921305407392</c:v>
                </c:pt>
                <c:pt idx="55">
                  <c:v>6.8134921305407392</c:v>
                </c:pt>
                <c:pt idx="56">
                  <c:v>6.8134921305407392</c:v>
                </c:pt>
                <c:pt idx="57">
                  <c:v>6.8134921305407392</c:v>
                </c:pt>
                <c:pt idx="58">
                  <c:v>6.8134921305407392</c:v>
                </c:pt>
                <c:pt idx="59">
                  <c:v>6.8134921305407392</c:v>
                </c:pt>
                <c:pt idx="60">
                  <c:v>6.8134921305407392</c:v>
                </c:pt>
                <c:pt idx="61">
                  <c:v>6.8134921305407392</c:v>
                </c:pt>
                <c:pt idx="62">
                  <c:v>6.8134921305407392</c:v>
                </c:pt>
                <c:pt idx="63">
                  <c:v>6.8134921305407392</c:v>
                </c:pt>
                <c:pt idx="64">
                  <c:v>6.8134921305407392</c:v>
                </c:pt>
                <c:pt idx="65">
                  <c:v>6.8134921305407392</c:v>
                </c:pt>
                <c:pt idx="66">
                  <c:v>6.8134921305407392</c:v>
                </c:pt>
                <c:pt idx="67">
                  <c:v>6.8134921305407392</c:v>
                </c:pt>
                <c:pt idx="68">
                  <c:v>6.8134921305407392</c:v>
                </c:pt>
                <c:pt idx="69">
                  <c:v>6.8134921305407392</c:v>
                </c:pt>
                <c:pt idx="70">
                  <c:v>6.8134921305407392</c:v>
                </c:pt>
                <c:pt idx="71">
                  <c:v>6.8134921305407392</c:v>
                </c:pt>
                <c:pt idx="72">
                  <c:v>6.8134921305407392</c:v>
                </c:pt>
                <c:pt idx="73">
                  <c:v>6.8134921305407392</c:v>
                </c:pt>
                <c:pt idx="74">
                  <c:v>6.8134921305407392</c:v>
                </c:pt>
                <c:pt idx="75">
                  <c:v>6.8134921305407392</c:v>
                </c:pt>
                <c:pt idx="76">
                  <c:v>6.8134921305407392</c:v>
                </c:pt>
                <c:pt idx="77">
                  <c:v>6.8134921305407392</c:v>
                </c:pt>
                <c:pt idx="78">
                  <c:v>6.8134921305407392</c:v>
                </c:pt>
                <c:pt idx="79">
                  <c:v>6.8134921305407392</c:v>
                </c:pt>
                <c:pt idx="80">
                  <c:v>6.8134921305407392</c:v>
                </c:pt>
                <c:pt idx="81">
                  <c:v>6.8134921305407392</c:v>
                </c:pt>
                <c:pt idx="82">
                  <c:v>6.8134921305407392</c:v>
                </c:pt>
                <c:pt idx="83">
                  <c:v>6.8134921305407392</c:v>
                </c:pt>
                <c:pt idx="84">
                  <c:v>6.8134921305407392</c:v>
                </c:pt>
                <c:pt idx="85">
                  <c:v>6.8134921305407392</c:v>
                </c:pt>
                <c:pt idx="86">
                  <c:v>6.8134921305407392</c:v>
                </c:pt>
                <c:pt idx="87">
                  <c:v>6.8134921305407392</c:v>
                </c:pt>
                <c:pt idx="88">
                  <c:v>6.8134921305407392</c:v>
                </c:pt>
                <c:pt idx="89">
                  <c:v>6.8134921305407392</c:v>
                </c:pt>
                <c:pt idx="90">
                  <c:v>6.8134921305407392</c:v>
                </c:pt>
                <c:pt idx="91">
                  <c:v>6.8134921305407392</c:v>
                </c:pt>
                <c:pt idx="92">
                  <c:v>6.8134921305407392</c:v>
                </c:pt>
                <c:pt idx="93">
                  <c:v>6.8134921305407392</c:v>
                </c:pt>
                <c:pt idx="94">
                  <c:v>6.8134921305407392</c:v>
                </c:pt>
                <c:pt idx="95">
                  <c:v>6.8134921305407392</c:v>
                </c:pt>
                <c:pt idx="96">
                  <c:v>6.8134921305407392</c:v>
                </c:pt>
                <c:pt idx="97">
                  <c:v>6.8134921305407392</c:v>
                </c:pt>
                <c:pt idx="98">
                  <c:v>6.8134921305407392</c:v>
                </c:pt>
                <c:pt idx="99">
                  <c:v>6.8134921305407392</c:v>
                </c:pt>
                <c:pt idx="100">
                  <c:v>6.8134921305407392</c:v>
                </c:pt>
                <c:pt idx="101">
                  <c:v>6.8134921305407392</c:v>
                </c:pt>
                <c:pt idx="102">
                  <c:v>6.8134921305407392</c:v>
                </c:pt>
                <c:pt idx="103">
                  <c:v>6.8134921305407392</c:v>
                </c:pt>
                <c:pt idx="104">
                  <c:v>6.8134921305407392</c:v>
                </c:pt>
                <c:pt idx="105">
                  <c:v>6.8134921305407392</c:v>
                </c:pt>
                <c:pt idx="106">
                  <c:v>6.8134921305407392</c:v>
                </c:pt>
                <c:pt idx="107">
                  <c:v>6.8134921305407392</c:v>
                </c:pt>
                <c:pt idx="108">
                  <c:v>6.8134921305407392</c:v>
                </c:pt>
                <c:pt idx="109">
                  <c:v>6.8134921305407392</c:v>
                </c:pt>
                <c:pt idx="110">
                  <c:v>6.8134921305407392</c:v>
                </c:pt>
                <c:pt idx="111">
                  <c:v>6.8134921305407392</c:v>
                </c:pt>
                <c:pt idx="112">
                  <c:v>6.8134921305407392</c:v>
                </c:pt>
                <c:pt idx="113">
                  <c:v>6.8134921305407392</c:v>
                </c:pt>
                <c:pt idx="114">
                  <c:v>6.8134921305407392</c:v>
                </c:pt>
                <c:pt idx="115">
                  <c:v>6.8134921305407392</c:v>
                </c:pt>
                <c:pt idx="116">
                  <c:v>6.8134921305407392</c:v>
                </c:pt>
                <c:pt idx="117">
                  <c:v>6.8134921305407392</c:v>
                </c:pt>
                <c:pt idx="118">
                  <c:v>6.8134921305407392</c:v>
                </c:pt>
                <c:pt idx="119">
                  <c:v>6.8134921305407392</c:v>
                </c:pt>
                <c:pt idx="120">
                  <c:v>6.8134921305407392</c:v>
                </c:pt>
                <c:pt idx="121">
                  <c:v>6.8134921305407392</c:v>
                </c:pt>
              </c:numCache>
            </c:numRef>
          </c:val>
          <c:smooth val="0"/>
          <c:extLst>
            <c:ext xmlns:c16="http://schemas.microsoft.com/office/drawing/2014/chart" uri="{C3380CC4-5D6E-409C-BE32-E72D297353CC}">
              <c16:uniqueId val="{00000001-9D03-493B-8672-B43BCEFB61E5}"/>
            </c:ext>
          </c:extLst>
        </c:ser>
        <c:ser>
          <c:idx val="2"/>
          <c:order val="2"/>
          <c:tx>
            <c:v>+1 std. dev.</c:v>
          </c:tx>
          <c:spPr>
            <a:ln w="19050">
              <a:solidFill>
                <a:srgbClr val="8EB3DF"/>
              </a:solidFill>
              <a:prstDash val="dash"/>
            </a:ln>
          </c:spPr>
          <c:marker>
            <c:symbol val="none"/>
          </c:marker>
          <c:cat>
            <c:numRef>
              <c:f>'E2'!$A$2:$A$123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'E2'!$D$2:$D$123</c:f>
              <c:numCache>
                <c:formatCode>0.00</c:formatCode>
                <c:ptCount val="122"/>
                <c:pt idx="0">
                  <c:v>8.4514320307524819</c:v>
                </c:pt>
                <c:pt idx="1">
                  <c:v>8.4514320307524819</c:v>
                </c:pt>
                <c:pt idx="2">
                  <c:v>8.4514320307524819</c:v>
                </c:pt>
                <c:pt idx="3">
                  <c:v>8.4514320307524819</c:v>
                </c:pt>
                <c:pt idx="4">
                  <c:v>8.4514320307524819</c:v>
                </c:pt>
                <c:pt idx="5">
                  <c:v>8.4514320307524819</c:v>
                </c:pt>
                <c:pt idx="6">
                  <c:v>8.4514320307524819</c:v>
                </c:pt>
                <c:pt idx="7">
                  <c:v>8.4514320307524819</c:v>
                </c:pt>
                <c:pt idx="8">
                  <c:v>8.4514320307524819</c:v>
                </c:pt>
                <c:pt idx="9">
                  <c:v>8.4514320307524819</c:v>
                </c:pt>
                <c:pt idx="10">
                  <c:v>8.4514320307524819</c:v>
                </c:pt>
                <c:pt idx="11">
                  <c:v>8.4514320307524819</c:v>
                </c:pt>
                <c:pt idx="12">
                  <c:v>8.4514320307524819</c:v>
                </c:pt>
                <c:pt idx="13">
                  <c:v>8.4514320307524819</c:v>
                </c:pt>
                <c:pt idx="14">
                  <c:v>8.4514320307524819</c:v>
                </c:pt>
                <c:pt idx="15">
                  <c:v>8.4514320307524819</c:v>
                </c:pt>
                <c:pt idx="16">
                  <c:v>8.4514320307524819</c:v>
                </c:pt>
                <c:pt idx="17">
                  <c:v>8.4514320307524819</c:v>
                </c:pt>
                <c:pt idx="18">
                  <c:v>8.4514320307524819</c:v>
                </c:pt>
                <c:pt idx="19">
                  <c:v>8.4514320307524819</c:v>
                </c:pt>
                <c:pt idx="20">
                  <c:v>8.4514320307524819</c:v>
                </c:pt>
                <c:pt idx="21">
                  <c:v>8.4514320307524819</c:v>
                </c:pt>
                <c:pt idx="22">
                  <c:v>8.4514320307524819</c:v>
                </c:pt>
                <c:pt idx="23">
                  <c:v>8.4514320307524819</c:v>
                </c:pt>
                <c:pt idx="24">
                  <c:v>8.4514320307524819</c:v>
                </c:pt>
                <c:pt idx="25">
                  <c:v>8.4514320307524819</c:v>
                </c:pt>
                <c:pt idx="26">
                  <c:v>8.4514320307524819</c:v>
                </c:pt>
                <c:pt idx="27">
                  <c:v>8.4514320307524819</c:v>
                </c:pt>
                <c:pt idx="28">
                  <c:v>8.4514320307524819</c:v>
                </c:pt>
                <c:pt idx="29">
                  <c:v>8.4514320307524819</c:v>
                </c:pt>
                <c:pt idx="30">
                  <c:v>8.4514320307524819</c:v>
                </c:pt>
                <c:pt idx="31">
                  <c:v>8.4514320307524819</c:v>
                </c:pt>
                <c:pt idx="32">
                  <c:v>8.4514320307524819</c:v>
                </c:pt>
                <c:pt idx="33">
                  <c:v>8.4514320307524819</c:v>
                </c:pt>
                <c:pt idx="34">
                  <c:v>8.4514320307524819</c:v>
                </c:pt>
                <c:pt idx="35">
                  <c:v>8.4514320307524819</c:v>
                </c:pt>
                <c:pt idx="36">
                  <c:v>8.4514320307524819</c:v>
                </c:pt>
                <c:pt idx="37">
                  <c:v>8.4514320307524819</c:v>
                </c:pt>
                <c:pt idx="38">
                  <c:v>8.4514320307524819</c:v>
                </c:pt>
                <c:pt idx="39">
                  <c:v>8.4514320307524819</c:v>
                </c:pt>
                <c:pt idx="40">
                  <c:v>8.4514320307524819</c:v>
                </c:pt>
                <c:pt idx="41">
                  <c:v>8.4514320307524819</c:v>
                </c:pt>
                <c:pt idx="42">
                  <c:v>8.4514320307524819</c:v>
                </c:pt>
                <c:pt idx="43">
                  <c:v>8.4514320307524819</c:v>
                </c:pt>
                <c:pt idx="44">
                  <c:v>8.4514320307524819</c:v>
                </c:pt>
                <c:pt idx="45">
                  <c:v>8.4514320307524819</c:v>
                </c:pt>
                <c:pt idx="46">
                  <c:v>8.4514320307524819</c:v>
                </c:pt>
                <c:pt idx="47">
                  <c:v>8.4514320307524819</c:v>
                </c:pt>
                <c:pt idx="48">
                  <c:v>8.4514320307524819</c:v>
                </c:pt>
                <c:pt idx="49">
                  <c:v>8.4514320307524819</c:v>
                </c:pt>
                <c:pt idx="50">
                  <c:v>8.4514320307524819</c:v>
                </c:pt>
                <c:pt idx="51">
                  <c:v>8.4514320307524819</c:v>
                </c:pt>
                <c:pt idx="52">
                  <c:v>8.4514320307524819</c:v>
                </c:pt>
                <c:pt idx="53">
                  <c:v>8.4514320307524819</c:v>
                </c:pt>
                <c:pt idx="54">
                  <c:v>8.4514320307524819</c:v>
                </c:pt>
                <c:pt idx="55">
                  <c:v>8.4514320307524819</c:v>
                </c:pt>
                <c:pt idx="56">
                  <c:v>8.4514320307524819</c:v>
                </c:pt>
                <c:pt idx="57">
                  <c:v>8.4514320307524819</c:v>
                </c:pt>
                <c:pt idx="58">
                  <c:v>8.4514320307524819</c:v>
                </c:pt>
                <c:pt idx="59">
                  <c:v>8.4514320307524819</c:v>
                </c:pt>
                <c:pt idx="60">
                  <c:v>8.4514320307524819</c:v>
                </c:pt>
                <c:pt idx="61">
                  <c:v>8.4514320307524819</c:v>
                </c:pt>
                <c:pt idx="62">
                  <c:v>8.4514320307524819</c:v>
                </c:pt>
                <c:pt idx="63">
                  <c:v>8.4514320307524819</c:v>
                </c:pt>
                <c:pt idx="64">
                  <c:v>8.4514320307524819</c:v>
                </c:pt>
                <c:pt idx="65">
                  <c:v>8.4514320307524819</c:v>
                </c:pt>
                <c:pt idx="66">
                  <c:v>8.4514320307524819</c:v>
                </c:pt>
                <c:pt idx="67">
                  <c:v>8.4514320307524819</c:v>
                </c:pt>
                <c:pt idx="68">
                  <c:v>8.4514320307524819</c:v>
                </c:pt>
                <c:pt idx="69">
                  <c:v>8.4514320307524819</c:v>
                </c:pt>
                <c:pt idx="70">
                  <c:v>8.4514320307524819</c:v>
                </c:pt>
                <c:pt idx="71">
                  <c:v>8.4514320307524819</c:v>
                </c:pt>
                <c:pt idx="72">
                  <c:v>8.4514320307524819</c:v>
                </c:pt>
                <c:pt idx="73">
                  <c:v>8.4514320307524819</c:v>
                </c:pt>
                <c:pt idx="74">
                  <c:v>8.4514320307524819</c:v>
                </c:pt>
                <c:pt idx="75">
                  <c:v>8.4514320307524819</c:v>
                </c:pt>
                <c:pt idx="76">
                  <c:v>8.4514320307524819</c:v>
                </c:pt>
                <c:pt idx="77">
                  <c:v>8.4514320307524819</c:v>
                </c:pt>
                <c:pt idx="78">
                  <c:v>8.4514320307524819</c:v>
                </c:pt>
                <c:pt idx="79">
                  <c:v>8.4514320307524819</c:v>
                </c:pt>
                <c:pt idx="80">
                  <c:v>8.4514320307524819</c:v>
                </c:pt>
                <c:pt idx="81">
                  <c:v>8.4514320307524819</c:v>
                </c:pt>
                <c:pt idx="82">
                  <c:v>8.4514320307524819</c:v>
                </c:pt>
                <c:pt idx="83">
                  <c:v>8.4514320307524819</c:v>
                </c:pt>
                <c:pt idx="84">
                  <c:v>8.4514320307524819</c:v>
                </c:pt>
                <c:pt idx="85">
                  <c:v>8.4514320307524819</c:v>
                </c:pt>
                <c:pt idx="86">
                  <c:v>8.4514320307524819</c:v>
                </c:pt>
                <c:pt idx="87">
                  <c:v>8.4514320307524819</c:v>
                </c:pt>
                <c:pt idx="88">
                  <c:v>8.4514320307524819</c:v>
                </c:pt>
                <c:pt idx="89">
                  <c:v>8.4514320307524819</c:v>
                </c:pt>
                <c:pt idx="90">
                  <c:v>8.4514320307524819</c:v>
                </c:pt>
                <c:pt idx="91">
                  <c:v>8.4514320307524819</c:v>
                </c:pt>
                <c:pt idx="92">
                  <c:v>8.4514320307524819</c:v>
                </c:pt>
                <c:pt idx="93">
                  <c:v>8.4514320307524819</c:v>
                </c:pt>
                <c:pt idx="94">
                  <c:v>8.4514320307524819</c:v>
                </c:pt>
                <c:pt idx="95">
                  <c:v>8.4514320307524819</c:v>
                </c:pt>
                <c:pt idx="96">
                  <c:v>8.4514320307524819</c:v>
                </c:pt>
                <c:pt idx="97">
                  <c:v>8.4514320307524819</c:v>
                </c:pt>
                <c:pt idx="98">
                  <c:v>8.4514320307524819</c:v>
                </c:pt>
                <c:pt idx="99">
                  <c:v>8.4514320307524819</c:v>
                </c:pt>
                <c:pt idx="100">
                  <c:v>8.4514320307524819</c:v>
                </c:pt>
                <c:pt idx="101">
                  <c:v>8.4514320307524819</c:v>
                </c:pt>
                <c:pt idx="102">
                  <c:v>8.4514320307524819</c:v>
                </c:pt>
                <c:pt idx="103">
                  <c:v>8.4514320307524819</c:v>
                </c:pt>
                <c:pt idx="104">
                  <c:v>8.4514320307524819</c:v>
                </c:pt>
                <c:pt idx="105">
                  <c:v>8.4514320307524819</c:v>
                </c:pt>
                <c:pt idx="106">
                  <c:v>8.4514320307524819</c:v>
                </c:pt>
                <c:pt idx="107">
                  <c:v>8.4514320307524819</c:v>
                </c:pt>
                <c:pt idx="108">
                  <c:v>8.4514320307524819</c:v>
                </c:pt>
                <c:pt idx="109">
                  <c:v>8.4514320307524819</c:v>
                </c:pt>
                <c:pt idx="110">
                  <c:v>8.4514320307524819</c:v>
                </c:pt>
                <c:pt idx="111">
                  <c:v>8.4514320307524819</c:v>
                </c:pt>
                <c:pt idx="112">
                  <c:v>8.4514320307524819</c:v>
                </c:pt>
                <c:pt idx="113">
                  <c:v>8.4514320307524819</c:v>
                </c:pt>
                <c:pt idx="114">
                  <c:v>8.4514320307524819</c:v>
                </c:pt>
                <c:pt idx="115">
                  <c:v>8.4514320307524819</c:v>
                </c:pt>
                <c:pt idx="116">
                  <c:v>8.4514320307524819</c:v>
                </c:pt>
                <c:pt idx="117">
                  <c:v>8.4514320307524819</c:v>
                </c:pt>
                <c:pt idx="118">
                  <c:v>8.4514320307524819</c:v>
                </c:pt>
                <c:pt idx="119">
                  <c:v>8.4514320307524819</c:v>
                </c:pt>
                <c:pt idx="120">
                  <c:v>8.4514320307524819</c:v>
                </c:pt>
                <c:pt idx="121">
                  <c:v>8.4514320307524819</c:v>
                </c:pt>
              </c:numCache>
            </c:numRef>
          </c:val>
          <c:smooth val="0"/>
          <c:extLst>
            <c:ext xmlns:c16="http://schemas.microsoft.com/office/drawing/2014/chart" uri="{C3380CC4-5D6E-409C-BE32-E72D297353CC}">
              <c16:uniqueId val="{00000002-9D03-493B-8672-B43BCEFB61E5}"/>
            </c:ext>
          </c:extLst>
        </c:ser>
        <c:ser>
          <c:idx val="3"/>
          <c:order val="3"/>
          <c:tx>
            <c:v>±1 std. dev.</c:v>
          </c:tx>
          <c:spPr>
            <a:ln w="19050">
              <a:solidFill>
                <a:srgbClr val="8EB3DF"/>
              </a:solidFill>
              <a:prstDash val="dash"/>
            </a:ln>
          </c:spPr>
          <c:marker>
            <c:symbol val="none"/>
          </c:marker>
          <c:cat>
            <c:numRef>
              <c:f>'E2'!$A$2:$A$123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'E2'!$E$2:$E$123</c:f>
              <c:numCache>
                <c:formatCode>0.00</c:formatCode>
                <c:ptCount val="122"/>
                <c:pt idx="0">
                  <c:v>5.1755522303289956</c:v>
                </c:pt>
                <c:pt idx="1">
                  <c:v>5.1755522303289956</c:v>
                </c:pt>
                <c:pt idx="2">
                  <c:v>5.1755522303289956</c:v>
                </c:pt>
                <c:pt idx="3">
                  <c:v>5.1755522303289956</c:v>
                </c:pt>
                <c:pt idx="4">
                  <c:v>5.1755522303289956</c:v>
                </c:pt>
                <c:pt idx="5">
                  <c:v>5.1755522303289956</c:v>
                </c:pt>
                <c:pt idx="6">
                  <c:v>5.1755522303289956</c:v>
                </c:pt>
                <c:pt idx="7">
                  <c:v>5.1755522303289956</c:v>
                </c:pt>
                <c:pt idx="8">
                  <c:v>5.1755522303289956</c:v>
                </c:pt>
                <c:pt idx="9">
                  <c:v>5.1755522303289956</c:v>
                </c:pt>
                <c:pt idx="10">
                  <c:v>5.1755522303289956</c:v>
                </c:pt>
                <c:pt idx="11">
                  <c:v>5.1755522303289956</c:v>
                </c:pt>
                <c:pt idx="12">
                  <c:v>5.1755522303289956</c:v>
                </c:pt>
                <c:pt idx="13">
                  <c:v>5.1755522303289956</c:v>
                </c:pt>
                <c:pt idx="14">
                  <c:v>5.1755522303289956</c:v>
                </c:pt>
                <c:pt idx="15">
                  <c:v>5.1755522303289956</c:v>
                </c:pt>
                <c:pt idx="16">
                  <c:v>5.1755522303289956</c:v>
                </c:pt>
                <c:pt idx="17">
                  <c:v>5.1755522303289956</c:v>
                </c:pt>
                <c:pt idx="18">
                  <c:v>5.1755522303289956</c:v>
                </c:pt>
                <c:pt idx="19">
                  <c:v>5.1755522303289956</c:v>
                </c:pt>
                <c:pt idx="20">
                  <c:v>5.1755522303289956</c:v>
                </c:pt>
                <c:pt idx="21">
                  <c:v>5.1755522303289956</c:v>
                </c:pt>
                <c:pt idx="22">
                  <c:v>5.1755522303289956</c:v>
                </c:pt>
                <c:pt idx="23">
                  <c:v>5.1755522303289956</c:v>
                </c:pt>
                <c:pt idx="24">
                  <c:v>5.1755522303289956</c:v>
                </c:pt>
                <c:pt idx="25">
                  <c:v>5.1755522303289956</c:v>
                </c:pt>
                <c:pt idx="26">
                  <c:v>5.1755522303289956</c:v>
                </c:pt>
                <c:pt idx="27">
                  <c:v>5.1755522303289956</c:v>
                </c:pt>
                <c:pt idx="28">
                  <c:v>5.1755522303289956</c:v>
                </c:pt>
                <c:pt idx="29">
                  <c:v>5.1755522303289956</c:v>
                </c:pt>
                <c:pt idx="30">
                  <c:v>5.1755522303289956</c:v>
                </c:pt>
                <c:pt idx="31">
                  <c:v>5.1755522303289956</c:v>
                </c:pt>
                <c:pt idx="32">
                  <c:v>5.1755522303289956</c:v>
                </c:pt>
                <c:pt idx="33">
                  <c:v>5.1755522303289956</c:v>
                </c:pt>
                <c:pt idx="34">
                  <c:v>5.1755522303289956</c:v>
                </c:pt>
                <c:pt idx="35">
                  <c:v>5.1755522303289956</c:v>
                </c:pt>
                <c:pt idx="36">
                  <c:v>5.1755522303289956</c:v>
                </c:pt>
                <c:pt idx="37">
                  <c:v>5.1755522303289956</c:v>
                </c:pt>
                <c:pt idx="38">
                  <c:v>5.1755522303289956</c:v>
                </c:pt>
                <c:pt idx="39">
                  <c:v>5.1755522303289956</c:v>
                </c:pt>
                <c:pt idx="40">
                  <c:v>5.1755522303289956</c:v>
                </c:pt>
                <c:pt idx="41">
                  <c:v>5.1755522303289956</c:v>
                </c:pt>
                <c:pt idx="42">
                  <c:v>5.1755522303289956</c:v>
                </c:pt>
                <c:pt idx="43">
                  <c:v>5.1755522303289956</c:v>
                </c:pt>
                <c:pt idx="44">
                  <c:v>5.1755522303289956</c:v>
                </c:pt>
                <c:pt idx="45">
                  <c:v>5.1755522303289956</c:v>
                </c:pt>
                <c:pt idx="46">
                  <c:v>5.1755522303289956</c:v>
                </c:pt>
                <c:pt idx="47">
                  <c:v>5.1755522303289956</c:v>
                </c:pt>
                <c:pt idx="48">
                  <c:v>5.1755522303289956</c:v>
                </c:pt>
                <c:pt idx="49">
                  <c:v>5.1755522303289956</c:v>
                </c:pt>
                <c:pt idx="50">
                  <c:v>5.1755522303289956</c:v>
                </c:pt>
                <c:pt idx="51">
                  <c:v>5.1755522303289956</c:v>
                </c:pt>
                <c:pt idx="52">
                  <c:v>5.1755522303289956</c:v>
                </c:pt>
                <c:pt idx="53">
                  <c:v>5.1755522303289956</c:v>
                </c:pt>
                <c:pt idx="54">
                  <c:v>5.1755522303289956</c:v>
                </c:pt>
                <c:pt idx="55">
                  <c:v>5.1755522303289956</c:v>
                </c:pt>
                <c:pt idx="56">
                  <c:v>5.1755522303289956</c:v>
                </c:pt>
                <c:pt idx="57">
                  <c:v>5.1755522303289956</c:v>
                </c:pt>
                <c:pt idx="58">
                  <c:v>5.1755522303289956</c:v>
                </c:pt>
                <c:pt idx="59">
                  <c:v>5.1755522303289956</c:v>
                </c:pt>
                <c:pt idx="60">
                  <c:v>5.1755522303289956</c:v>
                </c:pt>
                <c:pt idx="61">
                  <c:v>5.1755522303289956</c:v>
                </c:pt>
                <c:pt idx="62">
                  <c:v>5.1755522303289956</c:v>
                </c:pt>
                <c:pt idx="63">
                  <c:v>5.1755522303289956</c:v>
                </c:pt>
                <c:pt idx="64">
                  <c:v>5.1755522303289956</c:v>
                </c:pt>
                <c:pt idx="65">
                  <c:v>5.1755522303289956</c:v>
                </c:pt>
                <c:pt idx="66">
                  <c:v>5.1755522303289956</c:v>
                </c:pt>
                <c:pt idx="67">
                  <c:v>5.1755522303289956</c:v>
                </c:pt>
                <c:pt idx="68">
                  <c:v>5.1755522303289956</c:v>
                </c:pt>
                <c:pt idx="69">
                  <c:v>5.1755522303289956</c:v>
                </c:pt>
                <c:pt idx="70">
                  <c:v>5.1755522303289956</c:v>
                </c:pt>
                <c:pt idx="71">
                  <c:v>5.1755522303289956</c:v>
                </c:pt>
                <c:pt idx="72">
                  <c:v>5.1755522303289956</c:v>
                </c:pt>
                <c:pt idx="73">
                  <c:v>5.1755522303289956</c:v>
                </c:pt>
                <c:pt idx="74">
                  <c:v>5.1755522303289956</c:v>
                </c:pt>
                <c:pt idx="75">
                  <c:v>5.1755522303289956</c:v>
                </c:pt>
                <c:pt idx="76">
                  <c:v>5.1755522303289956</c:v>
                </c:pt>
                <c:pt idx="77">
                  <c:v>5.1755522303289956</c:v>
                </c:pt>
                <c:pt idx="78">
                  <c:v>5.1755522303289956</c:v>
                </c:pt>
                <c:pt idx="79">
                  <c:v>5.1755522303289956</c:v>
                </c:pt>
                <c:pt idx="80">
                  <c:v>5.1755522303289956</c:v>
                </c:pt>
                <c:pt idx="81">
                  <c:v>5.1755522303289956</c:v>
                </c:pt>
                <c:pt idx="82">
                  <c:v>5.1755522303289956</c:v>
                </c:pt>
                <c:pt idx="83">
                  <c:v>5.1755522303289956</c:v>
                </c:pt>
                <c:pt idx="84">
                  <c:v>5.1755522303289956</c:v>
                </c:pt>
                <c:pt idx="85">
                  <c:v>5.1755522303289956</c:v>
                </c:pt>
                <c:pt idx="86">
                  <c:v>5.1755522303289956</c:v>
                </c:pt>
                <c:pt idx="87">
                  <c:v>5.1755522303289956</c:v>
                </c:pt>
                <c:pt idx="88">
                  <c:v>5.1755522303289956</c:v>
                </c:pt>
                <c:pt idx="89">
                  <c:v>5.1755522303289956</c:v>
                </c:pt>
                <c:pt idx="90">
                  <c:v>5.1755522303289956</c:v>
                </c:pt>
                <c:pt idx="91">
                  <c:v>5.1755522303289956</c:v>
                </c:pt>
                <c:pt idx="92">
                  <c:v>5.1755522303289956</c:v>
                </c:pt>
                <c:pt idx="93">
                  <c:v>5.1755522303289956</c:v>
                </c:pt>
                <c:pt idx="94">
                  <c:v>5.1755522303289956</c:v>
                </c:pt>
                <c:pt idx="95">
                  <c:v>5.1755522303289956</c:v>
                </c:pt>
                <c:pt idx="96">
                  <c:v>5.1755522303289956</c:v>
                </c:pt>
                <c:pt idx="97">
                  <c:v>5.1755522303289956</c:v>
                </c:pt>
                <c:pt idx="98">
                  <c:v>5.1755522303289956</c:v>
                </c:pt>
                <c:pt idx="99">
                  <c:v>5.1755522303289956</c:v>
                </c:pt>
                <c:pt idx="100">
                  <c:v>5.1755522303289956</c:v>
                </c:pt>
                <c:pt idx="101">
                  <c:v>5.1755522303289956</c:v>
                </c:pt>
                <c:pt idx="102">
                  <c:v>5.1755522303289956</c:v>
                </c:pt>
                <c:pt idx="103">
                  <c:v>5.1755522303289956</c:v>
                </c:pt>
                <c:pt idx="104">
                  <c:v>5.1755522303289956</c:v>
                </c:pt>
                <c:pt idx="105">
                  <c:v>5.1755522303289956</c:v>
                </c:pt>
                <c:pt idx="106">
                  <c:v>5.1755522303289956</c:v>
                </c:pt>
                <c:pt idx="107">
                  <c:v>5.1755522303289956</c:v>
                </c:pt>
                <c:pt idx="108">
                  <c:v>5.1755522303289956</c:v>
                </c:pt>
                <c:pt idx="109">
                  <c:v>5.1755522303289956</c:v>
                </c:pt>
                <c:pt idx="110">
                  <c:v>5.1755522303289956</c:v>
                </c:pt>
                <c:pt idx="111">
                  <c:v>5.1755522303289956</c:v>
                </c:pt>
                <c:pt idx="112">
                  <c:v>5.1755522303289956</c:v>
                </c:pt>
                <c:pt idx="113">
                  <c:v>5.1755522303289956</c:v>
                </c:pt>
                <c:pt idx="114">
                  <c:v>5.1755522303289956</c:v>
                </c:pt>
                <c:pt idx="115">
                  <c:v>5.1755522303289956</c:v>
                </c:pt>
                <c:pt idx="116">
                  <c:v>5.1755522303289956</c:v>
                </c:pt>
                <c:pt idx="117">
                  <c:v>5.1755522303289956</c:v>
                </c:pt>
                <c:pt idx="118">
                  <c:v>5.1755522303289956</c:v>
                </c:pt>
                <c:pt idx="119">
                  <c:v>5.1755522303289956</c:v>
                </c:pt>
                <c:pt idx="120">
                  <c:v>5.1755522303289956</c:v>
                </c:pt>
                <c:pt idx="121">
                  <c:v>5.1755522303289956</c:v>
                </c:pt>
              </c:numCache>
            </c:numRef>
          </c:val>
          <c:smooth val="0"/>
          <c:extLst>
            <c:ext xmlns:c16="http://schemas.microsoft.com/office/drawing/2014/chart" uri="{C3380CC4-5D6E-409C-BE32-E72D297353CC}">
              <c16:uniqueId val="{00000003-9D03-493B-8672-B43BCEFB61E5}"/>
            </c:ext>
          </c:extLst>
        </c:ser>
        <c:dLbls>
          <c:showLegendKey val="0"/>
          <c:showVal val="0"/>
          <c:showCatName val="0"/>
          <c:showSerName val="0"/>
          <c:showPercent val="0"/>
          <c:showBubbleSize val="0"/>
        </c:dLbls>
        <c:smooth val="0"/>
        <c:axId val="50020001"/>
        <c:axId val="50020002"/>
      </c:lineChart>
      <c:dateAx>
        <c:axId val="50020001"/>
        <c:scaling>
          <c:orientation val="minMax"/>
        </c:scaling>
        <c:delete val="0"/>
        <c:axPos val="b"/>
        <c:numFmt formatCode="yyyy" sourceLinked="0"/>
        <c:majorTickMark val="out"/>
        <c:minorTickMark val="none"/>
        <c:tickLblPos val="low"/>
        <c:spPr>
          <a:ln w="9525">
            <a:solidFill>
              <a:srgbClr val="D9D9D9"/>
            </a:solidFill>
          </a:ln>
        </c:spPr>
        <c:txPr>
          <a:bodyPr/>
          <a:lstStyle/>
          <a:p>
            <a:pPr>
              <a:defRPr sz="900" b="0" baseline="0">
                <a:solidFill>
                  <a:srgbClr val="000000"/>
                </a:solidFill>
                <a:latin typeface="Roboto Light"/>
              </a:defRPr>
            </a:pPr>
            <a:endParaRPr lang="en-US"/>
          </a:p>
        </c:txPr>
        <c:crossAx val="50020002"/>
        <c:crosses val="min"/>
        <c:auto val="1"/>
        <c:lblOffset val="100"/>
        <c:baseTimeUnit val="days"/>
        <c:majorUnit val="2"/>
        <c:majorTimeUnit val="years"/>
      </c:dateAx>
      <c:valAx>
        <c:axId val="50020002"/>
        <c:scaling>
          <c:orientation val="minMax"/>
          <c:max val="12"/>
          <c:min val="2"/>
        </c:scaling>
        <c:delete val="0"/>
        <c:axPos val="l"/>
        <c:majorGridlines>
          <c:spPr>
            <a:ln w="6350">
              <a:solidFill>
                <a:srgbClr val="D9D9D9"/>
              </a:solidFill>
              <a:prstDash val="dash"/>
            </a:ln>
          </c:spPr>
        </c:majorGridlines>
        <c:numFmt formatCode="0&quot;.0%&quot;" sourceLinked="0"/>
        <c:majorTickMark val="none"/>
        <c:minorTickMark val="none"/>
        <c:tickLblPos val="nextTo"/>
        <c:spPr>
          <a:ln>
            <a:noFill/>
          </a:ln>
        </c:spPr>
        <c:txPr>
          <a:bodyPr/>
          <a:lstStyle/>
          <a:p>
            <a:pPr>
              <a:defRPr sz="900" b="0" baseline="0">
                <a:solidFill>
                  <a:srgbClr val="000000"/>
                </a:solidFill>
                <a:latin typeface="Roboto Light"/>
              </a:defRPr>
            </a:pPr>
            <a:endParaRPr lang="en-US"/>
          </a:p>
        </c:txPr>
        <c:crossAx val="50020001"/>
        <c:crosses val="autoZero"/>
        <c:crossBetween val="between"/>
        <c:majorUnit val="2"/>
      </c:valAx>
      <c:spPr>
        <a:noFill/>
        <a:ln>
          <a:noFill/>
        </a:ln>
      </c:spPr>
    </c:plotArea>
    <c:legend>
      <c:legendPos val="t"/>
      <c:legendEntry>
        <c:idx val="2"/>
        <c:delete val="1"/>
      </c:legendEntry>
      <c:overlay val="0"/>
      <c:txPr>
        <a:bodyPr/>
        <a:lstStyle/>
        <a:p>
          <a:pPr>
            <a:defRPr sz="9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468421120072512"/>
          <c:y val="0.271015192224135"/>
          <c:w val="0.6937648833710216"/>
          <c:h val="0.54397485739476092"/>
        </c:manualLayout>
      </c:layout>
      <c:lineChart>
        <c:grouping val="standard"/>
        <c:varyColors val="0"/>
        <c:ser>
          <c:idx val="0"/>
          <c:order val="0"/>
          <c:tx>
            <c:v>ERP</c:v>
          </c:tx>
          <c:spPr>
            <a:ln w="28575">
              <a:solidFill>
                <a:srgbClr val="1F2F44"/>
              </a:solidFill>
            </a:ln>
          </c:spPr>
          <c:marker>
            <c:symbol val="none"/>
          </c:marker>
          <c:dPt>
            <c:idx val="121"/>
            <c:marker>
              <c:symbol val="circle"/>
              <c:size val="6"/>
              <c:spPr>
                <a:solidFill>
                  <a:srgbClr val="1F2F44"/>
                </a:solidFill>
                <a:ln>
                  <a:solidFill>
                    <a:srgbClr val="1F2F44"/>
                  </a:solidFill>
                  <a:prstDash val="solid"/>
                </a:ln>
              </c:spPr>
            </c:marker>
            <c:bubble3D val="0"/>
            <c:extLst>
              <c:ext xmlns:c16="http://schemas.microsoft.com/office/drawing/2014/chart" uri="{C3380CC4-5D6E-409C-BE32-E72D297353CC}">
                <c16:uniqueId val="{00000004-6A42-4EE6-842E-67523BA007C3}"/>
              </c:ext>
            </c:extLst>
          </c:dPt>
          <c:dLbls>
            <c:dLbl>
              <c:idx val="121"/>
              <c:tx>
                <c:rich>
                  <a:bodyPr wrap="square" lIns="38100" tIns="19050" rIns="38100" bIns="19050" anchor="ctr">
                    <a:spAutoFit/>
                  </a:bodyPr>
                  <a:lstStyle/>
                  <a:p>
                    <a:pPr>
                      <a:defRPr sz="800" b="1">
                        <a:solidFill>
                          <a:srgbClr val="1F2F44"/>
                        </a:solidFill>
                        <a:latin typeface="Roboto" panose="02000000000000000000" pitchFamily="2" charset="0"/>
                      </a:defRPr>
                    </a:pPr>
                    <a:r>
                      <a:rPr lang="en-US" sz="800" b="1">
                        <a:solidFill>
                          <a:srgbClr val="1F2F44"/>
                        </a:solidFill>
                        <a:latin typeface="Roboto" panose="02000000000000000000" pitchFamily="2" charset="0"/>
                      </a:rPr>
                      <a:t>0.5%</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A42-4EE6-842E-67523BA007C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'E3'!$A$2:$A$123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'E3'!$B$2:$B$123</c:f>
              <c:numCache>
                <c:formatCode>0.00</c:formatCode>
                <c:ptCount val="122"/>
                <c:pt idx="0">
                  <c:v>-0.75626922115352024</c:v>
                </c:pt>
                <c:pt idx="1">
                  <c:v>-0.4161088894495395</c:v>
                </c:pt>
                <c:pt idx="2">
                  <c:v>-3.2978816932890259E-2</c:v>
                </c:pt>
                <c:pt idx="3">
                  <c:v>-2.1897379102937129E-2</c:v>
                </c:pt>
                <c:pt idx="4">
                  <c:v>0.2445595222683804</c:v>
                </c:pt>
                <c:pt idx="5">
                  <c:v>0.56804518664661863</c:v>
                </c:pt>
                <c:pt idx="6">
                  <c:v>0.52537613879567668</c:v>
                </c:pt>
                <c:pt idx="7">
                  <c:v>-7.2278218366528257E-3</c:v>
                </c:pt>
                <c:pt idx="8">
                  <c:v>0.73863675364437276</c:v>
                </c:pt>
                <c:pt idx="9">
                  <c:v>1.2449689778515349</c:v>
                </c:pt>
                <c:pt idx="10">
                  <c:v>1.003219675166964</c:v>
                </c:pt>
                <c:pt idx="11">
                  <c:v>1.2572207826415649</c:v>
                </c:pt>
                <c:pt idx="12">
                  <c:v>1.1840314853634011</c:v>
                </c:pt>
                <c:pt idx="13">
                  <c:v>1.325043679131342</c:v>
                </c:pt>
                <c:pt idx="14">
                  <c:v>1.2624709672327781</c:v>
                </c:pt>
                <c:pt idx="15">
                  <c:v>1.695562444841872</c:v>
                </c:pt>
                <c:pt idx="16">
                  <c:v>1.708831523740743</c:v>
                </c:pt>
                <c:pt idx="17">
                  <c:v>2.1329700555636122</c:v>
                </c:pt>
                <c:pt idx="18">
                  <c:v>2.2754089831465181</c:v>
                </c:pt>
                <c:pt idx="19">
                  <c:v>2.2110146708458669</c:v>
                </c:pt>
                <c:pt idx="20">
                  <c:v>2.027277860917839</c:v>
                </c:pt>
                <c:pt idx="21">
                  <c:v>2.063130719465097</c:v>
                </c:pt>
                <c:pt idx="22">
                  <c:v>1.9726653091097219</c:v>
                </c:pt>
                <c:pt idx="23">
                  <c:v>2.3066843749953132</c:v>
                </c:pt>
                <c:pt idx="24">
                  <c:v>2.691424444175563</c:v>
                </c:pt>
                <c:pt idx="25">
                  <c:v>2.2624402569930822</c:v>
                </c:pt>
                <c:pt idx="26">
                  <c:v>2.4376621127099711</c:v>
                </c:pt>
                <c:pt idx="27">
                  <c:v>2.4069965969629279</c:v>
                </c:pt>
                <c:pt idx="28">
                  <c:v>2.4100550186991021</c:v>
                </c:pt>
                <c:pt idx="29">
                  <c:v>2.8780013726980891</c:v>
                </c:pt>
                <c:pt idx="30">
                  <c:v>2.6333555761043548</c:v>
                </c:pt>
                <c:pt idx="31">
                  <c:v>2.6031813361266041</c:v>
                </c:pt>
                <c:pt idx="32">
                  <c:v>3.011769033796917</c:v>
                </c:pt>
                <c:pt idx="33">
                  <c:v>2.5738138354790152</c:v>
                </c:pt>
                <c:pt idx="34">
                  <c:v>2.4249574879424909</c:v>
                </c:pt>
                <c:pt idx="35">
                  <c:v>2.8858102024253971</c:v>
                </c:pt>
                <c:pt idx="36">
                  <c:v>3.6529455369642712</c:v>
                </c:pt>
                <c:pt idx="37">
                  <c:v>3.1122519985012769</c:v>
                </c:pt>
                <c:pt idx="38">
                  <c:v>2.87989761586334</c:v>
                </c:pt>
                <c:pt idx="39">
                  <c:v>2.5311524683990432</c:v>
                </c:pt>
                <c:pt idx="40">
                  <c:v>3.2451891211790311</c:v>
                </c:pt>
                <c:pt idx="41">
                  <c:v>3.8491146111472312</c:v>
                </c:pt>
                <c:pt idx="42">
                  <c:v>3.6500421511292438</c:v>
                </c:pt>
                <c:pt idx="43">
                  <c:v>3.8786698500556618</c:v>
                </c:pt>
                <c:pt idx="44">
                  <c:v>3.7494897117875481</c:v>
                </c:pt>
                <c:pt idx="45">
                  <c:v>6.727391083306304</c:v>
                </c:pt>
                <c:pt idx="46">
                  <c:v>4.166464409261228</c:v>
                </c:pt>
                <c:pt idx="47">
                  <c:v>3.9851809489314149</c:v>
                </c:pt>
                <c:pt idx="48">
                  <c:v>3.9432489532285042</c:v>
                </c:pt>
                <c:pt idx="49">
                  <c:v>3.8341513119690451</c:v>
                </c:pt>
                <c:pt idx="50">
                  <c:v>3.9829794687944138</c:v>
                </c:pt>
                <c:pt idx="51">
                  <c:v>3.7409976655641621</c:v>
                </c:pt>
                <c:pt idx="52">
                  <c:v>3.8041285009168671</c:v>
                </c:pt>
                <c:pt idx="53">
                  <c:v>3.142989311231962</c:v>
                </c:pt>
                <c:pt idx="54">
                  <c:v>3.3958027532902628</c:v>
                </c:pt>
                <c:pt idx="55">
                  <c:v>2.895180072985974</c:v>
                </c:pt>
                <c:pt idx="56">
                  <c:v>2.7417585468244101</c:v>
                </c:pt>
                <c:pt idx="57">
                  <c:v>3.01016324198942</c:v>
                </c:pt>
                <c:pt idx="58">
                  <c:v>2.368887888842405</c:v>
                </c:pt>
                <c:pt idx="59">
                  <c:v>2.2961541870706559</c:v>
                </c:pt>
                <c:pt idx="60">
                  <c:v>2.4759978823196951</c:v>
                </c:pt>
                <c:pt idx="61">
                  <c:v>3.0975207682415662</c:v>
                </c:pt>
                <c:pt idx="62">
                  <c:v>2.8989258281486321</c:v>
                </c:pt>
                <c:pt idx="63">
                  <c:v>2.2109272649148441</c:v>
                </c:pt>
                <c:pt idx="64">
                  <c:v>2.2593841780833941</c:v>
                </c:pt>
                <c:pt idx="65">
                  <c:v>2.1820735498993971</c:v>
                </c:pt>
                <c:pt idx="66">
                  <c:v>2.564703703084541</c:v>
                </c:pt>
                <c:pt idx="67">
                  <c:v>2.9193125732163758</c:v>
                </c:pt>
                <c:pt idx="68">
                  <c:v>3.568218976852783</c:v>
                </c:pt>
                <c:pt idx="69">
                  <c:v>2.1020468766269418</c:v>
                </c:pt>
                <c:pt idx="70">
                  <c:v>1.7086764500230831</c:v>
                </c:pt>
                <c:pt idx="71">
                  <c:v>2.036281594489834</c:v>
                </c:pt>
                <c:pt idx="72">
                  <c:v>1.598106692222502</c:v>
                </c:pt>
                <c:pt idx="73">
                  <c:v>2.1648935086169909</c:v>
                </c:pt>
                <c:pt idx="74">
                  <c:v>2.3128688551672512</c:v>
                </c:pt>
                <c:pt idx="75">
                  <c:v>2.0023152437515872</c:v>
                </c:pt>
                <c:pt idx="76">
                  <c:v>2.9274200677503091</c:v>
                </c:pt>
                <c:pt idx="77">
                  <c:v>3.4036091030476952</c:v>
                </c:pt>
                <c:pt idx="78">
                  <c:v>3.5369192187969611</c:v>
                </c:pt>
                <c:pt idx="79">
                  <c:v>3.4099860413625511</c:v>
                </c:pt>
                <c:pt idx="80">
                  <c:v>2.359547033049374</c:v>
                </c:pt>
                <c:pt idx="81">
                  <c:v>2.411235908564993</c:v>
                </c:pt>
                <c:pt idx="82">
                  <c:v>3.180065631104692</c:v>
                </c:pt>
                <c:pt idx="83">
                  <c:v>3.3564150484351081</c:v>
                </c:pt>
                <c:pt idx="84">
                  <c:v>4.2253742409082733</c:v>
                </c:pt>
                <c:pt idx="85">
                  <c:v>2.999679313028444</c:v>
                </c:pt>
                <c:pt idx="86">
                  <c:v>3.28889221896838</c:v>
                </c:pt>
                <c:pt idx="87">
                  <c:v>3.3515382730327068</c:v>
                </c:pt>
                <c:pt idx="88">
                  <c:v>3.241141641715541</c:v>
                </c:pt>
                <c:pt idx="89">
                  <c:v>3.3102631126130349</c:v>
                </c:pt>
                <c:pt idx="90">
                  <c:v>3.2339907647763981</c:v>
                </c:pt>
                <c:pt idx="91">
                  <c:v>3.494442752423963</c:v>
                </c:pt>
                <c:pt idx="92">
                  <c:v>2.913387889888607</c:v>
                </c:pt>
                <c:pt idx="93">
                  <c:v>2.5827733906038541</c:v>
                </c:pt>
                <c:pt idx="94">
                  <c:v>2.3298850523715631</c:v>
                </c:pt>
                <c:pt idx="95">
                  <c:v>2.6543593662770002</c:v>
                </c:pt>
                <c:pt idx="96">
                  <c:v>2.2962550642658148</c:v>
                </c:pt>
                <c:pt idx="97">
                  <c:v>2.9603304617174322</c:v>
                </c:pt>
                <c:pt idx="98">
                  <c:v>2.902147818695719</c:v>
                </c:pt>
                <c:pt idx="99">
                  <c:v>2.2105045114011581</c:v>
                </c:pt>
                <c:pt idx="100">
                  <c:v>2.1032018540760848</c:v>
                </c:pt>
                <c:pt idx="101">
                  <c:v>2.0141763049888461</c:v>
                </c:pt>
                <c:pt idx="102">
                  <c:v>1.5291000063516971</c:v>
                </c:pt>
                <c:pt idx="103">
                  <c:v>1.2632146943772919</c:v>
                </c:pt>
                <c:pt idx="104">
                  <c:v>1.2163096617064879</c:v>
                </c:pt>
                <c:pt idx="105">
                  <c:v>1.5584014053827739</c:v>
                </c:pt>
                <c:pt idx="106">
                  <c:v>0.63941866707149519</c:v>
                </c:pt>
                <c:pt idx="107">
                  <c:v>0.4425006149360769</c:v>
                </c:pt>
                <c:pt idx="108">
                  <c:v>0.29390514783090022</c:v>
                </c:pt>
                <c:pt idx="109">
                  <c:v>-6.78841913781425E-2</c:v>
                </c:pt>
                <c:pt idx="110">
                  <c:v>0.28132157612640601</c:v>
                </c:pt>
                <c:pt idx="111">
                  <c:v>-6.1303785463411031E-2</c:v>
                </c:pt>
                <c:pt idx="112">
                  <c:v>-0.2366357708970826</c:v>
                </c:pt>
                <c:pt idx="113">
                  <c:v>-0.44550625669880911</c:v>
                </c:pt>
                <c:pt idx="114">
                  <c:v>-0.22342552037008251</c:v>
                </c:pt>
                <c:pt idx="115">
                  <c:v>0.21393281153652829</c:v>
                </c:pt>
                <c:pt idx="116">
                  <c:v>-0.25509271588561733</c:v>
                </c:pt>
                <c:pt idx="117">
                  <c:v>-0.18634403738753141</c:v>
                </c:pt>
                <c:pt idx="118">
                  <c:v>0.33705266447672938</c:v>
                </c:pt>
                <c:pt idx="119">
                  <c:v>0.53488981789984735</c:v>
                </c:pt>
                <c:pt idx="120">
                  <c:v>4.5147047578943111E-2</c:v>
                </c:pt>
                <c:pt idx="121">
                  <c:v>0.51754252470367224</c:v>
                </c:pt>
              </c:numCache>
            </c:numRef>
          </c:val>
          <c:smooth val="0"/>
          <c:extLst>
            <c:ext xmlns:c16="http://schemas.microsoft.com/office/drawing/2014/chart" uri="{C3380CC4-5D6E-409C-BE32-E72D297353CC}">
              <c16:uniqueId val="{00000000-6A42-4EE6-842E-67523BA007C3}"/>
            </c:ext>
          </c:extLst>
        </c:ser>
        <c:ser>
          <c:idx val="1"/>
          <c:order val="1"/>
          <c:tx>
            <c:v>10y avg.</c:v>
          </c:tx>
          <c:spPr>
            <a:ln w="19050">
              <a:solidFill>
                <a:srgbClr val="7E7E7E"/>
              </a:solidFill>
              <a:prstDash val="dash"/>
            </a:ln>
          </c:spPr>
          <c:marker>
            <c:symbol val="none"/>
          </c:marker>
          <c:cat>
            <c:numRef>
              <c:f>'E3'!$A$2:$A$123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'E3'!$C$2:$C$123</c:f>
              <c:numCache>
                <c:formatCode>0.00</c:formatCode>
                <c:ptCount val="122"/>
                <c:pt idx="0">
                  <c:v>2.1995832207115029</c:v>
                </c:pt>
                <c:pt idx="1">
                  <c:v>2.1995832207115029</c:v>
                </c:pt>
                <c:pt idx="2">
                  <c:v>2.1995832207115029</c:v>
                </c:pt>
                <c:pt idx="3">
                  <c:v>2.1995832207115029</c:v>
                </c:pt>
                <c:pt idx="4">
                  <c:v>2.1995832207115029</c:v>
                </c:pt>
                <c:pt idx="5">
                  <c:v>2.1995832207115029</c:v>
                </c:pt>
                <c:pt idx="6">
                  <c:v>2.1995832207115029</c:v>
                </c:pt>
                <c:pt idx="7">
                  <c:v>2.1995832207115029</c:v>
                </c:pt>
                <c:pt idx="8">
                  <c:v>2.1995832207115029</c:v>
                </c:pt>
                <c:pt idx="9">
                  <c:v>2.1995832207115029</c:v>
                </c:pt>
                <c:pt idx="10">
                  <c:v>2.1995832207115029</c:v>
                </c:pt>
                <c:pt idx="11">
                  <c:v>2.1995832207115029</c:v>
                </c:pt>
                <c:pt idx="12">
                  <c:v>2.1995832207115029</c:v>
                </c:pt>
                <c:pt idx="13">
                  <c:v>2.1995832207115029</c:v>
                </c:pt>
                <c:pt idx="14">
                  <c:v>2.1995832207115029</c:v>
                </c:pt>
                <c:pt idx="15">
                  <c:v>2.1995832207115029</c:v>
                </c:pt>
                <c:pt idx="16">
                  <c:v>2.1995832207115029</c:v>
                </c:pt>
                <c:pt idx="17">
                  <c:v>2.1995832207115029</c:v>
                </c:pt>
                <c:pt idx="18">
                  <c:v>2.1995832207115029</c:v>
                </c:pt>
                <c:pt idx="19">
                  <c:v>2.1995832207115029</c:v>
                </c:pt>
                <c:pt idx="20">
                  <c:v>2.1995832207115029</c:v>
                </c:pt>
                <c:pt idx="21">
                  <c:v>2.1995832207115029</c:v>
                </c:pt>
                <c:pt idx="22">
                  <c:v>2.1995832207115029</c:v>
                </c:pt>
                <c:pt idx="23">
                  <c:v>2.1995832207115029</c:v>
                </c:pt>
                <c:pt idx="24">
                  <c:v>2.1995832207115029</c:v>
                </c:pt>
                <c:pt idx="25">
                  <c:v>2.1995832207115029</c:v>
                </c:pt>
                <c:pt idx="26">
                  <c:v>2.1995832207115029</c:v>
                </c:pt>
                <c:pt idx="27">
                  <c:v>2.1995832207115029</c:v>
                </c:pt>
                <c:pt idx="28">
                  <c:v>2.1995832207115029</c:v>
                </c:pt>
                <c:pt idx="29">
                  <c:v>2.1995832207115029</c:v>
                </c:pt>
                <c:pt idx="30">
                  <c:v>2.1995832207115029</c:v>
                </c:pt>
                <c:pt idx="31">
                  <c:v>2.1995832207115029</c:v>
                </c:pt>
                <c:pt idx="32">
                  <c:v>2.1995832207115029</c:v>
                </c:pt>
                <c:pt idx="33">
                  <c:v>2.1995832207115029</c:v>
                </c:pt>
                <c:pt idx="34">
                  <c:v>2.1995832207115029</c:v>
                </c:pt>
                <c:pt idx="35">
                  <c:v>2.1995832207115029</c:v>
                </c:pt>
                <c:pt idx="36">
                  <c:v>2.1995832207115029</c:v>
                </c:pt>
                <c:pt idx="37">
                  <c:v>2.1995832207115029</c:v>
                </c:pt>
                <c:pt idx="38">
                  <c:v>2.1995832207115029</c:v>
                </c:pt>
                <c:pt idx="39">
                  <c:v>2.1995832207115029</c:v>
                </c:pt>
                <c:pt idx="40">
                  <c:v>2.1995832207115029</c:v>
                </c:pt>
                <c:pt idx="41">
                  <c:v>2.1995832207115029</c:v>
                </c:pt>
                <c:pt idx="42">
                  <c:v>2.1995832207115029</c:v>
                </c:pt>
                <c:pt idx="43">
                  <c:v>2.1995832207115029</c:v>
                </c:pt>
                <c:pt idx="44">
                  <c:v>2.1995832207115029</c:v>
                </c:pt>
                <c:pt idx="45">
                  <c:v>2.1995832207115029</c:v>
                </c:pt>
                <c:pt idx="46">
                  <c:v>2.1995832207115029</c:v>
                </c:pt>
                <c:pt idx="47">
                  <c:v>2.1995832207115029</c:v>
                </c:pt>
                <c:pt idx="48">
                  <c:v>2.1995832207115029</c:v>
                </c:pt>
                <c:pt idx="49">
                  <c:v>2.1995832207115029</c:v>
                </c:pt>
                <c:pt idx="50">
                  <c:v>2.1995832207115029</c:v>
                </c:pt>
                <c:pt idx="51">
                  <c:v>2.1995832207115029</c:v>
                </c:pt>
                <c:pt idx="52">
                  <c:v>2.1995832207115029</c:v>
                </c:pt>
                <c:pt idx="53">
                  <c:v>2.1995832207115029</c:v>
                </c:pt>
                <c:pt idx="54">
                  <c:v>2.1995832207115029</c:v>
                </c:pt>
                <c:pt idx="55">
                  <c:v>2.1995832207115029</c:v>
                </c:pt>
                <c:pt idx="56">
                  <c:v>2.1995832207115029</c:v>
                </c:pt>
                <c:pt idx="57">
                  <c:v>2.1995832207115029</c:v>
                </c:pt>
                <c:pt idx="58">
                  <c:v>2.1995832207115029</c:v>
                </c:pt>
                <c:pt idx="59">
                  <c:v>2.1995832207115029</c:v>
                </c:pt>
                <c:pt idx="60">
                  <c:v>2.1995832207115029</c:v>
                </c:pt>
                <c:pt idx="61">
                  <c:v>2.1995832207115029</c:v>
                </c:pt>
                <c:pt idx="62">
                  <c:v>2.1995832207115029</c:v>
                </c:pt>
                <c:pt idx="63">
                  <c:v>2.1995832207115029</c:v>
                </c:pt>
                <c:pt idx="64">
                  <c:v>2.1995832207115029</c:v>
                </c:pt>
                <c:pt idx="65">
                  <c:v>2.1995832207115029</c:v>
                </c:pt>
                <c:pt idx="66">
                  <c:v>2.1995832207115029</c:v>
                </c:pt>
                <c:pt idx="67">
                  <c:v>2.1995832207115029</c:v>
                </c:pt>
                <c:pt idx="68">
                  <c:v>2.1995832207115029</c:v>
                </c:pt>
                <c:pt idx="69">
                  <c:v>2.1995832207115029</c:v>
                </c:pt>
                <c:pt idx="70">
                  <c:v>2.1995832207115029</c:v>
                </c:pt>
                <c:pt idx="71">
                  <c:v>2.1995832207115029</c:v>
                </c:pt>
                <c:pt idx="72">
                  <c:v>2.1995832207115029</c:v>
                </c:pt>
                <c:pt idx="73">
                  <c:v>2.1995832207115029</c:v>
                </c:pt>
                <c:pt idx="74">
                  <c:v>2.1995832207115029</c:v>
                </c:pt>
                <c:pt idx="75">
                  <c:v>2.1995832207115029</c:v>
                </c:pt>
                <c:pt idx="76">
                  <c:v>2.1995832207115029</c:v>
                </c:pt>
                <c:pt idx="77">
                  <c:v>2.1995832207115029</c:v>
                </c:pt>
                <c:pt idx="78">
                  <c:v>2.1995832207115029</c:v>
                </c:pt>
                <c:pt idx="79">
                  <c:v>2.1995832207115029</c:v>
                </c:pt>
                <c:pt idx="80">
                  <c:v>2.1995832207115029</c:v>
                </c:pt>
                <c:pt idx="81">
                  <c:v>2.1995832207115029</c:v>
                </c:pt>
                <c:pt idx="82">
                  <c:v>2.1995832207115029</c:v>
                </c:pt>
                <c:pt idx="83">
                  <c:v>2.1995832207115029</c:v>
                </c:pt>
                <c:pt idx="84">
                  <c:v>2.1995832207115029</c:v>
                </c:pt>
                <c:pt idx="85">
                  <c:v>2.1995832207115029</c:v>
                </c:pt>
                <c:pt idx="86">
                  <c:v>2.1995832207115029</c:v>
                </c:pt>
                <c:pt idx="87">
                  <c:v>2.1995832207115029</c:v>
                </c:pt>
                <c:pt idx="88">
                  <c:v>2.1995832207115029</c:v>
                </c:pt>
                <c:pt idx="89">
                  <c:v>2.1995832207115029</c:v>
                </c:pt>
                <c:pt idx="90">
                  <c:v>2.1995832207115029</c:v>
                </c:pt>
                <c:pt idx="91">
                  <c:v>2.1995832207115029</c:v>
                </c:pt>
                <c:pt idx="92">
                  <c:v>2.1995832207115029</c:v>
                </c:pt>
                <c:pt idx="93">
                  <c:v>2.1995832207115029</c:v>
                </c:pt>
                <c:pt idx="94">
                  <c:v>2.1995832207115029</c:v>
                </c:pt>
                <c:pt idx="95">
                  <c:v>2.1995832207115029</c:v>
                </c:pt>
                <c:pt idx="96">
                  <c:v>2.1995832207115029</c:v>
                </c:pt>
                <c:pt idx="97">
                  <c:v>2.1995832207115029</c:v>
                </c:pt>
                <c:pt idx="98">
                  <c:v>2.1995832207115029</c:v>
                </c:pt>
                <c:pt idx="99">
                  <c:v>2.1995832207115029</c:v>
                </c:pt>
                <c:pt idx="100">
                  <c:v>2.1995832207115029</c:v>
                </c:pt>
                <c:pt idx="101">
                  <c:v>2.1995832207115029</c:v>
                </c:pt>
                <c:pt idx="102">
                  <c:v>2.1995832207115029</c:v>
                </c:pt>
                <c:pt idx="103">
                  <c:v>2.1995832207115029</c:v>
                </c:pt>
                <c:pt idx="104">
                  <c:v>2.1995832207115029</c:v>
                </c:pt>
                <c:pt idx="105">
                  <c:v>2.1995832207115029</c:v>
                </c:pt>
                <c:pt idx="106">
                  <c:v>2.1995832207115029</c:v>
                </c:pt>
                <c:pt idx="107">
                  <c:v>2.1995832207115029</c:v>
                </c:pt>
                <c:pt idx="108">
                  <c:v>2.1995832207115029</c:v>
                </c:pt>
                <c:pt idx="109">
                  <c:v>2.1995832207115029</c:v>
                </c:pt>
                <c:pt idx="110">
                  <c:v>2.1995832207115029</c:v>
                </c:pt>
                <c:pt idx="111">
                  <c:v>2.1995832207115029</c:v>
                </c:pt>
                <c:pt idx="112">
                  <c:v>2.1995832207115029</c:v>
                </c:pt>
                <c:pt idx="113">
                  <c:v>2.1995832207115029</c:v>
                </c:pt>
                <c:pt idx="114">
                  <c:v>2.1995832207115029</c:v>
                </c:pt>
                <c:pt idx="115">
                  <c:v>2.1995832207115029</c:v>
                </c:pt>
                <c:pt idx="116">
                  <c:v>2.1995832207115029</c:v>
                </c:pt>
                <c:pt idx="117">
                  <c:v>2.1995832207115029</c:v>
                </c:pt>
                <c:pt idx="118">
                  <c:v>2.1995832207115029</c:v>
                </c:pt>
                <c:pt idx="119">
                  <c:v>2.1995832207115029</c:v>
                </c:pt>
                <c:pt idx="120">
                  <c:v>2.1995832207115029</c:v>
                </c:pt>
                <c:pt idx="121">
                  <c:v>2.1995832207115029</c:v>
                </c:pt>
              </c:numCache>
            </c:numRef>
          </c:val>
          <c:smooth val="0"/>
          <c:extLst>
            <c:ext xmlns:c16="http://schemas.microsoft.com/office/drawing/2014/chart" uri="{C3380CC4-5D6E-409C-BE32-E72D297353CC}">
              <c16:uniqueId val="{00000001-6A42-4EE6-842E-67523BA007C3}"/>
            </c:ext>
          </c:extLst>
        </c:ser>
        <c:ser>
          <c:idx val="2"/>
          <c:order val="2"/>
          <c:tx>
            <c:v>+1 std. dev.</c:v>
          </c:tx>
          <c:spPr>
            <a:ln w="19050">
              <a:solidFill>
                <a:srgbClr val="8EB3DF"/>
              </a:solidFill>
              <a:prstDash val="dash"/>
            </a:ln>
          </c:spPr>
          <c:marker>
            <c:symbol val="none"/>
          </c:marker>
          <c:cat>
            <c:numRef>
              <c:f>'E3'!$A$2:$A$123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'E3'!$D$2:$D$123</c:f>
              <c:numCache>
                <c:formatCode>0.00</c:formatCode>
                <c:ptCount val="122"/>
                <c:pt idx="0">
                  <c:v>3.5079386918127309</c:v>
                </c:pt>
                <c:pt idx="1">
                  <c:v>3.5079386918127309</c:v>
                </c:pt>
                <c:pt idx="2">
                  <c:v>3.5079386918127309</c:v>
                </c:pt>
                <c:pt idx="3">
                  <c:v>3.5079386918127309</c:v>
                </c:pt>
                <c:pt idx="4">
                  <c:v>3.5079386918127309</c:v>
                </c:pt>
                <c:pt idx="5">
                  <c:v>3.5079386918127309</c:v>
                </c:pt>
                <c:pt idx="6">
                  <c:v>3.5079386918127309</c:v>
                </c:pt>
                <c:pt idx="7">
                  <c:v>3.5079386918127309</c:v>
                </c:pt>
                <c:pt idx="8">
                  <c:v>3.5079386918127309</c:v>
                </c:pt>
                <c:pt idx="9">
                  <c:v>3.5079386918127309</c:v>
                </c:pt>
                <c:pt idx="10">
                  <c:v>3.5079386918127309</c:v>
                </c:pt>
                <c:pt idx="11">
                  <c:v>3.5079386918127309</c:v>
                </c:pt>
                <c:pt idx="12">
                  <c:v>3.5079386918127309</c:v>
                </c:pt>
                <c:pt idx="13">
                  <c:v>3.5079386918127309</c:v>
                </c:pt>
                <c:pt idx="14">
                  <c:v>3.5079386918127309</c:v>
                </c:pt>
                <c:pt idx="15">
                  <c:v>3.5079386918127309</c:v>
                </c:pt>
                <c:pt idx="16">
                  <c:v>3.5079386918127309</c:v>
                </c:pt>
                <c:pt idx="17">
                  <c:v>3.5079386918127309</c:v>
                </c:pt>
                <c:pt idx="18">
                  <c:v>3.5079386918127309</c:v>
                </c:pt>
                <c:pt idx="19">
                  <c:v>3.5079386918127309</c:v>
                </c:pt>
                <c:pt idx="20">
                  <c:v>3.5079386918127309</c:v>
                </c:pt>
                <c:pt idx="21">
                  <c:v>3.5079386918127309</c:v>
                </c:pt>
                <c:pt idx="22">
                  <c:v>3.5079386918127309</c:v>
                </c:pt>
                <c:pt idx="23">
                  <c:v>3.5079386918127309</c:v>
                </c:pt>
                <c:pt idx="24">
                  <c:v>3.5079386918127309</c:v>
                </c:pt>
                <c:pt idx="25">
                  <c:v>3.5079386918127309</c:v>
                </c:pt>
                <c:pt idx="26">
                  <c:v>3.5079386918127309</c:v>
                </c:pt>
                <c:pt idx="27">
                  <c:v>3.5079386918127309</c:v>
                </c:pt>
                <c:pt idx="28">
                  <c:v>3.5079386918127309</c:v>
                </c:pt>
                <c:pt idx="29">
                  <c:v>3.5079386918127309</c:v>
                </c:pt>
                <c:pt idx="30">
                  <c:v>3.5079386918127309</c:v>
                </c:pt>
                <c:pt idx="31">
                  <c:v>3.5079386918127309</c:v>
                </c:pt>
                <c:pt idx="32">
                  <c:v>3.5079386918127309</c:v>
                </c:pt>
                <c:pt idx="33">
                  <c:v>3.5079386918127309</c:v>
                </c:pt>
                <c:pt idx="34">
                  <c:v>3.5079386918127309</c:v>
                </c:pt>
                <c:pt idx="35">
                  <c:v>3.5079386918127309</c:v>
                </c:pt>
                <c:pt idx="36">
                  <c:v>3.5079386918127309</c:v>
                </c:pt>
                <c:pt idx="37">
                  <c:v>3.5079386918127309</c:v>
                </c:pt>
                <c:pt idx="38">
                  <c:v>3.5079386918127309</c:v>
                </c:pt>
                <c:pt idx="39">
                  <c:v>3.5079386918127309</c:v>
                </c:pt>
                <c:pt idx="40">
                  <c:v>3.5079386918127309</c:v>
                </c:pt>
                <c:pt idx="41">
                  <c:v>3.5079386918127309</c:v>
                </c:pt>
                <c:pt idx="42">
                  <c:v>3.5079386918127309</c:v>
                </c:pt>
                <c:pt idx="43">
                  <c:v>3.5079386918127309</c:v>
                </c:pt>
                <c:pt idx="44">
                  <c:v>3.5079386918127309</c:v>
                </c:pt>
                <c:pt idx="45">
                  <c:v>3.5079386918127309</c:v>
                </c:pt>
                <c:pt idx="46">
                  <c:v>3.5079386918127309</c:v>
                </c:pt>
                <c:pt idx="47">
                  <c:v>3.5079386918127309</c:v>
                </c:pt>
                <c:pt idx="48">
                  <c:v>3.5079386918127309</c:v>
                </c:pt>
                <c:pt idx="49">
                  <c:v>3.5079386918127309</c:v>
                </c:pt>
                <c:pt idx="50">
                  <c:v>3.5079386918127309</c:v>
                </c:pt>
                <c:pt idx="51">
                  <c:v>3.5079386918127309</c:v>
                </c:pt>
                <c:pt idx="52">
                  <c:v>3.5079386918127309</c:v>
                </c:pt>
                <c:pt idx="53">
                  <c:v>3.5079386918127309</c:v>
                </c:pt>
                <c:pt idx="54">
                  <c:v>3.5079386918127309</c:v>
                </c:pt>
                <c:pt idx="55">
                  <c:v>3.5079386918127309</c:v>
                </c:pt>
                <c:pt idx="56">
                  <c:v>3.5079386918127309</c:v>
                </c:pt>
                <c:pt idx="57">
                  <c:v>3.5079386918127309</c:v>
                </c:pt>
                <c:pt idx="58">
                  <c:v>3.5079386918127309</c:v>
                </c:pt>
                <c:pt idx="59">
                  <c:v>3.5079386918127309</c:v>
                </c:pt>
                <c:pt idx="60">
                  <c:v>3.5079386918127309</c:v>
                </c:pt>
                <c:pt idx="61">
                  <c:v>3.5079386918127309</c:v>
                </c:pt>
                <c:pt idx="62">
                  <c:v>3.5079386918127309</c:v>
                </c:pt>
                <c:pt idx="63">
                  <c:v>3.5079386918127309</c:v>
                </c:pt>
                <c:pt idx="64">
                  <c:v>3.5079386918127309</c:v>
                </c:pt>
                <c:pt idx="65">
                  <c:v>3.5079386918127309</c:v>
                </c:pt>
                <c:pt idx="66">
                  <c:v>3.5079386918127309</c:v>
                </c:pt>
                <c:pt idx="67">
                  <c:v>3.5079386918127309</c:v>
                </c:pt>
                <c:pt idx="68">
                  <c:v>3.5079386918127309</c:v>
                </c:pt>
                <c:pt idx="69">
                  <c:v>3.5079386918127309</c:v>
                </c:pt>
                <c:pt idx="70">
                  <c:v>3.5079386918127309</c:v>
                </c:pt>
                <c:pt idx="71">
                  <c:v>3.5079386918127309</c:v>
                </c:pt>
                <c:pt idx="72">
                  <c:v>3.5079386918127309</c:v>
                </c:pt>
                <c:pt idx="73">
                  <c:v>3.5079386918127309</c:v>
                </c:pt>
                <c:pt idx="74">
                  <c:v>3.5079386918127309</c:v>
                </c:pt>
                <c:pt idx="75">
                  <c:v>3.5079386918127309</c:v>
                </c:pt>
                <c:pt idx="76">
                  <c:v>3.5079386918127309</c:v>
                </c:pt>
                <c:pt idx="77">
                  <c:v>3.5079386918127309</c:v>
                </c:pt>
                <c:pt idx="78">
                  <c:v>3.5079386918127309</c:v>
                </c:pt>
                <c:pt idx="79">
                  <c:v>3.5079386918127309</c:v>
                </c:pt>
                <c:pt idx="80">
                  <c:v>3.5079386918127309</c:v>
                </c:pt>
                <c:pt idx="81">
                  <c:v>3.5079386918127309</c:v>
                </c:pt>
                <c:pt idx="82">
                  <c:v>3.5079386918127309</c:v>
                </c:pt>
                <c:pt idx="83">
                  <c:v>3.5079386918127309</c:v>
                </c:pt>
                <c:pt idx="84">
                  <c:v>3.5079386918127309</c:v>
                </c:pt>
                <c:pt idx="85">
                  <c:v>3.5079386918127309</c:v>
                </c:pt>
                <c:pt idx="86">
                  <c:v>3.5079386918127309</c:v>
                </c:pt>
                <c:pt idx="87">
                  <c:v>3.5079386918127309</c:v>
                </c:pt>
                <c:pt idx="88">
                  <c:v>3.5079386918127309</c:v>
                </c:pt>
                <c:pt idx="89">
                  <c:v>3.5079386918127309</c:v>
                </c:pt>
                <c:pt idx="90">
                  <c:v>3.5079386918127309</c:v>
                </c:pt>
                <c:pt idx="91">
                  <c:v>3.5079386918127309</c:v>
                </c:pt>
                <c:pt idx="92">
                  <c:v>3.5079386918127309</c:v>
                </c:pt>
                <c:pt idx="93">
                  <c:v>3.5079386918127309</c:v>
                </c:pt>
                <c:pt idx="94">
                  <c:v>3.5079386918127309</c:v>
                </c:pt>
                <c:pt idx="95">
                  <c:v>3.5079386918127309</c:v>
                </c:pt>
                <c:pt idx="96">
                  <c:v>3.5079386918127309</c:v>
                </c:pt>
                <c:pt idx="97">
                  <c:v>3.5079386918127309</c:v>
                </c:pt>
                <c:pt idx="98">
                  <c:v>3.5079386918127309</c:v>
                </c:pt>
                <c:pt idx="99">
                  <c:v>3.5079386918127309</c:v>
                </c:pt>
                <c:pt idx="100">
                  <c:v>3.5079386918127309</c:v>
                </c:pt>
                <c:pt idx="101">
                  <c:v>3.5079386918127309</c:v>
                </c:pt>
                <c:pt idx="102">
                  <c:v>3.5079386918127309</c:v>
                </c:pt>
                <c:pt idx="103">
                  <c:v>3.5079386918127309</c:v>
                </c:pt>
                <c:pt idx="104">
                  <c:v>3.5079386918127309</c:v>
                </c:pt>
                <c:pt idx="105">
                  <c:v>3.5079386918127309</c:v>
                </c:pt>
                <c:pt idx="106">
                  <c:v>3.5079386918127309</c:v>
                </c:pt>
                <c:pt idx="107">
                  <c:v>3.5079386918127309</c:v>
                </c:pt>
                <c:pt idx="108">
                  <c:v>3.5079386918127309</c:v>
                </c:pt>
                <c:pt idx="109">
                  <c:v>3.5079386918127309</c:v>
                </c:pt>
                <c:pt idx="110">
                  <c:v>3.5079386918127309</c:v>
                </c:pt>
                <c:pt idx="111">
                  <c:v>3.5079386918127309</c:v>
                </c:pt>
                <c:pt idx="112">
                  <c:v>3.5079386918127309</c:v>
                </c:pt>
                <c:pt idx="113">
                  <c:v>3.5079386918127309</c:v>
                </c:pt>
                <c:pt idx="114">
                  <c:v>3.5079386918127309</c:v>
                </c:pt>
                <c:pt idx="115">
                  <c:v>3.5079386918127309</c:v>
                </c:pt>
                <c:pt idx="116">
                  <c:v>3.5079386918127309</c:v>
                </c:pt>
                <c:pt idx="117">
                  <c:v>3.5079386918127309</c:v>
                </c:pt>
                <c:pt idx="118">
                  <c:v>3.5079386918127309</c:v>
                </c:pt>
                <c:pt idx="119">
                  <c:v>3.5079386918127309</c:v>
                </c:pt>
                <c:pt idx="120">
                  <c:v>3.5079386918127309</c:v>
                </c:pt>
                <c:pt idx="121">
                  <c:v>3.5079386918127309</c:v>
                </c:pt>
              </c:numCache>
            </c:numRef>
          </c:val>
          <c:smooth val="0"/>
          <c:extLst>
            <c:ext xmlns:c16="http://schemas.microsoft.com/office/drawing/2014/chart" uri="{C3380CC4-5D6E-409C-BE32-E72D297353CC}">
              <c16:uniqueId val="{00000002-6A42-4EE6-842E-67523BA007C3}"/>
            </c:ext>
          </c:extLst>
        </c:ser>
        <c:ser>
          <c:idx val="3"/>
          <c:order val="3"/>
          <c:tx>
            <c:v>±1 std. dev.</c:v>
          </c:tx>
          <c:spPr>
            <a:ln w="19050">
              <a:solidFill>
                <a:srgbClr val="8EB3DF"/>
              </a:solidFill>
              <a:prstDash val="dash"/>
            </a:ln>
          </c:spPr>
          <c:marker>
            <c:symbol val="none"/>
          </c:marker>
          <c:cat>
            <c:numRef>
              <c:f>'E3'!$A$2:$A$123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'E3'!$E$2:$E$123</c:f>
              <c:numCache>
                <c:formatCode>0.00</c:formatCode>
                <c:ptCount val="122"/>
                <c:pt idx="0">
                  <c:v>0.89122774961027484</c:v>
                </c:pt>
                <c:pt idx="1">
                  <c:v>0.89122774961027484</c:v>
                </c:pt>
                <c:pt idx="2">
                  <c:v>0.89122774961027484</c:v>
                </c:pt>
                <c:pt idx="3">
                  <c:v>0.89122774961027484</c:v>
                </c:pt>
                <c:pt idx="4">
                  <c:v>0.89122774961027484</c:v>
                </c:pt>
                <c:pt idx="5">
                  <c:v>0.89122774961027484</c:v>
                </c:pt>
                <c:pt idx="6">
                  <c:v>0.89122774961027484</c:v>
                </c:pt>
                <c:pt idx="7">
                  <c:v>0.89122774961027484</c:v>
                </c:pt>
                <c:pt idx="8">
                  <c:v>0.89122774961027484</c:v>
                </c:pt>
                <c:pt idx="9">
                  <c:v>0.89122774961027484</c:v>
                </c:pt>
                <c:pt idx="10">
                  <c:v>0.89122774961027484</c:v>
                </c:pt>
                <c:pt idx="11">
                  <c:v>0.89122774961027484</c:v>
                </c:pt>
                <c:pt idx="12">
                  <c:v>0.89122774961027484</c:v>
                </c:pt>
                <c:pt idx="13">
                  <c:v>0.89122774961027484</c:v>
                </c:pt>
                <c:pt idx="14">
                  <c:v>0.89122774961027484</c:v>
                </c:pt>
                <c:pt idx="15">
                  <c:v>0.89122774961027484</c:v>
                </c:pt>
                <c:pt idx="16">
                  <c:v>0.89122774961027484</c:v>
                </c:pt>
                <c:pt idx="17">
                  <c:v>0.89122774961027484</c:v>
                </c:pt>
                <c:pt idx="18">
                  <c:v>0.89122774961027484</c:v>
                </c:pt>
                <c:pt idx="19">
                  <c:v>0.89122774961027484</c:v>
                </c:pt>
                <c:pt idx="20">
                  <c:v>0.89122774961027484</c:v>
                </c:pt>
                <c:pt idx="21">
                  <c:v>0.89122774961027484</c:v>
                </c:pt>
                <c:pt idx="22">
                  <c:v>0.89122774961027484</c:v>
                </c:pt>
                <c:pt idx="23">
                  <c:v>0.89122774961027484</c:v>
                </c:pt>
                <c:pt idx="24">
                  <c:v>0.89122774961027484</c:v>
                </c:pt>
                <c:pt idx="25">
                  <c:v>0.89122774961027484</c:v>
                </c:pt>
                <c:pt idx="26">
                  <c:v>0.89122774961027484</c:v>
                </c:pt>
                <c:pt idx="27">
                  <c:v>0.89122774961027484</c:v>
                </c:pt>
                <c:pt idx="28">
                  <c:v>0.89122774961027484</c:v>
                </c:pt>
                <c:pt idx="29">
                  <c:v>0.89122774961027484</c:v>
                </c:pt>
                <c:pt idx="30">
                  <c:v>0.89122774961027484</c:v>
                </c:pt>
                <c:pt idx="31">
                  <c:v>0.89122774961027484</c:v>
                </c:pt>
                <c:pt idx="32">
                  <c:v>0.89122774961027484</c:v>
                </c:pt>
                <c:pt idx="33">
                  <c:v>0.89122774961027484</c:v>
                </c:pt>
                <c:pt idx="34">
                  <c:v>0.89122774961027484</c:v>
                </c:pt>
                <c:pt idx="35">
                  <c:v>0.89122774961027484</c:v>
                </c:pt>
                <c:pt idx="36">
                  <c:v>0.89122774961027484</c:v>
                </c:pt>
                <c:pt idx="37">
                  <c:v>0.89122774961027484</c:v>
                </c:pt>
                <c:pt idx="38">
                  <c:v>0.89122774961027484</c:v>
                </c:pt>
                <c:pt idx="39">
                  <c:v>0.89122774961027484</c:v>
                </c:pt>
                <c:pt idx="40">
                  <c:v>0.89122774961027484</c:v>
                </c:pt>
                <c:pt idx="41">
                  <c:v>0.89122774961027484</c:v>
                </c:pt>
                <c:pt idx="42">
                  <c:v>0.89122774961027484</c:v>
                </c:pt>
                <c:pt idx="43">
                  <c:v>0.89122774961027484</c:v>
                </c:pt>
                <c:pt idx="44">
                  <c:v>0.89122774961027484</c:v>
                </c:pt>
                <c:pt idx="45">
                  <c:v>0.89122774961027484</c:v>
                </c:pt>
                <c:pt idx="46">
                  <c:v>0.89122774961027484</c:v>
                </c:pt>
                <c:pt idx="47">
                  <c:v>0.89122774961027484</c:v>
                </c:pt>
                <c:pt idx="48">
                  <c:v>0.89122774961027484</c:v>
                </c:pt>
                <c:pt idx="49">
                  <c:v>0.89122774961027484</c:v>
                </c:pt>
                <c:pt idx="50">
                  <c:v>0.89122774961027484</c:v>
                </c:pt>
                <c:pt idx="51">
                  <c:v>0.89122774961027484</c:v>
                </c:pt>
                <c:pt idx="52">
                  <c:v>0.89122774961027484</c:v>
                </c:pt>
                <c:pt idx="53">
                  <c:v>0.89122774961027484</c:v>
                </c:pt>
                <c:pt idx="54">
                  <c:v>0.89122774961027484</c:v>
                </c:pt>
                <c:pt idx="55">
                  <c:v>0.89122774961027484</c:v>
                </c:pt>
                <c:pt idx="56">
                  <c:v>0.89122774961027484</c:v>
                </c:pt>
                <c:pt idx="57">
                  <c:v>0.89122774961027484</c:v>
                </c:pt>
                <c:pt idx="58">
                  <c:v>0.89122774961027484</c:v>
                </c:pt>
                <c:pt idx="59">
                  <c:v>0.89122774961027484</c:v>
                </c:pt>
                <c:pt idx="60">
                  <c:v>0.89122774961027484</c:v>
                </c:pt>
                <c:pt idx="61">
                  <c:v>0.89122774961027484</c:v>
                </c:pt>
                <c:pt idx="62">
                  <c:v>0.89122774961027484</c:v>
                </c:pt>
                <c:pt idx="63">
                  <c:v>0.89122774961027484</c:v>
                </c:pt>
                <c:pt idx="64">
                  <c:v>0.89122774961027484</c:v>
                </c:pt>
                <c:pt idx="65">
                  <c:v>0.89122774961027484</c:v>
                </c:pt>
                <c:pt idx="66">
                  <c:v>0.89122774961027484</c:v>
                </c:pt>
                <c:pt idx="67">
                  <c:v>0.89122774961027484</c:v>
                </c:pt>
                <c:pt idx="68">
                  <c:v>0.89122774961027484</c:v>
                </c:pt>
                <c:pt idx="69">
                  <c:v>0.89122774961027484</c:v>
                </c:pt>
                <c:pt idx="70">
                  <c:v>0.89122774961027484</c:v>
                </c:pt>
                <c:pt idx="71">
                  <c:v>0.89122774961027484</c:v>
                </c:pt>
                <c:pt idx="72">
                  <c:v>0.89122774961027484</c:v>
                </c:pt>
                <c:pt idx="73">
                  <c:v>0.89122774961027484</c:v>
                </c:pt>
                <c:pt idx="74">
                  <c:v>0.89122774961027484</c:v>
                </c:pt>
                <c:pt idx="75">
                  <c:v>0.89122774961027484</c:v>
                </c:pt>
                <c:pt idx="76">
                  <c:v>0.89122774961027484</c:v>
                </c:pt>
                <c:pt idx="77">
                  <c:v>0.89122774961027484</c:v>
                </c:pt>
                <c:pt idx="78">
                  <c:v>0.89122774961027484</c:v>
                </c:pt>
                <c:pt idx="79">
                  <c:v>0.89122774961027484</c:v>
                </c:pt>
                <c:pt idx="80">
                  <c:v>0.89122774961027484</c:v>
                </c:pt>
                <c:pt idx="81">
                  <c:v>0.89122774961027484</c:v>
                </c:pt>
                <c:pt idx="82">
                  <c:v>0.89122774961027484</c:v>
                </c:pt>
                <c:pt idx="83">
                  <c:v>0.89122774961027484</c:v>
                </c:pt>
                <c:pt idx="84">
                  <c:v>0.89122774961027484</c:v>
                </c:pt>
                <c:pt idx="85">
                  <c:v>0.89122774961027484</c:v>
                </c:pt>
                <c:pt idx="86">
                  <c:v>0.89122774961027484</c:v>
                </c:pt>
                <c:pt idx="87">
                  <c:v>0.89122774961027484</c:v>
                </c:pt>
                <c:pt idx="88">
                  <c:v>0.89122774961027484</c:v>
                </c:pt>
                <c:pt idx="89">
                  <c:v>0.89122774961027484</c:v>
                </c:pt>
                <c:pt idx="90">
                  <c:v>0.89122774961027484</c:v>
                </c:pt>
                <c:pt idx="91">
                  <c:v>0.89122774961027484</c:v>
                </c:pt>
                <c:pt idx="92">
                  <c:v>0.89122774961027484</c:v>
                </c:pt>
                <c:pt idx="93">
                  <c:v>0.89122774961027484</c:v>
                </c:pt>
                <c:pt idx="94">
                  <c:v>0.89122774961027484</c:v>
                </c:pt>
                <c:pt idx="95">
                  <c:v>0.89122774961027484</c:v>
                </c:pt>
                <c:pt idx="96">
                  <c:v>0.89122774961027484</c:v>
                </c:pt>
                <c:pt idx="97">
                  <c:v>0.89122774961027484</c:v>
                </c:pt>
                <c:pt idx="98">
                  <c:v>0.89122774961027484</c:v>
                </c:pt>
                <c:pt idx="99">
                  <c:v>0.89122774961027484</c:v>
                </c:pt>
                <c:pt idx="100">
                  <c:v>0.89122774961027484</c:v>
                </c:pt>
                <c:pt idx="101">
                  <c:v>0.89122774961027484</c:v>
                </c:pt>
                <c:pt idx="102">
                  <c:v>0.89122774961027484</c:v>
                </c:pt>
                <c:pt idx="103">
                  <c:v>0.89122774961027484</c:v>
                </c:pt>
                <c:pt idx="104">
                  <c:v>0.89122774961027484</c:v>
                </c:pt>
                <c:pt idx="105">
                  <c:v>0.89122774961027484</c:v>
                </c:pt>
                <c:pt idx="106">
                  <c:v>0.89122774961027484</c:v>
                </c:pt>
                <c:pt idx="107">
                  <c:v>0.89122774961027484</c:v>
                </c:pt>
                <c:pt idx="108">
                  <c:v>0.89122774961027484</c:v>
                </c:pt>
                <c:pt idx="109">
                  <c:v>0.89122774961027484</c:v>
                </c:pt>
                <c:pt idx="110">
                  <c:v>0.89122774961027484</c:v>
                </c:pt>
                <c:pt idx="111">
                  <c:v>0.89122774961027484</c:v>
                </c:pt>
                <c:pt idx="112">
                  <c:v>0.89122774961027484</c:v>
                </c:pt>
                <c:pt idx="113">
                  <c:v>0.89122774961027484</c:v>
                </c:pt>
                <c:pt idx="114">
                  <c:v>0.89122774961027484</c:v>
                </c:pt>
                <c:pt idx="115">
                  <c:v>0.89122774961027484</c:v>
                </c:pt>
                <c:pt idx="116">
                  <c:v>0.89122774961027484</c:v>
                </c:pt>
                <c:pt idx="117">
                  <c:v>0.89122774961027484</c:v>
                </c:pt>
                <c:pt idx="118">
                  <c:v>0.89122774961027484</c:v>
                </c:pt>
                <c:pt idx="119">
                  <c:v>0.89122774961027484</c:v>
                </c:pt>
                <c:pt idx="120">
                  <c:v>0.89122774961027484</c:v>
                </c:pt>
                <c:pt idx="121">
                  <c:v>0.89122774961027484</c:v>
                </c:pt>
              </c:numCache>
            </c:numRef>
          </c:val>
          <c:smooth val="0"/>
          <c:extLst>
            <c:ext xmlns:c16="http://schemas.microsoft.com/office/drawing/2014/chart" uri="{C3380CC4-5D6E-409C-BE32-E72D297353CC}">
              <c16:uniqueId val="{00000003-6A42-4EE6-842E-67523BA007C3}"/>
            </c:ext>
          </c:extLst>
        </c:ser>
        <c:dLbls>
          <c:showLegendKey val="0"/>
          <c:showVal val="0"/>
          <c:showCatName val="0"/>
          <c:showSerName val="0"/>
          <c:showPercent val="0"/>
          <c:showBubbleSize val="0"/>
        </c:dLbls>
        <c:smooth val="0"/>
        <c:axId val="50030001"/>
        <c:axId val="50030002"/>
      </c:lineChart>
      <c:dateAx>
        <c:axId val="50030001"/>
        <c:scaling>
          <c:orientation val="minMax"/>
        </c:scaling>
        <c:delete val="0"/>
        <c:axPos val="b"/>
        <c:numFmt formatCode="yyyy" sourceLinked="0"/>
        <c:majorTickMark val="out"/>
        <c:minorTickMark val="none"/>
        <c:tickLblPos val="low"/>
        <c:spPr>
          <a:ln w="9525">
            <a:solidFill>
              <a:srgbClr val="D9D9D9"/>
            </a:solidFill>
          </a:ln>
        </c:spPr>
        <c:txPr>
          <a:bodyPr/>
          <a:lstStyle/>
          <a:p>
            <a:pPr>
              <a:defRPr sz="900" b="0" baseline="0">
                <a:solidFill>
                  <a:srgbClr val="000000"/>
                </a:solidFill>
                <a:latin typeface="Roboto Light"/>
              </a:defRPr>
            </a:pPr>
            <a:endParaRPr lang="en-US"/>
          </a:p>
        </c:txPr>
        <c:crossAx val="50030002"/>
        <c:crosses val="min"/>
        <c:auto val="1"/>
        <c:lblOffset val="100"/>
        <c:baseTimeUnit val="days"/>
        <c:majorUnit val="2"/>
        <c:majorTimeUnit val="years"/>
      </c:dateAx>
      <c:valAx>
        <c:axId val="50030002"/>
        <c:scaling>
          <c:orientation val="minMax"/>
          <c:max val="8"/>
          <c:min val="-2"/>
        </c:scaling>
        <c:delete val="0"/>
        <c:axPos val="l"/>
        <c:majorGridlines>
          <c:spPr>
            <a:ln w="6350">
              <a:solidFill>
                <a:srgbClr val="D9D9D9"/>
              </a:solidFill>
              <a:prstDash val="dash"/>
            </a:ln>
          </c:spPr>
        </c:majorGridlines>
        <c:numFmt formatCode="0&quot;.0%&quot;" sourceLinked="0"/>
        <c:majorTickMark val="none"/>
        <c:minorTickMark val="none"/>
        <c:tickLblPos val="nextTo"/>
        <c:spPr>
          <a:ln>
            <a:noFill/>
          </a:ln>
        </c:spPr>
        <c:txPr>
          <a:bodyPr/>
          <a:lstStyle/>
          <a:p>
            <a:pPr>
              <a:defRPr sz="900" b="0" baseline="0">
                <a:solidFill>
                  <a:srgbClr val="000000"/>
                </a:solidFill>
                <a:latin typeface="Roboto Light"/>
              </a:defRPr>
            </a:pPr>
            <a:endParaRPr lang="en-US"/>
          </a:p>
        </c:txPr>
        <c:crossAx val="50030001"/>
        <c:crosses val="autoZero"/>
        <c:crossBetween val="between"/>
        <c:majorUnit val="2"/>
      </c:valAx>
      <c:spPr>
        <a:noFill/>
        <a:ln>
          <a:noFill/>
        </a:ln>
      </c:spPr>
    </c:plotArea>
    <c:legend>
      <c:legendPos val="t"/>
      <c:legendEntry>
        <c:idx val="2"/>
        <c:delete val="1"/>
      </c:legendEntry>
      <c:overlay val="0"/>
      <c:txPr>
        <a:bodyPr/>
        <a:lstStyle/>
        <a:p>
          <a:pPr>
            <a:defRPr sz="9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612338214177898"/>
          <c:y val="0.27479661012595147"/>
          <c:w val="0.69157493599017905"/>
          <c:h val="0.53761203461802265"/>
        </c:manualLayout>
      </c:layout>
      <c:lineChart>
        <c:grouping val="standard"/>
        <c:varyColors val="0"/>
        <c:ser>
          <c:idx val="0"/>
          <c:order val="0"/>
          <c:tx>
            <c:v>ERP</c:v>
          </c:tx>
          <c:spPr>
            <a:ln w="28575">
              <a:solidFill>
                <a:srgbClr val="1F2F44"/>
              </a:solidFill>
            </a:ln>
          </c:spPr>
          <c:marker>
            <c:symbol val="none"/>
          </c:marker>
          <c:dPt>
            <c:idx val="121"/>
            <c:marker>
              <c:symbol val="circle"/>
              <c:size val="6"/>
              <c:spPr>
                <a:solidFill>
                  <a:srgbClr val="1F2F44"/>
                </a:solidFill>
                <a:ln>
                  <a:solidFill>
                    <a:srgbClr val="1F2F44"/>
                  </a:solidFill>
                  <a:prstDash val="solid"/>
                </a:ln>
              </c:spPr>
            </c:marker>
            <c:bubble3D val="0"/>
            <c:extLst>
              <c:ext xmlns:c16="http://schemas.microsoft.com/office/drawing/2014/chart" uri="{C3380CC4-5D6E-409C-BE32-E72D297353CC}">
                <c16:uniqueId val="{00000004-D1A3-482A-AD67-5BA6B3A5049D}"/>
              </c:ext>
            </c:extLst>
          </c:dPt>
          <c:dLbls>
            <c:dLbl>
              <c:idx val="121"/>
              <c:tx>
                <c:rich>
                  <a:bodyPr wrap="square" lIns="38100" tIns="19050" rIns="38100" bIns="19050" anchor="ctr">
                    <a:spAutoFit/>
                  </a:bodyPr>
                  <a:lstStyle/>
                  <a:p>
                    <a:pPr>
                      <a:defRPr sz="800" b="1">
                        <a:solidFill>
                          <a:srgbClr val="1F2F44"/>
                        </a:solidFill>
                        <a:latin typeface="Roboto" panose="02000000000000000000" pitchFamily="2" charset="0"/>
                      </a:defRPr>
                    </a:pPr>
                    <a:r>
                      <a:rPr lang="en-US" sz="800" b="1">
                        <a:solidFill>
                          <a:srgbClr val="1F2F44"/>
                        </a:solidFill>
                        <a:latin typeface="Roboto" panose="02000000000000000000" pitchFamily="2" charset="0"/>
                      </a:rPr>
                      <a:t>2.0%</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1A3-482A-AD67-5BA6B3A5049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'E4'!$A$2:$A$123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'E4'!$B$2:$B$123</c:f>
              <c:numCache>
                <c:formatCode>0.00</c:formatCode>
                <c:ptCount val="122"/>
                <c:pt idx="0">
                  <c:v>-5.8502463837640378E-2</c:v>
                </c:pt>
                <c:pt idx="1">
                  <c:v>0.56415716632549495</c:v>
                </c:pt>
                <c:pt idx="2">
                  <c:v>0.80066711432543736</c:v>
                </c:pt>
                <c:pt idx="3">
                  <c:v>0.83515499925688397</c:v>
                </c:pt>
                <c:pt idx="4">
                  <c:v>0.85292009835172544</c:v>
                </c:pt>
                <c:pt idx="5">
                  <c:v>1.0611471635591061</c:v>
                </c:pt>
                <c:pt idx="6">
                  <c:v>0.91465039403361148</c:v>
                </c:pt>
                <c:pt idx="7">
                  <c:v>1.157252693025107</c:v>
                </c:pt>
                <c:pt idx="8">
                  <c:v>1.2048495091610341</c:v>
                </c:pt>
                <c:pt idx="9">
                  <c:v>1.5837335714279011</c:v>
                </c:pt>
                <c:pt idx="10">
                  <c:v>1.1673111752689209</c:v>
                </c:pt>
                <c:pt idx="11">
                  <c:v>1.082324285511916</c:v>
                </c:pt>
                <c:pt idx="12">
                  <c:v>1.168628909107976</c:v>
                </c:pt>
                <c:pt idx="13">
                  <c:v>1.0033653546905159</c:v>
                </c:pt>
                <c:pt idx="14">
                  <c:v>0.77845324743636357</c:v>
                </c:pt>
                <c:pt idx="15">
                  <c:v>0.98058148942774959</c:v>
                </c:pt>
                <c:pt idx="16">
                  <c:v>1.209268856794016</c:v>
                </c:pt>
                <c:pt idx="17">
                  <c:v>1.6908887520886531</c:v>
                </c:pt>
                <c:pt idx="18">
                  <c:v>1.8641859108426491</c:v>
                </c:pt>
                <c:pt idx="19">
                  <c:v>1.8598957852064539</c:v>
                </c:pt>
                <c:pt idx="20">
                  <c:v>1.5636042481960171</c:v>
                </c:pt>
                <c:pt idx="21">
                  <c:v>1.495881208144981</c:v>
                </c:pt>
                <c:pt idx="22">
                  <c:v>1.8361545767026379</c:v>
                </c:pt>
                <c:pt idx="23">
                  <c:v>1.5067165152880231</c:v>
                </c:pt>
                <c:pt idx="24">
                  <c:v>1.360252760362278</c:v>
                </c:pt>
                <c:pt idx="25">
                  <c:v>1.290844849679361</c:v>
                </c:pt>
                <c:pt idx="26">
                  <c:v>1.664974834922303</c:v>
                </c:pt>
                <c:pt idx="27">
                  <c:v>1.287736635496834</c:v>
                </c:pt>
                <c:pt idx="28">
                  <c:v>1.4582291501449161</c:v>
                </c:pt>
                <c:pt idx="29">
                  <c:v>1.845913414954649</c:v>
                </c:pt>
                <c:pt idx="30">
                  <c:v>1.789109897778923</c:v>
                </c:pt>
                <c:pt idx="31">
                  <c:v>1.51783713262945</c:v>
                </c:pt>
                <c:pt idx="32">
                  <c:v>1.7897482611169699</c:v>
                </c:pt>
                <c:pt idx="33">
                  <c:v>1.638114410720463</c:v>
                </c:pt>
                <c:pt idx="34">
                  <c:v>1.370202428691973</c:v>
                </c:pt>
                <c:pt idx="35">
                  <c:v>1.690274039122915</c:v>
                </c:pt>
                <c:pt idx="36">
                  <c:v>2.311981968154952</c:v>
                </c:pt>
                <c:pt idx="37">
                  <c:v>1.711152861152945</c:v>
                </c:pt>
                <c:pt idx="38">
                  <c:v>1.3156699440139941</c:v>
                </c:pt>
                <c:pt idx="39">
                  <c:v>1.4895668415742169</c:v>
                </c:pt>
                <c:pt idx="40">
                  <c:v>1.462450435081512</c:v>
                </c:pt>
                <c:pt idx="41">
                  <c:v>1.999206400455005</c:v>
                </c:pt>
                <c:pt idx="42">
                  <c:v>1.204650207984199</c:v>
                </c:pt>
                <c:pt idx="43">
                  <c:v>2.0650018352553152</c:v>
                </c:pt>
                <c:pt idx="44">
                  <c:v>1.2337887706968931</c:v>
                </c:pt>
                <c:pt idx="45">
                  <c:v>1.1735698710712841</c:v>
                </c:pt>
                <c:pt idx="46">
                  <c:v>1.1024888118530589</c:v>
                </c:pt>
                <c:pt idx="47">
                  <c:v>0.92236158583860017</c:v>
                </c:pt>
                <c:pt idx="48">
                  <c:v>0.86907998967527922</c:v>
                </c:pt>
                <c:pt idx="49">
                  <c:v>0.9481340653861785</c:v>
                </c:pt>
                <c:pt idx="50">
                  <c:v>1.362777501063223</c:v>
                </c:pt>
                <c:pt idx="51">
                  <c:v>1.090551841367752</c:v>
                </c:pt>
                <c:pt idx="52">
                  <c:v>1.0479682081193971</c:v>
                </c:pt>
                <c:pt idx="53">
                  <c:v>0.34673050700641389</c:v>
                </c:pt>
                <c:pt idx="54">
                  <c:v>0.7938187458257091</c:v>
                </c:pt>
                <c:pt idx="55">
                  <c:v>0.37539723145646531</c:v>
                </c:pt>
                <c:pt idx="56">
                  <c:v>2.816396239646857E-2</c:v>
                </c:pt>
                <c:pt idx="57">
                  <c:v>-5.1618055035648057E-2</c:v>
                </c:pt>
                <c:pt idx="58">
                  <c:v>-0.338928105025877</c:v>
                </c:pt>
                <c:pt idx="59">
                  <c:v>-1.16740180310298</c:v>
                </c:pt>
                <c:pt idx="60">
                  <c:v>-1.3074090089645629</c:v>
                </c:pt>
                <c:pt idx="61">
                  <c:v>-1.042934201436658</c:v>
                </c:pt>
                <c:pt idx="62">
                  <c:v>-0.6638602771959955</c:v>
                </c:pt>
                <c:pt idx="63">
                  <c:v>-1.1778935996687849</c:v>
                </c:pt>
                <c:pt idx="64">
                  <c:v>-1.0516217196860529</c:v>
                </c:pt>
                <c:pt idx="65">
                  <c:v>-1.2800269494006189</c:v>
                </c:pt>
                <c:pt idx="66">
                  <c:v>-0.74420787190534954</c:v>
                </c:pt>
                <c:pt idx="67">
                  <c:v>-0.49543601901635559</c:v>
                </c:pt>
                <c:pt idx="68">
                  <c:v>-6.4910785320594633E-2</c:v>
                </c:pt>
                <c:pt idx="69">
                  <c:v>-0.75528611922139333</c:v>
                </c:pt>
                <c:pt idx="70">
                  <c:v>-0.65806943109740157</c:v>
                </c:pt>
                <c:pt idx="71">
                  <c:v>-0.48362729913314217</c:v>
                </c:pt>
                <c:pt idx="72">
                  <c:v>-0.98672249926875089</c:v>
                </c:pt>
                <c:pt idx="73">
                  <c:v>-0.52018978414392003</c:v>
                </c:pt>
                <c:pt idx="74">
                  <c:v>-0.1920931920441224</c:v>
                </c:pt>
                <c:pt idx="75">
                  <c:v>-0.71352930492627054</c:v>
                </c:pt>
                <c:pt idx="76">
                  <c:v>-0.35615156261708109</c:v>
                </c:pt>
                <c:pt idx="77">
                  <c:v>-0.10570119649621899</c:v>
                </c:pt>
                <c:pt idx="78">
                  <c:v>-7.2907114245074345E-2</c:v>
                </c:pt>
                <c:pt idx="79">
                  <c:v>0.1575446286027446</c:v>
                </c:pt>
                <c:pt idx="80">
                  <c:v>0.20340722484070639</c:v>
                </c:pt>
                <c:pt idx="81">
                  <c:v>0.28370778131382379</c:v>
                </c:pt>
                <c:pt idx="82">
                  <c:v>0.72385463787365123</c:v>
                </c:pt>
                <c:pt idx="83">
                  <c:v>0.66091175491915233</c:v>
                </c:pt>
                <c:pt idx="84">
                  <c:v>1.0554691209274081</c:v>
                </c:pt>
                <c:pt idx="85">
                  <c:v>0.62077785386041795</c:v>
                </c:pt>
                <c:pt idx="86">
                  <c:v>0.64675700284648263</c:v>
                </c:pt>
                <c:pt idx="87">
                  <c:v>1.1602519751040909</c:v>
                </c:pt>
                <c:pt idx="88">
                  <c:v>0.94118954049301484</c:v>
                </c:pt>
                <c:pt idx="89">
                  <c:v>0.57351945208570654</c:v>
                </c:pt>
                <c:pt idx="90">
                  <c:v>0.50844631631317483</c:v>
                </c:pt>
                <c:pt idx="91">
                  <c:v>1.3969904428721269</c:v>
                </c:pt>
                <c:pt idx="92">
                  <c:v>0.97302737629370584</c:v>
                </c:pt>
                <c:pt idx="93">
                  <c:v>0.66461310275894303</c:v>
                </c:pt>
                <c:pt idx="94">
                  <c:v>6.8378949804622641E-2</c:v>
                </c:pt>
                <c:pt idx="95">
                  <c:v>0.1219798796862487</c:v>
                </c:pt>
                <c:pt idx="96">
                  <c:v>0.14727896906852059</c:v>
                </c:pt>
                <c:pt idx="97">
                  <c:v>0.37986636176260552</c:v>
                </c:pt>
                <c:pt idx="98">
                  <c:v>0.6311354200672914</c:v>
                </c:pt>
                <c:pt idx="99">
                  <c:v>-0.13256195967051579</c:v>
                </c:pt>
                <c:pt idx="100">
                  <c:v>0.25390845403359669</c:v>
                </c:pt>
                <c:pt idx="101">
                  <c:v>0.42705190474102012</c:v>
                </c:pt>
                <c:pt idx="102">
                  <c:v>-0.1232802743880948</c:v>
                </c:pt>
                <c:pt idx="103">
                  <c:v>1.1799667062457889E-2</c:v>
                </c:pt>
                <c:pt idx="104">
                  <c:v>3.8033075847501707E-2</c:v>
                </c:pt>
                <c:pt idx="105">
                  <c:v>0.37065105326194592</c:v>
                </c:pt>
                <c:pt idx="106">
                  <c:v>0.44774705208441568</c:v>
                </c:pt>
                <c:pt idx="107">
                  <c:v>0.30794068091439952</c:v>
                </c:pt>
                <c:pt idx="108">
                  <c:v>0.2497177939563763</c:v>
                </c:pt>
                <c:pt idx="109">
                  <c:v>0.43862214689299039</c:v>
                </c:pt>
                <c:pt idx="110">
                  <c:v>0.83409003920840441</c:v>
                </c:pt>
                <c:pt idx="111">
                  <c:v>-0.1595686968111118</c:v>
                </c:pt>
                <c:pt idx="112">
                  <c:v>0.1449388674670746</c:v>
                </c:pt>
                <c:pt idx="113">
                  <c:v>1.097882269633089</c:v>
                </c:pt>
                <c:pt idx="114">
                  <c:v>1.091660014414489</c:v>
                </c:pt>
                <c:pt idx="115">
                  <c:v>1.6187945470123319</c:v>
                </c:pt>
                <c:pt idx="116">
                  <c:v>1.2139163117791589</c:v>
                </c:pt>
                <c:pt idx="117">
                  <c:v>1.1766966757044679</c:v>
                </c:pt>
                <c:pt idx="118">
                  <c:v>0.99506083780669385</c:v>
                </c:pt>
                <c:pt idx="119">
                  <c:v>1.6481178437218409</c:v>
                </c:pt>
                <c:pt idx="120">
                  <c:v>0.91170555316166801</c:v>
                </c:pt>
                <c:pt idx="121">
                  <c:v>1.966801528952304</c:v>
                </c:pt>
              </c:numCache>
            </c:numRef>
          </c:val>
          <c:smooth val="0"/>
          <c:extLst>
            <c:ext xmlns:c16="http://schemas.microsoft.com/office/drawing/2014/chart" uri="{C3380CC4-5D6E-409C-BE32-E72D297353CC}">
              <c16:uniqueId val="{00000000-D1A3-482A-AD67-5BA6B3A5049D}"/>
            </c:ext>
          </c:extLst>
        </c:ser>
        <c:ser>
          <c:idx val="1"/>
          <c:order val="1"/>
          <c:tx>
            <c:v>10y avg.</c:v>
          </c:tx>
          <c:spPr>
            <a:ln w="19050">
              <a:solidFill>
                <a:srgbClr val="7E7E7E"/>
              </a:solidFill>
              <a:prstDash val="dash"/>
            </a:ln>
          </c:spPr>
          <c:marker>
            <c:symbol val="none"/>
          </c:marker>
          <c:cat>
            <c:numRef>
              <c:f>'E4'!$A$2:$A$123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'E4'!$C$2:$C$123</c:f>
              <c:numCache>
                <c:formatCode>0.00</c:formatCode>
                <c:ptCount val="122"/>
                <c:pt idx="0">
                  <c:v>0.67767366798832951</c:v>
                </c:pt>
                <c:pt idx="1">
                  <c:v>0.67767366798832951</c:v>
                </c:pt>
                <c:pt idx="2">
                  <c:v>0.67767366798832951</c:v>
                </c:pt>
                <c:pt idx="3">
                  <c:v>0.67767366798832951</c:v>
                </c:pt>
                <c:pt idx="4">
                  <c:v>0.67767366798832951</c:v>
                </c:pt>
                <c:pt idx="5">
                  <c:v>0.67767366798832951</c:v>
                </c:pt>
                <c:pt idx="6">
                  <c:v>0.67767366798832951</c:v>
                </c:pt>
                <c:pt idx="7">
                  <c:v>0.67767366798832951</c:v>
                </c:pt>
                <c:pt idx="8">
                  <c:v>0.67767366798832951</c:v>
                </c:pt>
                <c:pt idx="9">
                  <c:v>0.67767366798832951</c:v>
                </c:pt>
                <c:pt idx="10">
                  <c:v>0.67767366798832951</c:v>
                </c:pt>
                <c:pt idx="11">
                  <c:v>0.67767366798832951</c:v>
                </c:pt>
                <c:pt idx="12">
                  <c:v>0.67767366798832951</c:v>
                </c:pt>
                <c:pt idx="13">
                  <c:v>0.67767366798832951</c:v>
                </c:pt>
                <c:pt idx="14">
                  <c:v>0.67767366798832951</c:v>
                </c:pt>
                <c:pt idx="15">
                  <c:v>0.67767366798832951</c:v>
                </c:pt>
                <c:pt idx="16">
                  <c:v>0.67767366798832951</c:v>
                </c:pt>
                <c:pt idx="17">
                  <c:v>0.67767366798832951</c:v>
                </c:pt>
                <c:pt idx="18">
                  <c:v>0.67767366798832951</c:v>
                </c:pt>
                <c:pt idx="19">
                  <c:v>0.67767366798832951</c:v>
                </c:pt>
                <c:pt idx="20">
                  <c:v>0.67767366798832951</c:v>
                </c:pt>
                <c:pt idx="21">
                  <c:v>0.67767366798832951</c:v>
                </c:pt>
                <c:pt idx="22">
                  <c:v>0.67767366798832951</c:v>
                </c:pt>
                <c:pt idx="23">
                  <c:v>0.67767366798832951</c:v>
                </c:pt>
                <c:pt idx="24">
                  <c:v>0.67767366798832951</c:v>
                </c:pt>
                <c:pt idx="25">
                  <c:v>0.67767366798832951</c:v>
                </c:pt>
                <c:pt idx="26">
                  <c:v>0.67767366798832951</c:v>
                </c:pt>
                <c:pt idx="27">
                  <c:v>0.67767366798832951</c:v>
                </c:pt>
                <c:pt idx="28">
                  <c:v>0.67767366798832951</c:v>
                </c:pt>
                <c:pt idx="29">
                  <c:v>0.67767366798832951</c:v>
                </c:pt>
                <c:pt idx="30">
                  <c:v>0.67767366798832951</c:v>
                </c:pt>
                <c:pt idx="31">
                  <c:v>0.67767366798832951</c:v>
                </c:pt>
                <c:pt idx="32">
                  <c:v>0.67767366798832951</c:v>
                </c:pt>
                <c:pt idx="33">
                  <c:v>0.67767366798832951</c:v>
                </c:pt>
                <c:pt idx="34">
                  <c:v>0.67767366798832951</c:v>
                </c:pt>
                <c:pt idx="35">
                  <c:v>0.67767366798832951</c:v>
                </c:pt>
                <c:pt idx="36">
                  <c:v>0.67767366798832951</c:v>
                </c:pt>
                <c:pt idx="37">
                  <c:v>0.67767366798832951</c:v>
                </c:pt>
                <c:pt idx="38">
                  <c:v>0.67767366798832951</c:v>
                </c:pt>
                <c:pt idx="39">
                  <c:v>0.67767366798832951</c:v>
                </c:pt>
                <c:pt idx="40">
                  <c:v>0.67767366798832951</c:v>
                </c:pt>
                <c:pt idx="41">
                  <c:v>0.67767366798832951</c:v>
                </c:pt>
                <c:pt idx="42">
                  <c:v>0.67767366798832951</c:v>
                </c:pt>
                <c:pt idx="43">
                  <c:v>0.67767366798832951</c:v>
                </c:pt>
                <c:pt idx="44">
                  <c:v>0.67767366798832951</c:v>
                </c:pt>
                <c:pt idx="45">
                  <c:v>0.67767366798832951</c:v>
                </c:pt>
                <c:pt idx="46">
                  <c:v>0.67767366798832951</c:v>
                </c:pt>
                <c:pt idx="47">
                  <c:v>0.67767366798832951</c:v>
                </c:pt>
                <c:pt idx="48">
                  <c:v>0.67767366798832951</c:v>
                </c:pt>
                <c:pt idx="49">
                  <c:v>0.67767366798832951</c:v>
                </c:pt>
                <c:pt idx="50">
                  <c:v>0.67767366798832951</c:v>
                </c:pt>
                <c:pt idx="51">
                  <c:v>0.67767366798832951</c:v>
                </c:pt>
                <c:pt idx="52">
                  <c:v>0.67767366798832951</c:v>
                </c:pt>
                <c:pt idx="53">
                  <c:v>0.67767366798832951</c:v>
                </c:pt>
                <c:pt idx="54">
                  <c:v>0.67767366798832951</c:v>
                </c:pt>
                <c:pt idx="55">
                  <c:v>0.67767366798832951</c:v>
                </c:pt>
                <c:pt idx="56">
                  <c:v>0.67767366798832951</c:v>
                </c:pt>
                <c:pt idx="57">
                  <c:v>0.67767366798832951</c:v>
                </c:pt>
                <c:pt idx="58">
                  <c:v>0.67767366798832951</c:v>
                </c:pt>
                <c:pt idx="59">
                  <c:v>0.67767366798832951</c:v>
                </c:pt>
                <c:pt idx="60">
                  <c:v>0.67767366798832951</c:v>
                </c:pt>
                <c:pt idx="61">
                  <c:v>0.67767366798832951</c:v>
                </c:pt>
                <c:pt idx="62">
                  <c:v>0.67767366798832951</c:v>
                </c:pt>
                <c:pt idx="63">
                  <c:v>0.67767366798832951</c:v>
                </c:pt>
                <c:pt idx="64">
                  <c:v>0.67767366798832951</c:v>
                </c:pt>
                <c:pt idx="65">
                  <c:v>0.67767366798832951</c:v>
                </c:pt>
                <c:pt idx="66">
                  <c:v>0.67767366798832951</c:v>
                </c:pt>
                <c:pt idx="67">
                  <c:v>0.67767366798832951</c:v>
                </c:pt>
                <c:pt idx="68">
                  <c:v>0.67767366798832951</c:v>
                </c:pt>
                <c:pt idx="69">
                  <c:v>0.67767366798832951</c:v>
                </c:pt>
                <c:pt idx="70">
                  <c:v>0.67767366798832951</c:v>
                </c:pt>
                <c:pt idx="71">
                  <c:v>0.67767366798832951</c:v>
                </c:pt>
                <c:pt idx="72">
                  <c:v>0.67767366798832951</c:v>
                </c:pt>
                <c:pt idx="73">
                  <c:v>0.67767366798832951</c:v>
                </c:pt>
                <c:pt idx="74">
                  <c:v>0.67767366798832951</c:v>
                </c:pt>
                <c:pt idx="75">
                  <c:v>0.67767366798832951</c:v>
                </c:pt>
                <c:pt idx="76">
                  <c:v>0.67767366798832951</c:v>
                </c:pt>
                <c:pt idx="77">
                  <c:v>0.67767366798832951</c:v>
                </c:pt>
                <c:pt idx="78">
                  <c:v>0.67767366798832951</c:v>
                </c:pt>
                <c:pt idx="79">
                  <c:v>0.67767366798832951</c:v>
                </c:pt>
                <c:pt idx="80">
                  <c:v>0.67767366798832951</c:v>
                </c:pt>
                <c:pt idx="81">
                  <c:v>0.67767366798832951</c:v>
                </c:pt>
                <c:pt idx="82">
                  <c:v>0.67767366798832951</c:v>
                </c:pt>
                <c:pt idx="83">
                  <c:v>0.67767366798832951</c:v>
                </c:pt>
                <c:pt idx="84">
                  <c:v>0.67767366798832951</c:v>
                </c:pt>
                <c:pt idx="85">
                  <c:v>0.67767366798832951</c:v>
                </c:pt>
                <c:pt idx="86">
                  <c:v>0.67767366798832951</c:v>
                </c:pt>
                <c:pt idx="87">
                  <c:v>0.67767366798832951</c:v>
                </c:pt>
                <c:pt idx="88">
                  <c:v>0.67767366798832951</c:v>
                </c:pt>
                <c:pt idx="89">
                  <c:v>0.67767366798832951</c:v>
                </c:pt>
                <c:pt idx="90">
                  <c:v>0.67767366798832951</c:v>
                </c:pt>
                <c:pt idx="91">
                  <c:v>0.67767366798832951</c:v>
                </c:pt>
                <c:pt idx="92">
                  <c:v>0.67767366798832951</c:v>
                </c:pt>
                <c:pt idx="93">
                  <c:v>0.67767366798832951</c:v>
                </c:pt>
                <c:pt idx="94">
                  <c:v>0.67767366798832951</c:v>
                </c:pt>
                <c:pt idx="95">
                  <c:v>0.67767366798832951</c:v>
                </c:pt>
                <c:pt idx="96">
                  <c:v>0.67767366798832951</c:v>
                </c:pt>
                <c:pt idx="97">
                  <c:v>0.67767366798832951</c:v>
                </c:pt>
                <c:pt idx="98">
                  <c:v>0.67767366798832951</c:v>
                </c:pt>
                <c:pt idx="99">
                  <c:v>0.67767366798832951</c:v>
                </c:pt>
                <c:pt idx="100">
                  <c:v>0.67767366798832951</c:v>
                </c:pt>
                <c:pt idx="101">
                  <c:v>0.67767366798832951</c:v>
                </c:pt>
                <c:pt idx="102">
                  <c:v>0.67767366798832951</c:v>
                </c:pt>
                <c:pt idx="103">
                  <c:v>0.67767366798832951</c:v>
                </c:pt>
                <c:pt idx="104">
                  <c:v>0.67767366798832951</c:v>
                </c:pt>
                <c:pt idx="105">
                  <c:v>0.67767366798832951</c:v>
                </c:pt>
                <c:pt idx="106">
                  <c:v>0.67767366798832951</c:v>
                </c:pt>
                <c:pt idx="107">
                  <c:v>0.67767366798832951</c:v>
                </c:pt>
                <c:pt idx="108">
                  <c:v>0.67767366798832951</c:v>
                </c:pt>
                <c:pt idx="109">
                  <c:v>0.67767366798832951</c:v>
                </c:pt>
                <c:pt idx="110">
                  <c:v>0.67767366798832951</c:v>
                </c:pt>
                <c:pt idx="111">
                  <c:v>0.67767366798832951</c:v>
                </c:pt>
                <c:pt idx="112">
                  <c:v>0.67767366798832951</c:v>
                </c:pt>
                <c:pt idx="113">
                  <c:v>0.67767366798832951</c:v>
                </c:pt>
                <c:pt idx="114">
                  <c:v>0.67767366798832951</c:v>
                </c:pt>
                <c:pt idx="115">
                  <c:v>0.67767366798832951</c:v>
                </c:pt>
                <c:pt idx="116">
                  <c:v>0.67767366798832951</c:v>
                </c:pt>
                <c:pt idx="117">
                  <c:v>0.67767366798832951</c:v>
                </c:pt>
                <c:pt idx="118">
                  <c:v>0.67767366798832951</c:v>
                </c:pt>
                <c:pt idx="119">
                  <c:v>0.67767366798832951</c:v>
                </c:pt>
                <c:pt idx="120">
                  <c:v>0.67767366798832951</c:v>
                </c:pt>
                <c:pt idx="121">
                  <c:v>0.67767366798832951</c:v>
                </c:pt>
              </c:numCache>
            </c:numRef>
          </c:val>
          <c:smooth val="0"/>
          <c:extLst>
            <c:ext xmlns:c16="http://schemas.microsoft.com/office/drawing/2014/chart" uri="{C3380CC4-5D6E-409C-BE32-E72D297353CC}">
              <c16:uniqueId val="{00000001-D1A3-482A-AD67-5BA6B3A5049D}"/>
            </c:ext>
          </c:extLst>
        </c:ser>
        <c:ser>
          <c:idx val="2"/>
          <c:order val="2"/>
          <c:tx>
            <c:v>+1 std. dev.</c:v>
          </c:tx>
          <c:spPr>
            <a:ln w="19050">
              <a:solidFill>
                <a:srgbClr val="8EB3DF"/>
              </a:solidFill>
              <a:prstDash val="dash"/>
            </a:ln>
          </c:spPr>
          <c:marker>
            <c:symbol val="none"/>
          </c:marker>
          <c:cat>
            <c:numRef>
              <c:f>'E4'!$A$2:$A$123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'E4'!$D$2:$D$123</c:f>
              <c:numCache>
                <c:formatCode>0.00</c:formatCode>
                <c:ptCount val="122"/>
                <c:pt idx="0">
                  <c:v>1.5169309678354239</c:v>
                </c:pt>
                <c:pt idx="1">
                  <c:v>1.5169309678354239</c:v>
                </c:pt>
                <c:pt idx="2">
                  <c:v>1.5169309678354239</c:v>
                </c:pt>
                <c:pt idx="3">
                  <c:v>1.5169309678354239</c:v>
                </c:pt>
                <c:pt idx="4">
                  <c:v>1.5169309678354239</c:v>
                </c:pt>
                <c:pt idx="5">
                  <c:v>1.5169309678354239</c:v>
                </c:pt>
                <c:pt idx="6">
                  <c:v>1.5169309678354239</c:v>
                </c:pt>
                <c:pt idx="7">
                  <c:v>1.5169309678354239</c:v>
                </c:pt>
                <c:pt idx="8">
                  <c:v>1.5169309678354239</c:v>
                </c:pt>
                <c:pt idx="9">
                  <c:v>1.5169309678354239</c:v>
                </c:pt>
                <c:pt idx="10">
                  <c:v>1.5169309678354239</c:v>
                </c:pt>
                <c:pt idx="11">
                  <c:v>1.5169309678354239</c:v>
                </c:pt>
                <c:pt idx="12">
                  <c:v>1.5169309678354239</c:v>
                </c:pt>
                <c:pt idx="13">
                  <c:v>1.5169309678354239</c:v>
                </c:pt>
                <c:pt idx="14">
                  <c:v>1.5169309678354239</c:v>
                </c:pt>
                <c:pt idx="15">
                  <c:v>1.5169309678354239</c:v>
                </c:pt>
                <c:pt idx="16">
                  <c:v>1.5169309678354239</c:v>
                </c:pt>
                <c:pt idx="17">
                  <c:v>1.5169309678354239</c:v>
                </c:pt>
                <c:pt idx="18">
                  <c:v>1.5169309678354239</c:v>
                </c:pt>
                <c:pt idx="19">
                  <c:v>1.5169309678354239</c:v>
                </c:pt>
                <c:pt idx="20">
                  <c:v>1.5169309678354239</c:v>
                </c:pt>
                <c:pt idx="21">
                  <c:v>1.5169309678354239</c:v>
                </c:pt>
                <c:pt idx="22">
                  <c:v>1.5169309678354239</c:v>
                </c:pt>
                <c:pt idx="23">
                  <c:v>1.5169309678354239</c:v>
                </c:pt>
                <c:pt idx="24">
                  <c:v>1.5169309678354239</c:v>
                </c:pt>
                <c:pt idx="25">
                  <c:v>1.5169309678354239</c:v>
                </c:pt>
                <c:pt idx="26">
                  <c:v>1.5169309678354239</c:v>
                </c:pt>
                <c:pt idx="27">
                  <c:v>1.5169309678354239</c:v>
                </c:pt>
                <c:pt idx="28">
                  <c:v>1.5169309678354239</c:v>
                </c:pt>
                <c:pt idx="29">
                  <c:v>1.5169309678354239</c:v>
                </c:pt>
                <c:pt idx="30">
                  <c:v>1.5169309678354239</c:v>
                </c:pt>
                <c:pt idx="31">
                  <c:v>1.5169309678354239</c:v>
                </c:pt>
                <c:pt idx="32">
                  <c:v>1.5169309678354239</c:v>
                </c:pt>
                <c:pt idx="33">
                  <c:v>1.5169309678354239</c:v>
                </c:pt>
                <c:pt idx="34">
                  <c:v>1.5169309678354239</c:v>
                </c:pt>
                <c:pt idx="35">
                  <c:v>1.5169309678354239</c:v>
                </c:pt>
                <c:pt idx="36">
                  <c:v>1.5169309678354239</c:v>
                </c:pt>
                <c:pt idx="37">
                  <c:v>1.5169309678354239</c:v>
                </c:pt>
                <c:pt idx="38">
                  <c:v>1.5169309678354239</c:v>
                </c:pt>
                <c:pt idx="39">
                  <c:v>1.5169309678354239</c:v>
                </c:pt>
                <c:pt idx="40">
                  <c:v>1.5169309678354239</c:v>
                </c:pt>
                <c:pt idx="41">
                  <c:v>1.5169309678354239</c:v>
                </c:pt>
                <c:pt idx="42">
                  <c:v>1.5169309678354239</c:v>
                </c:pt>
                <c:pt idx="43">
                  <c:v>1.5169309678354239</c:v>
                </c:pt>
                <c:pt idx="44">
                  <c:v>1.5169309678354239</c:v>
                </c:pt>
                <c:pt idx="45">
                  <c:v>1.5169309678354239</c:v>
                </c:pt>
                <c:pt idx="46">
                  <c:v>1.5169309678354239</c:v>
                </c:pt>
                <c:pt idx="47">
                  <c:v>1.5169309678354239</c:v>
                </c:pt>
                <c:pt idx="48">
                  <c:v>1.5169309678354239</c:v>
                </c:pt>
                <c:pt idx="49">
                  <c:v>1.5169309678354239</c:v>
                </c:pt>
                <c:pt idx="50">
                  <c:v>1.5169309678354239</c:v>
                </c:pt>
                <c:pt idx="51">
                  <c:v>1.5169309678354239</c:v>
                </c:pt>
                <c:pt idx="52">
                  <c:v>1.5169309678354239</c:v>
                </c:pt>
                <c:pt idx="53">
                  <c:v>1.5169309678354239</c:v>
                </c:pt>
                <c:pt idx="54">
                  <c:v>1.5169309678354239</c:v>
                </c:pt>
                <c:pt idx="55">
                  <c:v>1.5169309678354239</c:v>
                </c:pt>
                <c:pt idx="56">
                  <c:v>1.5169309678354239</c:v>
                </c:pt>
                <c:pt idx="57">
                  <c:v>1.5169309678354239</c:v>
                </c:pt>
                <c:pt idx="58">
                  <c:v>1.5169309678354239</c:v>
                </c:pt>
                <c:pt idx="59">
                  <c:v>1.5169309678354239</c:v>
                </c:pt>
                <c:pt idx="60">
                  <c:v>1.5169309678354239</c:v>
                </c:pt>
                <c:pt idx="61">
                  <c:v>1.5169309678354239</c:v>
                </c:pt>
                <c:pt idx="62">
                  <c:v>1.5169309678354239</c:v>
                </c:pt>
                <c:pt idx="63">
                  <c:v>1.5169309678354239</c:v>
                </c:pt>
                <c:pt idx="64">
                  <c:v>1.5169309678354239</c:v>
                </c:pt>
                <c:pt idx="65">
                  <c:v>1.5169309678354239</c:v>
                </c:pt>
                <c:pt idx="66">
                  <c:v>1.5169309678354239</c:v>
                </c:pt>
                <c:pt idx="67">
                  <c:v>1.5169309678354239</c:v>
                </c:pt>
                <c:pt idx="68">
                  <c:v>1.5169309678354239</c:v>
                </c:pt>
                <c:pt idx="69">
                  <c:v>1.5169309678354239</c:v>
                </c:pt>
                <c:pt idx="70">
                  <c:v>1.5169309678354239</c:v>
                </c:pt>
                <c:pt idx="71">
                  <c:v>1.5169309678354239</c:v>
                </c:pt>
                <c:pt idx="72">
                  <c:v>1.5169309678354239</c:v>
                </c:pt>
                <c:pt idx="73">
                  <c:v>1.5169309678354239</c:v>
                </c:pt>
                <c:pt idx="74">
                  <c:v>1.5169309678354239</c:v>
                </c:pt>
                <c:pt idx="75">
                  <c:v>1.5169309678354239</c:v>
                </c:pt>
                <c:pt idx="76">
                  <c:v>1.5169309678354239</c:v>
                </c:pt>
                <c:pt idx="77">
                  <c:v>1.5169309678354239</c:v>
                </c:pt>
                <c:pt idx="78">
                  <c:v>1.5169309678354239</c:v>
                </c:pt>
                <c:pt idx="79">
                  <c:v>1.5169309678354239</c:v>
                </c:pt>
                <c:pt idx="80">
                  <c:v>1.5169309678354239</c:v>
                </c:pt>
                <c:pt idx="81">
                  <c:v>1.5169309678354239</c:v>
                </c:pt>
                <c:pt idx="82">
                  <c:v>1.5169309678354239</c:v>
                </c:pt>
                <c:pt idx="83">
                  <c:v>1.5169309678354239</c:v>
                </c:pt>
                <c:pt idx="84">
                  <c:v>1.5169309678354239</c:v>
                </c:pt>
                <c:pt idx="85">
                  <c:v>1.5169309678354239</c:v>
                </c:pt>
                <c:pt idx="86">
                  <c:v>1.5169309678354239</c:v>
                </c:pt>
                <c:pt idx="87">
                  <c:v>1.5169309678354239</c:v>
                </c:pt>
                <c:pt idx="88">
                  <c:v>1.5169309678354239</c:v>
                </c:pt>
                <c:pt idx="89">
                  <c:v>1.5169309678354239</c:v>
                </c:pt>
                <c:pt idx="90">
                  <c:v>1.5169309678354239</c:v>
                </c:pt>
                <c:pt idx="91">
                  <c:v>1.5169309678354239</c:v>
                </c:pt>
                <c:pt idx="92">
                  <c:v>1.5169309678354239</c:v>
                </c:pt>
                <c:pt idx="93">
                  <c:v>1.5169309678354239</c:v>
                </c:pt>
                <c:pt idx="94">
                  <c:v>1.5169309678354239</c:v>
                </c:pt>
                <c:pt idx="95">
                  <c:v>1.5169309678354239</c:v>
                </c:pt>
                <c:pt idx="96">
                  <c:v>1.5169309678354239</c:v>
                </c:pt>
                <c:pt idx="97">
                  <c:v>1.5169309678354239</c:v>
                </c:pt>
                <c:pt idx="98">
                  <c:v>1.5169309678354239</c:v>
                </c:pt>
                <c:pt idx="99">
                  <c:v>1.5169309678354239</c:v>
                </c:pt>
                <c:pt idx="100">
                  <c:v>1.5169309678354239</c:v>
                </c:pt>
                <c:pt idx="101">
                  <c:v>1.5169309678354239</c:v>
                </c:pt>
                <c:pt idx="102">
                  <c:v>1.5169309678354239</c:v>
                </c:pt>
                <c:pt idx="103">
                  <c:v>1.5169309678354239</c:v>
                </c:pt>
                <c:pt idx="104">
                  <c:v>1.5169309678354239</c:v>
                </c:pt>
                <c:pt idx="105">
                  <c:v>1.5169309678354239</c:v>
                </c:pt>
                <c:pt idx="106">
                  <c:v>1.5169309678354239</c:v>
                </c:pt>
                <c:pt idx="107">
                  <c:v>1.5169309678354239</c:v>
                </c:pt>
                <c:pt idx="108">
                  <c:v>1.5169309678354239</c:v>
                </c:pt>
                <c:pt idx="109">
                  <c:v>1.5169309678354239</c:v>
                </c:pt>
                <c:pt idx="110">
                  <c:v>1.5169309678354239</c:v>
                </c:pt>
                <c:pt idx="111">
                  <c:v>1.5169309678354239</c:v>
                </c:pt>
                <c:pt idx="112">
                  <c:v>1.5169309678354239</c:v>
                </c:pt>
                <c:pt idx="113">
                  <c:v>1.5169309678354239</c:v>
                </c:pt>
                <c:pt idx="114">
                  <c:v>1.5169309678354239</c:v>
                </c:pt>
                <c:pt idx="115">
                  <c:v>1.5169309678354239</c:v>
                </c:pt>
                <c:pt idx="116">
                  <c:v>1.5169309678354239</c:v>
                </c:pt>
                <c:pt idx="117">
                  <c:v>1.5169309678354239</c:v>
                </c:pt>
                <c:pt idx="118">
                  <c:v>1.5169309678354239</c:v>
                </c:pt>
                <c:pt idx="119">
                  <c:v>1.5169309678354239</c:v>
                </c:pt>
                <c:pt idx="120">
                  <c:v>1.5169309678354239</c:v>
                </c:pt>
                <c:pt idx="121">
                  <c:v>1.5169309678354239</c:v>
                </c:pt>
              </c:numCache>
            </c:numRef>
          </c:val>
          <c:smooth val="0"/>
          <c:extLst>
            <c:ext xmlns:c16="http://schemas.microsoft.com/office/drawing/2014/chart" uri="{C3380CC4-5D6E-409C-BE32-E72D297353CC}">
              <c16:uniqueId val="{00000002-D1A3-482A-AD67-5BA6B3A5049D}"/>
            </c:ext>
          </c:extLst>
        </c:ser>
        <c:ser>
          <c:idx val="3"/>
          <c:order val="3"/>
          <c:tx>
            <c:v>±1 std. dev.</c:v>
          </c:tx>
          <c:spPr>
            <a:ln w="19050">
              <a:solidFill>
                <a:srgbClr val="8EB3DF"/>
              </a:solidFill>
              <a:prstDash val="dash"/>
            </a:ln>
          </c:spPr>
          <c:marker>
            <c:symbol val="none"/>
          </c:marker>
          <c:cat>
            <c:numRef>
              <c:f>'E4'!$A$2:$A$123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'E4'!$E$2:$E$123</c:f>
              <c:numCache>
                <c:formatCode>0.00</c:formatCode>
                <c:ptCount val="122"/>
                <c:pt idx="0">
                  <c:v>-0.1615836318587654</c:v>
                </c:pt>
                <c:pt idx="1">
                  <c:v>-0.1615836318587654</c:v>
                </c:pt>
                <c:pt idx="2">
                  <c:v>-0.1615836318587654</c:v>
                </c:pt>
                <c:pt idx="3">
                  <c:v>-0.1615836318587654</c:v>
                </c:pt>
                <c:pt idx="4">
                  <c:v>-0.1615836318587654</c:v>
                </c:pt>
                <c:pt idx="5">
                  <c:v>-0.1615836318587654</c:v>
                </c:pt>
                <c:pt idx="6">
                  <c:v>-0.1615836318587654</c:v>
                </c:pt>
                <c:pt idx="7">
                  <c:v>-0.1615836318587654</c:v>
                </c:pt>
                <c:pt idx="8">
                  <c:v>-0.1615836318587654</c:v>
                </c:pt>
                <c:pt idx="9">
                  <c:v>-0.1615836318587654</c:v>
                </c:pt>
                <c:pt idx="10">
                  <c:v>-0.1615836318587654</c:v>
                </c:pt>
                <c:pt idx="11">
                  <c:v>-0.1615836318587654</c:v>
                </c:pt>
                <c:pt idx="12">
                  <c:v>-0.1615836318587654</c:v>
                </c:pt>
                <c:pt idx="13">
                  <c:v>-0.1615836318587654</c:v>
                </c:pt>
                <c:pt idx="14">
                  <c:v>-0.1615836318587654</c:v>
                </c:pt>
                <c:pt idx="15">
                  <c:v>-0.1615836318587654</c:v>
                </c:pt>
                <c:pt idx="16">
                  <c:v>-0.1615836318587654</c:v>
                </c:pt>
                <c:pt idx="17">
                  <c:v>-0.1615836318587654</c:v>
                </c:pt>
                <c:pt idx="18">
                  <c:v>-0.1615836318587654</c:v>
                </c:pt>
                <c:pt idx="19">
                  <c:v>-0.1615836318587654</c:v>
                </c:pt>
                <c:pt idx="20">
                  <c:v>-0.1615836318587654</c:v>
                </c:pt>
                <c:pt idx="21">
                  <c:v>-0.1615836318587654</c:v>
                </c:pt>
                <c:pt idx="22">
                  <c:v>-0.1615836318587654</c:v>
                </c:pt>
                <c:pt idx="23">
                  <c:v>-0.1615836318587654</c:v>
                </c:pt>
                <c:pt idx="24">
                  <c:v>-0.1615836318587654</c:v>
                </c:pt>
                <c:pt idx="25">
                  <c:v>-0.1615836318587654</c:v>
                </c:pt>
                <c:pt idx="26">
                  <c:v>-0.1615836318587654</c:v>
                </c:pt>
                <c:pt idx="27">
                  <c:v>-0.1615836318587654</c:v>
                </c:pt>
                <c:pt idx="28">
                  <c:v>-0.1615836318587654</c:v>
                </c:pt>
                <c:pt idx="29">
                  <c:v>-0.1615836318587654</c:v>
                </c:pt>
                <c:pt idx="30">
                  <c:v>-0.1615836318587654</c:v>
                </c:pt>
                <c:pt idx="31">
                  <c:v>-0.1615836318587654</c:v>
                </c:pt>
                <c:pt idx="32">
                  <c:v>-0.1615836318587654</c:v>
                </c:pt>
                <c:pt idx="33">
                  <c:v>-0.1615836318587654</c:v>
                </c:pt>
                <c:pt idx="34">
                  <c:v>-0.1615836318587654</c:v>
                </c:pt>
                <c:pt idx="35">
                  <c:v>-0.1615836318587654</c:v>
                </c:pt>
                <c:pt idx="36">
                  <c:v>-0.1615836318587654</c:v>
                </c:pt>
                <c:pt idx="37">
                  <c:v>-0.1615836318587654</c:v>
                </c:pt>
                <c:pt idx="38">
                  <c:v>-0.1615836318587654</c:v>
                </c:pt>
                <c:pt idx="39">
                  <c:v>-0.1615836318587654</c:v>
                </c:pt>
                <c:pt idx="40">
                  <c:v>-0.1615836318587654</c:v>
                </c:pt>
                <c:pt idx="41">
                  <c:v>-0.1615836318587654</c:v>
                </c:pt>
                <c:pt idx="42">
                  <c:v>-0.1615836318587654</c:v>
                </c:pt>
                <c:pt idx="43">
                  <c:v>-0.1615836318587654</c:v>
                </c:pt>
                <c:pt idx="44">
                  <c:v>-0.1615836318587654</c:v>
                </c:pt>
                <c:pt idx="45">
                  <c:v>-0.1615836318587654</c:v>
                </c:pt>
                <c:pt idx="46">
                  <c:v>-0.1615836318587654</c:v>
                </c:pt>
                <c:pt idx="47">
                  <c:v>-0.1615836318587654</c:v>
                </c:pt>
                <c:pt idx="48">
                  <c:v>-0.1615836318587654</c:v>
                </c:pt>
                <c:pt idx="49">
                  <c:v>-0.1615836318587654</c:v>
                </c:pt>
                <c:pt idx="50">
                  <c:v>-0.1615836318587654</c:v>
                </c:pt>
                <c:pt idx="51">
                  <c:v>-0.1615836318587654</c:v>
                </c:pt>
                <c:pt idx="52">
                  <c:v>-0.1615836318587654</c:v>
                </c:pt>
                <c:pt idx="53">
                  <c:v>-0.1615836318587654</c:v>
                </c:pt>
                <c:pt idx="54">
                  <c:v>-0.1615836318587654</c:v>
                </c:pt>
                <c:pt idx="55">
                  <c:v>-0.1615836318587654</c:v>
                </c:pt>
                <c:pt idx="56">
                  <c:v>-0.1615836318587654</c:v>
                </c:pt>
                <c:pt idx="57">
                  <c:v>-0.1615836318587654</c:v>
                </c:pt>
                <c:pt idx="58">
                  <c:v>-0.1615836318587654</c:v>
                </c:pt>
                <c:pt idx="59">
                  <c:v>-0.1615836318587654</c:v>
                </c:pt>
                <c:pt idx="60">
                  <c:v>-0.1615836318587654</c:v>
                </c:pt>
                <c:pt idx="61">
                  <c:v>-0.1615836318587654</c:v>
                </c:pt>
                <c:pt idx="62">
                  <c:v>-0.1615836318587654</c:v>
                </c:pt>
                <c:pt idx="63">
                  <c:v>-0.1615836318587654</c:v>
                </c:pt>
                <c:pt idx="64">
                  <c:v>-0.1615836318587654</c:v>
                </c:pt>
                <c:pt idx="65">
                  <c:v>-0.1615836318587654</c:v>
                </c:pt>
                <c:pt idx="66">
                  <c:v>-0.1615836318587654</c:v>
                </c:pt>
                <c:pt idx="67">
                  <c:v>-0.1615836318587654</c:v>
                </c:pt>
                <c:pt idx="68">
                  <c:v>-0.1615836318587654</c:v>
                </c:pt>
                <c:pt idx="69">
                  <c:v>-0.1615836318587654</c:v>
                </c:pt>
                <c:pt idx="70">
                  <c:v>-0.1615836318587654</c:v>
                </c:pt>
                <c:pt idx="71">
                  <c:v>-0.1615836318587654</c:v>
                </c:pt>
                <c:pt idx="72">
                  <c:v>-0.1615836318587654</c:v>
                </c:pt>
                <c:pt idx="73">
                  <c:v>-0.1615836318587654</c:v>
                </c:pt>
                <c:pt idx="74">
                  <c:v>-0.1615836318587654</c:v>
                </c:pt>
                <c:pt idx="75">
                  <c:v>-0.1615836318587654</c:v>
                </c:pt>
                <c:pt idx="76">
                  <c:v>-0.1615836318587654</c:v>
                </c:pt>
                <c:pt idx="77">
                  <c:v>-0.1615836318587654</c:v>
                </c:pt>
                <c:pt idx="78">
                  <c:v>-0.1615836318587654</c:v>
                </c:pt>
                <c:pt idx="79">
                  <c:v>-0.1615836318587654</c:v>
                </c:pt>
                <c:pt idx="80">
                  <c:v>-0.1615836318587654</c:v>
                </c:pt>
                <c:pt idx="81">
                  <c:v>-0.1615836318587654</c:v>
                </c:pt>
                <c:pt idx="82">
                  <c:v>-0.1615836318587654</c:v>
                </c:pt>
                <c:pt idx="83">
                  <c:v>-0.1615836318587654</c:v>
                </c:pt>
                <c:pt idx="84">
                  <c:v>-0.1615836318587654</c:v>
                </c:pt>
                <c:pt idx="85">
                  <c:v>-0.1615836318587654</c:v>
                </c:pt>
                <c:pt idx="86">
                  <c:v>-0.1615836318587654</c:v>
                </c:pt>
                <c:pt idx="87">
                  <c:v>-0.1615836318587654</c:v>
                </c:pt>
                <c:pt idx="88">
                  <c:v>-0.1615836318587654</c:v>
                </c:pt>
                <c:pt idx="89">
                  <c:v>-0.1615836318587654</c:v>
                </c:pt>
                <c:pt idx="90">
                  <c:v>-0.1615836318587654</c:v>
                </c:pt>
                <c:pt idx="91">
                  <c:v>-0.1615836318587654</c:v>
                </c:pt>
                <c:pt idx="92">
                  <c:v>-0.1615836318587654</c:v>
                </c:pt>
                <c:pt idx="93">
                  <c:v>-0.1615836318587654</c:v>
                </c:pt>
                <c:pt idx="94">
                  <c:v>-0.1615836318587654</c:v>
                </c:pt>
                <c:pt idx="95">
                  <c:v>-0.1615836318587654</c:v>
                </c:pt>
                <c:pt idx="96">
                  <c:v>-0.1615836318587654</c:v>
                </c:pt>
                <c:pt idx="97">
                  <c:v>-0.1615836318587654</c:v>
                </c:pt>
                <c:pt idx="98">
                  <c:v>-0.1615836318587654</c:v>
                </c:pt>
                <c:pt idx="99">
                  <c:v>-0.1615836318587654</c:v>
                </c:pt>
                <c:pt idx="100">
                  <c:v>-0.1615836318587654</c:v>
                </c:pt>
                <c:pt idx="101">
                  <c:v>-0.1615836318587654</c:v>
                </c:pt>
                <c:pt idx="102">
                  <c:v>-0.1615836318587654</c:v>
                </c:pt>
                <c:pt idx="103">
                  <c:v>-0.1615836318587654</c:v>
                </c:pt>
                <c:pt idx="104">
                  <c:v>-0.1615836318587654</c:v>
                </c:pt>
                <c:pt idx="105">
                  <c:v>-0.1615836318587654</c:v>
                </c:pt>
                <c:pt idx="106">
                  <c:v>-0.1615836318587654</c:v>
                </c:pt>
                <c:pt idx="107">
                  <c:v>-0.1615836318587654</c:v>
                </c:pt>
                <c:pt idx="108">
                  <c:v>-0.1615836318587654</c:v>
                </c:pt>
                <c:pt idx="109">
                  <c:v>-0.1615836318587654</c:v>
                </c:pt>
                <c:pt idx="110">
                  <c:v>-0.1615836318587654</c:v>
                </c:pt>
                <c:pt idx="111">
                  <c:v>-0.1615836318587654</c:v>
                </c:pt>
                <c:pt idx="112">
                  <c:v>-0.1615836318587654</c:v>
                </c:pt>
                <c:pt idx="113">
                  <c:v>-0.1615836318587654</c:v>
                </c:pt>
                <c:pt idx="114">
                  <c:v>-0.1615836318587654</c:v>
                </c:pt>
                <c:pt idx="115">
                  <c:v>-0.1615836318587654</c:v>
                </c:pt>
                <c:pt idx="116">
                  <c:v>-0.1615836318587654</c:v>
                </c:pt>
                <c:pt idx="117">
                  <c:v>-0.1615836318587654</c:v>
                </c:pt>
                <c:pt idx="118">
                  <c:v>-0.1615836318587654</c:v>
                </c:pt>
                <c:pt idx="119">
                  <c:v>-0.1615836318587654</c:v>
                </c:pt>
                <c:pt idx="120">
                  <c:v>-0.1615836318587654</c:v>
                </c:pt>
                <c:pt idx="121">
                  <c:v>-0.1615836318587654</c:v>
                </c:pt>
              </c:numCache>
            </c:numRef>
          </c:val>
          <c:smooth val="0"/>
          <c:extLst>
            <c:ext xmlns:c16="http://schemas.microsoft.com/office/drawing/2014/chart" uri="{C3380CC4-5D6E-409C-BE32-E72D297353CC}">
              <c16:uniqueId val="{00000003-D1A3-482A-AD67-5BA6B3A5049D}"/>
            </c:ext>
          </c:extLst>
        </c:ser>
        <c:dLbls>
          <c:showLegendKey val="0"/>
          <c:showVal val="0"/>
          <c:showCatName val="0"/>
          <c:showSerName val="0"/>
          <c:showPercent val="0"/>
          <c:showBubbleSize val="0"/>
        </c:dLbls>
        <c:smooth val="0"/>
        <c:axId val="50040001"/>
        <c:axId val="50040002"/>
      </c:lineChart>
      <c:dateAx>
        <c:axId val="50040001"/>
        <c:scaling>
          <c:orientation val="minMax"/>
        </c:scaling>
        <c:delete val="0"/>
        <c:axPos val="b"/>
        <c:numFmt formatCode="yyyy" sourceLinked="0"/>
        <c:majorTickMark val="out"/>
        <c:minorTickMark val="none"/>
        <c:tickLblPos val="low"/>
        <c:spPr>
          <a:ln w="9525">
            <a:solidFill>
              <a:srgbClr val="D9D9D9"/>
            </a:solidFill>
          </a:ln>
        </c:spPr>
        <c:txPr>
          <a:bodyPr/>
          <a:lstStyle/>
          <a:p>
            <a:pPr>
              <a:defRPr sz="900" b="0" baseline="0">
                <a:solidFill>
                  <a:srgbClr val="000000"/>
                </a:solidFill>
                <a:latin typeface="Roboto Light"/>
              </a:defRPr>
            </a:pPr>
            <a:endParaRPr lang="en-US"/>
          </a:p>
        </c:txPr>
        <c:crossAx val="50040002"/>
        <c:crosses val="min"/>
        <c:auto val="1"/>
        <c:lblOffset val="100"/>
        <c:baseTimeUnit val="days"/>
        <c:majorUnit val="2"/>
        <c:majorTimeUnit val="years"/>
      </c:dateAx>
      <c:valAx>
        <c:axId val="50040002"/>
        <c:scaling>
          <c:orientation val="minMax"/>
          <c:max val="3"/>
          <c:min val="-2"/>
        </c:scaling>
        <c:delete val="0"/>
        <c:axPos val="l"/>
        <c:majorGridlines>
          <c:spPr>
            <a:ln w="6350">
              <a:solidFill>
                <a:srgbClr val="D9D9D9"/>
              </a:solidFill>
              <a:prstDash val="dash"/>
            </a:ln>
          </c:spPr>
        </c:majorGridlines>
        <c:numFmt formatCode="0&quot;.0%&quot;" sourceLinked="0"/>
        <c:majorTickMark val="none"/>
        <c:minorTickMark val="none"/>
        <c:tickLblPos val="nextTo"/>
        <c:spPr>
          <a:ln>
            <a:noFill/>
          </a:ln>
        </c:spPr>
        <c:txPr>
          <a:bodyPr/>
          <a:lstStyle/>
          <a:p>
            <a:pPr>
              <a:defRPr sz="900" b="0" baseline="0">
                <a:solidFill>
                  <a:srgbClr val="000000"/>
                </a:solidFill>
                <a:latin typeface="Roboto Light"/>
              </a:defRPr>
            </a:pPr>
            <a:endParaRPr lang="en-US"/>
          </a:p>
        </c:txPr>
        <c:crossAx val="50040001"/>
        <c:crosses val="autoZero"/>
        <c:crossBetween val="between"/>
        <c:majorUnit val="1"/>
      </c:valAx>
      <c:spPr>
        <a:noFill/>
        <a:ln>
          <a:noFill/>
        </a:ln>
      </c:spPr>
    </c:plotArea>
    <c:legend>
      <c:legendPos val="t"/>
      <c:legendEntry>
        <c:idx val="2"/>
        <c:delete val="1"/>
      </c:legendEntry>
      <c:overlay val="0"/>
      <c:txPr>
        <a:bodyPr/>
        <a:lstStyle/>
        <a:p>
          <a:pPr>
            <a:defRPr sz="9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00503446568909"/>
          <c:y val="0.27479661012595147"/>
          <c:w val="0.6809173855308176"/>
          <c:h val="0.53761203461802265"/>
        </c:manualLayout>
      </c:layout>
      <c:lineChart>
        <c:grouping val="standard"/>
        <c:varyColors val="0"/>
        <c:ser>
          <c:idx val="0"/>
          <c:order val="0"/>
          <c:tx>
            <c:v>ERP</c:v>
          </c:tx>
          <c:spPr>
            <a:ln w="28575">
              <a:solidFill>
                <a:srgbClr val="1F2F44"/>
              </a:solidFill>
            </a:ln>
          </c:spPr>
          <c:marker>
            <c:symbol val="none"/>
          </c:marker>
          <c:dPt>
            <c:idx val="121"/>
            <c:marker>
              <c:symbol val="circle"/>
              <c:size val="6"/>
              <c:spPr>
                <a:solidFill>
                  <a:srgbClr val="1F2F44"/>
                </a:solidFill>
                <a:ln>
                  <a:solidFill>
                    <a:srgbClr val="1F2F44"/>
                  </a:solidFill>
                  <a:prstDash val="solid"/>
                </a:ln>
              </c:spPr>
            </c:marker>
            <c:bubble3D val="0"/>
            <c:extLst>
              <c:ext xmlns:c16="http://schemas.microsoft.com/office/drawing/2014/chart" uri="{C3380CC4-5D6E-409C-BE32-E72D297353CC}">
                <c16:uniqueId val="{00000004-F15F-4002-A7BE-0211EB3AF1D3}"/>
              </c:ext>
            </c:extLst>
          </c:dPt>
          <c:dLbls>
            <c:dLbl>
              <c:idx val="121"/>
              <c:tx>
                <c:rich>
                  <a:bodyPr wrap="square" lIns="38100" tIns="19050" rIns="38100" bIns="19050" anchor="ctr">
                    <a:spAutoFit/>
                  </a:bodyPr>
                  <a:lstStyle/>
                  <a:p>
                    <a:pPr>
                      <a:defRPr sz="800" b="1">
                        <a:solidFill>
                          <a:srgbClr val="1F2F44"/>
                        </a:solidFill>
                        <a:latin typeface="Roboto" panose="02000000000000000000" pitchFamily="2" charset="0"/>
                      </a:defRPr>
                    </a:pPr>
                    <a:r>
                      <a:rPr lang="en-US" sz="800" b="1">
                        <a:solidFill>
                          <a:srgbClr val="1F2F44"/>
                        </a:solidFill>
                        <a:latin typeface="Roboto" panose="02000000000000000000" pitchFamily="2" charset="0"/>
                      </a:rPr>
                      <a:t>7.7%</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F15F-4002-A7BE-0211EB3AF1D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'E5'!$A$2:$A$123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'E5'!$B$2:$B$123</c:f>
              <c:numCache>
                <c:formatCode>0.00</c:formatCode>
                <c:ptCount val="122"/>
                <c:pt idx="0">
                  <c:v>-0.21058888368458081</c:v>
                </c:pt>
                <c:pt idx="1">
                  <c:v>-0.63081628109467669</c:v>
                </c:pt>
                <c:pt idx="2">
                  <c:v>1.328837111756985</c:v>
                </c:pt>
                <c:pt idx="3">
                  <c:v>1.862992240875387</c:v>
                </c:pt>
                <c:pt idx="4">
                  <c:v>3.041654291603864</c:v>
                </c:pt>
                <c:pt idx="5">
                  <c:v>4.8450924280678214</c:v>
                </c:pt>
                <c:pt idx="6">
                  <c:v>4.9107066917295512</c:v>
                </c:pt>
                <c:pt idx="7">
                  <c:v>6.0467926710415361</c:v>
                </c:pt>
                <c:pt idx="8">
                  <c:v>5.5088476429611104</c:v>
                </c:pt>
                <c:pt idx="9">
                  <c:v>5.3026010994360089</c:v>
                </c:pt>
                <c:pt idx="10">
                  <c:v>4.0720844366443298</c:v>
                </c:pt>
                <c:pt idx="11">
                  <c:v>4.6801954508404702</c:v>
                </c:pt>
                <c:pt idx="12">
                  <c:v>4.336637289940751</c:v>
                </c:pt>
                <c:pt idx="13">
                  <c:v>4.6926905876936882</c:v>
                </c:pt>
                <c:pt idx="14">
                  <c:v>4.4680296817861391</c:v>
                </c:pt>
                <c:pt idx="15">
                  <c:v>4.5547524556086589</c:v>
                </c:pt>
                <c:pt idx="16">
                  <c:v>4.6603777584065531</c:v>
                </c:pt>
                <c:pt idx="17">
                  <c:v>5.9924239535699826</c:v>
                </c:pt>
                <c:pt idx="18">
                  <c:v>5.2761274864378116</c:v>
                </c:pt>
                <c:pt idx="19">
                  <c:v>5.5165819062244497</c:v>
                </c:pt>
                <c:pt idx="20">
                  <c:v>6.1230474694712571</c:v>
                </c:pt>
                <c:pt idx="21">
                  <c:v>5.791381455376321</c:v>
                </c:pt>
                <c:pt idx="22">
                  <c:v>5.9549135096151087</c:v>
                </c:pt>
                <c:pt idx="23">
                  <c:v>5.656670069134881</c:v>
                </c:pt>
                <c:pt idx="24">
                  <c:v>6.5825283053579744</c:v>
                </c:pt>
                <c:pt idx="25">
                  <c:v>6.9635452742956598</c:v>
                </c:pt>
                <c:pt idx="26">
                  <c:v>7.861733797044133</c:v>
                </c:pt>
                <c:pt idx="27">
                  <c:v>7.3479108106111299</c:v>
                </c:pt>
                <c:pt idx="28">
                  <c:v>7.6934931981948198</c:v>
                </c:pt>
                <c:pt idx="29">
                  <c:v>7.8622542639849424</c:v>
                </c:pt>
                <c:pt idx="30">
                  <c:v>8.3368097632478104</c:v>
                </c:pt>
                <c:pt idx="31">
                  <c:v>9.1924703951870335</c:v>
                </c:pt>
                <c:pt idx="32">
                  <c:v>8.6518130718523629</c:v>
                </c:pt>
                <c:pt idx="33">
                  <c:v>9.3103147290940189</c:v>
                </c:pt>
                <c:pt idx="34">
                  <c:v>9.0675338270696884</c:v>
                </c:pt>
                <c:pt idx="35">
                  <c:v>8.5537455479256774</c:v>
                </c:pt>
                <c:pt idx="36">
                  <c:v>8.0903108212537358</c:v>
                </c:pt>
                <c:pt idx="37">
                  <c:v>7.9941755450698304</c:v>
                </c:pt>
                <c:pt idx="38">
                  <c:v>7.6678475659383389</c:v>
                </c:pt>
                <c:pt idx="39">
                  <c:v>8.1381240009320184</c:v>
                </c:pt>
                <c:pt idx="40">
                  <c:v>9.1111691613118975</c:v>
                </c:pt>
                <c:pt idx="41">
                  <c:v>9.419942771578409</c:v>
                </c:pt>
                <c:pt idx="42">
                  <c:v>6.631224478332479</c:v>
                </c:pt>
                <c:pt idx="43">
                  <c:v>5.6131820457026036</c:v>
                </c:pt>
                <c:pt idx="44">
                  <c:v>5.971580462142005</c:v>
                </c:pt>
                <c:pt idx="45">
                  <c:v>9.8098153281068665</c:v>
                </c:pt>
                <c:pt idx="46">
                  <c:v>6.1109899719779541</c:v>
                </c:pt>
                <c:pt idx="47">
                  <c:v>7.967324629645077</c:v>
                </c:pt>
                <c:pt idx="48">
                  <c:v>10.03886453803786</c:v>
                </c:pt>
                <c:pt idx="49">
                  <c:v>8.9463156250899836</c:v>
                </c:pt>
                <c:pt idx="50">
                  <c:v>9.8103342922754528</c:v>
                </c:pt>
                <c:pt idx="51">
                  <c:v>10.453428215195389</c:v>
                </c:pt>
                <c:pt idx="52">
                  <c:v>11.48156874560136</c:v>
                </c:pt>
                <c:pt idx="53">
                  <c:v>12.014330132538181</c:v>
                </c:pt>
                <c:pt idx="54">
                  <c:v>13.33081274251643</c:v>
                </c:pt>
                <c:pt idx="55">
                  <c:v>12.3519475750907</c:v>
                </c:pt>
                <c:pt idx="56">
                  <c:v>12.724355075562659</c:v>
                </c:pt>
                <c:pt idx="57">
                  <c:v>14.00829249231465</c:v>
                </c:pt>
                <c:pt idx="58">
                  <c:v>14.781270636892479</c:v>
                </c:pt>
                <c:pt idx="59">
                  <c:v>16.48826715046885</c:v>
                </c:pt>
                <c:pt idx="60">
                  <c:v>16.60036781729848</c:v>
                </c:pt>
                <c:pt idx="61">
                  <c:v>16.126738673555291</c:v>
                </c:pt>
                <c:pt idx="62">
                  <c:v>13.49696587244175</c:v>
                </c:pt>
                <c:pt idx="63">
                  <c:v>12.15741955903556</c:v>
                </c:pt>
                <c:pt idx="64">
                  <c:v>11.387601817312159</c:v>
                </c:pt>
                <c:pt idx="65">
                  <c:v>12.79187970118029</c:v>
                </c:pt>
                <c:pt idx="66">
                  <c:v>16.026421453135161</c:v>
                </c:pt>
                <c:pt idx="67">
                  <c:v>15.196753760806111</c:v>
                </c:pt>
                <c:pt idx="68">
                  <c:v>18.70072424712448</c:v>
                </c:pt>
                <c:pt idx="69">
                  <c:v>17.24572697523498</c:v>
                </c:pt>
                <c:pt idx="70">
                  <c:v>19.25657792181109</c:v>
                </c:pt>
                <c:pt idx="71">
                  <c:v>18.051303374168899</c:v>
                </c:pt>
                <c:pt idx="72">
                  <c:v>17.478783744887291</c:v>
                </c:pt>
                <c:pt idx="73">
                  <c:v>14.476805559420439</c:v>
                </c:pt>
                <c:pt idx="74">
                  <c:v>14.36982727465597</c:v>
                </c:pt>
                <c:pt idx="75">
                  <c:v>12.701421031738541</c:v>
                </c:pt>
                <c:pt idx="76">
                  <c:v>14.123360674426561</c:v>
                </c:pt>
                <c:pt idx="77">
                  <c:v>15.657710331231049</c:v>
                </c:pt>
                <c:pt idx="78">
                  <c:v>15.50912513783641</c:v>
                </c:pt>
                <c:pt idx="79">
                  <c:v>15.62578171201552</c:v>
                </c:pt>
                <c:pt idx="80">
                  <c:v>14.24709650044011</c:v>
                </c:pt>
                <c:pt idx="81">
                  <c:v>12.341897597586019</c:v>
                </c:pt>
                <c:pt idx="82">
                  <c:v>12.270364341706459</c:v>
                </c:pt>
                <c:pt idx="83">
                  <c:v>11.17220507872403</c:v>
                </c:pt>
                <c:pt idx="84">
                  <c:v>12.555921090059091</c:v>
                </c:pt>
                <c:pt idx="85">
                  <c:v>11.565770915848519</c:v>
                </c:pt>
                <c:pt idx="86">
                  <c:v>11.121641991429019</c:v>
                </c:pt>
                <c:pt idx="87">
                  <c:v>11.22303928992662</c:v>
                </c:pt>
                <c:pt idx="88">
                  <c:v>11.66773529046694</c:v>
                </c:pt>
                <c:pt idx="89">
                  <c:v>12.851533250325859</c:v>
                </c:pt>
                <c:pt idx="90">
                  <c:v>11.71207635209201</c:v>
                </c:pt>
                <c:pt idx="91">
                  <c:v>12.787067263504969</c:v>
                </c:pt>
                <c:pt idx="92">
                  <c:v>13.484600365150101</c:v>
                </c:pt>
                <c:pt idx="93">
                  <c:v>15.719421206426871</c:v>
                </c:pt>
                <c:pt idx="94">
                  <c:v>13.78289736864242</c:v>
                </c:pt>
                <c:pt idx="95">
                  <c:v>13.199568274418001</c:v>
                </c:pt>
                <c:pt idx="96">
                  <c:v>12.19762046053607</c:v>
                </c:pt>
                <c:pt idx="97">
                  <c:v>12.65411709172327</c:v>
                </c:pt>
                <c:pt idx="98">
                  <c:v>13.33787115486658</c:v>
                </c:pt>
                <c:pt idx="99">
                  <c:v>12.74373458594266</c:v>
                </c:pt>
                <c:pt idx="100">
                  <c:v>13.121195689389459</c:v>
                </c:pt>
                <c:pt idx="101">
                  <c:v>12.56160040169665</c:v>
                </c:pt>
                <c:pt idx="102">
                  <c:v>12.07443327677505</c:v>
                </c:pt>
                <c:pt idx="103">
                  <c:v>11.53186950638452</c:v>
                </c:pt>
                <c:pt idx="104">
                  <c:v>11.773641399985131</c:v>
                </c:pt>
                <c:pt idx="105">
                  <c:v>10.22579312889795</c:v>
                </c:pt>
                <c:pt idx="106">
                  <c:v>11.637309340557779</c:v>
                </c:pt>
                <c:pt idx="107">
                  <c:v>9.8127515764064679</c:v>
                </c:pt>
                <c:pt idx="108">
                  <c:v>8.9176374447909801</c:v>
                </c:pt>
                <c:pt idx="109">
                  <c:v>8.0733404579429973</c:v>
                </c:pt>
                <c:pt idx="110">
                  <c:v>7.3938302167456937</c:v>
                </c:pt>
                <c:pt idx="111">
                  <c:v>5.5800217266752714</c:v>
                </c:pt>
                <c:pt idx="112">
                  <c:v>5.098521752060801</c:v>
                </c:pt>
                <c:pt idx="113">
                  <c:v>7.0680864667582357</c:v>
                </c:pt>
                <c:pt idx="114">
                  <c:v>8.8262040505729189</c:v>
                </c:pt>
                <c:pt idx="115">
                  <c:v>8.3887894178820233</c:v>
                </c:pt>
                <c:pt idx="116">
                  <c:v>8.9595016235482934</c:v>
                </c:pt>
                <c:pt idx="117">
                  <c:v>7.5982893648865693</c:v>
                </c:pt>
                <c:pt idx="118">
                  <c:v>7.6411715713497506</c:v>
                </c:pt>
                <c:pt idx="119">
                  <c:v>8.8104431349281693</c:v>
                </c:pt>
                <c:pt idx="120">
                  <c:v>8.7386211158951799</c:v>
                </c:pt>
                <c:pt idx="121">
                  <c:v>7.7348331882078378</c:v>
                </c:pt>
              </c:numCache>
            </c:numRef>
          </c:val>
          <c:smooth val="0"/>
          <c:extLst>
            <c:ext xmlns:c16="http://schemas.microsoft.com/office/drawing/2014/chart" uri="{C3380CC4-5D6E-409C-BE32-E72D297353CC}">
              <c16:uniqueId val="{00000000-F15F-4002-A7BE-0211EB3AF1D3}"/>
            </c:ext>
          </c:extLst>
        </c:ser>
        <c:ser>
          <c:idx val="1"/>
          <c:order val="1"/>
          <c:tx>
            <c:v>10y avg.</c:v>
          </c:tx>
          <c:spPr>
            <a:ln w="19050">
              <a:solidFill>
                <a:srgbClr val="7E7E7E"/>
              </a:solidFill>
              <a:prstDash val="dash"/>
            </a:ln>
          </c:spPr>
          <c:marker>
            <c:symbol val="none"/>
          </c:marker>
          <c:cat>
            <c:numRef>
              <c:f>'E5'!$A$2:$A$123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'E5'!$C$2:$C$123</c:f>
              <c:numCache>
                <c:formatCode>0.00</c:formatCode>
                <c:ptCount val="122"/>
                <c:pt idx="0">
                  <c:v>9.873946393068751</c:v>
                </c:pt>
                <c:pt idx="1">
                  <c:v>9.873946393068751</c:v>
                </c:pt>
                <c:pt idx="2">
                  <c:v>9.873946393068751</c:v>
                </c:pt>
                <c:pt idx="3">
                  <c:v>9.873946393068751</c:v>
                </c:pt>
                <c:pt idx="4">
                  <c:v>9.873946393068751</c:v>
                </c:pt>
                <c:pt idx="5">
                  <c:v>9.873946393068751</c:v>
                </c:pt>
                <c:pt idx="6">
                  <c:v>9.873946393068751</c:v>
                </c:pt>
                <c:pt idx="7">
                  <c:v>9.873946393068751</c:v>
                </c:pt>
                <c:pt idx="8">
                  <c:v>9.873946393068751</c:v>
                </c:pt>
                <c:pt idx="9">
                  <c:v>9.873946393068751</c:v>
                </c:pt>
                <c:pt idx="10">
                  <c:v>9.873946393068751</c:v>
                </c:pt>
                <c:pt idx="11">
                  <c:v>9.873946393068751</c:v>
                </c:pt>
                <c:pt idx="12">
                  <c:v>9.873946393068751</c:v>
                </c:pt>
                <c:pt idx="13">
                  <c:v>9.873946393068751</c:v>
                </c:pt>
                <c:pt idx="14">
                  <c:v>9.873946393068751</c:v>
                </c:pt>
                <c:pt idx="15">
                  <c:v>9.873946393068751</c:v>
                </c:pt>
                <c:pt idx="16">
                  <c:v>9.873946393068751</c:v>
                </c:pt>
                <c:pt idx="17">
                  <c:v>9.873946393068751</c:v>
                </c:pt>
                <c:pt idx="18">
                  <c:v>9.873946393068751</c:v>
                </c:pt>
                <c:pt idx="19">
                  <c:v>9.873946393068751</c:v>
                </c:pt>
                <c:pt idx="20">
                  <c:v>9.873946393068751</c:v>
                </c:pt>
                <c:pt idx="21">
                  <c:v>9.873946393068751</c:v>
                </c:pt>
                <c:pt idx="22">
                  <c:v>9.873946393068751</c:v>
                </c:pt>
                <c:pt idx="23">
                  <c:v>9.873946393068751</c:v>
                </c:pt>
                <c:pt idx="24">
                  <c:v>9.873946393068751</c:v>
                </c:pt>
                <c:pt idx="25">
                  <c:v>9.873946393068751</c:v>
                </c:pt>
                <c:pt idx="26">
                  <c:v>9.873946393068751</c:v>
                </c:pt>
                <c:pt idx="27">
                  <c:v>9.873946393068751</c:v>
                </c:pt>
                <c:pt idx="28">
                  <c:v>9.873946393068751</c:v>
                </c:pt>
                <c:pt idx="29">
                  <c:v>9.873946393068751</c:v>
                </c:pt>
                <c:pt idx="30">
                  <c:v>9.873946393068751</c:v>
                </c:pt>
                <c:pt idx="31">
                  <c:v>9.873946393068751</c:v>
                </c:pt>
                <c:pt idx="32">
                  <c:v>9.873946393068751</c:v>
                </c:pt>
                <c:pt idx="33">
                  <c:v>9.873946393068751</c:v>
                </c:pt>
                <c:pt idx="34">
                  <c:v>9.873946393068751</c:v>
                </c:pt>
                <c:pt idx="35">
                  <c:v>9.873946393068751</c:v>
                </c:pt>
                <c:pt idx="36">
                  <c:v>9.873946393068751</c:v>
                </c:pt>
                <c:pt idx="37">
                  <c:v>9.873946393068751</c:v>
                </c:pt>
                <c:pt idx="38">
                  <c:v>9.873946393068751</c:v>
                </c:pt>
                <c:pt idx="39">
                  <c:v>9.873946393068751</c:v>
                </c:pt>
                <c:pt idx="40">
                  <c:v>9.873946393068751</c:v>
                </c:pt>
                <c:pt idx="41">
                  <c:v>9.873946393068751</c:v>
                </c:pt>
                <c:pt idx="42">
                  <c:v>9.873946393068751</c:v>
                </c:pt>
                <c:pt idx="43">
                  <c:v>9.873946393068751</c:v>
                </c:pt>
                <c:pt idx="44">
                  <c:v>9.873946393068751</c:v>
                </c:pt>
                <c:pt idx="45">
                  <c:v>9.873946393068751</c:v>
                </c:pt>
                <c:pt idx="46">
                  <c:v>9.873946393068751</c:v>
                </c:pt>
                <c:pt idx="47">
                  <c:v>9.873946393068751</c:v>
                </c:pt>
                <c:pt idx="48">
                  <c:v>9.873946393068751</c:v>
                </c:pt>
                <c:pt idx="49">
                  <c:v>9.873946393068751</c:v>
                </c:pt>
                <c:pt idx="50">
                  <c:v>9.873946393068751</c:v>
                </c:pt>
                <c:pt idx="51">
                  <c:v>9.873946393068751</c:v>
                </c:pt>
                <c:pt idx="52">
                  <c:v>9.873946393068751</c:v>
                </c:pt>
                <c:pt idx="53">
                  <c:v>9.873946393068751</c:v>
                </c:pt>
                <c:pt idx="54">
                  <c:v>9.873946393068751</c:v>
                </c:pt>
                <c:pt idx="55">
                  <c:v>9.873946393068751</c:v>
                </c:pt>
                <c:pt idx="56">
                  <c:v>9.873946393068751</c:v>
                </c:pt>
                <c:pt idx="57">
                  <c:v>9.873946393068751</c:v>
                </c:pt>
                <c:pt idx="58">
                  <c:v>9.873946393068751</c:v>
                </c:pt>
                <c:pt idx="59">
                  <c:v>9.873946393068751</c:v>
                </c:pt>
                <c:pt idx="60">
                  <c:v>9.873946393068751</c:v>
                </c:pt>
                <c:pt idx="61">
                  <c:v>9.873946393068751</c:v>
                </c:pt>
                <c:pt idx="62">
                  <c:v>9.873946393068751</c:v>
                </c:pt>
                <c:pt idx="63">
                  <c:v>9.873946393068751</c:v>
                </c:pt>
                <c:pt idx="64">
                  <c:v>9.873946393068751</c:v>
                </c:pt>
                <c:pt idx="65">
                  <c:v>9.873946393068751</c:v>
                </c:pt>
                <c:pt idx="66">
                  <c:v>9.873946393068751</c:v>
                </c:pt>
                <c:pt idx="67">
                  <c:v>9.873946393068751</c:v>
                </c:pt>
                <c:pt idx="68">
                  <c:v>9.873946393068751</c:v>
                </c:pt>
                <c:pt idx="69">
                  <c:v>9.873946393068751</c:v>
                </c:pt>
                <c:pt idx="70">
                  <c:v>9.873946393068751</c:v>
                </c:pt>
                <c:pt idx="71">
                  <c:v>9.873946393068751</c:v>
                </c:pt>
                <c:pt idx="72">
                  <c:v>9.873946393068751</c:v>
                </c:pt>
                <c:pt idx="73">
                  <c:v>9.873946393068751</c:v>
                </c:pt>
                <c:pt idx="74">
                  <c:v>9.873946393068751</c:v>
                </c:pt>
                <c:pt idx="75">
                  <c:v>9.873946393068751</c:v>
                </c:pt>
                <c:pt idx="76">
                  <c:v>9.873946393068751</c:v>
                </c:pt>
                <c:pt idx="77">
                  <c:v>9.873946393068751</c:v>
                </c:pt>
                <c:pt idx="78">
                  <c:v>9.873946393068751</c:v>
                </c:pt>
                <c:pt idx="79">
                  <c:v>9.873946393068751</c:v>
                </c:pt>
                <c:pt idx="80">
                  <c:v>9.873946393068751</c:v>
                </c:pt>
                <c:pt idx="81">
                  <c:v>9.873946393068751</c:v>
                </c:pt>
                <c:pt idx="82">
                  <c:v>9.873946393068751</c:v>
                </c:pt>
                <c:pt idx="83">
                  <c:v>9.873946393068751</c:v>
                </c:pt>
                <c:pt idx="84">
                  <c:v>9.873946393068751</c:v>
                </c:pt>
                <c:pt idx="85">
                  <c:v>9.873946393068751</c:v>
                </c:pt>
                <c:pt idx="86">
                  <c:v>9.873946393068751</c:v>
                </c:pt>
                <c:pt idx="87">
                  <c:v>9.873946393068751</c:v>
                </c:pt>
                <c:pt idx="88">
                  <c:v>9.873946393068751</c:v>
                </c:pt>
                <c:pt idx="89">
                  <c:v>9.873946393068751</c:v>
                </c:pt>
                <c:pt idx="90">
                  <c:v>9.873946393068751</c:v>
                </c:pt>
                <c:pt idx="91">
                  <c:v>9.873946393068751</c:v>
                </c:pt>
                <c:pt idx="92">
                  <c:v>9.873946393068751</c:v>
                </c:pt>
                <c:pt idx="93">
                  <c:v>9.873946393068751</c:v>
                </c:pt>
                <c:pt idx="94">
                  <c:v>9.873946393068751</c:v>
                </c:pt>
                <c:pt idx="95">
                  <c:v>9.873946393068751</c:v>
                </c:pt>
                <c:pt idx="96">
                  <c:v>9.873946393068751</c:v>
                </c:pt>
                <c:pt idx="97">
                  <c:v>9.873946393068751</c:v>
                </c:pt>
                <c:pt idx="98">
                  <c:v>9.873946393068751</c:v>
                </c:pt>
                <c:pt idx="99">
                  <c:v>9.873946393068751</c:v>
                </c:pt>
                <c:pt idx="100">
                  <c:v>9.873946393068751</c:v>
                </c:pt>
                <c:pt idx="101">
                  <c:v>9.873946393068751</c:v>
                </c:pt>
                <c:pt idx="102">
                  <c:v>9.873946393068751</c:v>
                </c:pt>
                <c:pt idx="103">
                  <c:v>9.873946393068751</c:v>
                </c:pt>
                <c:pt idx="104">
                  <c:v>9.873946393068751</c:v>
                </c:pt>
                <c:pt idx="105">
                  <c:v>9.873946393068751</c:v>
                </c:pt>
                <c:pt idx="106">
                  <c:v>9.873946393068751</c:v>
                </c:pt>
                <c:pt idx="107">
                  <c:v>9.873946393068751</c:v>
                </c:pt>
                <c:pt idx="108">
                  <c:v>9.873946393068751</c:v>
                </c:pt>
                <c:pt idx="109">
                  <c:v>9.873946393068751</c:v>
                </c:pt>
                <c:pt idx="110">
                  <c:v>9.873946393068751</c:v>
                </c:pt>
                <c:pt idx="111">
                  <c:v>9.873946393068751</c:v>
                </c:pt>
                <c:pt idx="112">
                  <c:v>9.873946393068751</c:v>
                </c:pt>
                <c:pt idx="113">
                  <c:v>9.873946393068751</c:v>
                </c:pt>
                <c:pt idx="114">
                  <c:v>9.873946393068751</c:v>
                </c:pt>
                <c:pt idx="115">
                  <c:v>9.873946393068751</c:v>
                </c:pt>
                <c:pt idx="116">
                  <c:v>9.873946393068751</c:v>
                </c:pt>
                <c:pt idx="117">
                  <c:v>9.873946393068751</c:v>
                </c:pt>
                <c:pt idx="118">
                  <c:v>9.873946393068751</c:v>
                </c:pt>
                <c:pt idx="119">
                  <c:v>9.873946393068751</c:v>
                </c:pt>
                <c:pt idx="120">
                  <c:v>9.873946393068751</c:v>
                </c:pt>
                <c:pt idx="121">
                  <c:v>9.873946393068751</c:v>
                </c:pt>
              </c:numCache>
            </c:numRef>
          </c:val>
          <c:smooth val="0"/>
          <c:extLst>
            <c:ext xmlns:c16="http://schemas.microsoft.com/office/drawing/2014/chart" uri="{C3380CC4-5D6E-409C-BE32-E72D297353CC}">
              <c16:uniqueId val="{00000001-F15F-4002-A7BE-0211EB3AF1D3}"/>
            </c:ext>
          </c:extLst>
        </c:ser>
        <c:ser>
          <c:idx val="2"/>
          <c:order val="2"/>
          <c:tx>
            <c:v>+1 std. dev.</c:v>
          </c:tx>
          <c:spPr>
            <a:ln w="19050">
              <a:solidFill>
                <a:srgbClr val="8EB3DF"/>
              </a:solidFill>
              <a:prstDash val="dash"/>
            </a:ln>
          </c:spPr>
          <c:marker>
            <c:symbol val="none"/>
          </c:marker>
          <c:cat>
            <c:numRef>
              <c:f>'E5'!$A$2:$A$123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'E5'!$D$2:$D$123</c:f>
              <c:numCache>
                <c:formatCode>0.00</c:formatCode>
                <c:ptCount val="122"/>
                <c:pt idx="0">
                  <c:v>14.013266431764359</c:v>
                </c:pt>
                <c:pt idx="1">
                  <c:v>14.013266431764359</c:v>
                </c:pt>
                <c:pt idx="2">
                  <c:v>14.013266431764359</c:v>
                </c:pt>
                <c:pt idx="3">
                  <c:v>14.013266431764359</c:v>
                </c:pt>
                <c:pt idx="4">
                  <c:v>14.013266431764359</c:v>
                </c:pt>
                <c:pt idx="5">
                  <c:v>14.013266431764359</c:v>
                </c:pt>
                <c:pt idx="6">
                  <c:v>14.013266431764359</c:v>
                </c:pt>
                <c:pt idx="7">
                  <c:v>14.013266431764359</c:v>
                </c:pt>
                <c:pt idx="8">
                  <c:v>14.013266431764359</c:v>
                </c:pt>
                <c:pt idx="9">
                  <c:v>14.013266431764359</c:v>
                </c:pt>
                <c:pt idx="10">
                  <c:v>14.013266431764359</c:v>
                </c:pt>
                <c:pt idx="11">
                  <c:v>14.013266431764359</c:v>
                </c:pt>
                <c:pt idx="12">
                  <c:v>14.013266431764359</c:v>
                </c:pt>
                <c:pt idx="13">
                  <c:v>14.013266431764359</c:v>
                </c:pt>
                <c:pt idx="14">
                  <c:v>14.013266431764359</c:v>
                </c:pt>
                <c:pt idx="15">
                  <c:v>14.013266431764359</c:v>
                </c:pt>
                <c:pt idx="16">
                  <c:v>14.013266431764359</c:v>
                </c:pt>
                <c:pt idx="17">
                  <c:v>14.013266431764359</c:v>
                </c:pt>
                <c:pt idx="18">
                  <c:v>14.013266431764359</c:v>
                </c:pt>
                <c:pt idx="19">
                  <c:v>14.013266431764359</c:v>
                </c:pt>
                <c:pt idx="20">
                  <c:v>14.013266431764359</c:v>
                </c:pt>
                <c:pt idx="21">
                  <c:v>14.013266431764359</c:v>
                </c:pt>
                <c:pt idx="22">
                  <c:v>14.013266431764359</c:v>
                </c:pt>
                <c:pt idx="23">
                  <c:v>14.013266431764359</c:v>
                </c:pt>
                <c:pt idx="24">
                  <c:v>14.013266431764359</c:v>
                </c:pt>
                <c:pt idx="25">
                  <c:v>14.013266431764359</c:v>
                </c:pt>
                <c:pt idx="26">
                  <c:v>14.013266431764359</c:v>
                </c:pt>
                <c:pt idx="27">
                  <c:v>14.013266431764359</c:v>
                </c:pt>
                <c:pt idx="28">
                  <c:v>14.013266431764359</c:v>
                </c:pt>
                <c:pt idx="29">
                  <c:v>14.013266431764359</c:v>
                </c:pt>
                <c:pt idx="30">
                  <c:v>14.013266431764359</c:v>
                </c:pt>
                <c:pt idx="31">
                  <c:v>14.013266431764359</c:v>
                </c:pt>
                <c:pt idx="32">
                  <c:v>14.013266431764359</c:v>
                </c:pt>
                <c:pt idx="33">
                  <c:v>14.013266431764359</c:v>
                </c:pt>
                <c:pt idx="34">
                  <c:v>14.013266431764359</c:v>
                </c:pt>
                <c:pt idx="35">
                  <c:v>14.013266431764359</c:v>
                </c:pt>
                <c:pt idx="36">
                  <c:v>14.013266431764359</c:v>
                </c:pt>
                <c:pt idx="37">
                  <c:v>14.013266431764359</c:v>
                </c:pt>
                <c:pt idx="38">
                  <c:v>14.013266431764359</c:v>
                </c:pt>
                <c:pt idx="39">
                  <c:v>14.013266431764359</c:v>
                </c:pt>
                <c:pt idx="40">
                  <c:v>14.013266431764359</c:v>
                </c:pt>
                <c:pt idx="41">
                  <c:v>14.013266431764359</c:v>
                </c:pt>
                <c:pt idx="42">
                  <c:v>14.013266431764359</c:v>
                </c:pt>
                <c:pt idx="43">
                  <c:v>14.013266431764359</c:v>
                </c:pt>
                <c:pt idx="44">
                  <c:v>14.013266431764359</c:v>
                </c:pt>
                <c:pt idx="45">
                  <c:v>14.013266431764359</c:v>
                </c:pt>
                <c:pt idx="46">
                  <c:v>14.013266431764359</c:v>
                </c:pt>
                <c:pt idx="47">
                  <c:v>14.013266431764359</c:v>
                </c:pt>
                <c:pt idx="48">
                  <c:v>14.013266431764359</c:v>
                </c:pt>
                <c:pt idx="49">
                  <c:v>14.013266431764359</c:v>
                </c:pt>
                <c:pt idx="50">
                  <c:v>14.013266431764359</c:v>
                </c:pt>
                <c:pt idx="51">
                  <c:v>14.013266431764359</c:v>
                </c:pt>
                <c:pt idx="52">
                  <c:v>14.013266431764359</c:v>
                </c:pt>
                <c:pt idx="53">
                  <c:v>14.013266431764359</c:v>
                </c:pt>
                <c:pt idx="54">
                  <c:v>14.013266431764359</c:v>
                </c:pt>
                <c:pt idx="55">
                  <c:v>14.013266431764359</c:v>
                </c:pt>
                <c:pt idx="56">
                  <c:v>14.013266431764359</c:v>
                </c:pt>
                <c:pt idx="57">
                  <c:v>14.013266431764359</c:v>
                </c:pt>
                <c:pt idx="58">
                  <c:v>14.013266431764359</c:v>
                </c:pt>
                <c:pt idx="59">
                  <c:v>14.013266431764359</c:v>
                </c:pt>
                <c:pt idx="60">
                  <c:v>14.013266431764359</c:v>
                </c:pt>
                <c:pt idx="61">
                  <c:v>14.013266431764359</c:v>
                </c:pt>
                <c:pt idx="62">
                  <c:v>14.013266431764359</c:v>
                </c:pt>
                <c:pt idx="63">
                  <c:v>14.013266431764359</c:v>
                </c:pt>
                <c:pt idx="64">
                  <c:v>14.013266431764359</c:v>
                </c:pt>
                <c:pt idx="65">
                  <c:v>14.013266431764359</c:v>
                </c:pt>
                <c:pt idx="66">
                  <c:v>14.013266431764359</c:v>
                </c:pt>
                <c:pt idx="67">
                  <c:v>14.013266431764359</c:v>
                </c:pt>
                <c:pt idx="68">
                  <c:v>14.013266431764359</c:v>
                </c:pt>
                <c:pt idx="69">
                  <c:v>14.013266431764359</c:v>
                </c:pt>
                <c:pt idx="70">
                  <c:v>14.013266431764359</c:v>
                </c:pt>
                <c:pt idx="71">
                  <c:v>14.013266431764359</c:v>
                </c:pt>
                <c:pt idx="72">
                  <c:v>14.013266431764359</c:v>
                </c:pt>
                <c:pt idx="73">
                  <c:v>14.013266431764359</c:v>
                </c:pt>
                <c:pt idx="74">
                  <c:v>14.013266431764359</c:v>
                </c:pt>
                <c:pt idx="75">
                  <c:v>14.013266431764359</c:v>
                </c:pt>
                <c:pt idx="76">
                  <c:v>14.013266431764359</c:v>
                </c:pt>
                <c:pt idx="77">
                  <c:v>14.013266431764359</c:v>
                </c:pt>
                <c:pt idx="78">
                  <c:v>14.013266431764359</c:v>
                </c:pt>
                <c:pt idx="79">
                  <c:v>14.013266431764359</c:v>
                </c:pt>
                <c:pt idx="80">
                  <c:v>14.013266431764359</c:v>
                </c:pt>
                <c:pt idx="81">
                  <c:v>14.013266431764359</c:v>
                </c:pt>
                <c:pt idx="82">
                  <c:v>14.013266431764359</c:v>
                </c:pt>
                <c:pt idx="83">
                  <c:v>14.013266431764359</c:v>
                </c:pt>
                <c:pt idx="84">
                  <c:v>14.013266431764359</c:v>
                </c:pt>
                <c:pt idx="85">
                  <c:v>14.013266431764359</c:v>
                </c:pt>
                <c:pt idx="86">
                  <c:v>14.013266431764359</c:v>
                </c:pt>
                <c:pt idx="87">
                  <c:v>14.013266431764359</c:v>
                </c:pt>
                <c:pt idx="88">
                  <c:v>14.013266431764359</c:v>
                </c:pt>
                <c:pt idx="89">
                  <c:v>14.013266431764359</c:v>
                </c:pt>
                <c:pt idx="90">
                  <c:v>14.013266431764359</c:v>
                </c:pt>
                <c:pt idx="91">
                  <c:v>14.013266431764359</c:v>
                </c:pt>
                <c:pt idx="92">
                  <c:v>14.013266431764359</c:v>
                </c:pt>
                <c:pt idx="93">
                  <c:v>14.013266431764359</c:v>
                </c:pt>
                <c:pt idx="94">
                  <c:v>14.013266431764359</c:v>
                </c:pt>
                <c:pt idx="95">
                  <c:v>14.013266431764359</c:v>
                </c:pt>
                <c:pt idx="96">
                  <c:v>14.013266431764359</c:v>
                </c:pt>
                <c:pt idx="97">
                  <c:v>14.013266431764359</c:v>
                </c:pt>
                <c:pt idx="98">
                  <c:v>14.013266431764359</c:v>
                </c:pt>
                <c:pt idx="99">
                  <c:v>14.013266431764359</c:v>
                </c:pt>
                <c:pt idx="100">
                  <c:v>14.013266431764359</c:v>
                </c:pt>
                <c:pt idx="101">
                  <c:v>14.013266431764359</c:v>
                </c:pt>
                <c:pt idx="102">
                  <c:v>14.013266431764359</c:v>
                </c:pt>
                <c:pt idx="103">
                  <c:v>14.013266431764359</c:v>
                </c:pt>
                <c:pt idx="104">
                  <c:v>14.013266431764359</c:v>
                </c:pt>
                <c:pt idx="105">
                  <c:v>14.013266431764359</c:v>
                </c:pt>
                <c:pt idx="106">
                  <c:v>14.013266431764359</c:v>
                </c:pt>
                <c:pt idx="107">
                  <c:v>14.013266431764359</c:v>
                </c:pt>
                <c:pt idx="108">
                  <c:v>14.013266431764359</c:v>
                </c:pt>
                <c:pt idx="109">
                  <c:v>14.013266431764359</c:v>
                </c:pt>
                <c:pt idx="110">
                  <c:v>14.013266431764359</c:v>
                </c:pt>
                <c:pt idx="111">
                  <c:v>14.013266431764359</c:v>
                </c:pt>
                <c:pt idx="112">
                  <c:v>14.013266431764359</c:v>
                </c:pt>
                <c:pt idx="113">
                  <c:v>14.013266431764359</c:v>
                </c:pt>
                <c:pt idx="114">
                  <c:v>14.013266431764359</c:v>
                </c:pt>
                <c:pt idx="115">
                  <c:v>14.013266431764359</c:v>
                </c:pt>
                <c:pt idx="116">
                  <c:v>14.013266431764359</c:v>
                </c:pt>
                <c:pt idx="117">
                  <c:v>14.013266431764359</c:v>
                </c:pt>
                <c:pt idx="118">
                  <c:v>14.013266431764359</c:v>
                </c:pt>
                <c:pt idx="119">
                  <c:v>14.013266431764359</c:v>
                </c:pt>
                <c:pt idx="120">
                  <c:v>14.013266431764359</c:v>
                </c:pt>
                <c:pt idx="121">
                  <c:v>14.013266431764359</c:v>
                </c:pt>
              </c:numCache>
            </c:numRef>
          </c:val>
          <c:smooth val="0"/>
          <c:extLst>
            <c:ext xmlns:c16="http://schemas.microsoft.com/office/drawing/2014/chart" uri="{C3380CC4-5D6E-409C-BE32-E72D297353CC}">
              <c16:uniqueId val="{00000002-F15F-4002-A7BE-0211EB3AF1D3}"/>
            </c:ext>
          </c:extLst>
        </c:ser>
        <c:ser>
          <c:idx val="3"/>
          <c:order val="3"/>
          <c:tx>
            <c:v>±1 std. dev.</c:v>
          </c:tx>
          <c:spPr>
            <a:ln w="19050">
              <a:solidFill>
                <a:srgbClr val="8EB3DF"/>
              </a:solidFill>
              <a:prstDash val="dash"/>
            </a:ln>
          </c:spPr>
          <c:marker>
            <c:symbol val="none"/>
          </c:marker>
          <c:cat>
            <c:numRef>
              <c:f>'E5'!$A$2:$A$123</c:f>
              <c:numCache>
                <c:formatCode>yyyy\-mm\-dd</c:formatCode>
                <c:ptCount val="122"/>
                <c:pt idx="0">
                  <c:v>42674</c:v>
                </c:pt>
                <c:pt idx="1">
                  <c:v>42704</c:v>
                </c:pt>
                <c:pt idx="2">
                  <c:v>42735</c:v>
                </c:pt>
                <c:pt idx="3">
                  <c:v>42766</c:v>
                </c:pt>
                <c:pt idx="4">
                  <c:v>42794</c:v>
                </c:pt>
                <c:pt idx="5">
                  <c:v>42825</c:v>
                </c:pt>
                <c:pt idx="6">
                  <c:v>42855</c:v>
                </c:pt>
                <c:pt idx="7">
                  <c:v>42886</c:v>
                </c:pt>
                <c:pt idx="8">
                  <c:v>42916</c:v>
                </c:pt>
                <c:pt idx="9">
                  <c:v>42947</c:v>
                </c:pt>
                <c:pt idx="10">
                  <c:v>42978</c:v>
                </c:pt>
                <c:pt idx="11">
                  <c:v>43008</c:v>
                </c:pt>
                <c:pt idx="12">
                  <c:v>43039</c:v>
                </c:pt>
                <c:pt idx="13">
                  <c:v>43069</c:v>
                </c:pt>
                <c:pt idx="14">
                  <c:v>43100</c:v>
                </c:pt>
                <c:pt idx="15">
                  <c:v>43131</c:v>
                </c:pt>
                <c:pt idx="16">
                  <c:v>43159</c:v>
                </c:pt>
                <c:pt idx="17">
                  <c:v>43190</c:v>
                </c:pt>
                <c:pt idx="18">
                  <c:v>43220</c:v>
                </c:pt>
                <c:pt idx="19">
                  <c:v>43251</c:v>
                </c:pt>
                <c:pt idx="20">
                  <c:v>43281</c:v>
                </c:pt>
                <c:pt idx="21">
                  <c:v>43312</c:v>
                </c:pt>
                <c:pt idx="22">
                  <c:v>43343</c:v>
                </c:pt>
                <c:pt idx="23">
                  <c:v>43373</c:v>
                </c:pt>
                <c:pt idx="24">
                  <c:v>43404</c:v>
                </c:pt>
                <c:pt idx="25">
                  <c:v>43434</c:v>
                </c:pt>
                <c:pt idx="26">
                  <c:v>43465</c:v>
                </c:pt>
                <c:pt idx="27">
                  <c:v>43496</c:v>
                </c:pt>
                <c:pt idx="28">
                  <c:v>43524</c:v>
                </c:pt>
                <c:pt idx="29">
                  <c:v>43555</c:v>
                </c:pt>
                <c:pt idx="30">
                  <c:v>43585</c:v>
                </c:pt>
                <c:pt idx="31">
                  <c:v>43616</c:v>
                </c:pt>
                <c:pt idx="32">
                  <c:v>43646</c:v>
                </c:pt>
                <c:pt idx="33">
                  <c:v>43677</c:v>
                </c:pt>
                <c:pt idx="34">
                  <c:v>43708</c:v>
                </c:pt>
                <c:pt idx="35">
                  <c:v>43738</c:v>
                </c:pt>
                <c:pt idx="36">
                  <c:v>43769</c:v>
                </c:pt>
                <c:pt idx="37">
                  <c:v>43799</c:v>
                </c:pt>
                <c:pt idx="38">
                  <c:v>43830</c:v>
                </c:pt>
                <c:pt idx="39">
                  <c:v>43861</c:v>
                </c:pt>
                <c:pt idx="40">
                  <c:v>43890</c:v>
                </c:pt>
                <c:pt idx="41">
                  <c:v>43921</c:v>
                </c:pt>
                <c:pt idx="42">
                  <c:v>43951</c:v>
                </c:pt>
                <c:pt idx="43">
                  <c:v>43982</c:v>
                </c:pt>
                <c:pt idx="44">
                  <c:v>44012</c:v>
                </c:pt>
                <c:pt idx="45">
                  <c:v>44043</c:v>
                </c:pt>
                <c:pt idx="46">
                  <c:v>44074</c:v>
                </c:pt>
                <c:pt idx="47">
                  <c:v>44104</c:v>
                </c:pt>
                <c:pt idx="48">
                  <c:v>44135</c:v>
                </c:pt>
                <c:pt idx="49">
                  <c:v>44165</c:v>
                </c:pt>
                <c:pt idx="50">
                  <c:v>44196</c:v>
                </c:pt>
                <c:pt idx="51">
                  <c:v>44227</c:v>
                </c:pt>
                <c:pt idx="52">
                  <c:v>44255</c:v>
                </c:pt>
                <c:pt idx="53">
                  <c:v>44286</c:v>
                </c:pt>
                <c:pt idx="54">
                  <c:v>44316</c:v>
                </c:pt>
                <c:pt idx="55">
                  <c:v>44347</c:v>
                </c:pt>
                <c:pt idx="56">
                  <c:v>44377</c:v>
                </c:pt>
                <c:pt idx="57">
                  <c:v>44408</c:v>
                </c:pt>
                <c:pt idx="58">
                  <c:v>44439</c:v>
                </c:pt>
                <c:pt idx="59">
                  <c:v>44469</c:v>
                </c:pt>
                <c:pt idx="60">
                  <c:v>44500</c:v>
                </c:pt>
                <c:pt idx="61">
                  <c:v>44530</c:v>
                </c:pt>
                <c:pt idx="62">
                  <c:v>44561</c:v>
                </c:pt>
                <c:pt idx="63">
                  <c:v>44592</c:v>
                </c:pt>
                <c:pt idx="64">
                  <c:v>44620</c:v>
                </c:pt>
                <c:pt idx="65">
                  <c:v>44651</c:v>
                </c:pt>
                <c:pt idx="66">
                  <c:v>44681</c:v>
                </c:pt>
                <c:pt idx="67">
                  <c:v>44712</c:v>
                </c:pt>
                <c:pt idx="68">
                  <c:v>44742</c:v>
                </c:pt>
                <c:pt idx="69">
                  <c:v>44773</c:v>
                </c:pt>
                <c:pt idx="70">
                  <c:v>44804</c:v>
                </c:pt>
                <c:pt idx="71">
                  <c:v>44834</c:v>
                </c:pt>
                <c:pt idx="72">
                  <c:v>44865</c:v>
                </c:pt>
                <c:pt idx="73">
                  <c:v>44895</c:v>
                </c:pt>
                <c:pt idx="74">
                  <c:v>44926</c:v>
                </c:pt>
                <c:pt idx="75">
                  <c:v>44957</c:v>
                </c:pt>
                <c:pt idx="76">
                  <c:v>44985</c:v>
                </c:pt>
                <c:pt idx="77">
                  <c:v>45016</c:v>
                </c:pt>
                <c:pt idx="78">
                  <c:v>45046</c:v>
                </c:pt>
                <c:pt idx="79">
                  <c:v>45077</c:v>
                </c:pt>
                <c:pt idx="80">
                  <c:v>45107</c:v>
                </c:pt>
                <c:pt idx="81">
                  <c:v>45138</c:v>
                </c:pt>
                <c:pt idx="82">
                  <c:v>45169</c:v>
                </c:pt>
                <c:pt idx="83">
                  <c:v>45199</c:v>
                </c:pt>
                <c:pt idx="84">
                  <c:v>45230</c:v>
                </c:pt>
                <c:pt idx="85">
                  <c:v>45260</c:v>
                </c:pt>
                <c:pt idx="86">
                  <c:v>45291</c:v>
                </c:pt>
                <c:pt idx="87">
                  <c:v>45322</c:v>
                </c:pt>
                <c:pt idx="88">
                  <c:v>45351</c:v>
                </c:pt>
                <c:pt idx="89">
                  <c:v>45382</c:v>
                </c:pt>
                <c:pt idx="90">
                  <c:v>45412</c:v>
                </c:pt>
                <c:pt idx="91">
                  <c:v>45443</c:v>
                </c:pt>
                <c:pt idx="92">
                  <c:v>45473</c:v>
                </c:pt>
                <c:pt idx="93">
                  <c:v>45504</c:v>
                </c:pt>
                <c:pt idx="94">
                  <c:v>45535</c:v>
                </c:pt>
                <c:pt idx="95">
                  <c:v>45565</c:v>
                </c:pt>
                <c:pt idx="96">
                  <c:v>45596</c:v>
                </c:pt>
                <c:pt idx="97">
                  <c:v>45626</c:v>
                </c:pt>
                <c:pt idx="98">
                  <c:v>45657</c:v>
                </c:pt>
                <c:pt idx="99">
                  <c:v>45688</c:v>
                </c:pt>
                <c:pt idx="100">
                  <c:v>45716</c:v>
                </c:pt>
                <c:pt idx="101">
                  <c:v>45747</c:v>
                </c:pt>
                <c:pt idx="102">
                  <c:v>45777</c:v>
                </c:pt>
                <c:pt idx="103">
                  <c:v>45808</c:v>
                </c:pt>
                <c:pt idx="104">
                  <c:v>45838</c:v>
                </c:pt>
                <c:pt idx="105">
                  <c:v>45869</c:v>
                </c:pt>
                <c:pt idx="106">
                  <c:v>45900</c:v>
                </c:pt>
                <c:pt idx="107">
                  <c:v>45930</c:v>
                </c:pt>
                <c:pt idx="108">
                  <c:v>45961</c:v>
                </c:pt>
                <c:pt idx="109">
                  <c:v>45991</c:v>
                </c:pt>
                <c:pt idx="110">
                  <c:v>46022</c:v>
                </c:pt>
                <c:pt idx="111">
                  <c:v>46053</c:v>
                </c:pt>
                <c:pt idx="112">
                  <c:v>46081</c:v>
                </c:pt>
                <c:pt idx="113">
                  <c:v>46112</c:v>
                </c:pt>
                <c:pt idx="114">
                  <c:v>46142</c:v>
                </c:pt>
                <c:pt idx="115">
                  <c:v>46173</c:v>
                </c:pt>
                <c:pt idx="116">
                  <c:v>46203</c:v>
                </c:pt>
                <c:pt idx="117">
                  <c:v>46234</c:v>
                </c:pt>
                <c:pt idx="118">
                  <c:v>46265</c:v>
                </c:pt>
                <c:pt idx="119">
                  <c:v>46295</c:v>
                </c:pt>
                <c:pt idx="120">
                  <c:v>46300</c:v>
                </c:pt>
                <c:pt idx="121">
                  <c:v>46321</c:v>
                </c:pt>
              </c:numCache>
            </c:numRef>
          </c:cat>
          <c:val>
            <c:numRef>
              <c:f>'E5'!$E$2:$E$123</c:f>
              <c:numCache>
                <c:formatCode>0.00</c:formatCode>
                <c:ptCount val="122"/>
                <c:pt idx="0">
                  <c:v>5.7346263543731446</c:v>
                </c:pt>
                <c:pt idx="1">
                  <c:v>5.7346263543731446</c:v>
                </c:pt>
                <c:pt idx="2">
                  <c:v>5.7346263543731446</c:v>
                </c:pt>
                <c:pt idx="3">
                  <c:v>5.7346263543731446</c:v>
                </c:pt>
                <c:pt idx="4">
                  <c:v>5.7346263543731446</c:v>
                </c:pt>
                <c:pt idx="5">
                  <c:v>5.7346263543731446</c:v>
                </c:pt>
                <c:pt idx="6">
                  <c:v>5.7346263543731446</c:v>
                </c:pt>
                <c:pt idx="7">
                  <c:v>5.7346263543731446</c:v>
                </c:pt>
                <c:pt idx="8">
                  <c:v>5.7346263543731446</c:v>
                </c:pt>
                <c:pt idx="9">
                  <c:v>5.7346263543731446</c:v>
                </c:pt>
                <c:pt idx="10">
                  <c:v>5.7346263543731446</c:v>
                </c:pt>
                <c:pt idx="11">
                  <c:v>5.7346263543731446</c:v>
                </c:pt>
                <c:pt idx="12">
                  <c:v>5.7346263543731446</c:v>
                </c:pt>
                <c:pt idx="13">
                  <c:v>5.7346263543731446</c:v>
                </c:pt>
                <c:pt idx="14">
                  <c:v>5.7346263543731446</c:v>
                </c:pt>
                <c:pt idx="15">
                  <c:v>5.7346263543731446</c:v>
                </c:pt>
                <c:pt idx="16">
                  <c:v>5.7346263543731446</c:v>
                </c:pt>
                <c:pt idx="17">
                  <c:v>5.7346263543731446</c:v>
                </c:pt>
                <c:pt idx="18">
                  <c:v>5.7346263543731446</c:v>
                </c:pt>
                <c:pt idx="19">
                  <c:v>5.7346263543731446</c:v>
                </c:pt>
                <c:pt idx="20">
                  <c:v>5.7346263543731446</c:v>
                </c:pt>
                <c:pt idx="21">
                  <c:v>5.7346263543731446</c:v>
                </c:pt>
                <c:pt idx="22">
                  <c:v>5.7346263543731446</c:v>
                </c:pt>
                <c:pt idx="23">
                  <c:v>5.7346263543731446</c:v>
                </c:pt>
                <c:pt idx="24">
                  <c:v>5.7346263543731446</c:v>
                </c:pt>
                <c:pt idx="25">
                  <c:v>5.7346263543731446</c:v>
                </c:pt>
                <c:pt idx="26">
                  <c:v>5.7346263543731446</c:v>
                </c:pt>
                <c:pt idx="27">
                  <c:v>5.7346263543731446</c:v>
                </c:pt>
                <c:pt idx="28">
                  <c:v>5.7346263543731446</c:v>
                </c:pt>
                <c:pt idx="29">
                  <c:v>5.7346263543731446</c:v>
                </c:pt>
                <c:pt idx="30">
                  <c:v>5.7346263543731446</c:v>
                </c:pt>
                <c:pt idx="31">
                  <c:v>5.7346263543731446</c:v>
                </c:pt>
                <c:pt idx="32">
                  <c:v>5.7346263543731446</c:v>
                </c:pt>
                <c:pt idx="33">
                  <c:v>5.7346263543731446</c:v>
                </c:pt>
                <c:pt idx="34">
                  <c:v>5.7346263543731446</c:v>
                </c:pt>
                <c:pt idx="35">
                  <c:v>5.7346263543731446</c:v>
                </c:pt>
                <c:pt idx="36">
                  <c:v>5.7346263543731446</c:v>
                </c:pt>
                <c:pt idx="37">
                  <c:v>5.7346263543731446</c:v>
                </c:pt>
                <c:pt idx="38">
                  <c:v>5.7346263543731446</c:v>
                </c:pt>
                <c:pt idx="39">
                  <c:v>5.7346263543731446</c:v>
                </c:pt>
                <c:pt idx="40">
                  <c:v>5.7346263543731446</c:v>
                </c:pt>
                <c:pt idx="41">
                  <c:v>5.7346263543731446</c:v>
                </c:pt>
                <c:pt idx="42">
                  <c:v>5.7346263543731446</c:v>
                </c:pt>
                <c:pt idx="43">
                  <c:v>5.7346263543731446</c:v>
                </c:pt>
                <c:pt idx="44">
                  <c:v>5.7346263543731446</c:v>
                </c:pt>
                <c:pt idx="45">
                  <c:v>5.7346263543731446</c:v>
                </c:pt>
                <c:pt idx="46">
                  <c:v>5.7346263543731446</c:v>
                </c:pt>
                <c:pt idx="47">
                  <c:v>5.7346263543731446</c:v>
                </c:pt>
                <c:pt idx="48">
                  <c:v>5.7346263543731446</c:v>
                </c:pt>
                <c:pt idx="49">
                  <c:v>5.7346263543731446</c:v>
                </c:pt>
                <c:pt idx="50">
                  <c:v>5.7346263543731446</c:v>
                </c:pt>
                <c:pt idx="51">
                  <c:v>5.7346263543731446</c:v>
                </c:pt>
                <c:pt idx="52">
                  <c:v>5.7346263543731446</c:v>
                </c:pt>
                <c:pt idx="53">
                  <c:v>5.7346263543731446</c:v>
                </c:pt>
                <c:pt idx="54">
                  <c:v>5.7346263543731446</c:v>
                </c:pt>
                <c:pt idx="55">
                  <c:v>5.7346263543731446</c:v>
                </c:pt>
                <c:pt idx="56">
                  <c:v>5.7346263543731446</c:v>
                </c:pt>
                <c:pt idx="57">
                  <c:v>5.7346263543731446</c:v>
                </c:pt>
                <c:pt idx="58">
                  <c:v>5.7346263543731446</c:v>
                </c:pt>
                <c:pt idx="59">
                  <c:v>5.7346263543731446</c:v>
                </c:pt>
                <c:pt idx="60">
                  <c:v>5.7346263543731446</c:v>
                </c:pt>
                <c:pt idx="61">
                  <c:v>5.7346263543731446</c:v>
                </c:pt>
                <c:pt idx="62">
                  <c:v>5.7346263543731446</c:v>
                </c:pt>
                <c:pt idx="63">
                  <c:v>5.7346263543731446</c:v>
                </c:pt>
                <c:pt idx="64">
                  <c:v>5.7346263543731446</c:v>
                </c:pt>
                <c:pt idx="65">
                  <c:v>5.7346263543731446</c:v>
                </c:pt>
                <c:pt idx="66">
                  <c:v>5.7346263543731446</c:v>
                </c:pt>
                <c:pt idx="67">
                  <c:v>5.7346263543731446</c:v>
                </c:pt>
                <c:pt idx="68">
                  <c:v>5.7346263543731446</c:v>
                </c:pt>
                <c:pt idx="69">
                  <c:v>5.7346263543731446</c:v>
                </c:pt>
                <c:pt idx="70">
                  <c:v>5.7346263543731446</c:v>
                </c:pt>
                <c:pt idx="71">
                  <c:v>5.7346263543731446</c:v>
                </c:pt>
                <c:pt idx="72">
                  <c:v>5.7346263543731446</c:v>
                </c:pt>
                <c:pt idx="73">
                  <c:v>5.7346263543731446</c:v>
                </c:pt>
                <c:pt idx="74">
                  <c:v>5.7346263543731446</c:v>
                </c:pt>
                <c:pt idx="75">
                  <c:v>5.7346263543731446</c:v>
                </c:pt>
                <c:pt idx="76">
                  <c:v>5.7346263543731446</c:v>
                </c:pt>
                <c:pt idx="77">
                  <c:v>5.7346263543731446</c:v>
                </c:pt>
                <c:pt idx="78">
                  <c:v>5.7346263543731446</c:v>
                </c:pt>
                <c:pt idx="79">
                  <c:v>5.7346263543731446</c:v>
                </c:pt>
                <c:pt idx="80">
                  <c:v>5.7346263543731446</c:v>
                </c:pt>
                <c:pt idx="81">
                  <c:v>5.7346263543731446</c:v>
                </c:pt>
                <c:pt idx="82">
                  <c:v>5.7346263543731446</c:v>
                </c:pt>
                <c:pt idx="83">
                  <c:v>5.7346263543731446</c:v>
                </c:pt>
                <c:pt idx="84">
                  <c:v>5.7346263543731446</c:v>
                </c:pt>
                <c:pt idx="85">
                  <c:v>5.7346263543731446</c:v>
                </c:pt>
                <c:pt idx="86">
                  <c:v>5.7346263543731446</c:v>
                </c:pt>
                <c:pt idx="87">
                  <c:v>5.7346263543731446</c:v>
                </c:pt>
                <c:pt idx="88">
                  <c:v>5.7346263543731446</c:v>
                </c:pt>
                <c:pt idx="89">
                  <c:v>5.7346263543731446</c:v>
                </c:pt>
                <c:pt idx="90">
                  <c:v>5.7346263543731446</c:v>
                </c:pt>
                <c:pt idx="91">
                  <c:v>5.7346263543731446</c:v>
                </c:pt>
                <c:pt idx="92">
                  <c:v>5.7346263543731446</c:v>
                </c:pt>
                <c:pt idx="93">
                  <c:v>5.7346263543731446</c:v>
                </c:pt>
                <c:pt idx="94">
                  <c:v>5.7346263543731446</c:v>
                </c:pt>
                <c:pt idx="95">
                  <c:v>5.7346263543731446</c:v>
                </c:pt>
                <c:pt idx="96">
                  <c:v>5.7346263543731446</c:v>
                </c:pt>
                <c:pt idx="97">
                  <c:v>5.7346263543731446</c:v>
                </c:pt>
                <c:pt idx="98">
                  <c:v>5.7346263543731446</c:v>
                </c:pt>
                <c:pt idx="99">
                  <c:v>5.7346263543731446</c:v>
                </c:pt>
                <c:pt idx="100">
                  <c:v>5.7346263543731446</c:v>
                </c:pt>
                <c:pt idx="101">
                  <c:v>5.7346263543731446</c:v>
                </c:pt>
                <c:pt idx="102">
                  <c:v>5.7346263543731446</c:v>
                </c:pt>
                <c:pt idx="103">
                  <c:v>5.7346263543731446</c:v>
                </c:pt>
                <c:pt idx="104">
                  <c:v>5.7346263543731446</c:v>
                </c:pt>
                <c:pt idx="105">
                  <c:v>5.7346263543731446</c:v>
                </c:pt>
                <c:pt idx="106">
                  <c:v>5.7346263543731446</c:v>
                </c:pt>
                <c:pt idx="107">
                  <c:v>5.7346263543731446</c:v>
                </c:pt>
                <c:pt idx="108">
                  <c:v>5.7346263543731446</c:v>
                </c:pt>
                <c:pt idx="109">
                  <c:v>5.7346263543731446</c:v>
                </c:pt>
                <c:pt idx="110">
                  <c:v>5.7346263543731446</c:v>
                </c:pt>
                <c:pt idx="111">
                  <c:v>5.7346263543731446</c:v>
                </c:pt>
                <c:pt idx="112">
                  <c:v>5.7346263543731446</c:v>
                </c:pt>
                <c:pt idx="113">
                  <c:v>5.7346263543731446</c:v>
                </c:pt>
                <c:pt idx="114">
                  <c:v>5.7346263543731446</c:v>
                </c:pt>
                <c:pt idx="115">
                  <c:v>5.7346263543731446</c:v>
                </c:pt>
                <c:pt idx="116">
                  <c:v>5.7346263543731446</c:v>
                </c:pt>
                <c:pt idx="117">
                  <c:v>5.7346263543731446</c:v>
                </c:pt>
                <c:pt idx="118">
                  <c:v>5.7346263543731446</c:v>
                </c:pt>
                <c:pt idx="119">
                  <c:v>5.7346263543731446</c:v>
                </c:pt>
                <c:pt idx="120">
                  <c:v>5.7346263543731446</c:v>
                </c:pt>
                <c:pt idx="121">
                  <c:v>5.7346263543731446</c:v>
                </c:pt>
              </c:numCache>
            </c:numRef>
          </c:val>
          <c:smooth val="0"/>
          <c:extLst>
            <c:ext xmlns:c16="http://schemas.microsoft.com/office/drawing/2014/chart" uri="{C3380CC4-5D6E-409C-BE32-E72D297353CC}">
              <c16:uniqueId val="{00000003-F15F-4002-A7BE-0211EB3AF1D3}"/>
            </c:ext>
          </c:extLst>
        </c:ser>
        <c:dLbls>
          <c:showLegendKey val="0"/>
          <c:showVal val="0"/>
          <c:showCatName val="0"/>
          <c:showSerName val="0"/>
          <c:showPercent val="0"/>
          <c:showBubbleSize val="0"/>
        </c:dLbls>
        <c:smooth val="0"/>
        <c:axId val="50050001"/>
        <c:axId val="50050002"/>
      </c:lineChart>
      <c:dateAx>
        <c:axId val="50050001"/>
        <c:scaling>
          <c:orientation val="minMax"/>
        </c:scaling>
        <c:delete val="0"/>
        <c:axPos val="b"/>
        <c:numFmt formatCode="yyyy" sourceLinked="0"/>
        <c:majorTickMark val="out"/>
        <c:minorTickMark val="none"/>
        <c:tickLblPos val="low"/>
        <c:spPr>
          <a:ln w="9525">
            <a:solidFill>
              <a:srgbClr val="D9D9D9"/>
            </a:solidFill>
          </a:ln>
        </c:spPr>
        <c:txPr>
          <a:bodyPr/>
          <a:lstStyle/>
          <a:p>
            <a:pPr>
              <a:defRPr sz="900" b="0" baseline="0">
                <a:solidFill>
                  <a:srgbClr val="000000"/>
                </a:solidFill>
                <a:latin typeface="Roboto Light"/>
              </a:defRPr>
            </a:pPr>
            <a:endParaRPr lang="en-US"/>
          </a:p>
        </c:txPr>
        <c:crossAx val="50050002"/>
        <c:crosses val="min"/>
        <c:auto val="1"/>
        <c:lblOffset val="100"/>
        <c:baseTimeUnit val="days"/>
        <c:majorUnit val="2"/>
        <c:majorTimeUnit val="years"/>
      </c:dateAx>
      <c:valAx>
        <c:axId val="50050002"/>
        <c:scaling>
          <c:orientation val="minMax"/>
          <c:max val="20"/>
          <c:min val="-5"/>
        </c:scaling>
        <c:delete val="0"/>
        <c:axPos val="l"/>
        <c:majorGridlines>
          <c:spPr>
            <a:ln w="6350">
              <a:solidFill>
                <a:srgbClr val="D9D9D9"/>
              </a:solidFill>
              <a:prstDash val="dash"/>
            </a:ln>
          </c:spPr>
        </c:majorGridlines>
        <c:numFmt formatCode="0&quot;.0%&quot;" sourceLinked="0"/>
        <c:majorTickMark val="none"/>
        <c:minorTickMark val="none"/>
        <c:tickLblPos val="nextTo"/>
        <c:spPr>
          <a:ln>
            <a:noFill/>
          </a:ln>
        </c:spPr>
        <c:txPr>
          <a:bodyPr/>
          <a:lstStyle/>
          <a:p>
            <a:pPr>
              <a:defRPr sz="900" b="0" baseline="0">
                <a:solidFill>
                  <a:srgbClr val="000000"/>
                </a:solidFill>
                <a:latin typeface="Roboto Light"/>
              </a:defRPr>
            </a:pPr>
            <a:endParaRPr lang="en-US"/>
          </a:p>
        </c:txPr>
        <c:crossAx val="50050001"/>
        <c:crosses val="autoZero"/>
        <c:crossBetween val="between"/>
        <c:majorUnit val="5"/>
      </c:valAx>
      <c:spPr>
        <a:noFill/>
        <a:ln>
          <a:noFill/>
        </a:ln>
      </c:spPr>
    </c:plotArea>
    <c:legend>
      <c:legendPos val="t"/>
      <c:legendEntry>
        <c:idx val="2"/>
        <c:delete val="1"/>
      </c:legendEntry>
      <c:overlay val="0"/>
      <c:txPr>
        <a:bodyPr/>
        <a:lstStyle/>
        <a:p>
          <a:pPr>
            <a:defRPr sz="9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v>Domestic Sensitivity Score</c:v>
          </c:tx>
          <c:spPr>
            <a:ln>
              <a:noFill/>
            </a:ln>
          </c:spPr>
          <c:marker>
            <c:symbol val="circle"/>
            <c:size val="7"/>
            <c:spPr>
              <a:solidFill>
                <a:srgbClr val="8EB3DF"/>
              </a:solidFill>
              <a:ln>
                <a:solidFill>
                  <a:srgbClr val="1F2F44"/>
                </a:solidFill>
                <a:prstDash val="solid"/>
              </a:ln>
            </c:spPr>
          </c:marker>
          <c:dLbls>
            <c:dLbl>
              <c:idx val="0"/>
              <c:tx>
                <c:strRef>
                  <c:f>'Chart 16'!$A$2</c:f>
                  <c:strCache>
                    <c:ptCount val="1"/>
                    <c:pt idx="0">
                      <c:v>Agribusiness</c:v>
                    </c:pt>
                  </c:strCache>
                </c:strRef>
              </c:tx>
              <c:dLblPos val="r"/>
              <c:showLegendKey val="0"/>
              <c:showVal val="0"/>
              <c:showCatName val="0"/>
              <c:showSerName val="0"/>
              <c:showPercent val="0"/>
              <c:showBubbleSize val="0"/>
              <c:extLst>
                <c:ext xmlns:c15="http://schemas.microsoft.com/office/drawing/2012/chart" uri="{CE6537A1-D6FC-4f65-9D91-7224C49458BB}">
                  <c15:dlblFieldTable>
                    <c15:dlblFTEntry>
                      <c15:txfldGUID>{E1D3A304-4BBB-4BD1-AFBE-599232C19418}</c15:txfldGUID>
                      <c15:f>'Chart 16'!$A$2</c15:f>
                      <c15:dlblFieldTableCache>
                        <c:ptCount val="1"/>
                        <c:pt idx="0">
                          <c:v>Agribusiness</c:v>
                        </c:pt>
                      </c15:dlblFieldTableCache>
                    </c15:dlblFTEntry>
                  </c15:dlblFieldTable>
                  <c15:showDataLabelsRange val="0"/>
                </c:ext>
                <c:ext xmlns:c16="http://schemas.microsoft.com/office/drawing/2014/chart" uri="{C3380CC4-5D6E-409C-BE32-E72D297353CC}">
                  <c16:uniqueId val="{00000000-8573-4607-98A6-6F79853FF4E7}"/>
                </c:ext>
              </c:extLst>
            </c:dLbl>
            <c:dLbl>
              <c:idx val="1"/>
              <c:tx>
                <c:strRef>
                  <c:f>'Chart 16'!$A$3</c:f>
                  <c:strCache>
                    <c:ptCount val="1"/>
                    <c:pt idx="0">
                      <c:v>Banks</c:v>
                    </c:pt>
                  </c:strCache>
                </c:strRef>
              </c:tx>
              <c:dLblPos val="b"/>
              <c:showLegendKey val="0"/>
              <c:showVal val="0"/>
              <c:showCatName val="0"/>
              <c:showSerName val="0"/>
              <c:showPercent val="0"/>
              <c:showBubbleSize val="0"/>
              <c:extLst>
                <c:ext xmlns:c15="http://schemas.microsoft.com/office/drawing/2012/chart" uri="{CE6537A1-D6FC-4f65-9D91-7224C49458BB}">
                  <c15:dlblFieldTable>
                    <c15:dlblFTEntry>
                      <c15:txfldGUID>{0E77530C-CE77-4F5A-9B30-D4FE6F1B60C6}</c15:txfldGUID>
                      <c15:f>'Chart 16'!$A$3</c15:f>
                      <c15:dlblFieldTableCache>
                        <c:ptCount val="1"/>
                        <c:pt idx="0">
                          <c:v>Banks</c:v>
                        </c:pt>
                      </c15:dlblFieldTableCache>
                    </c15:dlblFTEntry>
                  </c15:dlblFieldTable>
                  <c15:showDataLabelsRange val="0"/>
                </c:ext>
                <c:ext xmlns:c16="http://schemas.microsoft.com/office/drawing/2014/chart" uri="{C3380CC4-5D6E-409C-BE32-E72D297353CC}">
                  <c16:uniqueId val="{00000001-8573-4607-98A6-6F79853FF4E7}"/>
                </c:ext>
              </c:extLst>
            </c:dLbl>
            <c:dLbl>
              <c:idx val="2"/>
              <c:tx>
                <c:strRef>
                  <c:f>'Chart 16'!$A$4</c:f>
                  <c:strCache>
                    <c:ptCount val="1"/>
                    <c:pt idx="0">
                      <c:v>Capital Goods</c:v>
                    </c:pt>
                  </c:strCache>
                </c:strRef>
              </c:tx>
              <c:dLblPos val="t"/>
              <c:showLegendKey val="0"/>
              <c:showVal val="0"/>
              <c:showCatName val="0"/>
              <c:showSerName val="0"/>
              <c:showPercent val="0"/>
              <c:showBubbleSize val="0"/>
              <c:extLst>
                <c:ext xmlns:c15="http://schemas.microsoft.com/office/drawing/2012/chart" uri="{CE6537A1-D6FC-4f65-9D91-7224C49458BB}">
                  <c15:dlblFieldTable>
                    <c15:dlblFTEntry>
                      <c15:txfldGUID>{ACD51776-2D3F-48EB-9E73-AFE19587839C}</c15:txfldGUID>
                      <c15:f>'Chart 16'!$A$4</c15:f>
                      <c15:dlblFieldTableCache>
                        <c:ptCount val="1"/>
                        <c:pt idx="0">
                          <c:v>Capital Goods</c:v>
                        </c:pt>
                      </c15:dlblFieldTableCache>
                    </c15:dlblFTEntry>
                  </c15:dlblFieldTable>
                  <c15:showDataLabelsRange val="0"/>
                </c:ext>
                <c:ext xmlns:c16="http://schemas.microsoft.com/office/drawing/2014/chart" uri="{C3380CC4-5D6E-409C-BE32-E72D297353CC}">
                  <c16:uniqueId val="{00000002-8573-4607-98A6-6F79853FF4E7}"/>
                </c:ext>
              </c:extLst>
            </c:dLbl>
            <c:dLbl>
              <c:idx val="3"/>
              <c:tx>
                <c:strRef>
                  <c:f>'Chart 16'!$A$5</c:f>
                  <c:strCache>
                    <c:ptCount val="1"/>
                    <c:pt idx="0">
                      <c:v>Education</c:v>
                    </c:pt>
                  </c:strCache>
                </c:strRef>
              </c:tx>
              <c:dLblPos val="r"/>
              <c:showLegendKey val="0"/>
              <c:showVal val="0"/>
              <c:showCatName val="0"/>
              <c:showSerName val="0"/>
              <c:showPercent val="0"/>
              <c:showBubbleSize val="0"/>
              <c:extLst>
                <c:ext xmlns:c15="http://schemas.microsoft.com/office/drawing/2012/chart" uri="{CE6537A1-D6FC-4f65-9D91-7224C49458BB}">
                  <c15:dlblFieldTable>
                    <c15:dlblFTEntry>
                      <c15:txfldGUID>{0C8CBB7B-408D-44D7-9955-C293652CCCFF}</c15:txfldGUID>
                      <c15:f>'Chart 16'!$A$5</c15:f>
                      <c15:dlblFieldTableCache>
                        <c:ptCount val="1"/>
                        <c:pt idx="0">
                          <c:v>Education</c:v>
                        </c:pt>
                      </c15:dlblFieldTableCache>
                    </c15:dlblFTEntry>
                  </c15:dlblFieldTable>
                  <c15:showDataLabelsRange val="0"/>
                </c:ext>
                <c:ext xmlns:c16="http://schemas.microsoft.com/office/drawing/2014/chart" uri="{C3380CC4-5D6E-409C-BE32-E72D297353CC}">
                  <c16:uniqueId val="{00000003-8573-4607-98A6-6F79853FF4E7}"/>
                </c:ext>
              </c:extLst>
            </c:dLbl>
            <c:dLbl>
              <c:idx val="4"/>
              <c:tx>
                <c:strRef>
                  <c:f>'Chart 16'!$A$6</c:f>
                  <c:strCache>
                    <c:ptCount val="1"/>
                    <c:pt idx="0">
                      <c:v>Financials Non-Banks</c:v>
                    </c:pt>
                  </c:strCache>
                </c:strRef>
              </c:tx>
              <c:dLblPos val="r"/>
              <c:showLegendKey val="0"/>
              <c:showVal val="0"/>
              <c:showCatName val="0"/>
              <c:showSerName val="0"/>
              <c:showPercent val="0"/>
              <c:showBubbleSize val="0"/>
              <c:extLst>
                <c:ext xmlns:c15="http://schemas.microsoft.com/office/drawing/2012/chart" uri="{CE6537A1-D6FC-4f65-9D91-7224C49458BB}">
                  <c15:dlblFieldTable>
                    <c15:dlblFTEntry>
                      <c15:txfldGUID>{A7B50ABD-CECA-4B66-BF65-978E32A23195}</c15:txfldGUID>
                      <c15:f>'Chart 16'!$A$6</c15:f>
                      <c15:dlblFieldTableCache>
                        <c:ptCount val="1"/>
                        <c:pt idx="0">
                          <c:v>Financials Non-Banks</c:v>
                        </c:pt>
                      </c15:dlblFieldTableCache>
                    </c15:dlblFTEntry>
                  </c15:dlblFieldTable>
                  <c15:showDataLabelsRange val="0"/>
                </c:ext>
                <c:ext xmlns:c16="http://schemas.microsoft.com/office/drawing/2014/chart" uri="{C3380CC4-5D6E-409C-BE32-E72D297353CC}">
                  <c16:uniqueId val="{00000004-8573-4607-98A6-6F79853FF4E7}"/>
                </c:ext>
              </c:extLst>
            </c:dLbl>
            <c:dLbl>
              <c:idx val="5"/>
              <c:tx>
                <c:strRef>
                  <c:f>'Chart 16'!$A$7</c:f>
                  <c:strCache>
                    <c:ptCount val="1"/>
                    <c:pt idx="0">
                      <c:v>Food &amp; Beverages</c:v>
                    </c:pt>
                  </c:strCache>
                </c:strRef>
              </c:tx>
              <c:dLblPos val="r"/>
              <c:showLegendKey val="0"/>
              <c:showVal val="0"/>
              <c:showCatName val="0"/>
              <c:showSerName val="0"/>
              <c:showPercent val="0"/>
              <c:showBubbleSize val="0"/>
              <c:extLst>
                <c:ext xmlns:c15="http://schemas.microsoft.com/office/drawing/2012/chart" uri="{CE6537A1-D6FC-4f65-9D91-7224C49458BB}">
                  <c15:dlblFieldTable>
                    <c15:dlblFTEntry>
                      <c15:txfldGUID>{23000107-C66B-489C-BCCF-A670E07BFBDC}</c15:txfldGUID>
                      <c15:f>'Chart 16'!$A$7</c15:f>
                      <c15:dlblFieldTableCache>
                        <c:ptCount val="1"/>
                        <c:pt idx="0">
                          <c:v>Food &amp; Beverages</c:v>
                        </c:pt>
                      </c15:dlblFieldTableCache>
                    </c15:dlblFTEntry>
                  </c15:dlblFieldTable>
                  <c15:showDataLabelsRange val="0"/>
                </c:ext>
                <c:ext xmlns:c16="http://schemas.microsoft.com/office/drawing/2014/chart" uri="{C3380CC4-5D6E-409C-BE32-E72D297353CC}">
                  <c16:uniqueId val="{00000005-8573-4607-98A6-6F79853FF4E7}"/>
                </c:ext>
              </c:extLst>
            </c:dLbl>
            <c:dLbl>
              <c:idx val="6"/>
              <c:tx>
                <c:strRef>
                  <c:f>'Chart 16'!$A$8</c:f>
                  <c:strCache>
                    <c:ptCount val="1"/>
                    <c:pt idx="0">
                      <c:v>Health Care</c:v>
                    </c:pt>
                  </c:strCache>
                </c:strRef>
              </c:tx>
              <c:dLblPos val="r"/>
              <c:showLegendKey val="0"/>
              <c:showVal val="0"/>
              <c:showCatName val="0"/>
              <c:showSerName val="0"/>
              <c:showPercent val="0"/>
              <c:showBubbleSize val="0"/>
              <c:extLst>
                <c:ext xmlns:c15="http://schemas.microsoft.com/office/drawing/2012/chart" uri="{CE6537A1-D6FC-4f65-9D91-7224C49458BB}">
                  <c15:dlblFieldTable>
                    <c15:dlblFTEntry>
                      <c15:txfldGUID>{41099038-FB0F-4DE3-8EDD-04BA9F4F24C7}</c15:txfldGUID>
                      <c15:f>'Chart 16'!$A$8</c15:f>
                      <c15:dlblFieldTableCache>
                        <c:ptCount val="1"/>
                        <c:pt idx="0">
                          <c:v>Health Care</c:v>
                        </c:pt>
                      </c15:dlblFieldTableCache>
                    </c15:dlblFTEntry>
                  </c15:dlblFieldTable>
                  <c15:showDataLabelsRange val="0"/>
                </c:ext>
                <c:ext xmlns:c16="http://schemas.microsoft.com/office/drawing/2014/chart" uri="{C3380CC4-5D6E-409C-BE32-E72D297353CC}">
                  <c16:uniqueId val="{00000006-8573-4607-98A6-6F79853FF4E7}"/>
                </c:ext>
              </c:extLst>
            </c:dLbl>
            <c:dLbl>
              <c:idx val="7"/>
              <c:tx>
                <c:strRef>
                  <c:f>'Chart 16'!$A$9</c:f>
                  <c:strCache>
                    <c:ptCount val="1"/>
                    <c:pt idx="0">
                      <c:v>Homebuilders</c:v>
                    </c:pt>
                  </c:strCache>
                </c:strRef>
              </c:tx>
              <c:dLblPos val="l"/>
              <c:showLegendKey val="0"/>
              <c:showVal val="0"/>
              <c:showCatName val="0"/>
              <c:showSerName val="0"/>
              <c:showPercent val="0"/>
              <c:showBubbleSize val="0"/>
              <c:extLst>
                <c:ext xmlns:c15="http://schemas.microsoft.com/office/drawing/2012/chart" uri="{CE6537A1-D6FC-4f65-9D91-7224C49458BB}">
                  <c15:dlblFieldTable>
                    <c15:dlblFTEntry>
                      <c15:txfldGUID>{F5841DE4-2F3E-4764-A75A-E14962774371}</c15:txfldGUID>
                      <c15:f>'Chart 16'!$A$9</c15:f>
                      <c15:dlblFieldTableCache>
                        <c:ptCount val="1"/>
                        <c:pt idx="0">
                          <c:v>Homebuilders</c:v>
                        </c:pt>
                      </c15:dlblFieldTableCache>
                    </c15:dlblFTEntry>
                  </c15:dlblFieldTable>
                  <c15:showDataLabelsRange val="0"/>
                </c:ext>
                <c:ext xmlns:c16="http://schemas.microsoft.com/office/drawing/2014/chart" uri="{C3380CC4-5D6E-409C-BE32-E72D297353CC}">
                  <c16:uniqueId val="{00000007-8573-4607-98A6-6F79853FF4E7}"/>
                </c:ext>
              </c:extLst>
            </c:dLbl>
            <c:dLbl>
              <c:idx val="8"/>
              <c:tx>
                <c:strRef>
                  <c:f>'Chart 16'!$A$10</c:f>
                  <c:strCache>
                    <c:ptCount val="1"/>
                    <c:pt idx="0">
                      <c:v>Income Properties</c:v>
                    </c:pt>
                  </c:strCache>
                </c:strRef>
              </c:tx>
              <c:dLblPos val="r"/>
              <c:showLegendKey val="0"/>
              <c:showVal val="0"/>
              <c:showCatName val="0"/>
              <c:showSerName val="0"/>
              <c:showPercent val="0"/>
              <c:showBubbleSize val="0"/>
              <c:extLst>
                <c:ext xmlns:c15="http://schemas.microsoft.com/office/drawing/2012/chart" uri="{CE6537A1-D6FC-4f65-9D91-7224C49458BB}">
                  <c15:dlblFieldTable>
                    <c15:dlblFTEntry>
                      <c15:txfldGUID>{A7831BE9-A6D5-4F92-A3C3-F3B793524747}</c15:txfldGUID>
                      <c15:f>'Chart 16'!$A$10</c15:f>
                      <c15:dlblFieldTableCache>
                        <c:ptCount val="1"/>
                        <c:pt idx="0">
                          <c:v>Income Properties</c:v>
                        </c:pt>
                      </c15:dlblFieldTableCache>
                    </c15:dlblFTEntry>
                  </c15:dlblFieldTable>
                  <c15:showDataLabelsRange val="0"/>
                </c:ext>
                <c:ext xmlns:c16="http://schemas.microsoft.com/office/drawing/2014/chart" uri="{C3380CC4-5D6E-409C-BE32-E72D297353CC}">
                  <c16:uniqueId val="{00000008-8573-4607-98A6-6F79853FF4E7}"/>
                </c:ext>
              </c:extLst>
            </c:dLbl>
            <c:dLbl>
              <c:idx val="9"/>
              <c:tx>
                <c:strRef>
                  <c:f>'Chart 16'!$A$11</c:f>
                  <c:strCache>
                    <c:ptCount val="1"/>
                    <c:pt idx="0">
                      <c:v>Metals &amp; Mining</c:v>
                    </c:pt>
                  </c:strCache>
                </c:strRef>
              </c:tx>
              <c:dLblPos val="l"/>
              <c:showLegendKey val="0"/>
              <c:showVal val="0"/>
              <c:showCatName val="0"/>
              <c:showSerName val="0"/>
              <c:showPercent val="0"/>
              <c:showBubbleSize val="0"/>
              <c:extLst>
                <c:ext xmlns:c15="http://schemas.microsoft.com/office/drawing/2012/chart" uri="{CE6537A1-D6FC-4f65-9D91-7224C49458BB}">
                  <c15:dlblFieldTable>
                    <c15:dlblFTEntry>
                      <c15:txfldGUID>{878F1242-FE89-459C-879D-E543CB452E07}</c15:txfldGUID>
                      <c15:f>'Chart 16'!$A$11</c15:f>
                      <c15:dlblFieldTableCache>
                        <c:ptCount val="1"/>
                        <c:pt idx="0">
                          <c:v>Metals &amp; Mining</c:v>
                        </c:pt>
                      </c15:dlblFieldTableCache>
                    </c15:dlblFTEntry>
                  </c15:dlblFieldTable>
                  <c15:showDataLabelsRange val="0"/>
                </c:ext>
                <c:ext xmlns:c16="http://schemas.microsoft.com/office/drawing/2014/chart" uri="{C3380CC4-5D6E-409C-BE32-E72D297353CC}">
                  <c16:uniqueId val="{00000009-8573-4607-98A6-6F79853FF4E7}"/>
                </c:ext>
              </c:extLst>
            </c:dLbl>
            <c:dLbl>
              <c:idx val="10"/>
              <c:tx>
                <c:strRef>
                  <c:f>'Chart 16'!$A$12</c:f>
                  <c:strCache>
                    <c:ptCount val="1"/>
                    <c:pt idx="0">
                      <c:v>Oil, Gas &amp; Petrochemicals</c:v>
                    </c:pt>
                  </c:strCache>
                </c:strRef>
              </c:tx>
              <c:dLblPos val="r"/>
              <c:showLegendKey val="0"/>
              <c:showVal val="0"/>
              <c:showCatName val="0"/>
              <c:showSerName val="0"/>
              <c:showPercent val="0"/>
              <c:showBubbleSize val="0"/>
              <c:extLst>
                <c:ext xmlns:c15="http://schemas.microsoft.com/office/drawing/2012/chart" uri="{CE6537A1-D6FC-4f65-9D91-7224C49458BB}">
                  <c15:dlblFieldTable>
                    <c15:dlblFTEntry>
                      <c15:txfldGUID>{A803D262-A54C-496F-823A-4DEA658D5D96}</c15:txfldGUID>
                      <c15:f>'Chart 16'!$A$12</c15:f>
                      <c15:dlblFieldTableCache>
                        <c:ptCount val="1"/>
                        <c:pt idx="0">
                          <c:v>Oil, Gas &amp; Petrochemicals</c:v>
                        </c:pt>
                      </c15:dlblFieldTableCache>
                    </c15:dlblFTEntry>
                  </c15:dlblFieldTable>
                  <c15:showDataLabelsRange val="0"/>
                </c:ext>
                <c:ext xmlns:c16="http://schemas.microsoft.com/office/drawing/2014/chart" uri="{C3380CC4-5D6E-409C-BE32-E72D297353CC}">
                  <c16:uniqueId val="{0000000A-8573-4607-98A6-6F79853FF4E7}"/>
                </c:ext>
              </c:extLst>
            </c:dLbl>
            <c:dLbl>
              <c:idx val="11"/>
              <c:tx>
                <c:strRef>
                  <c:f>'Chart 16'!$A$13</c:f>
                  <c:strCache>
                    <c:ptCount val="1"/>
                    <c:pt idx="0">
                      <c:v>Pulp &amp; Paper</c:v>
                    </c:pt>
                  </c:strCache>
                </c:strRef>
              </c:tx>
              <c:dLblPos val="r"/>
              <c:showLegendKey val="0"/>
              <c:showVal val="0"/>
              <c:showCatName val="0"/>
              <c:showSerName val="0"/>
              <c:showPercent val="0"/>
              <c:showBubbleSize val="0"/>
              <c:extLst>
                <c:ext xmlns:c15="http://schemas.microsoft.com/office/drawing/2012/chart" uri="{CE6537A1-D6FC-4f65-9D91-7224C49458BB}">
                  <c15:dlblFieldTable>
                    <c15:dlblFTEntry>
                      <c15:txfldGUID>{1E7D4D6C-D34D-4970-A41E-35D07905CD31}</c15:txfldGUID>
                      <c15:f>'Chart 16'!$A$13</c15:f>
                      <c15:dlblFieldTableCache>
                        <c:ptCount val="1"/>
                        <c:pt idx="0">
                          <c:v>Pulp &amp; Paper</c:v>
                        </c:pt>
                      </c15:dlblFieldTableCache>
                    </c15:dlblFTEntry>
                  </c15:dlblFieldTable>
                  <c15:showDataLabelsRange val="0"/>
                </c:ext>
                <c:ext xmlns:c16="http://schemas.microsoft.com/office/drawing/2014/chart" uri="{C3380CC4-5D6E-409C-BE32-E72D297353CC}">
                  <c16:uniqueId val="{0000000B-8573-4607-98A6-6F79853FF4E7}"/>
                </c:ext>
              </c:extLst>
            </c:dLbl>
            <c:dLbl>
              <c:idx val="12"/>
              <c:tx>
                <c:strRef>
                  <c:f>'Chart 16'!$A$14</c:f>
                  <c:strCache>
                    <c:ptCount val="1"/>
                    <c:pt idx="0">
                      <c:v>Retail</c:v>
                    </c:pt>
                  </c:strCache>
                </c:strRef>
              </c:tx>
              <c:dLblPos val="l"/>
              <c:showLegendKey val="0"/>
              <c:showVal val="0"/>
              <c:showCatName val="0"/>
              <c:showSerName val="0"/>
              <c:showPercent val="0"/>
              <c:showBubbleSize val="0"/>
              <c:extLst>
                <c:ext xmlns:c15="http://schemas.microsoft.com/office/drawing/2012/chart" uri="{CE6537A1-D6FC-4f65-9D91-7224C49458BB}">
                  <c15:dlblFieldTable>
                    <c15:dlblFTEntry>
                      <c15:txfldGUID>{CFB91B18-8E7C-498A-9F4D-C7AF3F9E5ABF}</c15:txfldGUID>
                      <c15:f>'Chart 16'!$A$14</c15:f>
                      <c15:dlblFieldTableCache>
                        <c:ptCount val="1"/>
                        <c:pt idx="0">
                          <c:v>Retail</c:v>
                        </c:pt>
                      </c15:dlblFieldTableCache>
                    </c15:dlblFTEntry>
                  </c15:dlblFieldTable>
                  <c15:showDataLabelsRange val="0"/>
                </c:ext>
                <c:ext xmlns:c16="http://schemas.microsoft.com/office/drawing/2014/chart" uri="{C3380CC4-5D6E-409C-BE32-E72D297353CC}">
                  <c16:uniqueId val="{0000000C-8573-4607-98A6-6F79853FF4E7}"/>
                </c:ext>
              </c:extLst>
            </c:dLbl>
            <c:dLbl>
              <c:idx val="13"/>
              <c:tx>
                <c:strRef>
                  <c:f>'Chart 16'!$A$15</c:f>
                  <c:strCache>
                    <c:ptCount val="1"/>
                    <c:pt idx="0">
                      <c:v>Sanitation</c:v>
                    </c:pt>
                  </c:strCache>
                </c:strRef>
              </c:tx>
              <c:dLblPos val="l"/>
              <c:showLegendKey val="0"/>
              <c:showVal val="0"/>
              <c:showCatName val="0"/>
              <c:showSerName val="0"/>
              <c:showPercent val="0"/>
              <c:showBubbleSize val="0"/>
              <c:extLst>
                <c:ext xmlns:c15="http://schemas.microsoft.com/office/drawing/2012/chart" uri="{CE6537A1-D6FC-4f65-9D91-7224C49458BB}">
                  <c15:dlblFieldTable>
                    <c15:dlblFTEntry>
                      <c15:txfldGUID>{E0209E18-C5B3-4ED7-ACCB-F458086A7ABE}</c15:txfldGUID>
                      <c15:f>'Chart 16'!$A$15</c15:f>
                      <c15:dlblFieldTableCache>
                        <c:ptCount val="1"/>
                        <c:pt idx="0">
                          <c:v>Sanitation</c:v>
                        </c:pt>
                      </c15:dlblFieldTableCache>
                    </c15:dlblFTEntry>
                  </c15:dlblFieldTable>
                  <c15:showDataLabelsRange val="0"/>
                </c:ext>
                <c:ext xmlns:c16="http://schemas.microsoft.com/office/drawing/2014/chart" uri="{C3380CC4-5D6E-409C-BE32-E72D297353CC}">
                  <c16:uniqueId val="{0000000D-8573-4607-98A6-6F79853FF4E7}"/>
                </c:ext>
              </c:extLst>
            </c:dLbl>
            <c:dLbl>
              <c:idx val="14"/>
              <c:tx>
                <c:strRef>
                  <c:f>'Chart 16'!$A$16</c:f>
                  <c:strCache>
                    <c:ptCount val="1"/>
                    <c:pt idx="0">
                      <c:v>TMT</c:v>
                    </c:pt>
                  </c:strCache>
                </c:strRef>
              </c:tx>
              <c:dLblPos val="r"/>
              <c:showLegendKey val="0"/>
              <c:showVal val="0"/>
              <c:showCatName val="0"/>
              <c:showSerName val="0"/>
              <c:showPercent val="0"/>
              <c:showBubbleSize val="0"/>
              <c:extLst>
                <c:ext xmlns:c15="http://schemas.microsoft.com/office/drawing/2012/chart" uri="{CE6537A1-D6FC-4f65-9D91-7224C49458BB}">
                  <c15:dlblFieldTable>
                    <c15:dlblFTEntry>
                      <c15:txfldGUID>{7DF243A1-1167-416B-8057-5F7EC4EEA523}</c15:txfldGUID>
                      <c15:f>'Chart 16'!$A$16</c15:f>
                      <c15:dlblFieldTableCache>
                        <c:ptCount val="1"/>
                        <c:pt idx="0">
                          <c:v>TMT</c:v>
                        </c:pt>
                      </c15:dlblFieldTableCache>
                    </c15:dlblFTEntry>
                  </c15:dlblFieldTable>
                  <c15:showDataLabelsRange val="0"/>
                </c:ext>
                <c:ext xmlns:c16="http://schemas.microsoft.com/office/drawing/2014/chart" uri="{C3380CC4-5D6E-409C-BE32-E72D297353CC}">
                  <c16:uniqueId val="{0000000E-8573-4607-98A6-6F79853FF4E7}"/>
                </c:ext>
              </c:extLst>
            </c:dLbl>
            <c:dLbl>
              <c:idx val="15"/>
              <c:tx>
                <c:strRef>
                  <c:f>'Chart 16'!$A$17</c:f>
                  <c:strCache>
                    <c:ptCount val="1"/>
                    <c:pt idx="0">
                      <c:v>Transportation</c:v>
                    </c:pt>
                  </c:strCache>
                </c:strRef>
              </c:tx>
              <c:dLblPos val="r"/>
              <c:showLegendKey val="0"/>
              <c:showVal val="0"/>
              <c:showCatName val="0"/>
              <c:showSerName val="0"/>
              <c:showPercent val="0"/>
              <c:showBubbleSize val="0"/>
              <c:extLst>
                <c:ext xmlns:c15="http://schemas.microsoft.com/office/drawing/2012/chart" uri="{CE6537A1-D6FC-4f65-9D91-7224C49458BB}">
                  <c15:dlblFieldTable>
                    <c15:dlblFTEntry>
                      <c15:txfldGUID>{64DAE647-B0FE-4277-84FF-199AC96E4769}</c15:txfldGUID>
                      <c15:f>'Chart 16'!$A$17</c15:f>
                      <c15:dlblFieldTableCache>
                        <c:ptCount val="1"/>
                        <c:pt idx="0">
                          <c:v>Transportation</c:v>
                        </c:pt>
                      </c15:dlblFieldTableCache>
                    </c15:dlblFTEntry>
                  </c15:dlblFieldTable>
                  <c15:showDataLabelsRange val="0"/>
                </c:ext>
                <c:ext xmlns:c16="http://schemas.microsoft.com/office/drawing/2014/chart" uri="{C3380CC4-5D6E-409C-BE32-E72D297353CC}">
                  <c16:uniqueId val="{0000000F-8573-4607-98A6-6F79853FF4E7}"/>
                </c:ext>
              </c:extLst>
            </c:dLbl>
            <c:dLbl>
              <c:idx val="16"/>
              <c:layout>
                <c:manualLayout>
                  <c:x val="1.2878895198070256E-2"/>
                  <c:y val="6.3381580430001291E-2"/>
                </c:manualLayout>
              </c:layout>
              <c:tx>
                <c:strRef>
                  <c:f>'Chart 16'!$A$18</c:f>
                  <c:strCache>
                    <c:ptCount val="1"/>
                    <c:pt idx="0">
                      <c:v>Utilities &amp; Energy</c:v>
                    </c:pt>
                  </c:strCache>
                </c:strRef>
              </c:tx>
              <c:dLblPos val="r"/>
              <c:showLegendKey val="0"/>
              <c:showVal val="0"/>
              <c:showCatName val="0"/>
              <c:showSerName val="0"/>
              <c:showPercent val="0"/>
              <c:showBubbleSize val="0"/>
              <c:extLst>
                <c:ext xmlns:c15="http://schemas.microsoft.com/office/drawing/2012/chart" uri="{CE6537A1-D6FC-4f65-9D91-7224C49458BB}">
                  <c15:dlblFieldTable>
                    <c15:dlblFTEntry>
                      <c15:txfldGUID>{97133C2D-C4B5-4DEC-9229-6B44D8D54A34}</c15:txfldGUID>
                      <c15:f>'Chart 16'!$A$18</c15:f>
                      <c15:dlblFieldTableCache>
                        <c:ptCount val="1"/>
                        <c:pt idx="0">
                          <c:v>Utilities &amp; Energy</c:v>
                        </c:pt>
                      </c15:dlblFieldTableCache>
                    </c15:dlblFTEntry>
                  </c15:dlblFieldTable>
                  <c15:showDataLabelsRange val="0"/>
                </c:ext>
                <c:ext xmlns:c16="http://schemas.microsoft.com/office/drawing/2014/chart" uri="{C3380CC4-5D6E-409C-BE32-E72D297353CC}">
                  <c16:uniqueId val="{00000010-8573-4607-98A6-6F79853FF4E7}"/>
                </c:ext>
              </c:extLst>
            </c:dLbl>
            <c:spPr>
              <a:noFill/>
              <a:ln>
                <a:noFill/>
              </a:ln>
              <a:effectLst/>
            </c:spPr>
            <c:txPr>
              <a:bodyPr wrap="none"/>
              <a:lstStyle/>
              <a:p>
                <a:pPr>
                  <a:defRPr sz="800" b="0" baseline="0">
                    <a:solidFill>
                      <a:srgbClr val="4F5356"/>
                    </a:solidFill>
                    <a:latin typeface="Roboto Light"/>
                  </a:defRPr>
                </a:pPr>
                <a:endParaRPr lang="en-US"/>
              </a:p>
            </c:tx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LeaderLines val="0"/>
              </c:ext>
            </c:extLst>
          </c:dLbls>
          <c:xVal>
            <c:numRef>
              <c:f>'Chart 16'!$B$2:$B$18</c:f>
              <c:numCache>
                <c:formatCode>0.00</c:formatCode>
                <c:ptCount val="17"/>
                <c:pt idx="0">
                  <c:v>-1.484446163419129</c:v>
                </c:pt>
                <c:pt idx="1">
                  <c:v>-0.5440979156316349</c:v>
                </c:pt>
                <c:pt idx="2">
                  <c:v>1.2509209949788751</c:v>
                </c:pt>
                <c:pt idx="3">
                  <c:v>0.6722449112800275</c:v>
                </c:pt>
                <c:pt idx="4">
                  <c:v>-0.36134793386132769</c:v>
                </c:pt>
                <c:pt idx="5">
                  <c:v>-1.003059806629949</c:v>
                </c:pt>
                <c:pt idx="6">
                  <c:v>-0.16466438513331019</c:v>
                </c:pt>
                <c:pt idx="7">
                  <c:v>0.33599429566800842</c:v>
                </c:pt>
                <c:pt idx="8">
                  <c:v>0.27889483502604029</c:v>
                </c:pt>
                <c:pt idx="9">
                  <c:v>2.263044377009563</c:v>
                </c:pt>
                <c:pt idx="10">
                  <c:v>-1.676011925854622</c:v>
                </c:pt>
                <c:pt idx="11">
                  <c:v>1.3593848082941871</c:v>
                </c:pt>
                <c:pt idx="12">
                  <c:v>-5.0488399342925004E-3</c:v>
                </c:pt>
                <c:pt idx="13">
                  <c:v>-0.4079730420866074</c:v>
                </c:pt>
                <c:pt idx="14">
                  <c:v>3.7763248532607797E-2</c:v>
                </c:pt>
                <c:pt idx="15">
                  <c:v>-0.15163349736841669</c:v>
                </c:pt>
                <c:pt idx="16">
                  <c:v>-0.39996396087001962</c:v>
                </c:pt>
              </c:numCache>
            </c:numRef>
          </c:xVal>
          <c:yVal>
            <c:numRef>
              <c:f>'Chart 16'!$C$2:$C$18</c:f>
              <c:numCache>
                <c:formatCode>0.00</c:formatCode>
                <c:ptCount val="17"/>
                <c:pt idx="0">
                  <c:v>-0.37552530231206221</c:v>
                </c:pt>
                <c:pt idx="1">
                  <c:v>-0.15689406753290761</c:v>
                </c:pt>
                <c:pt idx="2">
                  <c:v>-0.99281975186323779</c:v>
                </c:pt>
                <c:pt idx="3">
                  <c:v>1.505800991176208</c:v>
                </c:pt>
                <c:pt idx="4">
                  <c:v>-9.6557788847416698E-2</c:v>
                </c:pt>
                <c:pt idx="5">
                  <c:v>-1.057280796014876</c:v>
                </c:pt>
                <c:pt idx="6">
                  <c:v>0.37431672517370912</c:v>
                </c:pt>
                <c:pt idx="7">
                  <c:v>1.6661097398140721</c:v>
                </c:pt>
                <c:pt idx="8">
                  <c:v>0.88717218247344087</c:v>
                </c:pt>
                <c:pt idx="9">
                  <c:v>-1.48618635881553</c:v>
                </c:pt>
                <c:pt idx="10">
                  <c:v>-1.5423100113889019</c:v>
                </c:pt>
                <c:pt idx="11">
                  <c:v>-0.8590778819024617</c:v>
                </c:pt>
                <c:pt idx="12">
                  <c:v>0.81716892479992764</c:v>
                </c:pt>
                <c:pt idx="13">
                  <c:v>1.4546648482667301E-2</c:v>
                </c:pt>
                <c:pt idx="14">
                  <c:v>0.12942289810617641</c:v>
                </c:pt>
                <c:pt idx="15">
                  <c:v>1.3119442492386779</c:v>
                </c:pt>
                <c:pt idx="16">
                  <c:v>-0.1398304005874865</c:v>
                </c:pt>
              </c:numCache>
            </c:numRef>
          </c:yVal>
          <c:smooth val="0"/>
          <c:extLst>
            <c:ext xmlns:c16="http://schemas.microsoft.com/office/drawing/2014/chart" uri="{C3380CC4-5D6E-409C-BE32-E72D297353CC}">
              <c16:uniqueId val="{00000011-8573-4607-98A6-6F79853FF4E7}"/>
            </c:ext>
          </c:extLst>
        </c:ser>
        <c:dLbls>
          <c:showLegendKey val="0"/>
          <c:showVal val="0"/>
          <c:showCatName val="0"/>
          <c:showSerName val="0"/>
          <c:showPercent val="0"/>
          <c:showBubbleSize val="0"/>
        </c:dLbls>
        <c:axId val="50010001"/>
        <c:axId val="50010002"/>
      </c:scatterChart>
      <c:valAx>
        <c:axId val="50010001"/>
        <c:scaling>
          <c:orientation val="minMax"/>
          <c:max val="2.5"/>
          <c:min val="-2"/>
        </c:scaling>
        <c:delete val="0"/>
        <c:axPos val="b"/>
        <c:title>
          <c:tx>
            <c:rich>
              <a:bodyPr/>
              <a:lstStyle/>
              <a:p>
                <a:pPr>
                  <a:defRPr sz="900" b="0" baseline="0">
                    <a:solidFill>
                      <a:srgbClr val="000000"/>
                    </a:solidFill>
                    <a:latin typeface="Roboto Light"/>
                  </a:defRPr>
                </a:pPr>
                <a:r>
                  <a:rPr lang="en-US" sz="900" b="0" baseline="0">
                    <a:solidFill>
                      <a:srgbClr val="000000"/>
                    </a:solidFill>
                    <a:latin typeface="Roboto Light"/>
                  </a:rPr>
                  <a:t>Global Sensitivity Score</a:t>
                </a:r>
              </a:p>
            </c:rich>
          </c:tx>
          <c:overlay val="0"/>
        </c:title>
        <c:numFmt formatCode="0&quot;.&quot;0;\-0&quot;.&quot;0;0&quot;.&quot;0" sourceLinked="0"/>
        <c:majorTickMark val="out"/>
        <c:minorTickMark val="none"/>
        <c:tickLblPos val="low"/>
        <c:spPr>
          <a:ln w="9525">
            <a:solidFill>
              <a:srgbClr val="D9D9D9"/>
            </a:solidFill>
          </a:ln>
        </c:spPr>
        <c:txPr>
          <a:bodyPr/>
          <a:lstStyle/>
          <a:p>
            <a:pPr>
              <a:defRPr sz="900" b="0" baseline="0">
                <a:solidFill>
                  <a:srgbClr val="18191A"/>
                </a:solidFill>
                <a:latin typeface="Roboto Light"/>
              </a:defRPr>
            </a:pPr>
            <a:endParaRPr lang="en-US"/>
          </a:p>
        </c:txPr>
        <c:crossAx val="50010002"/>
        <c:crosses val="autoZero"/>
        <c:crossBetween val="midCat"/>
        <c:majorUnit val="0.5"/>
        <c:dispUnits>
          <c:custUnit val="0.1"/>
        </c:dispUnits>
      </c:valAx>
      <c:valAx>
        <c:axId val="50010002"/>
        <c:scaling>
          <c:orientation val="minMax"/>
          <c:max val="2.5"/>
          <c:min val="-2.5"/>
        </c:scaling>
        <c:delete val="0"/>
        <c:axPos val="l"/>
        <c:title>
          <c:tx>
            <c:rich>
              <a:bodyPr rot="-5400000" vert="horz"/>
              <a:lstStyle/>
              <a:p>
                <a:pPr>
                  <a:defRPr sz="900" b="0" baseline="0">
                    <a:solidFill>
                      <a:srgbClr val="000000"/>
                    </a:solidFill>
                    <a:latin typeface="Roboto Light"/>
                  </a:defRPr>
                </a:pPr>
                <a:r>
                  <a:rPr lang="en-US" sz="900" b="0" baseline="0">
                    <a:solidFill>
                      <a:srgbClr val="000000"/>
                    </a:solidFill>
                    <a:latin typeface="Roboto Light"/>
                  </a:rPr>
                  <a:t>Domestic Sensitivity Score</a:t>
                </a:r>
              </a:p>
            </c:rich>
          </c:tx>
          <c:overlay val="0"/>
        </c:title>
        <c:numFmt formatCode="0&quot;.&quot;0;\-0&quot;.&quot;0;0&quot;.&quot;0" sourceLinked="0"/>
        <c:majorTickMark val="none"/>
        <c:minorTickMark val="none"/>
        <c:tickLblPos val="low"/>
        <c:spPr>
          <a:ln>
            <a:noFill/>
          </a:ln>
        </c:spPr>
        <c:txPr>
          <a:bodyPr/>
          <a:lstStyle/>
          <a:p>
            <a:pPr>
              <a:defRPr sz="900" b="0" baseline="0">
                <a:solidFill>
                  <a:srgbClr val="18191A"/>
                </a:solidFill>
                <a:latin typeface="Roboto Light"/>
              </a:defRPr>
            </a:pPr>
            <a:endParaRPr lang="en-US"/>
          </a:p>
        </c:txPr>
        <c:crossAx val="50010001"/>
        <c:crosses val="autoZero"/>
        <c:crossBetween val="midCat"/>
        <c:majorUnit val="0.5"/>
        <c:dispUnits>
          <c:custUnit val="0.1"/>
        </c:dispUnits>
      </c:valAx>
      <c:spPr>
        <a:noFill/>
        <a:ln>
          <a:noFill/>
        </a:ln>
      </c:spPr>
    </c:plotArea>
    <c:plotVisOnly val="1"/>
    <c:dispBlanksAs val="gap"/>
    <c:showDLblsOverMax val="0"/>
  </c:chart>
  <c:spPr>
    <a:noFill/>
    <a:ln>
      <a:noFill/>
    </a:ln>
    <a:extLst>
      <a:ext uri="{909E8E84-426E-40DD-AFC4-6F175D3DCCD1}">
        <a14:hiddenFill xmlns:a14="http://schemas.microsoft.com/office/drawing/2010/main">
          <a:solidFill>
            <a:srgbClr val="FFFFFF"/>
          </a:solidFill>
        </a14:hiddenFill>
      </a:ext>
    </a:ex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Beta to the Ibovespa</c:v>
          </c:tx>
          <c:spPr>
            <a:solidFill>
              <a:srgbClr val="1F2F44"/>
            </a:solidFill>
            <a:ln>
              <a:noFill/>
            </a:ln>
          </c:spPr>
          <c:invertIfNegative val="0"/>
          <c:dLbls>
            <c:dLbl>
              <c:idx val="0"/>
              <c:tx>
                <c:rich>
                  <a:bodyPr/>
                  <a:lstStyle/>
                  <a:p>
                    <a:r>
                      <a:rPr lang="en-US"/>
                      <a:t>1.87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FD2C-44B4-AECE-21796F307164}"/>
                </c:ext>
              </c:extLst>
            </c:dLbl>
            <c:dLbl>
              <c:idx val="1"/>
              <c:tx>
                <c:rich>
                  <a:bodyPr/>
                  <a:lstStyle/>
                  <a:p>
                    <a:r>
                      <a:rPr lang="en-US"/>
                      <a:t>1.61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FD2C-44B4-AECE-21796F307164}"/>
                </c:ext>
              </c:extLst>
            </c:dLbl>
            <c:dLbl>
              <c:idx val="2"/>
              <c:tx>
                <c:rich>
                  <a:bodyPr/>
                  <a:lstStyle/>
                  <a:p>
                    <a:r>
                      <a:rPr lang="en-US"/>
                      <a:t>1.56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FD2C-44B4-AECE-21796F307164}"/>
                </c:ext>
              </c:extLst>
            </c:dLbl>
            <c:dLbl>
              <c:idx val="3"/>
              <c:tx>
                <c:rich>
                  <a:bodyPr/>
                  <a:lstStyle/>
                  <a:p>
                    <a:r>
                      <a:rPr lang="en-US"/>
                      <a:t>1.38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FD2C-44B4-AECE-21796F307164}"/>
                </c:ext>
              </c:extLst>
            </c:dLbl>
            <c:dLbl>
              <c:idx val="4"/>
              <c:tx>
                <c:rich>
                  <a:bodyPr/>
                  <a:lstStyle/>
                  <a:p>
                    <a:r>
                      <a:rPr lang="en-US"/>
                      <a:t>1.35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FD2C-44B4-AECE-21796F307164}"/>
                </c:ext>
              </c:extLst>
            </c:dLbl>
            <c:dLbl>
              <c:idx val="5"/>
              <c:tx>
                <c:rich>
                  <a:bodyPr/>
                  <a:lstStyle/>
                  <a:p>
                    <a:r>
                      <a:rPr lang="en-US"/>
                      <a:t>1.30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FD2C-44B4-AECE-21796F307164}"/>
                </c:ext>
              </c:extLst>
            </c:dLbl>
            <c:dLbl>
              <c:idx val="6"/>
              <c:tx>
                <c:rich>
                  <a:bodyPr/>
                  <a:lstStyle/>
                  <a:p>
                    <a:r>
                      <a:rPr lang="en-US"/>
                      <a:t>1.27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FD2C-44B4-AECE-21796F307164}"/>
                </c:ext>
              </c:extLst>
            </c:dLbl>
            <c:dLbl>
              <c:idx val="7"/>
              <c:tx>
                <c:rich>
                  <a:bodyPr/>
                  <a:lstStyle/>
                  <a:p>
                    <a:r>
                      <a:rPr lang="en-US"/>
                      <a:t>1.22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FD2C-44B4-AECE-21796F307164}"/>
                </c:ext>
              </c:extLst>
            </c:dLbl>
            <c:dLbl>
              <c:idx val="8"/>
              <c:tx>
                <c:rich>
                  <a:bodyPr/>
                  <a:lstStyle/>
                  <a:p>
                    <a:r>
                      <a:rPr lang="en-US"/>
                      <a:t>1.04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FD2C-44B4-AECE-21796F307164}"/>
                </c:ext>
              </c:extLst>
            </c:dLbl>
            <c:dLbl>
              <c:idx val="9"/>
              <c:tx>
                <c:rich>
                  <a:bodyPr/>
                  <a:lstStyle/>
                  <a:p>
                    <a:r>
                      <a:rPr lang="en-US"/>
                      <a:t>1.04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FD2C-44B4-AECE-21796F307164}"/>
                </c:ext>
              </c:extLst>
            </c:dLbl>
            <c:dLbl>
              <c:idx val="10"/>
              <c:tx>
                <c:rich>
                  <a:bodyPr/>
                  <a:lstStyle/>
                  <a:p>
                    <a:r>
                      <a:rPr lang="en-US"/>
                      <a:t>0.83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FD2C-44B4-AECE-21796F307164}"/>
                </c:ext>
              </c:extLst>
            </c:dLbl>
            <c:dLbl>
              <c:idx val="11"/>
              <c:tx>
                <c:rich>
                  <a:bodyPr/>
                  <a:lstStyle/>
                  <a:p>
                    <a:r>
                      <a:rPr lang="en-US"/>
                      <a:t>0.72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FD2C-44B4-AECE-21796F307164}"/>
                </c:ext>
              </c:extLst>
            </c:dLbl>
            <c:dLbl>
              <c:idx val="12"/>
              <c:tx>
                <c:rich>
                  <a:bodyPr/>
                  <a:lstStyle/>
                  <a:p>
                    <a:r>
                      <a:rPr lang="en-US"/>
                      <a:t>0.71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FD2C-44B4-AECE-21796F307164}"/>
                </c:ext>
              </c:extLst>
            </c:dLbl>
            <c:dLbl>
              <c:idx val="13"/>
              <c:tx>
                <c:rich>
                  <a:bodyPr/>
                  <a:lstStyle/>
                  <a:p>
                    <a:r>
                      <a:rPr lang="en-US"/>
                      <a:t>0.70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FD2C-44B4-AECE-21796F307164}"/>
                </c:ext>
              </c:extLst>
            </c:dLbl>
            <c:dLbl>
              <c:idx val="14"/>
              <c:tx>
                <c:rich>
                  <a:bodyPr/>
                  <a:lstStyle/>
                  <a:p>
                    <a:r>
                      <a:rPr lang="en-US"/>
                      <a:t>0.69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FD2C-44B4-AECE-21796F307164}"/>
                </c:ext>
              </c:extLst>
            </c:dLbl>
            <c:dLbl>
              <c:idx val="15"/>
              <c:tx>
                <c:rich>
                  <a:bodyPr/>
                  <a:lstStyle/>
                  <a:p>
                    <a:r>
                      <a:rPr lang="en-US"/>
                      <a:t>0.67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FD2C-44B4-AECE-21796F307164}"/>
                </c:ext>
              </c:extLst>
            </c:dLbl>
            <c:dLbl>
              <c:idx val="16"/>
              <c:tx>
                <c:rich>
                  <a:bodyPr/>
                  <a:lstStyle/>
                  <a:p>
                    <a:r>
                      <a:rPr lang="en-US"/>
                      <a:t>0.32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FD2C-44B4-AECE-21796F307164}"/>
                </c:ext>
              </c:extLst>
            </c:dLbl>
            <c:spPr>
              <a:noFill/>
              <a:ln>
                <a:noFill/>
              </a:ln>
              <a:effectLst/>
            </c:spPr>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17'!$A$2:$A$18</c:f>
              <c:strCache>
                <c:ptCount val="17"/>
                <c:pt idx="0">
                  <c:v>Education</c:v>
                </c:pt>
                <c:pt idx="1">
                  <c:v>Transportation</c:v>
                </c:pt>
                <c:pt idx="2">
                  <c:v>Homebuilders</c:v>
                </c:pt>
                <c:pt idx="3">
                  <c:v>Retail</c:v>
                </c:pt>
                <c:pt idx="4">
                  <c:v>Income Properties</c:v>
                </c:pt>
                <c:pt idx="5">
                  <c:v>Sanitation</c:v>
                </c:pt>
                <c:pt idx="6">
                  <c:v>Banks</c:v>
                </c:pt>
                <c:pt idx="7">
                  <c:v>Health Care</c:v>
                </c:pt>
                <c:pt idx="8">
                  <c:v>Utilities &amp; Energy</c:v>
                </c:pt>
                <c:pt idx="9">
                  <c:v>Financials Non-Banks</c:v>
                </c:pt>
                <c:pt idx="10">
                  <c:v>TMT</c:v>
                </c:pt>
                <c:pt idx="11">
                  <c:v>Oil, Gas &amp; Petrochemicals</c:v>
                </c:pt>
                <c:pt idx="12">
                  <c:v>Capital Goods</c:v>
                </c:pt>
                <c:pt idx="13">
                  <c:v>Metals &amp; Mining</c:v>
                </c:pt>
                <c:pt idx="14">
                  <c:v>Agribusiness</c:v>
                </c:pt>
                <c:pt idx="15">
                  <c:v>Food &amp; Beverages</c:v>
                </c:pt>
                <c:pt idx="16">
                  <c:v>Pulp &amp; Paper</c:v>
                </c:pt>
              </c:strCache>
            </c:strRef>
          </c:cat>
          <c:val>
            <c:numRef>
              <c:f>'Chart 17'!$B$2:$B$18</c:f>
              <c:numCache>
                <c:formatCode>0.00</c:formatCode>
                <c:ptCount val="17"/>
                <c:pt idx="0">
                  <c:v>1.8713362809455021</c:v>
                </c:pt>
                <c:pt idx="1">
                  <c:v>1.6096165364406361</c:v>
                </c:pt>
                <c:pt idx="2">
                  <c:v>1.560086331467827</c:v>
                </c:pt>
                <c:pt idx="3">
                  <c:v>1.381597760466833</c:v>
                </c:pt>
                <c:pt idx="4">
                  <c:v>1.349535431710148</c:v>
                </c:pt>
                <c:pt idx="5">
                  <c:v>1.2974499419661909</c:v>
                </c:pt>
                <c:pt idx="6">
                  <c:v>1.2723046225265191</c:v>
                </c:pt>
                <c:pt idx="7">
                  <c:v>1.218001215468671</c:v>
                </c:pt>
                <c:pt idx="8">
                  <c:v>1.0417895353240321</c:v>
                </c:pt>
                <c:pt idx="9">
                  <c:v>1.040266657507614</c:v>
                </c:pt>
                <c:pt idx="10">
                  <c:v>0.83454833308269716</c:v>
                </c:pt>
                <c:pt idx="11">
                  <c:v>0.7222199450176302</c:v>
                </c:pt>
                <c:pt idx="12">
                  <c:v>0.70655514518910445</c:v>
                </c:pt>
                <c:pt idx="13">
                  <c:v>0.69831399747801626</c:v>
                </c:pt>
                <c:pt idx="14">
                  <c:v>0.69213501601401006</c:v>
                </c:pt>
                <c:pt idx="15">
                  <c:v>0.67058098269930122</c:v>
                </c:pt>
                <c:pt idx="16">
                  <c:v>0.32417780588778361</c:v>
                </c:pt>
              </c:numCache>
            </c:numRef>
          </c:val>
          <c:extLst>
            <c:ext xmlns:c16="http://schemas.microsoft.com/office/drawing/2014/chart" uri="{C3380CC4-5D6E-409C-BE32-E72D297353CC}">
              <c16:uniqueId val="{00000000-FD2C-44B4-AECE-21796F307164}"/>
            </c:ext>
          </c:extLst>
        </c:ser>
        <c:dLbls>
          <c:showLegendKey val="0"/>
          <c:showVal val="0"/>
          <c:showCatName val="0"/>
          <c:showSerName val="0"/>
          <c:showPercent val="0"/>
          <c:showBubbleSize val="0"/>
        </c:dLbls>
        <c:gapWidth val="60"/>
        <c:overlap val="-10"/>
        <c:axId val="50020001"/>
        <c:axId val="50020002"/>
      </c:barChart>
      <c:catAx>
        <c:axId val="50020001"/>
        <c:scaling>
          <c:orientation val="maxMin"/>
        </c:scaling>
        <c:delete val="0"/>
        <c:axPos val="l"/>
        <c:numFmt formatCode="General" sourceLinked="0"/>
        <c:majorTickMark val="none"/>
        <c:minorTickMark val="none"/>
        <c:tickLblPos val="low"/>
        <c:spPr>
          <a:ln w="9525">
            <a:solidFill>
              <a:srgbClr val="D9D9D9"/>
            </a:solidFill>
          </a:ln>
        </c:spPr>
        <c:txPr>
          <a:bodyPr/>
          <a:lstStyle/>
          <a:p>
            <a:pPr>
              <a:defRPr sz="900" b="0" baseline="0">
                <a:solidFill>
                  <a:srgbClr val="000000"/>
                </a:solidFill>
                <a:latin typeface="Roboto Light"/>
              </a:defRPr>
            </a:pPr>
            <a:endParaRPr lang="en-US"/>
          </a:p>
        </c:txPr>
        <c:crossAx val="50020002"/>
        <c:crosses val="autoZero"/>
        <c:auto val="1"/>
        <c:lblAlgn val="ctr"/>
        <c:lblOffset val="100"/>
        <c:tickLblSkip val="1"/>
        <c:tickMarkSkip val="1"/>
        <c:noMultiLvlLbl val="0"/>
      </c:catAx>
      <c:valAx>
        <c:axId val="50020002"/>
        <c:scaling>
          <c:orientation val="minMax"/>
          <c:max val="2.1520367230873276"/>
        </c:scaling>
        <c:delete val="1"/>
        <c:axPos val="b"/>
        <c:numFmt formatCode="#,##0.0" sourceLinked="0"/>
        <c:majorTickMark val="none"/>
        <c:minorTickMark val="none"/>
        <c:tickLblPos val="nextTo"/>
        <c:crossAx val="50020001"/>
        <c:crosses val="max"/>
        <c:crossBetween val="between"/>
      </c:valAx>
      <c:spPr>
        <a:noFill/>
        <a:ln>
          <a:noFill/>
        </a:ln>
      </c:spPr>
    </c:plotArea>
    <c:plotVisOnly val="1"/>
    <c:dispBlanksAs val="gap"/>
    <c:showDLblsOverMax val="0"/>
  </c:chart>
  <c:spPr>
    <a:solidFill>
      <a:srgbClr val="FFFFFF"/>
    </a:solidFill>
    <a:ln>
      <a:noFill/>
    </a:ln>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Beta to USD/BRL</c:v>
          </c:tx>
          <c:spPr>
            <a:solidFill>
              <a:srgbClr val="1F2F44"/>
            </a:solidFill>
            <a:ln>
              <a:noFill/>
            </a:ln>
          </c:spPr>
          <c:invertIfNegative val="0"/>
          <c:dLbls>
            <c:dLbl>
              <c:idx val="0"/>
              <c:tx>
                <c:rich>
                  <a:bodyPr/>
                  <a:lstStyle/>
                  <a:p>
                    <a:r>
                      <a:rPr lang="en-US"/>
                      <a:t>0.46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1247-41DC-A6F3-08F94EB070A3}"/>
                </c:ext>
              </c:extLst>
            </c:dLbl>
            <c:dLbl>
              <c:idx val="1"/>
              <c:tx>
                <c:rich>
                  <a:bodyPr/>
                  <a:lstStyle/>
                  <a:p>
                    <a:r>
                      <a:rPr lang="en-US"/>
                      <a:t>0.43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247-41DC-A6F3-08F94EB070A3}"/>
                </c:ext>
              </c:extLst>
            </c:dLbl>
            <c:dLbl>
              <c:idx val="2"/>
              <c:tx>
                <c:rich>
                  <a:bodyPr/>
                  <a:lstStyle/>
                  <a:p>
                    <a:r>
                      <a:rPr lang="en-US"/>
                      <a:t>0.30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1247-41DC-A6F3-08F94EB070A3}"/>
                </c:ext>
              </c:extLst>
            </c:dLbl>
            <c:dLbl>
              <c:idx val="3"/>
              <c:tx>
                <c:rich>
                  <a:bodyPr/>
                  <a:lstStyle/>
                  <a:p>
                    <a:r>
                      <a:rPr lang="en-US"/>
                      <a:t>0.12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247-41DC-A6F3-08F94EB070A3}"/>
                </c:ext>
              </c:extLst>
            </c:dLbl>
            <c:dLbl>
              <c:idx val="4"/>
              <c:tx>
                <c:rich>
                  <a:bodyPr/>
                  <a:lstStyle/>
                  <a:p>
                    <a:r>
                      <a:rPr lang="en-US"/>
                      <a:t>0.06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1247-41DC-A6F3-08F94EB070A3}"/>
                </c:ext>
              </c:extLst>
            </c:dLbl>
            <c:dLbl>
              <c:idx val="5"/>
              <c:tx>
                <c:rich>
                  <a:bodyPr/>
                  <a:lstStyle/>
                  <a:p>
                    <a:r>
                      <a:rPr lang="en-US"/>
                      <a:t>-0.02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247-41DC-A6F3-08F94EB070A3}"/>
                </c:ext>
              </c:extLst>
            </c:dLbl>
            <c:dLbl>
              <c:idx val="6"/>
              <c:tx>
                <c:rich>
                  <a:bodyPr/>
                  <a:lstStyle/>
                  <a:p>
                    <a:r>
                      <a:rPr lang="en-US"/>
                      <a:t>-0.13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1247-41DC-A6F3-08F94EB070A3}"/>
                </c:ext>
              </c:extLst>
            </c:dLbl>
            <c:dLbl>
              <c:idx val="7"/>
              <c:tx>
                <c:rich>
                  <a:bodyPr/>
                  <a:lstStyle/>
                  <a:p>
                    <a:r>
                      <a:rPr lang="en-US"/>
                      <a:t>-0.15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1247-41DC-A6F3-08F94EB070A3}"/>
                </c:ext>
              </c:extLst>
            </c:dLbl>
            <c:dLbl>
              <c:idx val="8"/>
              <c:tx>
                <c:rich>
                  <a:bodyPr/>
                  <a:lstStyle/>
                  <a:p>
                    <a:r>
                      <a:rPr lang="en-US"/>
                      <a:t>-0.21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1247-41DC-A6F3-08F94EB070A3}"/>
                </c:ext>
              </c:extLst>
            </c:dLbl>
            <c:dLbl>
              <c:idx val="9"/>
              <c:tx>
                <c:rich>
                  <a:bodyPr/>
                  <a:lstStyle/>
                  <a:p>
                    <a:r>
                      <a:rPr lang="en-US"/>
                      <a:t>-0.24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1247-41DC-A6F3-08F94EB070A3}"/>
                </c:ext>
              </c:extLst>
            </c:dLbl>
            <c:dLbl>
              <c:idx val="10"/>
              <c:tx>
                <c:rich>
                  <a:bodyPr/>
                  <a:lstStyle/>
                  <a:p>
                    <a:r>
                      <a:rPr lang="en-US"/>
                      <a:t>-0.29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1247-41DC-A6F3-08F94EB070A3}"/>
                </c:ext>
              </c:extLst>
            </c:dLbl>
            <c:dLbl>
              <c:idx val="11"/>
              <c:tx>
                <c:rich>
                  <a:bodyPr/>
                  <a:lstStyle/>
                  <a:p>
                    <a:r>
                      <a:rPr lang="en-US"/>
                      <a:t>-0.35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1247-41DC-A6F3-08F94EB070A3}"/>
                </c:ext>
              </c:extLst>
            </c:dLbl>
            <c:dLbl>
              <c:idx val="12"/>
              <c:tx>
                <c:rich>
                  <a:bodyPr/>
                  <a:lstStyle/>
                  <a:p>
                    <a:r>
                      <a:rPr lang="en-US"/>
                      <a:t>-0.52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1247-41DC-A6F3-08F94EB070A3}"/>
                </c:ext>
              </c:extLst>
            </c:dLbl>
            <c:dLbl>
              <c:idx val="13"/>
              <c:tx>
                <c:rich>
                  <a:bodyPr/>
                  <a:lstStyle/>
                  <a:p>
                    <a:r>
                      <a:rPr lang="en-US"/>
                      <a:t>-0.56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1247-41DC-A6F3-08F94EB070A3}"/>
                </c:ext>
              </c:extLst>
            </c:dLbl>
            <c:dLbl>
              <c:idx val="14"/>
              <c:tx>
                <c:rich>
                  <a:bodyPr/>
                  <a:lstStyle/>
                  <a:p>
                    <a:r>
                      <a:rPr lang="en-US"/>
                      <a:t>-0.76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1247-41DC-A6F3-08F94EB070A3}"/>
                </c:ext>
              </c:extLst>
            </c:dLbl>
            <c:dLbl>
              <c:idx val="15"/>
              <c:tx>
                <c:rich>
                  <a:bodyPr/>
                  <a:lstStyle/>
                  <a:p>
                    <a:r>
                      <a:rPr lang="en-US"/>
                      <a:t>-0.77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1247-41DC-A6F3-08F94EB070A3}"/>
                </c:ext>
              </c:extLst>
            </c:dLbl>
            <c:dLbl>
              <c:idx val="16"/>
              <c:tx>
                <c:rich>
                  <a:bodyPr/>
                  <a:lstStyle/>
                  <a:p>
                    <a:r>
                      <a:rPr lang="en-US"/>
                      <a:t>-0.80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1247-41DC-A6F3-08F94EB070A3}"/>
                </c:ext>
              </c:extLst>
            </c:dLbl>
            <c:spPr>
              <a:noFill/>
              <a:ln>
                <a:noFill/>
              </a:ln>
              <a:effectLst/>
            </c:spPr>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18'!$A$2:$A$18</c:f>
              <c:strCache>
                <c:ptCount val="17"/>
                <c:pt idx="0">
                  <c:v>Metals &amp; Mining</c:v>
                </c:pt>
                <c:pt idx="1">
                  <c:v>Oil, Gas &amp; Petrochemicals</c:v>
                </c:pt>
                <c:pt idx="2">
                  <c:v>Food &amp; Beverages</c:v>
                </c:pt>
                <c:pt idx="3">
                  <c:v>Capital Goods</c:v>
                </c:pt>
                <c:pt idx="4">
                  <c:v>Pulp &amp; Paper</c:v>
                </c:pt>
                <c:pt idx="5">
                  <c:v>Agribusiness</c:v>
                </c:pt>
                <c:pt idx="6">
                  <c:v>Banks</c:v>
                </c:pt>
                <c:pt idx="7">
                  <c:v>Utilities &amp; Energy</c:v>
                </c:pt>
                <c:pt idx="8">
                  <c:v>Sanitation</c:v>
                </c:pt>
                <c:pt idx="9">
                  <c:v>Financials Non-Banks</c:v>
                </c:pt>
                <c:pt idx="10">
                  <c:v>Health Care</c:v>
                </c:pt>
                <c:pt idx="11">
                  <c:v>TMT</c:v>
                </c:pt>
                <c:pt idx="12">
                  <c:v>Income Properties</c:v>
                </c:pt>
                <c:pt idx="13">
                  <c:v>Retail</c:v>
                </c:pt>
                <c:pt idx="14">
                  <c:v>Transportation</c:v>
                </c:pt>
                <c:pt idx="15">
                  <c:v>Education</c:v>
                </c:pt>
                <c:pt idx="16">
                  <c:v>Homebuilders</c:v>
                </c:pt>
              </c:strCache>
            </c:strRef>
          </c:cat>
          <c:val>
            <c:numRef>
              <c:f>'Chart 18'!$B$2:$B$18</c:f>
              <c:numCache>
                <c:formatCode>0.00</c:formatCode>
                <c:ptCount val="17"/>
                <c:pt idx="0">
                  <c:v>0.45967823801202029</c:v>
                </c:pt>
                <c:pt idx="1">
                  <c:v>0.43224390623901621</c:v>
                </c:pt>
                <c:pt idx="2">
                  <c:v>0.30329856750126177</c:v>
                </c:pt>
                <c:pt idx="3">
                  <c:v>0.11547093744243681</c:v>
                </c:pt>
                <c:pt idx="4">
                  <c:v>6.0398525630343897E-2</c:v>
                </c:pt>
                <c:pt idx="5">
                  <c:v>-2.1117517312416598E-2</c:v>
                </c:pt>
                <c:pt idx="6">
                  <c:v>-0.1312273354300659</c:v>
                </c:pt>
                <c:pt idx="7">
                  <c:v>-0.14653380055555809</c:v>
                </c:pt>
                <c:pt idx="8">
                  <c:v>-0.20759169911401479</c:v>
                </c:pt>
                <c:pt idx="9">
                  <c:v>-0.2384374066551706</c:v>
                </c:pt>
                <c:pt idx="10">
                  <c:v>-0.2868602533245283</c:v>
                </c:pt>
                <c:pt idx="11">
                  <c:v>-0.3475388773216786</c:v>
                </c:pt>
                <c:pt idx="12">
                  <c:v>-0.5213464883347283</c:v>
                </c:pt>
                <c:pt idx="13">
                  <c:v>-0.55568586036351619</c:v>
                </c:pt>
                <c:pt idx="14">
                  <c:v>-0.75538832404608036</c:v>
                </c:pt>
                <c:pt idx="15">
                  <c:v>-0.77370086710842134</c:v>
                </c:pt>
                <c:pt idx="16">
                  <c:v>-0.79683857973517436</c:v>
                </c:pt>
              </c:numCache>
            </c:numRef>
          </c:val>
          <c:extLst>
            <c:ext xmlns:c16="http://schemas.microsoft.com/office/drawing/2014/chart" uri="{C3380CC4-5D6E-409C-BE32-E72D297353CC}">
              <c16:uniqueId val="{00000000-1247-41DC-A6F3-08F94EB070A3}"/>
            </c:ext>
          </c:extLst>
        </c:ser>
        <c:dLbls>
          <c:showLegendKey val="0"/>
          <c:showVal val="0"/>
          <c:showCatName val="0"/>
          <c:showSerName val="0"/>
          <c:showPercent val="0"/>
          <c:showBubbleSize val="0"/>
        </c:dLbls>
        <c:gapWidth val="60"/>
        <c:overlap val="-10"/>
        <c:axId val="50030001"/>
        <c:axId val="50030002"/>
      </c:barChart>
      <c:catAx>
        <c:axId val="50030001"/>
        <c:scaling>
          <c:orientation val="maxMin"/>
        </c:scaling>
        <c:delete val="0"/>
        <c:axPos val="l"/>
        <c:numFmt formatCode="General" sourceLinked="0"/>
        <c:majorTickMark val="none"/>
        <c:minorTickMark val="none"/>
        <c:tickLblPos val="low"/>
        <c:spPr>
          <a:ln w="9525">
            <a:solidFill>
              <a:srgbClr val="D9D9D9"/>
            </a:solidFill>
          </a:ln>
        </c:spPr>
        <c:txPr>
          <a:bodyPr/>
          <a:lstStyle/>
          <a:p>
            <a:pPr>
              <a:defRPr sz="900" b="0" baseline="0">
                <a:solidFill>
                  <a:srgbClr val="000000"/>
                </a:solidFill>
                <a:latin typeface="Roboto Light"/>
              </a:defRPr>
            </a:pPr>
            <a:endParaRPr lang="en-US"/>
          </a:p>
        </c:txPr>
        <c:crossAx val="50030002"/>
        <c:crosses val="autoZero"/>
        <c:auto val="1"/>
        <c:lblAlgn val="ctr"/>
        <c:lblOffset val="100"/>
        <c:tickLblSkip val="1"/>
        <c:tickMarkSkip val="1"/>
        <c:noMultiLvlLbl val="0"/>
      </c:catAx>
      <c:valAx>
        <c:axId val="50030002"/>
        <c:scaling>
          <c:orientation val="minMax"/>
          <c:max val="0.7"/>
          <c:min val="-1.3"/>
        </c:scaling>
        <c:delete val="1"/>
        <c:axPos val="b"/>
        <c:numFmt formatCode="#,##0.0" sourceLinked="0"/>
        <c:majorTickMark val="none"/>
        <c:minorTickMark val="none"/>
        <c:tickLblPos val="nextTo"/>
        <c:crossAx val="50030001"/>
        <c:crosses val="max"/>
        <c:crossBetween val="between"/>
      </c:valAx>
      <c:spPr>
        <a:noFill/>
        <a:ln>
          <a:noFill/>
        </a:ln>
      </c:spPr>
    </c:plotArea>
    <c:plotVisOnly val="1"/>
    <c:dispBlanksAs val="gap"/>
    <c:showDLblsOverMax val="0"/>
  </c:chart>
  <c:spPr>
    <a:solidFill>
      <a:srgbClr val="FFFFFF"/>
    </a:solidFill>
    <a:ln>
      <a:noFill/>
    </a:ln>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6"/>
          <c:y val="5.0555754394337064E-2"/>
          <c:w val="0.93"/>
          <c:h val="0.50379831782390838"/>
        </c:manualLayout>
      </c:layout>
      <c:lineChart>
        <c:grouping val="standard"/>
        <c:varyColors val="0"/>
        <c:ser>
          <c:idx val="0"/>
          <c:order val="0"/>
          <c:tx>
            <c:strRef>
              <c:f>Q2d_quality_halves_vertical!$B$1</c:f>
              <c:strCache>
                <c:ptCount val="1"/>
                <c:pt idx="0">
                  <c:v>Higher quality</c:v>
                </c:pt>
              </c:strCache>
            </c:strRef>
          </c:tx>
          <c:spPr>
            <a:ln>
              <a:noFill/>
            </a:ln>
          </c:spPr>
          <c:marker>
            <c:symbol val="circle"/>
            <c:size val="7"/>
            <c:spPr>
              <a:solidFill>
                <a:srgbClr val="1F2F44"/>
              </a:solidFill>
              <a:ln>
                <a:solidFill>
                  <a:srgbClr val="1F2F44"/>
                </a:solidFill>
              </a:ln>
            </c:spPr>
          </c:marker>
          <c:cat>
            <c:strRef>
              <c:f>Q2d_quality_halves_vertical!$A$2:$A$20</c:f>
              <c:strCache>
                <c:ptCount val="19"/>
                <c:pt idx="0">
                  <c:v>Ibovespa</c:v>
                </c:pt>
                <c:pt idx="2">
                  <c:v>Transportation</c:v>
                </c:pt>
                <c:pt idx="3">
                  <c:v>Health Care</c:v>
                </c:pt>
                <c:pt idx="4">
                  <c:v>Capital Goods</c:v>
                </c:pt>
                <c:pt idx="5">
                  <c:v>Agribusiness</c:v>
                </c:pt>
                <c:pt idx="6">
                  <c:v>TMT</c:v>
                </c:pt>
                <c:pt idx="7">
                  <c:v>Homebuilders</c:v>
                </c:pt>
                <c:pt idx="8">
                  <c:v>Food &amp; Bev.</c:v>
                </c:pt>
                <c:pt idx="9">
                  <c:v>Utilities</c:v>
                </c:pt>
                <c:pt idx="10">
                  <c:v>Fin. Non-Banks</c:v>
                </c:pt>
                <c:pt idx="11">
                  <c:v>Banks</c:v>
                </c:pt>
                <c:pt idx="12">
                  <c:v>Metals &amp; Mining</c:v>
                </c:pt>
                <c:pt idx="13">
                  <c:v>Education</c:v>
                </c:pt>
                <c:pt idx="14">
                  <c:v>Retail</c:v>
                </c:pt>
                <c:pt idx="15">
                  <c:v>Income Prop.</c:v>
                </c:pt>
                <c:pt idx="16">
                  <c:v>Sanitation</c:v>
                </c:pt>
                <c:pt idx="17">
                  <c:v>Oil &amp; Gas</c:v>
                </c:pt>
                <c:pt idx="18">
                  <c:v>Pulp &amp; Paper</c:v>
                </c:pt>
              </c:strCache>
            </c:strRef>
          </c:cat>
          <c:val>
            <c:numRef>
              <c:f>Q2d_quality_halves_vertical!$B$2:$B$20</c:f>
              <c:numCache>
                <c:formatCode>General</c:formatCode>
                <c:ptCount val="19"/>
                <c:pt idx="0" formatCode="0.0%">
                  <c:v>-0.1366459627329191</c:v>
                </c:pt>
                <c:pt idx="2" formatCode="0.0%">
                  <c:v>-0.24939467312348659</c:v>
                </c:pt>
                <c:pt idx="3" formatCode="0.0%">
                  <c:v>-0.2070326515966989</c:v>
                </c:pt>
                <c:pt idx="4" formatCode="0.0%">
                  <c:v>-5.0216340622533003E-2</c:v>
                </c:pt>
                <c:pt idx="5" formatCode="0.0%">
                  <c:v>-2.4421420316190101E-2</c:v>
                </c:pt>
                <c:pt idx="6" formatCode="0.0%">
                  <c:v>-9.9318556555740095E-2</c:v>
                </c:pt>
                <c:pt idx="7" formatCode="0.0%">
                  <c:v>-0.26375176304654441</c:v>
                </c:pt>
                <c:pt idx="8" formatCode="0.0%">
                  <c:v>-0.11200537215439579</c:v>
                </c:pt>
                <c:pt idx="9" formatCode="0.0%">
                  <c:v>-0.12665950761643391</c:v>
                </c:pt>
                <c:pt idx="10" formatCode="0.0%">
                  <c:v>-6.5917022101589701E-2</c:v>
                </c:pt>
                <c:pt idx="11" formatCode="0.0%">
                  <c:v>-0.20843781560946281</c:v>
                </c:pt>
                <c:pt idx="12" formatCode="0.0%">
                  <c:v>-3.1062124248497001E-2</c:v>
                </c:pt>
                <c:pt idx="13" formatCode="0.0%">
                  <c:v>-0.36609219738849469</c:v>
                </c:pt>
                <c:pt idx="14" formatCode="0.0%">
                  <c:v>-0.30677314795783978</c:v>
                </c:pt>
                <c:pt idx="15" formatCode="0.0%">
                  <c:v>-0.2591493515689805</c:v>
                </c:pt>
                <c:pt idx="16" formatCode="0.0%">
                  <c:v>-0.2235993152270184</c:v>
                </c:pt>
                <c:pt idx="17" formatCode="0.0%">
                  <c:v>-0.119870908252651</c:v>
                </c:pt>
                <c:pt idx="18" formatCode="0.0%">
                  <c:v>-0.25067051107927307</c:v>
                </c:pt>
              </c:numCache>
            </c:numRef>
          </c:val>
          <c:smooth val="0"/>
          <c:extLst>
            <c:ext xmlns:c16="http://schemas.microsoft.com/office/drawing/2014/chart" uri="{C3380CC4-5D6E-409C-BE32-E72D297353CC}">
              <c16:uniqueId val="{00000000-BE1E-4AEA-9EE3-BAE982302D3A}"/>
            </c:ext>
          </c:extLst>
        </c:ser>
        <c:ser>
          <c:idx val="1"/>
          <c:order val="1"/>
          <c:tx>
            <c:strRef>
              <c:f>Q2d_quality_halves_vertical!$C$1</c:f>
              <c:strCache>
                <c:ptCount val="1"/>
                <c:pt idx="0">
                  <c:v>Lower quality</c:v>
                </c:pt>
              </c:strCache>
            </c:strRef>
          </c:tx>
          <c:spPr>
            <a:ln>
              <a:noFill/>
            </a:ln>
          </c:spPr>
          <c:marker>
            <c:symbol val="circle"/>
            <c:size val="7"/>
            <c:spPr>
              <a:solidFill>
                <a:srgbClr val="8EB3DF"/>
              </a:solidFill>
              <a:ln>
                <a:solidFill>
                  <a:srgbClr val="8EB3DF"/>
                </a:solidFill>
              </a:ln>
            </c:spPr>
          </c:marker>
          <c:cat>
            <c:strRef>
              <c:f>Q2d_quality_halves_vertical!$A$2:$A$20</c:f>
              <c:strCache>
                <c:ptCount val="19"/>
                <c:pt idx="0">
                  <c:v>Ibovespa</c:v>
                </c:pt>
                <c:pt idx="2">
                  <c:v>Transportation</c:v>
                </c:pt>
                <c:pt idx="3">
                  <c:v>Health Care</c:v>
                </c:pt>
                <c:pt idx="4">
                  <c:v>Capital Goods</c:v>
                </c:pt>
                <c:pt idx="5">
                  <c:v>Agribusiness</c:v>
                </c:pt>
                <c:pt idx="6">
                  <c:v>TMT</c:v>
                </c:pt>
                <c:pt idx="7">
                  <c:v>Homebuilders</c:v>
                </c:pt>
                <c:pt idx="8">
                  <c:v>Food &amp; Bev.</c:v>
                </c:pt>
                <c:pt idx="9">
                  <c:v>Utilities</c:v>
                </c:pt>
                <c:pt idx="10">
                  <c:v>Fin. Non-Banks</c:v>
                </c:pt>
                <c:pt idx="11">
                  <c:v>Banks</c:v>
                </c:pt>
                <c:pt idx="12">
                  <c:v>Metals &amp; Mining</c:v>
                </c:pt>
                <c:pt idx="13">
                  <c:v>Education</c:v>
                </c:pt>
                <c:pt idx="14">
                  <c:v>Retail</c:v>
                </c:pt>
                <c:pt idx="15">
                  <c:v>Income Prop.</c:v>
                </c:pt>
                <c:pt idx="16">
                  <c:v>Sanitation</c:v>
                </c:pt>
                <c:pt idx="17">
                  <c:v>Oil &amp; Gas</c:v>
                </c:pt>
                <c:pt idx="18">
                  <c:v>Pulp &amp; Paper</c:v>
                </c:pt>
              </c:strCache>
            </c:strRef>
          </c:cat>
          <c:val>
            <c:numRef>
              <c:f>Q2d_quality_halves_vertical!$C$2:$C$20</c:f>
              <c:numCache>
                <c:formatCode>General</c:formatCode>
                <c:ptCount val="19"/>
                <c:pt idx="0" formatCode="0.0%">
                  <c:v>-0.2536467126810788</c:v>
                </c:pt>
                <c:pt idx="2" formatCode="0.0%">
                  <c:v>-0.50322580645161286</c:v>
                </c:pt>
                <c:pt idx="3" formatCode="0.0%">
                  <c:v>-0.43194192377495461</c:v>
                </c:pt>
                <c:pt idx="4" formatCode="0.0%">
                  <c:v>-0.23168249660786969</c:v>
                </c:pt>
                <c:pt idx="5" formatCode="0.0%">
                  <c:v>-0.20188917387979391</c:v>
                </c:pt>
                <c:pt idx="6" formatCode="0.0%">
                  <c:v>-0.27340823970037448</c:v>
                </c:pt>
                <c:pt idx="7" formatCode="0.0%">
                  <c:v>-0.41257861635220128</c:v>
                </c:pt>
                <c:pt idx="8" formatCode="0.0%">
                  <c:v>-0.22248243559718961</c:v>
                </c:pt>
                <c:pt idx="9" formatCode="0.0%">
                  <c:v>-0.22001473411014069</c:v>
                </c:pt>
                <c:pt idx="10" formatCode="0.0%">
                  <c:v>-0.15851249819107691</c:v>
                </c:pt>
                <c:pt idx="11" formatCode="0.0%">
                  <c:v>-0.23921614863685889</c:v>
                </c:pt>
                <c:pt idx="12" formatCode="0.0%">
                  <c:v>-5.8230824557844403E-2</c:v>
                </c:pt>
                <c:pt idx="13" formatCode="0.0%">
                  <c:v>-0.38387096774193552</c:v>
                </c:pt>
                <c:pt idx="14" formatCode="0.0%">
                  <c:v>-0.32101291909044999</c:v>
                </c:pt>
                <c:pt idx="15" formatCode="0.0%">
                  <c:v>-0.25259792166266992</c:v>
                </c:pt>
                <c:pt idx="16" formatCode="0.0%">
                  <c:v>-0.21335928228157819</c:v>
                </c:pt>
                <c:pt idx="17" formatCode="0.0%">
                  <c:v>-9.29476420192972E-2</c:v>
                </c:pt>
                <c:pt idx="18" formatCode="0.0%">
                  <c:v>6.6585796858645005E-2</c:v>
                </c:pt>
              </c:numCache>
            </c:numRef>
          </c:val>
          <c:smooth val="0"/>
          <c:extLst>
            <c:ext xmlns:c16="http://schemas.microsoft.com/office/drawing/2014/chart" uri="{C3380CC4-5D6E-409C-BE32-E72D297353CC}">
              <c16:uniqueId val="{00000001-BE1E-4AEA-9EE3-BAE982302D3A}"/>
            </c:ext>
          </c:extLst>
        </c:ser>
        <c:dLbls>
          <c:showLegendKey val="0"/>
          <c:showVal val="0"/>
          <c:showCatName val="0"/>
          <c:showSerName val="0"/>
          <c:showPercent val="0"/>
          <c:showBubbleSize val="0"/>
        </c:dLbls>
        <c:hiLowLines>
          <c:spPr>
            <a:ln w="44450">
              <a:solidFill>
                <a:srgbClr val="D0D0D0"/>
              </a:solidFill>
            </a:ln>
          </c:spPr>
        </c:hiLowLines>
        <c:marker val="1"/>
        <c:smooth val="0"/>
        <c:axId val="50100001"/>
        <c:axId val="50100002"/>
      </c:lineChart>
      <c:catAx>
        <c:axId val="50100001"/>
        <c:scaling>
          <c:orientation val="minMax"/>
        </c:scaling>
        <c:delete val="0"/>
        <c:axPos val="b"/>
        <c:numFmt formatCode="General" sourceLinked="0"/>
        <c:majorTickMark val="none"/>
        <c:minorTickMark val="none"/>
        <c:tickLblPos val="low"/>
        <c:spPr>
          <a:ln w="9525">
            <a:solidFill>
              <a:srgbClr val="D9D9D9"/>
            </a:solidFill>
          </a:ln>
        </c:spPr>
        <c:txPr>
          <a:bodyPr rot="-5400000" vert="horz"/>
          <a:lstStyle/>
          <a:p>
            <a:pPr>
              <a:defRPr sz="900" b="0" baseline="0">
                <a:solidFill>
                  <a:srgbClr val="000000"/>
                </a:solidFill>
                <a:latin typeface="Roboto Light"/>
              </a:defRPr>
            </a:pPr>
            <a:endParaRPr lang="en-US"/>
          </a:p>
        </c:txPr>
        <c:crossAx val="50100002"/>
        <c:crosses val="min"/>
        <c:auto val="1"/>
        <c:lblAlgn val="ctr"/>
        <c:lblOffset val="100"/>
        <c:tickLblSkip val="1"/>
        <c:noMultiLvlLbl val="0"/>
      </c:catAx>
      <c:valAx>
        <c:axId val="50100002"/>
        <c:scaling>
          <c:orientation val="minMax"/>
          <c:max val="0.1"/>
          <c:min val="-0.55000000000000004"/>
        </c:scaling>
        <c:delete val="0"/>
        <c:axPos val="l"/>
        <c:numFmt formatCode="0%" sourceLinked="0"/>
        <c:majorTickMark val="none"/>
        <c:minorTickMark val="none"/>
        <c:tickLblPos val="nextTo"/>
        <c:spPr>
          <a:ln>
            <a:noFill/>
          </a:ln>
        </c:spPr>
        <c:txPr>
          <a:bodyPr wrap="none"/>
          <a:lstStyle/>
          <a:p>
            <a:pPr>
              <a:defRPr sz="900" b="0" baseline="0">
                <a:solidFill>
                  <a:srgbClr val="000000"/>
                </a:solidFill>
                <a:latin typeface="Roboto Light"/>
              </a:defRPr>
            </a:pPr>
            <a:endParaRPr lang="en-US"/>
          </a:p>
        </c:txPr>
        <c:crossAx val="50100001"/>
        <c:crosses val="autoZero"/>
        <c:crossBetween val="between"/>
        <c:majorUnit val="0.2"/>
      </c:valAx>
      <c:spPr>
        <a:noFill/>
        <a:ln>
          <a:noFill/>
        </a:ln>
      </c:spPr>
    </c:plotArea>
    <c:legend>
      <c:legendPos val="t"/>
      <c:layout>
        <c:manualLayout>
          <c:xMode val="edge"/>
          <c:yMode val="edge"/>
          <c:x val="0.34241557043000814"/>
          <c:y val="1.2626262626262626E-2"/>
          <c:w val="0.31516885913998383"/>
          <c:h val="0.10537858904000637"/>
        </c:manualLayout>
      </c:layout>
      <c:overlay val="0"/>
      <c:txPr>
        <a:bodyPr wrap="none"/>
        <a:lstStyle/>
        <a:p>
          <a:pPr>
            <a:defRPr sz="900" b="0" baseline="0">
              <a:solidFill>
                <a:srgbClr val="000000"/>
              </a:solidFill>
              <a:latin typeface="Roboto Light"/>
            </a:defRPr>
          </a:pPr>
          <a:endParaRPr lang="en-US"/>
        </a:p>
      </c:txPr>
    </c:legend>
    <c:plotVisOnly val="1"/>
    <c:dispBlanksAs val="gap"/>
    <c:showDLblsOverMax val="0"/>
  </c:chart>
  <c:spPr>
    <a:noFill/>
    <a:ln>
      <a:noFill/>
    </a:ln>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'S1'!$B$1</c:f>
              <c:strCache>
                <c:ptCount val="1"/>
                <c:pt idx="0">
                  <c:v>Bear</c:v>
                </c:pt>
              </c:strCache>
            </c:strRef>
          </c:tx>
          <c:spPr>
            <a:solidFill>
              <a:srgbClr val="1F2F44"/>
            </a:solidFill>
            <a:ln>
              <a:noFill/>
            </a:ln>
          </c:spPr>
          <c:invertIfNegative val="0"/>
          <c:dLbls>
            <c:dLbl>
              <c:idx val="0"/>
              <c:tx>
                <c:rich>
                  <a:bodyPr/>
                  <a:lstStyle/>
                  <a:p>
                    <a:r>
                      <a:rPr lang="en-US"/>
                      <a:t>−3%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816-4FC3-85FB-4268B758B0A9}"/>
                </c:ext>
              </c:extLst>
            </c:dLbl>
            <c:dLbl>
              <c:idx val="1"/>
              <c:tx>
                <c:rich>
                  <a:bodyPr/>
                  <a:lstStyle/>
                  <a:p>
                    <a:r>
                      <a:rPr lang="en-US"/>
                      <a:t>−5%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816-4FC3-85FB-4268B758B0A9}"/>
                </c:ext>
              </c:extLst>
            </c:dLbl>
            <c:dLbl>
              <c:idx val="2"/>
              <c:tx>
                <c:rich>
                  <a:bodyPr/>
                  <a:lstStyle/>
                  <a:p>
                    <a:r>
                      <a:rPr lang="en-US"/>
                      <a:t>+19%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816-4FC3-85FB-4268B758B0A9}"/>
                </c:ext>
              </c:extLst>
            </c:dLbl>
            <c:dLbl>
              <c:idx val="3"/>
              <c:tx>
                <c:rich>
                  <a:bodyPr/>
                  <a:lstStyle/>
                  <a:p>
                    <a:r>
                      <a:rPr lang="en-US"/>
                      <a:t>+4%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816-4FC3-85FB-4268B758B0A9}"/>
                </c:ext>
              </c:extLst>
            </c:dLbl>
            <c:numFmt formatCode="\+0%;\-0%;0%" sourceLinked="0"/>
            <c:spPr>
              <a:noFill/>
              <a:ln>
                <a:noFill/>
              </a:ln>
              <a:effectLst/>
            </c:spPr>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'S1'!$A$2:$A$5</c:f>
              <c:strCache>
                <c:ptCount val="4"/>
                <c:pt idx="0">
                  <c:v>Fin.</c:v>
                </c:pt>
                <c:pt idx="1">
                  <c:v>Def.</c:v>
                </c:pt>
                <c:pt idx="2">
                  <c:v>Cyc.</c:v>
                </c:pt>
                <c:pt idx="3">
                  <c:v>Comm.</c:v>
                </c:pt>
              </c:strCache>
            </c:strRef>
          </c:cat>
          <c:val>
            <c:numRef>
              <c:f>'S1'!$B$2:$B$5</c:f>
              <c:numCache>
                <c:formatCode>0%</c:formatCode>
                <c:ptCount val="4"/>
                <c:pt idx="0">
                  <c:v>-2.8239123474851999E-2</c:v>
                </c:pt>
                <c:pt idx="1">
                  <c:v>-5.0890096512396697E-2</c:v>
                </c:pt>
                <c:pt idx="2">
                  <c:v>0.1855588833404693</c:v>
                </c:pt>
                <c:pt idx="3">
                  <c:v>4.4587802476631903E-2</c:v>
                </c:pt>
              </c:numCache>
            </c:numRef>
          </c:val>
          <c:extLst>
            <c:ext xmlns:c16="http://schemas.microsoft.com/office/drawing/2014/chart" uri="{C3380CC4-5D6E-409C-BE32-E72D297353CC}">
              <c16:uniqueId val="{00000000-2FBC-41BA-9935-D9AA2E4FB3F3}"/>
            </c:ext>
          </c:extLst>
        </c:ser>
        <c:ser>
          <c:idx val="1"/>
          <c:order val="1"/>
          <c:tx>
            <c:strRef>
              <c:f>'S1'!$C$1</c:f>
              <c:strCache>
                <c:ptCount val="1"/>
                <c:pt idx="0">
                  <c:v>Base</c:v>
                </c:pt>
              </c:strCache>
            </c:strRef>
          </c:tx>
          <c:spPr>
            <a:solidFill>
              <a:srgbClr val="8EB3DF"/>
            </a:solidFill>
            <a:ln>
              <a:noFill/>
            </a:ln>
          </c:spPr>
          <c:invertIfNegative val="0"/>
          <c:dLbls>
            <c:dLbl>
              <c:idx val="0"/>
              <c:tx>
                <c:rich>
                  <a:bodyPr/>
                  <a:lstStyle/>
                  <a:p>
                    <a:r>
                      <a:rPr lang="en-US"/>
                      <a:t>+19%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816-4FC3-85FB-4268B758B0A9}"/>
                </c:ext>
              </c:extLst>
            </c:dLbl>
            <c:dLbl>
              <c:idx val="1"/>
              <c:tx>
                <c:rich>
                  <a:bodyPr/>
                  <a:lstStyle/>
                  <a:p>
                    <a:r>
                      <a:rPr lang="en-US"/>
                      <a:t>+19%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816-4FC3-85FB-4268B758B0A9}"/>
                </c:ext>
              </c:extLst>
            </c:dLbl>
            <c:dLbl>
              <c:idx val="2"/>
              <c:tx>
                <c:rich>
                  <a:bodyPr/>
                  <a:lstStyle/>
                  <a:p>
                    <a:r>
                      <a:rPr lang="en-US"/>
                      <a:t>+47%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9816-4FC3-85FB-4268B758B0A9}"/>
                </c:ext>
              </c:extLst>
            </c:dLbl>
            <c:dLbl>
              <c:idx val="3"/>
              <c:tx>
                <c:rich>
                  <a:bodyPr/>
                  <a:lstStyle/>
                  <a:p>
                    <a:r>
                      <a:rPr lang="en-US"/>
                      <a:t>+30%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816-4FC3-85FB-4268B758B0A9}"/>
                </c:ext>
              </c:extLst>
            </c:dLbl>
            <c:numFmt formatCode="\+0%;\-0%;0%" sourceLinked="0"/>
            <c:spPr>
              <a:noFill/>
              <a:ln>
                <a:noFill/>
              </a:ln>
              <a:effectLst/>
            </c:spPr>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'S1'!$A$2:$A$5</c:f>
              <c:strCache>
                <c:ptCount val="4"/>
                <c:pt idx="0">
                  <c:v>Fin.</c:v>
                </c:pt>
                <c:pt idx="1">
                  <c:v>Def.</c:v>
                </c:pt>
                <c:pt idx="2">
                  <c:v>Cyc.</c:v>
                </c:pt>
                <c:pt idx="3">
                  <c:v>Comm.</c:v>
                </c:pt>
              </c:strCache>
            </c:strRef>
          </c:cat>
          <c:val>
            <c:numRef>
              <c:f>'S1'!$C$2:$C$5</c:f>
              <c:numCache>
                <c:formatCode>0%</c:formatCode>
                <c:ptCount val="4"/>
                <c:pt idx="0">
                  <c:v>0.19140102011367169</c:v>
                </c:pt>
                <c:pt idx="1">
                  <c:v>0.18716320109386109</c:v>
                </c:pt>
                <c:pt idx="2">
                  <c:v>0.46645383116828659</c:v>
                </c:pt>
                <c:pt idx="3">
                  <c:v>0.30201071447644479</c:v>
                </c:pt>
              </c:numCache>
            </c:numRef>
          </c:val>
          <c:extLst>
            <c:ext xmlns:c16="http://schemas.microsoft.com/office/drawing/2014/chart" uri="{C3380CC4-5D6E-409C-BE32-E72D297353CC}">
              <c16:uniqueId val="{00000001-2FBC-41BA-9935-D9AA2E4FB3F3}"/>
            </c:ext>
          </c:extLst>
        </c:ser>
        <c:ser>
          <c:idx val="2"/>
          <c:order val="2"/>
          <c:tx>
            <c:strRef>
              <c:f>'S1'!$D$1</c:f>
              <c:strCache>
                <c:ptCount val="1"/>
                <c:pt idx="0">
                  <c:v>Bull</c:v>
                </c:pt>
              </c:strCache>
            </c:strRef>
          </c:tx>
          <c:spPr>
            <a:solidFill>
              <a:srgbClr val="F9C113"/>
            </a:solidFill>
            <a:ln>
              <a:noFill/>
            </a:ln>
          </c:spPr>
          <c:invertIfNegative val="0"/>
          <c:dLbls>
            <c:dLbl>
              <c:idx val="0"/>
              <c:tx>
                <c:rich>
                  <a:bodyPr/>
                  <a:lstStyle/>
                  <a:p>
                    <a:r>
                      <a:rPr lang="en-US"/>
                      <a:t>+45%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816-4FC3-85FB-4268B758B0A9}"/>
                </c:ext>
              </c:extLst>
            </c:dLbl>
            <c:dLbl>
              <c:idx val="1"/>
              <c:tx>
                <c:rich>
                  <a:bodyPr/>
                  <a:lstStyle/>
                  <a:p>
                    <a:r>
                      <a:rPr lang="en-US"/>
                      <a:t>+41%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816-4FC3-85FB-4268B758B0A9}"/>
                </c:ext>
              </c:extLst>
            </c:dLbl>
            <c:dLbl>
              <c:idx val="2"/>
              <c:tx>
                <c:rich>
                  <a:bodyPr/>
                  <a:lstStyle/>
                  <a:p>
                    <a:r>
                      <a:rPr lang="en-US"/>
                      <a:t>+71%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816-4FC3-85FB-4268B758B0A9}"/>
                </c:ext>
              </c:extLst>
            </c:dLbl>
            <c:dLbl>
              <c:idx val="3"/>
              <c:tx>
                <c:rich>
                  <a:bodyPr/>
                  <a:lstStyle/>
                  <a:p>
                    <a:r>
                      <a:rPr lang="en-US"/>
                      <a:t>+52%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816-4FC3-85FB-4268B758B0A9}"/>
                </c:ext>
              </c:extLst>
            </c:dLbl>
            <c:numFmt formatCode="\+0%;\-0%;0%" sourceLinked="0"/>
            <c:spPr>
              <a:noFill/>
              <a:ln>
                <a:noFill/>
              </a:ln>
              <a:effectLst/>
            </c:spPr>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'S1'!$A$2:$A$5</c:f>
              <c:strCache>
                <c:ptCount val="4"/>
                <c:pt idx="0">
                  <c:v>Fin.</c:v>
                </c:pt>
                <c:pt idx="1">
                  <c:v>Def.</c:v>
                </c:pt>
                <c:pt idx="2">
                  <c:v>Cyc.</c:v>
                </c:pt>
                <c:pt idx="3">
                  <c:v>Comm.</c:v>
                </c:pt>
              </c:strCache>
            </c:strRef>
          </c:cat>
          <c:val>
            <c:numRef>
              <c:f>'S1'!$D$2:$D$5</c:f>
              <c:numCache>
                <c:formatCode>0%</c:formatCode>
                <c:ptCount val="4"/>
                <c:pt idx="0">
                  <c:v>0.445603687331108</c:v>
                </c:pt>
                <c:pt idx="1">
                  <c:v>0.41390731458011149</c:v>
                </c:pt>
                <c:pt idx="2">
                  <c:v>0.71123958285113908</c:v>
                </c:pt>
                <c:pt idx="3">
                  <c:v>0.51933015949952011</c:v>
                </c:pt>
              </c:numCache>
            </c:numRef>
          </c:val>
          <c:extLst>
            <c:ext xmlns:c16="http://schemas.microsoft.com/office/drawing/2014/chart" uri="{C3380CC4-5D6E-409C-BE32-E72D297353CC}">
              <c16:uniqueId val="{00000002-2FBC-41BA-9935-D9AA2E4FB3F3}"/>
            </c:ext>
          </c:extLst>
        </c:ser>
        <c:dLbls>
          <c:showLegendKey val="0"/>
          <c:showVal val="0"/>
          <c:showCatName val="0"/>
          <c:showSerName val="0"/>
          <c:showPercent val="0"/>
          <c:showBubbleSize val="0"/>
        </c:dLbls>
        <c:gapWidth val="60"/>
        <c:overlap val="-10"/>
        <c:axId val="50010001"/>
        <c:axId val="50010002"/>
      </c:barChart>
      <c:catAx>
        <c:axId val="50010001"/>
        <c:scaling>
          <c:orientation val="minMax"/>
        </c:scaling>
        <c:delete val="0"/>
        <c:axPos val="b"/>
        <c:numFmt formatCode="General" sourceLinked="0"/>
        <c:majorTickMark val="out"/>
        <c:minorTickMark val="none"/>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autoZero"/>
        <c:auto val="1"/>
        <c:lblAlgn val="ctr"/>
        <c:lblOffset val="100"/>
        <c:noMultiLvlLbl val="0"/>
      </c:catAx>
      <c:valAx>
        <c:axId val="50010002"/>
        <c:scaling>
          <c:orientation val="minMax"/>
          <c:max val="1"/>
          <c:min val="-0.2"/>
        </c:scaling>
        <c:delete val="1"/>
        <c:axPos val="l"/>
        <c:majorGridlines>
          <c:spPr>
            <a:ln w="6350">
              <a:solidFill>
                <a:srgbClr val="D9D9D9"/>
              </a:solidFill>
              <a:prstDash val="dash"/>
            </a:ln>
          </c:spPr>
        </c:majorGridlines>
        <c:numFmt formatCode="#,##0%" sourceLinked="0"/>
        <c:majorTickMark val="none"/>
        <c:minorTickMark val="none"/>
        <c:tickLblPos val="nextTo"/>
        <c:crossAx val="50010001"/>
        <c:crosses val="autoZero"/>
        <c:crossBetween val="between"/>
      </c:valAx>
      <c:spPr>
        <a:noFill/>
        <a:ln>
          <a:noFill/>
        </a:ln>
      </c:spPr>
    </c:plotArea>
    <c:legend>
      <c:legendPos val="t"/>
      <c:overlay val="0"/>
      <c:txPr>
        <a:bodyPr/>
        <a:lstStyle/>
        <a:p>
          <a:pPr>
            <a:defRPr sz="900" b="0" baseline="0">
              <a:solidFill>
                <a:srgbClr val="000000"/>
              </a:solidFill>
              <a:latin typeface="Roboto Light"/>
            </a:defRPr>
          </a:pPr>
          <a:endParaRPr lang="en-US"/>
        </a:p>
      </c:txPr>
    </c:legend>
    <c:plotVisOnly val="1"/>
    <c:dispBlanksAs val="gap"/>
    <c:showDLblsOverMax val="0"/>
  </c:chart>
  <c:spPr>
    <a:solidFill>
      <a:srgbClr val="FFFFFF"/>
    </a:solidFill>
    <a:ln>
      <a:noFill/>
    </a:ln>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904919-855E-41AB-8A84-30C374ADE181}" type="datetimeFigureOut">
              <a:rPr lang="en-US" smtClean="0"/>
              <a:t>10/29/2026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984EC9-51C0-4BB7-A48B-D32011637DBD}" type="slidenum">
              <a:rPr lang="en-US" smtClean="0"/>
              <a:t>‹#›</a:t>
            </a:fld>
            <a:endParaRPr lang="en-US"/>
          </a:p>
        </p:txBody>
      </p:sp>
    </p:spTree>
    <p:extLst>
      <p:ext uri="{BB962C8B-B14F-4D97-AF65-F5344CB8AC3E}">
        <p14:creationId xmlns:p14="http://schemas.microsoft.com/office/powerpoint/2010/main" val="584803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fld id="{31984EC9-51C0-4BB7-A48B-D32011637DBD}" type="slidenum">
              <a:rPr lang="en-US" smtClean="0"/>
              <a:t>1</a:t>
            </a:fld>
            <a:endParaRPr lang="en-US"/>
          </a:p>
        </p:txBody>
      </p:sp>
    </p:spTree>
    <p:extLst>
      <p:ext uri="{BB962C8B-B14F-4D97-AF65-F5344CB8AC3E}">
        <p14:creationId xmlns:p14="http://schemas.microsoft.com/office/powerpoint/2010/main" val="1644832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984EC9-51C0-4BB7-A48B-D32011637DB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4188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565CF-EE63-64AF-4E2F-02BE30F87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D5BEF-D9E4-6CFE-188F-944E1FF185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B65E1A-7B07-8B83-75FB-8F9D06A48656}"/>
              </a:ext>
            </a:extLst>
          </p:cNvPr>
          <p:cNvSpPr>
            <a:spLocks noGrp="1"/>
          </p:cNvSpPr>
          <p:nvPr>
            <p:ph type="body" idx="1"/>
          </p:nvPr>
        </p:nvSpPr>
        <p:spPr/>
        <p:txBody>
          <a:bodyPr/>
          <a:lstStyle/>
          <a:p>
            <a:endParaRPr lang="pt-BR"/>
          </a:p>
        </p:txBody>
      </p:sp>
      <p:sp>
        <p:nvSpPr>
          <p:cNvPr id="4" name="Slide Number Placeholder 3">
            <a:extLst>
              <a:ext uri="{FF2B5EF4-FFF2-40B4-BE49-F238E27FC236}">
                <a16:creationId xmlns:a16="http://schemas.microsoft.com/office/drawing/2014/main" id="{5914FAD9-03A7-D5F7-45CA-5DBC65F776E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984EC9-51C0-4BB7-A48B-D32011637DB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51515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1984EC9-51C0-4BB7-A48B-D32011637DBD}" type="slidenum">
              <a:rPr lang="en-US" smtClean="0"/>
              <a:t>19</a:t>
            </a:fld>
            <a:endParaRPr lang="en-US"/>
          </a:p>
        </p:txBody>
      </p:sp>
    </p:spTree>
    <p:extLst>
      <p:ext uri="{BB962C8B-B14F-4D97-AF65-F5344CB8AC3E}">
        <p14:creationId xmlns:p14="http://schemas.microsoft.com/office/powerpoint/2010/main" val="34411510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microsoft.com/office/2007/relationships/hdphoto" Target="../media/hdphoto1.wdp"/><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6.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jpeg"/><Relationship Id="rId7" Type="http://schemas.microsoft.com/office/2007/relationships/hdphoto" Target="../media/hdphoto2.wdp"/><Relationship Id="rId2" Type="http://schemas.openxmlformats.org/officeDocument/2006/relationships/slideMaster" Target="../slideMasters/slideMaster2.xml"/><Relationship Id="rId1" Type="http://schemas.openxmlformats.org/officeDocument/2006/relationships/tags" Target="../tags/tag18.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19.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0.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1.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2.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3.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4.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5.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6.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7.xml"/><Relationship Id="rId6" Type="http://schemas.openxmlformats.org/officeDocument/2006/relationships/image" Target="../media/image4.svg"/><Relationship Id="rId5" Type="http://schemas.microsoft.com/office/2007/relationships/hdphoto" Target="../media/hdphoto1.wdp"/><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28.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29.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30.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3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3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3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2.xml"/><Relationship Id="rId1" Type="http://schemas.openxmlformats.org/officeDocument/2006/relationships/tags" Target="../tags/tag3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2.xml"/><Relationship Id="rId1" Type="http://schemas.openxmlformats.org/officeDocument/2006/relationships/tags" Target="../tags/tag35.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6.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7.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8.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39.xml"/><Relationship Id="rId6" Type="http://schemas.microsoft.com/office/2007/relationships/hdphoto" Target="../media/hdphoto4.wdp"/><Relationship Id="rId5" Type="http://schemas.openxmlformats.org/officeDocument/2006/relationships/image" Target="../media/image11.png"/><Relationship Id="rId4" Type="http://schemas.openxmlformats.org/officeDocument/2006/relationships/image" Target="../media/image8.svg"/></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0.xml"/></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1.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2.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3.xml"/></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www.xpi.com.br/" TargetMode="External"/><Relationship Id="rId2" Type="http://schemas.openxmlformats.org/officeDocument/2006/relationships/slideMaster" Target="../slideMasters/slideMaster2.xml"/><Relationship Id="rId1" Type="http://schemas.openxmlformats.org/officeDocument/2006/relationships/tags" Target="../tags/tag4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45.xml"/><Relationship Id="rId6" Type="http://schemas.microsoft.com/office/2007/relationships/hdphoto" Target="../media/hdphoto4.wdp"/><Relationship Id="rId5" Type="http://schemas.openxmlformats.org/officeDocument/2006/relationships/image" Target="../media/image11.png"/><Relationship Id="rId4" Type="http://schemas.openxmlformats.org/officeDocument/2006/relationships/image" Target="../media/image8.svg"/></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6.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2.xml"/><Relationship Id="rId1" Type="http://schemas.openxmlformats.org/officeDocument/2006/relationships/tags" Target="../tags/tag47.xml"/><Relationship Id="rId4" Type="http://schemas.openxmlformats.org/officeDocument/2006/relationships/image" Target="../media/image6.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jpeg"/><Relationship Id="rId7" Type="http://schemas.microsoft.com/office/2007/relationships/hdphoto" Target="../media/hdphoto2.wdp"/><Relationship Id="rId2" Type="http://schemas.openxmlformats.org/officeDocument/2006/relationships/slideMaster" Target="../slideMasters/slideMaster3.xml"/><Relationship Id="rId1" Type="http://schemas.openxmlformats.org/officeDocument/2006/relationships/tags" Target="../tags/tag48.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2.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49.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50.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51.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52.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53.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54.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55.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56.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57.xml"/><Relationship Id="rId6" Type="http://schemas.openxmlformats.org/officeDocument/2006/relationships/image" Target="../media/image4.svg"/><Relationship Id="rId5" Type="http://schemas.microsoft.com/office/2007/relationships/hdphoto" Target="../media/hdphoto1.wdp"/><Relationship Id="rId4"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8.xml"/></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9.xml"/></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0.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61.xml"/><Relationship Id="rId6" Type="http://schemas.microsoft.com/office/2007/relationships/hdphoto" Target="../media/hdphoto4.wdp"/><Relationship Id="rId5" Type="http://schemas.openxmlformats.org/officeDocument/2006/relationships/image" Target="../media/image11.png"/><Relationship Id="rId4" Type="http://schemas.openxmlformats.org/officeDocument/2006/relationships/image" Target="../media/image8.svg"/></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2.xml"/></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3.xml"/></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4.xml"/></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5.xml"/></Relationships>
</file>

<file path=ppt/slideLayouts/_rels/slideLayout66.xml.rels><?xml version="1.0" encoding="UTF-8" standalone="yes"?>
<Relationships xmlns="http://schemas.openxmlformats.org/package/2006/relationships"><Relationship Id="rId3" Type="http://schemas.openxmlformats.org/officeDocument/2006/relationships/hyperlink" Target="http://www.xpi.com.br/" TargetMode="External"/><Relationship Id="rId2" Type="http://schemas.openxmlformats.org/officeDocument/2006/relationships/slideMaster" Target="../slideMasters/slideMaster3.xml"/><Relationship Id="rId1" Type="http://schemas.openxmlformats.org/officeDocument/2006/relationships/tags" Target="../tags/tag6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67.xml"/><Relationship Id="rId6" Type="http://schemas.microsoft.com/office/2007/relationships/hdphoto" Target="../media/hdphoto4.wdp"/><Relationship Id="rId5" Type="http://schemas.openxmlformats.org/officeDocument/2006/relationships/image" Target="../media/image11.png"/><Relationship Id="rId4" Type="http://schemas.openxmlformats.org/officeDocument/2006/relationships/image" Target="../media/image8.sv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4.xml"/><Relationship Id="rId1" Type="http://schemas.openxmlformats.org/officeDocument/2006/relationships/tags" Target="../tags/tag68.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4.xml"/><Relationship Id="rId1" Type="http://schemas.openxmlformats.org/officeDocument/2006/relationships/tags" Target="../tags/tag69.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4.xml"/><Relationship Id="rId1" Type="http://schemas.openxmlformats.org/officeDocument/2006/relationships/tags" Target="../tags/tag70.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4.xml"/><Relationship Id="rId1" Type="http://schemas.openxmlformats.org/officeDocument/2006/relationships/tags" Target="../tags/tag7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4.xml"/><Relationship Id="rId1" Type="http://schemas.openxmlformats.org/officeDocument/2006/relationships/tags" Target="../tags/tag7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4.xml"/><Relationship Id="rId1" Type="http://schemas.openxmlformats.org/officeDocument/2006/relationships/tags" Target="../tags/tag7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4.xml"/><Relationship Id="rId1" Type="http://schemas.openxmlformats.org/officeDocument/2006/relationships/tags" Target="../tags/tag7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4.xml"/><Relationship Id="rId1" Type="http://schemas.openxmlformats.org/officeDocument/2006/relationships/tags" Target="../tags/tag75.xml"/></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76.xml"/></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77.xml"/></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78.xml"/></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79.xml"/></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80.xml"/></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81.xml"/></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82.xml"/></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8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4.xml"/><Relationship Id="rId1" Type="http://schemas.openxmlformats.org/officeDocument/2006/relationships/tags" Target="../tags/tag84.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3" y="4060055"/>
            <a:ext cx="6112353" cy="3349806"/>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F2F86A7-ED4D-48B1-9F47-4F6090DC3372}"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2209024188"/>
      </p:ext>
    </p:extLst>
  </p:cSld>
  <p:clrMapOvr>
    <a:masterClrMapping/>
  </p:clrMapOvr>
  <p:extLst>
    <p:ext uri="{DCECCB84-F9BA-43D5-87BE-67443E8EF086}">
      <p15:sldGuideLst xmlns:p15="http://schemas.microsoft.com/office/powerpoint/2012/main">
        <p15:guide id="0" pos="2228" userDrawn="1">
          <p15:clr>
            <a:srgbClr val="FBAE40"/>
          </p15:clr>
        </p15:guide>
        <p15:guide id="1" pos="20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BA6D1BE1-1084-428A-81B9-BDA8CD6501B7}"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13030028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89658630-F50C-49FA-9C67-15A852608CF0}"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376475646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FB42F95B-FE82-4845-B017-23DFE4AAD221}"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85697767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579232"/>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808524"/>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A9953E18-D5D3-4CC4-B931-BB76DEE5113D}"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813981"/>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975778"/>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410265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300236"/>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462033"/>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58890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793806"/>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955603"/>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508247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808525"/>
            <a:ext cx="0" cy="574028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 name="Espaço Reservado para Conteúdo 14">
            <a:extLst>
              <a:ext uri="{FF2B5EF4-FFF2-40B4-BE49-F238E27FC236}">
                <a16:creationId xmlns:a16="http://schemas.microsoft.com/office/drawing/2014/main" id="{0C3B0BBF-0180-E669-01B6-1ED0D3247D9F}"/>
              </a:ext>
            </a:extLst>
          </p:cNvPr>
          <p:cNvSpPr>
            <a:spLocks noGrp="1"/>
          </p:cNvSpPr>
          <p:nvPr>
            <p:ph sz="quarter" idx="38" hasCustomPrompt="1"/>
          </p:nvPr>
        </p:nvSpPr>
        <p:spPr>
          <a:xfrm>
            <a:off x="4330594" y="6928943"/>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73418C2F-AF1B-6403-E505-EE107BB19802}"/>
              </a:ext>
            </a:extLst>
          </p:cNvPr>
          <p:cNvSpPr>
            <a:spLocks noGrp="1"/>
          </p:cNvSpPr>
          <p:nvPr>
            <p:ph sz="quarter" idx="39" hasCustomPrompt="1"/>
          </p:nvPr>
        </p:nvSpPr>
        <p:spPr>
          <a:xfrm>
            <a:off x="4330594" y="6640324"/>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271603771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6783F467-2C6D-430D-9E05-AA9499427763}"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191587939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err="1">
                <a:solidFill>
                  <a:srgbClr val="242424"/>
                </a:solidFill>
                <a:latin typeface="+mj-lt"/>
                <a:ea typeface="XP Light Lighthouse" pitchFamily="50" charset="0"/>
              </a:rPr>
              <a:t>Table</a:t>
            </a:r>
            <a:r>
              <a:rPr lang="pt-BR" sz="2800">
                <a:solidFill>
                  <a:srgbClr val="242424"/>
                </a:solidFill>
                <a:latin typeface="+mj-lt"/>
                <a:ea typeface="XP Light Lighthouse" pitchFamily="50" charset="0"/>
              </a:rPr>
              <a:t> </a:t>
            </a:r>
            <a:r>
              <a:rPr lang="pt-BR" sz="2800" err="1">
                <a:solidFill>
                  <a:srgbClr val="242424"/>
                </a:solidFill>
                <a:latin typeface="+mj-lt"/>
                <a:ea typeface="XP Light Lighthouse" pitchFamily="50" charset="0"/>
              </a:rPr>
              <a:t>of</a:t>
            </a:r>
            <a:r>
              <a:rPr lang="pt-BR" sz="2800">
                <a:solidFill>
                  <a:srgbClr val="242424"/>
                </a:solidFill>
                <a:latin typeface="+mj-lt"/>
                <a:ea typeface="XP Light Lighthouse" pitchFamily="50" charset="0"/>
              </a:rPr>
              <a:t> </a:t>
            </a:r>
            <a:r>
              <a:rPr lang="pt-BR" sz="2800" err="1">
                <a:solidFill>
                  <a:srgbClr val="242424"/>
                </a:solidFill>
                <a:latin typeface="+mj-lt"/>
                <a:ea typeface="XP Light Lighthouse" pitchFamily="50" charset="0"/>
              </a:rPr>
              <a:t>Contents</a:t>
            </a:r>
            <a:endParaRPr lang="pt-BR" sz="280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grpSp>
        <p:nvGrpSpPr>
          <p:cNvPr id="58" name="Group 57">
            <a:extLst>
              <a:ext uri="{FF2B5EF4-FFF2-40B4-BE49-F238E27FC236}">
                <a16:creationId xmlns:a16="http://schemas.microsoft.com/office/drawing/2014/main" id="{21EC4E3C-94FF-4DEE-BCA5-6C69C79BF726}"/>
              </a:ext>
            </a:extLst>
          </p:cNvPr>
          <p:cNvGrpSpPr/>
          <p:nvPr userDrawn="1"/>
        </p:nvGrpSpPr>
        <p:grpSpPr>
          <a:xfrm>
            <a:off x="0" y="8408987"/>
            <a:ext cx="6858000" cy="1497013"/>
            <a:chOff x="-2701533" y="4131759"/>
            <a:chExt cx="8821930" cy="2757656"/>
          </a:xfrm>
        </p:grpSpPr>
        <p:cxnSp>
          <p:nvCxnSpPr>
            <p:cNvPr id="59" name="Conector reto 7">
              <a:extLst>
                <a:ext uri="{FF2B5EF4-FFF2-40B4-BE49-F238E27FC236}">
                  <a16:creationId xmlns:a16="http://schemas.microsoft.com/office/drawing/2014/main" id="{36127AE7-5949-4D77-9612-72EB21196D4A}"/>
                </a:ext>
              </a:extLst>
            </p:cNvPr>
            <p:cNvCxnSpPr>
              <a:cxnSpLocks/>
            </p:cNvCxnSpPr>
            <p:nvPr userDrawn="1"/>
          </p:nvCxnSpPr>
          <p:spPr>
            <a:xfrm>
              <a:off x="-2701533" y="5750250"/>
              <a:ext cx="88219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Conector reto 2">
              <a:extLst>
                <a:ext uri="{FF2B5EF4-FFF2-40B4-BE49-F238E27FC236}">
                  <a16:creationId xmlns:a16="http://schemas.microsoft.com/office/drawing/2014/main" id="{4CE8B0B8-0AF5-462B-9CCC-6E9CFFF38D98}"/>
                </a:ext>
              </a:extLst>
            </p:cNvPr>
            <p:cNvCxnSpPr>
              <a:cxnSpLocks/>
            </p:cNvCxnSpPr>
            <p:nvPr userDrawn="1"/>
          </p:nvCxnSpPr>
          <p:spPr>
            <a:xfrm flipH="1">
              <a:off x="4033407" y="4131759"/>
              <a:ext cx="2086990" cy="27576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grpSp>
        <p:nvGrpSpPr>
          <p:cNvPr id="2" name="Group 1">
            <a:extLst>
              <a:ext uri="{FF2B5EF4-FFF2-40B4-BE49-F238E27FC236}">
                <a16:creationId xmlns:a16="http://schemas.microsoft.com/office/drawing/2014/main" id="{1718E427-0260-0727-2935-19A1C631F6FC}"/>
              </a:ext>
            </a:extLst>
          </p:cNvPr>
          <p:cNvGrpSpPr/>
          <p:nvPr userDrawn="1"/>
        </p:nvGrpSpPr>
        <p:grpSpPr>
          <a:xfrm flipV="1">
            <a:off x="4738912" y="0"/>
            <a:ext cx="2119086" cy="9906000"/>
            <a:chOff x="-1" y="0"/>
            <a:chExt cx="1467060" cy="6858000"/>
          </a:xfrm>
        </p:grpSpPr>
        <p:pic>
          <p:nvPicPr>
            <p:cNvPr id="3" name="Graphic 2">
              <a:extLst>
                <a:ext uri="{FF2B5EF4-FFF2-40B4-BE49-F238E27FC236}">
                  <a16:creationId xmlns:a16="http://schemas.microsoft.com/office/drawing/2014/main" id="{D6A78708-7056-DECF-E2B8-397592D375B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71178" b="20035"/>
            <a:stretch/>
          </p:blipFill>
          <p:spPr>
            <a:xfrm flipV="1">
              <a:off x="0" y="0"/>
              <a:ext cx="1467059" cy="685800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6065E33-77E0-318A-9391-9D69FD091928}"/>
                </a:ext>
              </a:extLst>
            </p:cNvPr>
            <p:cNvPicPr>
              <a:picLocks noChangeAspect="1"/>
            </p:cNvPicPr>
            <p:nvPr userDrawn="1"/>
          </p:nvPicPr>
          <p:blipFill>
            <a:blip r:embed="rId4">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1" y="0"/>
              <a:ext cx="1467060" cy="6858000"/>
            </a:xfrm>
            <a:prstGeom prst="rect">
              <a:avLst/>
            </a:prstGeom>
          </p:spPr>
        </p:pic>
      </p:grpSp>
      <p:pic>
        <p:nvPicPr>
          <p:cNvPr id="5" name="Picture 4" descr="A blue and white dot pattern&#10;&#10;AI-generated content may be incorrect.">
            <a:extLst>
              <a:ext uri="{FF2B5EF4-FFF2-40B4-BE49-F238E27FC236}">
                <a16:creationId xmlns:a16="http://schemas.microsoft.com/office/drawing/2014/main" id="{D1DAA25D-C72A-5FAF-A27A-F80057011D0E}"/>
              </a:ext>
            </a:extLst>
          </p:cNvPr>
          <p:cNvPicPr>
            <a:picLocks noChangeAspect="1"/>
          </p:cNvPicPr>
          <p:nvPr userDrawn="1"/>
        </p:nvPicPr>
        <p:blipFill>
          <a:blip r:embed="rId4">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V="1">
            <a:off x="4738914" y="0"/>
            <a:ext cx="2119086" cy="9906000"/>
          </a:xfrm>
          <a:prstGeom prst="rect">
            <a:avLst/>
          </a:prstGeom>
        </p:spPr>
      </p:pic>
      <p:pic>
        <p:nvPicPr>
          <p:cNvPr id="7" name="Graphic 6">
            <a:extLst>
              <a:ext uri="{FF2B5EF4-FFF2-40B4-BE49-F238E27FC236}">
                <a16:creationId xmlns:a16="http://schemas.microsoft.com/office/drawing/2014/main" id="{B633886A-BEEC-730C-F984-64E67FD6A551}"/>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3016" t="24344" r="39234" b="-323"/>
          <a:stretch/>
        </p:blipFill>
        <p:spPr>
          <a:xfrm flipH="1">
            <a:off x="4738912" y="193872"/>
            <a:ext cx="2119088" cy="9712130"/>
          </a:xfrm>
          <a:prstGeom prst="rect">
            <a:avLst/>
          </a:prstGeom>
        </p:spPr>
      </p:pic>
    </p:spTree>
    <p:extLst>
      <p:ext uri="{BB962C8B-B14F-4D97-AF65-F5344CB8AC3E}">
        <p14:creationId xmlns:p14="http://schemas.microsoft.com/office/powerpoint/2010/main" val="122746759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sória">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004B1B-6C67-4C40-BA3A-400177C1EF88}"/>
              </a:ext>
            </a:extLst>
          </p:cNvPr>
          <p:cNvSpPr/>
          <p:nvPr userDrawn="1"/>
        </p:nvSpPr>
        <p:spPr>
          <a:xfrm>
            <a:off x="-1" y="0"/>
            <a:ext cx="6858001" cy="20034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F8C7BC6E-B42D-4416-8608-21682D8920A8}"/>
              </a:ext>
            </a:extLst>
          </p:cNvPr>
          <p:cNvGrpSpPr/>
          <p:nvPr userDrawn="1"/>
        </p:nvGrpSpPr>
        <p:grpSpPr>
          <a:xfrm>
            <a:off x="0" y="1188728"/>
            <a:ext cx="6858000" cy="8726315"/>
            <a:chOff x="0" y="-1859272"/>
            <a:chExt cx="6858000" cy="8726315"/>
          </a:xfrm>
        </p:grpSpPr>
        <p:sp>
          <p:nvSpPr>
            <p:cNvPr id="40" name="Rectangle 39">
              <a:extLst>
                <a:ext uri="{FF2B5EF4-FFF2-40B4-BE49-F238E27FC236}">
                  <a16:creationId xmlns:a16="http://schemas.microsoft.com/office/drawing/2014/main" id="{8213840C-2C06-4CAA-815E-6052211F6CA0}"/>
                </a:ext>
              </a:extLst>
            </p:cNvPr>
            <p:cNvSpPr/>
            <p:nvPr userDrawn="1"/>
          </p:nvSpPr>
          <p:spPr>
            <a:xfrm flipH="1" flipV="1">
              <a:off x="0" y="-1859272"/>
              <a:ext cx="6858000" cy="871727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pic>
          <p:nvPicPr>
            <p:cNvPr id="41" name="Picture 40" descr="A picture containing dark, night sky&#10;&#10;Description automatically generated">
              <a:extLst>
                <a:ext uri="{FF2B5EF4-FFF2-40B4-BE49-F238E27FC236}">
                  <a16:creationId xmlns:a16="http://schemas.microsoft.com/office/drawing/2014/main" id="{AACBCC8B-613D-4802-AE5F-7D7D5FE3F250}"/>
                </a:ext>
              </a:extLst>
            </p:cNvPr>
            <p:cNvPicPr>
              <a:picLocks noChangeAspect="1"/>
            </p:cNvPicPr>
            <p:nvPr userDrawn="1"/>
          </p:nvPicPr>
          <p:blipFill rotWithShape="1">
            <a:blip r:embed="rId3">
              <a:alphaModFix amt="49000"/>
            </a:blip>
            <a:srcRect l="11124"/>
            <a:stretch/>
          </p:blipFill>
          <p:spPr>
            <a:xfrm rot="16200000" flipV="1">
              <a:off x="-929638" y="-920592"/>
              <a:ext cx="8717273" cy="6857998"/>
            </a:xfrm>
            <a:prstGeom prst="rect">
              <a:avLst/>
            </a:prstGeom>
          </p:spPr>
        </p:pic>
      </p:gr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accent6"/>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7" name="Rectangle 86">
            <a:extLst>
              <a:ext uri="{FF2B5EF4-FFF2-40B4-BE49-F238E27FC236}">
                <a16:creationId xmlns:a16="http://schemas.microsoft.com/office/drawing/2014/main" id="{07C5F37B-60FC-4C36-9DD3-0AB5A17A75AB}"/>
              </a:ext>
            </a:extLst>
          </p:cNvPr>
          <p:cNvSpPr/>
          <p:nvPr userDrawn="1"/>
        </p:nvSpPr>
        <p:spPr>
          <a:xfrm>
            <a:off x="4086054" y="0"/>
            <a:ext cx="2771946" cy="1188728"/>
          </a:xfrm>
          <a:custGeom>
            <a:avLst/>
            <a:gdLst>
              <a:gd name="connsiteX0" fmla="*/ 0 w 2771946"/>
              <a:gd name="connsiteY0" fmla="*/ 0 h 1188728"/>
              <a:gd name="connsiteX1" fmla="*/ 2771946 w 2771946"/>
              <a:gd name="connsiteY1" fmla="*/ 0 h 1188728"/>
              <a:gd name="connsiteX2" fmla="*/ 2771946 w 2771946"/>
              <a:gd name="connsiteY2" fmla="*/ 1188728 h 1188728"/>
              <a:gd name="connsiteX3" fmla="*/ 0 w 2771946"/>
              <a:gd name="connsiteY3" fmla="*/ 11887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1104900 w 2771946"/>
              <a:gd name="connsiteY3" fmla="*/ 9093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971550 w 2771946"/>
              <a:gd name="connsiteY3" fmla="*/ 1188728 h 1188728"/>
              <a:gd name="connsiteX4" fmla="*/ 0 w 2771946"/>
              <a:gd name="connsiteY4" fmla="*/ 0 h 1188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946" h="1188728">
                <a:moveTo>
                  <a:pt x="0" y="0"/>
                </a:moveTo>
                <a:lnTo>
                  <a:pt x="2771946" y="0"/>
                </a:lnTo>
                <a:lnTo>
                  <a:pt x="2771946" y="1188728"/>
                </a:lnTo>
                <a:lnTo>
                  <a:pt x="971550" y="1188728"/>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68" name="Group 67">
            <a:extLst>
              <a:ext uri="{FF2B5EF4-FFF2-40B4-BE49-F238E27FC236}">
                <a16:creationId xmlns:a16="http://schemas.microsoft.com/office/drawing/2014/main" id="{17DB0CED-EB9B-40B9-950A-5942CEE89D15}"/>
              </a:ext>
            </a:extLst>
          </p:cNvPr>
          <p:cNvGrpSpPr/>
          <p:nvPr userDrawn="1"/>
        </p:nvGrpSpPr>
        <p:grpSpPr>
          <a:xfrm>
            <a:off x="0" y="0"/>
            <a:ext cx="6858000" cy="3415894"/>
            <a:chOff x="-2701533" y="4114034"/>
            <a:chExt cx="8821930" cy="4701783"/>
          </a:xfrm>
        </p:grpSpPr>
        <p:cxnSp>
          <p:nvCxnSpPr>
            <p:cNvPr id="69" name="Conector reto 7">
              <a:extLst>
                <a:ext uri="{FF2B5EF4-FFF2-40B4-BE49-F238E27FC236}">
                  <a16:creationId xmlns:a16="http://schemas.microsoft.com/office/drawing/2014/main" id="{7C215890-47CA-4535-A28E-F0D8639CAF52}"/>
                </a:ext>
              </a:extLst>
            </p:cNvPr>
            <p:cNvCxnSpPr>
              <a:cxnSpLocks/>
            </p:cNvCxnSpPr>
            <p:nvPr userDrawn="1"/>
          </p:nvCxnSpPr>
          <p:spPr>
            <a:xfrm>
              <a:off x="-2701533" y="5741510"/>
              <a:ext cx="882193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1" name="Conector reto 2">
              <a:extLst>
                <a:ext uri="{FF2B5EF4-FFF2-40B4-BE49-F238E27FC236}">
                  <a16:creationId xmlns:a16="http://schemas.microsoft.com/office/drawing/2014/main" id="{C9C6FAA6-86BF-4151-9C12-9A001DB12D56}"/>
                </a:ext>
              </a:extLst>
            </p:cNvPr>
            <p:cNvCxnSpPr>
              <a:cxnSpLocks/>
            </p:cNvCxnSpPr>
            <p:nvPr userDrawn="1"/>
          </p:nvCxnSpPr>
          <p:spPr>
            <a:xfrm flipH="1" flipV="1">
              <a:off x="2562094" y="4114034"/>
              <a:ext cx="3558302" cy="470178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9" name="Text Placeholder 40">
            <a:extLst>
              <a:ext uri="{FF2B5EF4-FFF2-40B4-BE49-F238E27FC236}">
                <a16:creationId xmlns:a16="http://schemas.microsoft.com/office/drawing/2014/main" id="{91D72DC1-72BB-4D90-888F-230C2490908D}"/>
              </a:ext>
            </a:extLst>
          </p:cNvPr>
          <p:cNvSpPr>
            <a:spLocks noGrp="1"/>
          </p:cNvSpPr>
          <p:nvPr>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90" name="Text Placeholder 40">
            <a:extLst>
              <a:ext uri="{FF2B5EF4-FFF2-40B4-BE49-F238E27FC236}">
                <a16:creationId xmlns:a16="http://schemas.microsoft.com/office/drawing/2014/main" id="{B7833D10-130C-44AA-A9F0-0C48CBA6D02C}"/>
              </a:ext>
            </a:extLst>
          </p:cNvPr>
          <p:cNvSpPr>
            <a:spLocks noGrp="1"/>
          </p:cNvSpPr>
          <p:nvPr>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spTree>
    <p:extLst>
      <p:ext uri="{BB962C8B-B14F-4D97-AF65-F5344CB8AC3E}">
        <p14:creationId xmlns:p14="http://schemas.microsoft.com/office/powerpoint/2010/main" val="203538760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196DE099-8702-425F-92E5-66E465B8F6C6}" type="datetime4">
              <a:rPr lang="en-US" smtClean="0"/>
              <a:t>October 29, 2026</a:t>
            </a:fld>
            <a:endParaRPr lang="en-US"/>
          </a:p>
        </p:txBody>
      </p:sp>
    </p:spTree>
    <p:extLst>
      <p:ext uri="{BB962C8B-B14F-4D97-AF65-F5344CB8AC3E}">
        <p14:creationId xmlns:p14="http://schemas.microsoft.com/office/powerpoint/2010/main" val="330531609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E0760C8-E149-4DBB-A28A-A719E19094E5}" type="datetime4">
              <a:rPr lang="en-US" smtClean="0"/>
              <a:t>October 29, 2026</a:t>
            </a:fld>
            <a:endParaRPr lang="en-US"/>
          </a:p>
        </p:txBody>
      </p:sp>
    </p:spTree>
    <p:extLst>
      <p:ext uri="{BB962C8B-B14F-4D97-AF65-F5344CB8AC3E}">
        <p14:creationId xmlns:p14="http://schemas.microsoft.com/office/powerpoint/2010/main" val="39697635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73D0C852-B234-4B47-8D71-A0131BBD9A6A}" type="datetime4">
              <a:rPr lang="en-US" smtClean="0"/>
              <a:t>October 29, 2026</a:t>
            </a:fld>
            <a:endParaRPr lang="en-US"/>
          </a:p>
        </p:txBody>
      </p:sp>
    </p:spTree>
    <p:extLst>
      <p:ext uri="{BB962C8B-B14F-4D97-AF65-F5344CB8AC3E}">
        <p14:creationId xmlns:p14="http://schemas.microsoft.com/office/powerpoint/2010/main" val="39675735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118D491-1674-4CB6-8E2B-83DFAA1D77E6}" type="datetime4">
              <a:rPr lang="en-US" smtClean="0"/>
              <a:t>October 29, 2026</a:t>
            </a:fld>
            <a:endParaRPr lang="en-US"/>
          </a:p>
        </p:txBody>
      </p:sp>
    </p:spTree>
    <p:extLst>
      <p:ext uri="{BB962C8B-B14F-4D97-AF65-F5344CB8AC3E}">
        <p14:creationId xmlns:p14="http://schemas.microsoft.com/office/powerpoint/2010/main" val="37171974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8379CB8-B53F-435E-862F-BF7C15787848}" type="datetime4">
              <a:rPr lang="en-US" smtClean="0"/>
              <a:t>October 29, 2026</a:t>
            </a:fld>
            <a:endParaRPr lang="en-US"/>
          </a:p>
        </p:txBody>
      </p:sp>
    </p:spTree>
    <p:extLst>
      <p:ext uri="{BB962C8B-B14F-4D97-AF65-F5344CB8AC3E}">
        <p14:creationId xmlns:p14="http://schemas.microsoft.com/office/powerpoint/2010/main" val="173597992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215285F9-5D62-42E4-80C2-03AA42307FEF}" type="datetime4">
              <a:rPr lang="en-US" smtClean="0"/>
              <a:t>October 29, 2026</a:t>
            </a:fld>
            <a:endParaRPr lang="en-US"/>
          </a:p>
        </p:txBody>
      </p:sp>
    </p:spTree>
    <p:extLst>
      <p:ext uri="{BB962C8B-B14F-4D97-AF65-F5344CB8AC3E}">
        <p14:creationId xmlns:p14="http://schemas.microsoft.com/office/powerpoint/2010/main" val="18672606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395C79A2-AA1C-41E0-A332-B81276CFB69B}" type="datetime4">
              <a:rPr lang="en-US" smtClean="0"/>
              <a:t>October 29,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884321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2ECBBCEC-AA92-46C3-82F8-B9BDABA4A63F}" type="datetime4">
              <a:rPr lang="en-US" smtClean="0"/>
              <a:t>October 29, 2026</a:t>
            </a:fld>
            <a:endParaRPr lang="en-US"/>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318100"/>
            <a:ext cx="6099546" cy="8099974"/>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228600" lvl="0" indent="-228600" algn="just">
              <a:lnSpc>
                <a:spcPts val="800"/>
              </a:lnSpc>
              <a:buFont typeface="+mj-lt"/>
              <a:buAutoNum type="arabicPeriod"/>
            </a:pPr>
            <a:r>
              <a:rPr lang="en-US" sz="650" i="0" dirty="0"/>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228600" lvl="0" indent="-228600" algn="just">
              <a:lnSpc>
                <a:spcPts val="800"/>
              </a:lnSpc>
              <a:buFont typeface="+mj-lt"/>
              <a:buAutoNum type="arabicPeriod"/>
            </a:pPr>
            <a:r>
              <a:rPr lang="en-US" sz="650" i="0" dirty="0"/>
              <a:t>This report was prepared considering the product risk classification in order to generate allocation results for each investor profile.  		</a:t>
            </a:r>
          </a:p>
          <a:p>
            <a:pPr marL="228600" lvl="0" indent="-228600" algn="just">
              <a:lnSpc>
                <a:spcPts val="800"/>
              </a:lnSpc>
              <a:buFont typeface="+mj-lt"/>
              <a:buAutoNum type="arabicPeriod"/>
            </a:pPr>
            <a:r>
              <a:rPr lang="en-US" sz="650" i="0" dirty="0"/>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marL="228600" lvl="0" indent="-228600" algn="just">
              <a:lnSpc>
                <a:spcPts val="800"/>
              </a:lnSpc>
              <a:buFont typeface="+mj-lt"/>
              <a:buAutoNum type="arabicPeriod"/>
            </a:pPr>
            <a:r>
              <a:rPr lang="en-US" sz="650" i="0" dirty="0"/>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marL="228600" lvl="0" indent="-228600" algn="just">
              <a:lnSpc>
                <a:spcPts val="800"/>
              </a:lnSpc>
              <a:buFont typeface="+mj-lt"/>
              <a:buAutoNum type="arabicPeriod"/>
            </a:pPr>
            <a:r>
              <a:rPr lang="en-US" sz="650" i="0" dirty="0"/>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marL="228600" lvl="0" indent="-228600" algn="just">
              <a:lnSpc>
                <a:spcPts val="800"/>
              </a:lnSpc>
              <a:buFont typeface="+mj-lt"/>
              <a:buAutoNum type="arabicPeriod"/>
            </a:pPr>
            <a:r>
              <a:rPr lang="en-US" sz="650" i="0" dirty="0"/>
              <a:t>XP Investimentos’ analysts are obligated to comply with all the rules laid down in the APIMEC’s conduct code for the securities analyst and XP Investimentos’ analyst of securities conduct policy.  		</a:t>
            </a:r>
          </a:p>
          <a:p>
            <a:pPr marL="228600" lvl="0" indent="-228600" algn="just">
              <a:lnSpc>
                <a:spcPts val="800"/>
              </a:lnSpc>
              <a:buFont typeface="+mj-lt"/>
              <a:buAutoNum type="arabicPeriod"/>
            </a:pPr>
            <a:r>
              <a:rPr lang="en-US" sz="650" i="0" dirty="0"/>
              <a:t>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marL="228600" lvl="0" indent="-228600" algn="just">
              <a:lnSpc>
                <a:spcPts val="800"/>
              </a:lnSpc>
              <a:buFont typeface="+mj-lt"/>
              <a:buAutoNum type="arabicPeriod"/>
            </a:pPr>
            <a:r>
              <a:rPr lang="en-US" sz="650" i="0" dirty="0"/>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228600" lvl="0" indent="-228600" algn="just">
              <a:lnSpc>
                <a:spcPts val="800"/>
              </a:lnSpc>
              <a:buFont typeface="+mj-lt"/>
              <a:buAutoNum type="arabicPeriod"/>
            </a:pPr>
            <a:r>
              <a:rPr lang="en-US" sz="650" i="0" dirty="0"/>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marL="228600" lvl="0" indent="-228600" algn="just">
              <a:lnSpc>
                <a:spcPts val="800"/>
              </a:lnSpc>
              <a:buFont typeface="+mj-lt"/>
              <a:buAutoNum type="arabicPeriod"/>
            </a:pPr>
            <a:r>
              <a:rPr lang="en-US" sz="650" i="0" dirty="0"/>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marL="228600" lvl="0" indent="-228600" algn="just">
              <a:lnSpc>
                <a:spcPts val="800"/>
              </a:lnSpc>
              <a:buFont typeface="+mj-lt"/>
              <a:buAutoNum type="arabicPeriod"/>
            </a:pPr>
            <a:r>
              <a:rPr lang="en-US" sz="650" i="0" dirty="0"/>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p>
          <a:p>
            <a:pPr marL="228600" lvl="0" indent="-228600" algn="just">
              <a:lnSpc>
                <a:spcPts val="800"/>
              </a:lnSpc>
              <a:buFont typeface="+mj-lt"/>
              <a:buAutoNum type="arabicPeriod"/>
            </a:pPr>
            <a:r>
              <a:rPr lang="en-US" sz="650" i="0" dirty="0"/>
              <a:t>The cost of the transactions billing policies are defined in the operational cost tables which are made available on XP Investimentos website: www.xpi.com.br.</a:t>
            </a:r>
          </a:p>
          <a:p>
            <a:pPr marL="228600" lvl="0" indent="-228600" algn="just">
              <a:lnSpc>
                <a:spcPts val="800"/>
              </a:lnSpc>
              <a:buFont typeface="+mj-lt"/>
              <a:buAutoNum type="arabicPeriod"/>
            </a:pPr>
            <a:r>
              <a:rPr lang="en-US" sz="650" i="0" dirty="0"/>
              <a:t>XP Investimentos is exempt from any liability for any damages, direct or indirect, that come from the use of this report or its contents.  	</a:t>
            </a:r>
          </a:p>
          <a:p>
            <a:pPr marL="228600" lvl="0" indent="-228600" algn="just">
              <a:lnSpc>
                <a:spcPts val="800"/>
              </a:lnSpc>
              <a:buFont typeface="+mj-lt"/>
              <a:buAutoNum type="arabicPeriod"/>
            </a:pPr>
            <a:r>
              <a:rPr lang="en-US" sz="650" i="0" dirty="0"/>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marL="228600" lvl="0" indent="-228600" algn="just">
              <a:lnSpc>
                <a:spcPts val="800"/>
              </a:lnSpc>
              <a:buFont typeface="+mj-lt"/>
              <a:buAutoNum type="arabicPeriod"/>
            </a:pPr>
            <a:r>
              <a:rPr lang="en-US" sz="650" i="0" dirty="0"/>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marL="228600" lvl="0" indent="-228600" algn="just">
              <a:lnSpc>
                <a:spcPts val="800"/>
              </a:lnSpc>
              <a:buFont typeface="+mj-lt"/>
              <a:buAutoNum type="arabicPeriod"/>
            </a:pPr>
            <a:r>
              <a:rPr lang="en-US" sz="650" i="0" dirty="0"/>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marL="228600" lvl="0" indent="-228600" algn="just">
              <a:lnSpc>
                <a:spcPts val="800"/>
              </a:lnSpc>
              <a:buFont typeface="+mj-lt"/>
              <a:buAutoNum type="arabicPeriod"/>
            </a:pPr>
            <a:r>
              <a:rPr lang="en-US" sz="650" i="0" dirty="0"/>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p>
          <a:p>
            <a:pPr marL="228600" lvl="0" indent="-228600" algn="just">
              <a:lnSpc>
                <a:spcPts val="800"/>
              </a:lnSpc>
              <a:buFont typeface="+mj-lt"/>
              <a:buAutoNum type="arabicPeriod"/>
            </a:pPr>
            <a:r>
              <a:rPr lang="en-US" sz="650" i="0" dirty="0"/>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marL="228600" lvl="0" indent="-228600" algn="just">
              <a:lnSpc>
                <a:spcPts val="800"/>
              </a:lnSpc>
              <a:buFont typeface="+mj-lt"/>
              <a:buAutoNum type="arabicPeriod"/>
            </a:pPr>
            <a:r>
              <a:rPr lang="en-US" sz="650" i="0" dirty="0"/>
              <a:t>This institution is adhering ANBIMA Code of Regulation and best practices for the distribution activity of retail investment products.		</a:t>
            </a:r>
          </a:p>
          <a:p>
            <a:pPr marL="228600" lvl="0" indent="-228600" algn="just">
              <a:lnSpc>
                <a:spcPts val="800"/>
              </a:lnSpc>
              <a:buFont typeface="+mj-lt"/>
              <a:buAutoNum type="arabicPeriod"/>
            </a:pPr>
            <a:r>
              <a:rPr lang="en-US" sz="650" i="0" dirty="0"/>
              <a:t>XP Investments US, LLC, a broker-dealer registered with the U.S. Securities and Exchange Commission, has assumed responsibility for this research for purposes of U.S. law.  All transactions arising from this research should be directed to XP Investments US, LLC, at +1 646-664-0525.		</a:t>
            </a:r>
          </a:p>
          <a:p>
            <a:pPr marL="228600" lvl="0" indent="-228600" algn="just">
              <a:lnSpc>
                <a:spcPts val="800"/>
              </a:lnSpc>
              <a:buFont typeface="+mj-lt"/>
              <a:buAutoNum type="arabicPeriod"/>
            </a:pPr>
            <a:r>
              <a:rPr lang="en-US" sz="650" i="0" dirty="0"/>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extLst>
      <p:ext uri="{BB962C8B-B14F-4D97-AF65-F5344CB8AC3E}">
        <p14:creationId xmlns:p14="http://schemas.microsoft.com/office/powerpoint/2010/main" val="51886037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4">
            <a:extLst>
              <a:ext uri="{FF2B5EF4-FFF2-40B4-BE49-F238E27FC236}">
                <a16:creationId xmlns:a16="http://schemas.microsoft.com/office/drawing/2014/main" id="{09CD1B14-21A0-4905-A3FF-6A46EBDF6BCD}"/>
              </a:ext>
            </a:extLst>
          </p:cNvPr>
          <p:cNvSpPr/>
          <p:nvPr userDrawn="1"/>
        </p:nvSpPr>
        <p:spPr>
          <a:xfrm>
            <a:off x="0" y="0"/>
            <a:ext cx="6858000" cy="9906000"/>
          </a:xfrm>
          <a:prstGeom prst="rect">
            <a:avLst/>
          </a:prstGeom>
          <a:solidFill>
            <a:srgbClr val="18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6" name="Picture 25" descr="A picture containing dark, night sky&#10;&#10;Description automatically generated">
            <a:extLst>
              <a:ext uri="{FF2B5EF4-FFF2-40B4-BE49-F238E27FC236}">
                <a16:creationId xmlns:a16="http://schemas.microsoft.com/office/drawing/2014/main" id="{A879A646-97B6-4998-8A89-2BAA11919B9D}"/>
              </a:ext>
            </a:extLst>
          </p:cNvPr>
          <p:cNvPicPr>
            <a:picLocks noChangeAspect="1"/>
          </p:cNvPicPr>
          <p:nvPr userDrawn="1"/>
        </p:nvPicPr>
        <p:blipFill rotWithShape="1">
          <a:blip r:embed="rId3">
            <a:alphaModFix amt="81000"/>
          </a:blip>
          <a:srcRect l="1783" t="114" r="50667" b="1655"/>
          <a:stretch/>
        </p:blipFill>
        <p:spPr>
          <a:xfrm>
            <a:off x="0" y="0"/>
            <a:ext cx="6858000" cy="9906000"/>
          </a:xfrm>
          <a:prstGeom prst="rect">
            <a:avLst/>
          </a:prstGeom>
        </p:spPr>
      </p:pic>
      <p:grpSp>
        <p:nvGrpSpPr>
          <p:cNvPr id="37" name="Group 36">
            <a:extLst>
              <a:ext uri="{FF2B5EF4-FFF2-40B4-BE49-F238E27FC236}">
                <a16:creationId xmlns:a16="http://schemas.microsoft.com/office/drawing/2014/main" id="{B7CE084B-3CD6-493B-AA0A-FC3B928DD6B4}"/>
              </a:ext>
            </a:extLst>
          </p:cNvPr>
          <p:cNvGrpSpPr/>
          <p:nvPr userDrawn="1"/>
        </p:nvGrpSpPr>
        <p:grpSpPr>
          <a:xfrm>
            <a:off x="-438" y="6168571"/>
            <a:ext cx="6858438" cy="3737429"/>
            <a:chOff x="0" y="-3773484"/>
            <a:chExt cx="18085267" cy="9855364"/>
          </a:xfrm>
        </p:grpSpPr>
        <p:cxnSp>
          <p:nvCxnSpPr>
            <p:cNvPr id="38" name="Straight Connector 37">
              <a:extLst>
                <a:ext uri="{FF2B5EF4-FFF2-40B4-BE49-F238E27FC236}">
                  <a16:creationId xmlns:a16="http://schemas.microsoft.com/office/drawing/2014/main" id="{31AB2E40-F9FD-42C3-9517-2D4CAEFC6A49}"/>
                </a:ext>
              </a:extLst>
            </p:cNvPr>
            <p:cNvCxnSpPr>
              <a:cxnSpLocks/>
            </p:cNvCxnSpPr>
            <p:nvPr userDrawn="1"/>
          </p:nvCxnSpPr>
          <p:spPr>
            <a:xfrm flipV="1">
              <a:off x="0" y="2914763"/>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94F34E-5B13-40DE-A8F8-15955077D952}"/>
                </a:ext>
              </a:extLst>
            </p:cNvPr>
            <p:cNvCxnSpPr>
              <a:cxnSpLocks/>
            </p:cNvCxnSpPr>
            <p:nvPr userDrawn="1"/>
          </p:nvCxnSpPr>
          <p:spPr>
            <a:xfrm flipV="1">
              <a:off x="9327868" y="-3773484"/>
              <a:ext cx="8717924" cy="9855364"/>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65203" y="9198690"/>
            <a:ext cx="924497" cy="213562"/>
          </a:xfrm>
          <a:prstGeom prst="rect">
            <a:avLst/>
          </a:prstGeom>
        </p:spPr>
      </p:pic>
      <p:grpSp>
        <p:nvGrpSpPr>
          <p:cNvPr id="50" name="Group 49">
            <a:extLst>
              <a:ext uri="{FF2B5EF4-FFF2-40B4-BE49-F238E27FC236}">
                <a16:creationId xmlns:a16="http://schemas.microsoft.com/office/drawing/2014/main" id="{AE2F80D2-D401-47D5-BDE2-DC6D12066D2C}"/>
              </a:ext>
            </a:extLst>
          </p:cNvPr>
          <p:cNvGrpSpPr/>
          <p:nvPr userDrawn="1"/>
        </p:nvGrpSpPr>
        <p:grpSpPr>
          <a:xfrm>
            <a:off x="2684238" y="4747691"/>
            <a:ext cx="1489524" cy="410618"/>
            <a:chOff x="2700591" y="2522601"/>
            <a:chExt cx="6428993" cy="1772284"/>
          </a:xfrm>
          <a:solidFill>
            <a:schemeClr val="bg1"/>
          </a:solidFill>
        </p:grpSpPr>
        <p:sp>
          <p:nvSpPr>
            <p:cNvPr id="51" name="Freeform: Shape 50">
              <a:extLst>
                <a:ext uri="{FF2B5EF4-FFF2-40B4-BE49-F238E27FC236}">
                  <a16:creationId xmlns:a16="http://schemas.microsoft.com/office/drawing/2014/main" id="{4B5EB41B-6E79-481E-A6C7-0CE249B9C22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2" name="Graphic 20">
              <a:extLst>
                <a:ext uri="{FF2B5EF4-FFF2-40B4-BE49-F238E27FC236}">
                  <a16:creationId xmlns:a16="http://schemas.microsoft.com/office/drawing/2014/main" id="{A6F5F2BF-1CBD-48DA-83E4-900C9F654F42}"/>
                </a:ext>
              </a:extLst>
            </p:cNvPr>
            <p:cNvGrpSpPr/>
            <p:nvPr/>
          </p:nvGrpSpPr>
          <p:grpSpPr>
            <a:xfrm>
              <a:off x="5034660" y="3339528"/>
              <a:ext cx="4094924" cy="747077"/>
              <a:chOff x="5034660" y="3339528"/>
              <a:chExt cx="4094924" cy="747077"/>
            </a:xfrm>
            <a:grpFill/>
          </p:grpSpPr>
          <p:sp>
            <p:nvSpPr>
              <p:cNvPr id="54" name="Freeform: Shape 53">
                <a:extLst>
                  <a:ext uri="{FF2B5EF4-FFF2-40B4-BE49-F238E27FC236}">
                    <a16:creationId xmlns:a16="http://schemas.microsoft.com/office/drawing/2014/main" id="{F920B4FD-CF67-4AC3-ACC8-8AE9EED3B08A}"/>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E5C3886-4D19-464F-B7AC-950F1E46F85F}"/>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BFBC377-5A48-41C6-B03C-9149828E8A7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88D6791-E280-4A9B-B6F6-189BF7C4BF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D846E24C-F514-42EF-8579-AF8CE6A376A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67EAC76-4221-4D48-A548-1D3F7EF8A4E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8455B7D-9D95-4D0E-8503-2F81C76803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F480758-BB1D-4122-964B-6CD9563D3404}"/>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99952736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Agro, alimentos e bebidas">
    <p:bg>
      <p:bgPr>
        <a:solidFill>
          <a:schemeClr val="accent6"/>
        </a:solidFill>
        <a:effectLst/>
      </p:bgPr>
    </p:bg>
    <p:spTree>
      <p:nvGrpSpPr>
        <p:cNvPr id="1" name=""/>
        <p:cNvGrpSpPr/>
        <p:nvPr/>
      </p:nvGrpSpPr>
      <p:grpSpPr>
        <a:xfrm>
          <a:off x="0" y="0"/>
          <a:ext cx="0" cy="0"/>
          <a:chOff x="0" y="0"/>
          <a:chExt cx="0" cy="0"/>
        </a:xfrm>
      </p:grpSpPr>
      <p:sp>
        <p:nvSpPr>
          <p:cNvPr id="6" name="Rectangle 5" hidden="1">
            <a:extLst>
              <a:ext uri="{FF2B5EF4-FFF2-40B4-BE49-F238E27FC236}">
                <a16:creationId xmlns:a16="http://schemas.microsoft.com/office/drawing/2014/main" id="{7227264A-2A2E-B464-74B1-0F6F1C10C77E}"/>
              </a:ext>
            </a:extLst>
          </p:cNvPr>
          <p:cNvSpPr/>
          <p:nvPr userDrawn="1"/>
        </p:nvSpPr>
        <p:spPr>
          <a:xfrm>
            <a:off x="-1" y="8774019"/>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 name="Rectangle 4">
            <a:extLst>
              <a:ext uri="{FF2B5EF4-FFF2-40B4-BE49-F238E27FC236}">
                <a16:creationId xmlns:a16="http://schemas.microsoft.com/office/drawing/2014/main" id="{3E3B1163-CCC9-1979-5D10-8ECD746F5FCC}"/>
              </a:ext>
            </a:extLst>
          </p:cNvPr>
          <p:cNvSpPr/>
          <p:nvPr userDrawn="1"/>
        </p:nvSpPr>
        <p:spPr>
          <a:xfrm>
            <a:off x="0" y="-3"/>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pic>
        <p:nvPicPr>
          <p:cNvPr id="8" name="Imagem 7" descr="Frutas e vegetais&#10;&#10;Descrição gerada automaticamente">
            <a:extLst>
              <a:ext uri="{FF2B5EF4-FFF2-40B4-BE49-F238E27FC236}">
                <a16:creationId xmlns:a16="http://schemas.microsoft.com/office/drawing/2014/main" id="{19467A36-704B-386B-9F69-26B3AAC82C6C}"/>
              </a:ext>
            </a:extLst>
          </p:cNvPr>
          <p:cNvPicPr>
            <a:picLocks noChangeAspect="1"/>
          </p:cNvPicPr>
          <p:nvPr userDrawn="1"/>
        </p:nvPicPr>
        <p:blipFill>
          <a:blip r:embed="rId3" cstate="screen">
            <a:alphaModFix amt="25000"/>
            <a:extLst>
              <a:ext uri="{28A0092B-C50C-407E-A947-70E740481C1C}">
                <a14:useLocalDpi xmlns:a14="http://schemas.microsoft.com/office/drawing/2010/main"/>
              </a:ext>
            </a:extLst>
          </a:blip>
          <a:srcRect/>
          <a:stretch>
            <a:fillRect/>
          </a:stretch>
        </p:blipFill>
        <p:spPr>
          <a:xfrm>
            <a:off x="0" y="3"/>
            <a:ext cx="6858000" cy="9905997"/>
          </a:xfrm>
          <a:custGeom>
            <a:avLst/>
            <a:gdLst>
              <a:gd name="connsiteX0" fmla="*/ 0 w 6858000"/>
              <a:gd name="connsiteY0" fmla="*/ 0 h 9905997"/>
              <a:gd name="connsiteX1" fmla="*/ 6858000 w 6858000"/>
              <a:gd name="connsiteY1" fmla="*/ 0 h 9905997"/>
              <a:gd name="connsiteX2" fmla="*/ 6858000 w 6858000"/>
              <a:gd name="connsiteY2" fmla="*/ 9905997 h 9905997"/>
              <a:gd name="connsiteX3" fmla="*/ 0 w 6858000"/>
              <a:gd name="connsiteY3" fmla="*/ 9905997 h 9905997"/>
            </a:gdLst>
            <a:ahLst/>
            <a:cxnLst>
              <a:cxn ang="0">
                <a:pos x="connsiteX0" y="connsiteY0"/>
              </a:cxn>
              <a:cxn ang="0">
                <a:pos x="connsiteX1" y="connsiteY1"/>
              </a:cxn>
              <a:cxn ang="0">
                <a:pos x="connsiteX2" y="connsiteY2"/>
              </a:cxn>
              <a:cxn ang="0">
                <a:pos x="connsiteX3" y="connsiteY3"/>
              </a:cxn>
            </a:cxnLst>
            <a:rect l="l" t="t" r="r" b="b"/>
            <a:pathLst>
              <a:path w="6858000" h="9905997">
                <a:moveTo>
                  <a:pt x="0" y="0"/>
                </a:moveTo>
                <a:lnTo>
                  <a:pt x="6858000" y="0"/>
                </a:lnTo>
                <a:lnTo>
                  <a:pt x="6858000" y="9905997"/>
                </a:lnTo>
                <a:lnTo>
                  <a:pt x="0" y="9905997"/>
                </a:lnTo>
                <a:close/>
              </a:path>
            </a:pathLst>
          </a:custGeom>
        </p:spPr>
      </p:pic>
      <p:pic>
        <p:nvPicPr>
          <p:cNvPr id="10" name="Graphic 9">
            <a:extLst>
              <a:ext uri="{FF2B5EF4-FFF2-40B4-BE49-F238E27FC236}">
                <a16:creationId xmlns:a16="http://schemas.microsoft.com/office/drawing/2014/main" id="{F49ABFC1-C342-CD17-8E24-68B202FF4DD6}"/>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9269" t="2351" r="1339" b="20035"/>
          <a:stretch/>
        </p:blipFill>
        <p:spPr>
          <a:xfrm flipV="1">
            <a:off x="-1" y="0"/>
            <a:ext cx="6858001" cy="9906000"/>
          </a:xfrm>
          <a:prstGeom prst="rect">
            <a:avLst/>
          </a:prstGeom>
        </p:spPr>
      </p:pic>
      <p:grpSp>
        <p:nvGrpSpPr>
          <p:cNvPr id="2" name="Agrupar 1">
            <a:extLst>
              <a:ext uri="{FF2B5EF4-FFF2-40B4-BE49-F238E27FC236}">
                <a16:creationId xmlns:a16="http://schemas.microsoft.com/office/drawing/2014/main" id="{12DD471D-7E3A-5696-BFDC-BC93E1279A2D}"/>
              </a:ext>
            </a:extLst>
          </p:cNvPr>
          <p:cNvGrpSpPr/>
          <p:nvPr userDrawn="1"/>
        </p:nvGrpSpPr>
        <p:grpSpPr>
          <a:xfrm>
            <a:off x="0" y="-3"/>
            <a:ext cx="6858001" cy="9906000"/>
            <a:chOff x="3836069" y="701305"/>
            <a:chExt cx="6858001" cy="9906000"/>
          </a:xfrm>
        </p:grpSpPr>
        <p:sp>
          <p:nvSpPr>
            <p:cNvPr id="3" name="Rectangle 50">
              <a:extLst>
                <a:ext uri="{FF2B5EF4-FFF2-40B4-BE49-F238E27FC236}">
                  <a16:creationId xmlns:a16="http://schemas.microsoft.com/office/drawing/2014/main" id="{62502AB0-64AA-9E82-4E61-E8AC520077F2}"/>
                </a:ext>
              </a:extLst>
            </p:cNvPr>
            <p:cNvSpPr/>
            <p:nvPr/>
          </p:nvSpPr>
          <p:spPr>
            <a:xfrm rot="10800000">
              <a:off x="3836070"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 name="Rectangle 1">
              <a:extLst>
                <a:ext uri="{FF2B5EF4-FFF2-40B4-BE49-F238E27FC236}">
                  <a16:creationId xmlns:a16="http://schemas.microsoft.com/office/drawing/2014/main" id="{65C3F032-3230-CC1F-B579-F0F95BD08170}"/>
                </a:ext>
              </a:extLst>
            </p:cNvPr>
            <p:cNvSpPr>
              <a:spLocks/>
            </p:cNvSpPr>
            <p:nvPr/>
          </p:nvSpPr>
          <p:spPr>
            <a:xfrm>
              <a:off x="3836069"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pic>
        <p:nvPicPr>
          <p:cNvPr id="13" name="Graphic 12">
            <a:extLst>
              <a:ext uri="{FF2B5EF4-FFF2-40B4-BE49-F238E27FC236}">
                <a16:creationId xmlns:a16="http://schemas.microsoft.com/office/drawing/2014/main" id="{2B3617B2-4386-53AD-39A7-6CFB852D60D5}"/>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rcRect l="27193" t="22453" r="47498" b="7994"/>
          <a:stretch/>
        </p:blipFill>
        <p:spPr>
          <a:xfrm>
            <a:off x="0" y="1133591"/>
            <a:ext cx="6858000" cy="8738553"/>
          </a:xfrm>
          <a:prstGeom prst="rect">
            <a:avLst/>
          </a:prstGeom>
        </p:spPr>
      </p:pic>
      <p:pic>
        <p:nvPicPr>
          <p:cNvPr id="9" name="Picture 8" descr="A blue and white dot pattern&#10;&#10;AI-generated content may be incorrect.">
            <a:extLst>
              <a:ext uri="{FF2B5EF4-FFF2-40B4-BE49-F238E27FC236}">
                <a16:creationId xmlns:a16="http://schemas.microsoft.com/office/drawing/2014/main" id="{D572D620-A33D-FA48-00AE-F1018BB7DF23}"/>
              </a:ext>
            </a:extLst>
          </p:cNvPr>
          <p:cNvPicPr>
            <a:picLocks noChangeAspect="1"/>
          </p:cNvPicPr>
          <p:nvPr userDrawn="1"/>
        </p:nvPicPr>
        <p:blipFill>
          <a:blip r:embed="rId6" cstate="screen">
            <a:alphaModFix amt="18000"/>
            <a:extLst>
              <a:ext uri="{BEBA8EAE-BF5A-486C-A8C5-ECC9F3942E4B}">
                <a14:imgProps xmlns:a14="http://schemas.microsoft.com/office/drawing/2010/main">
                  <a14:imgLayer r:embed="rId7">
                    <a14:imgEffect>
                      <a14:colorTemperature colorTemp="4700"/>
                    </a14:imgEffect>
                    <a14:imgEffect>
                      <a14:saturation sat="33000"/>
                    </a14:imgEffect>
                  </a14:imgLayer>
                </a14:imgProps>
              </a:ext>
              <a:ext uri="{28A0092B-C50C-407E-A947-70E740481C1C}">
                <a14:useLocalDpi xmlns:a14="http://schemas.microsoft.com/office/drawing/2010/main"/>
              </a:ext>
            </a:extLst>
          </a:blip>
          <a:srcRect t="-673"/>
          <a:stretch/>
        </p:blipFill>
        <p:spPr>
          <a:xfrm>
            <a:off x="0" y="1062189"/>
            <a:ext cx="6858000" cy="8809959"/>
          </a:xfrm>
          <a:prstGeom prst="rect">
            <a:avLst/>
          </a:prstGeom>
        </p:spPr>
      </p:pic>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16" name="Group 15">
            <a:extLst>
              <a:ext uri="{FF2B5EF4-FFF2-40B4-BE49-F238E27FC236}">
                <a16:creationId xmlns:a16="http://schemas.microsoft.com/office/drawing/2014/main" id="{C4DF0931-276A-C4B3-E0A7-02B6EAA3C49B}"/>
              </a:ext>
            </a:extLst>
          </p:cNvPr>
          <p:cNvGrpSpPr/>
          <p:nvPr userDrawn="1"/>
        </p:nvGrpSpPr>
        <p:grpSpPr>
          <a:xfrm>
            <a:off x="390154" y="406178"/>
            <a:ext cx="1240285" cy="341910"/>
            <a:chOff x="2700591" y="2522601"/>
            <a:chExt cx="6428993" cy="1772284"/>
          </a:xfrm>
        </p:grpSpPr>
        <p:sp>
          <p:nvSpPr>
            <p:cNvPr id="17" name="Freeform: Shape 16">
              <a:extLst>
                <a:ext uri="{FF2B5EF4-FFF2-40B4-BE49-F238E27FC236}">
                  <a16:creationId xmlns:a16="http://schemas.microsoft.com/office/drawing/2014/main" id="{70B9B340-5E1C-9327-69F1-5AE446FF2255}"/>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20" name="Graphic 20">
              <a:extLst>
                <a:ext uri="{FF2B5EF4-FFF2-40B4-BE49-F238E27FC236}">
                  <a16:creationId xmlns:a16="http://schemas.microsoft.com/office/drawing/2014/main" id="{1E0C2497-164B-3E45-6090-5F805C67AB02}"/>
                </a:ext>
              </a:extLst>
            </p:cNvPr>
            <p:cNvGrpSpPr/>
            <p:nvPr/>
          </p:nvGrpSpPr>
          <p:grpSpPr>
            <a:xfrm>
              <a:off x="5034660" y="3339528"/>
              <a:ext cx="4094924" cy="747077"/>
              <a:chOff x="5034660" y="3339528"/>
              <a:chExt cx="4094924" cy="747077"/>
            </a:xfrm>
            <a:solidFill>
              <a:srgbClr val="FFFFFF"/>
            </a:solidFill>
          </p:grpSpPr>
          <p:sp>
            <p:nvSpPr>
              <p:cNvPr id="21" name="Freeform: Shape 20">
                <a:extLst>
                  <a:ext uri="{FF2B5EF4-FFF2-40B4-BE49-F238E27FC236}">
                    <a16:creationId xmlns:a16="http://schemas.microsoft.com/office/drawing/2014/main" id="{3198B4CB-7FA3-A37E-E540-E2FBA81CCDCB}"/>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A8605D5-3EDB-F7D1-AC3B-DF5CEE51614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18B3AC0-A0B3-67F5-F442-48F0E029DF55}"/>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AD7D35-F105-3B1F-6CF2-EDD48ACC71B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9371C5E-12BC-7944-E1F6-FF98963DBD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67F76F1-36B6-C9E1-0D69-7196D96834A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0C5B1F5-1F12-DAC8-A282-CAB55191AC3B}"/>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4F4377A-A2E8-D20E-9FC2-722626414101}"/>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grpSp>
        <p:nvGrpSpPr>
          <p:cNvPr id="69" name="Group 68">
            <a:extLst>
              <a:ext uri="{FF2B5EF4-FFF2-40B4-BE49-F238E27FC236}">
                <a16:creationId xmlns:a16="http://schemas.microsoft.com/office/drawing/2014/main" id="{8F5893B4-B956-CA4C-4E89-2275C6A23F7F}"/>
              </a:ext>
            </a:extLst>
          </p:cNvPr>
          <p:cNvGrpSpPr/>
          <p:nvPr userDrawn="1"/>
        </p:nvGrpSpPr>
        <p:grpSpPr>
          <a:xfrm flipH="1">
            <a:off x="-113256" y="3"/>
            <a:ext cx="6971256" cy="6334517"/>
            <a:chOff x="-31505" y="3"/>
            <a:chExt cx="7944898" cy="6841768"/>
          </a:xfrm>
        </p:grpSpPr>
        <p:sp>
          <p:nvSpPr>
            <p:cNvPr id="65" name="Isosceles Triangle 64">
              <a:extLst>
                <a:ext uri="{FF2B5EF4-FFF2-40B4-BE49-F238E27FC236}">
                  <a16:creationId xmlns:a16="http://schemas.microsoft.com/office/drawing/2014/main" id="{7E756C03-7B9D-CF88-83F4-C1619FDA2C7C}"/>
                </a:ext>
              </a:extLst>
            </p:cNvPr>
            <p:cNvSpPr/>
            <p:nvPr userDrawn="1"/>
          </p:nvSpPr>
          <p:spPr>
            <a:xfrm rot="16200000">
              <a:off x="2660727" y="1589105"/>
              <a:ext cx="5619144" cy="4886188"/>
            </a:xfrm>
            <a:prstGeom prst="triangle">
              <a:avLst>
                <a:gd name="adj" fmla="val 100000"/>
              </a:avLst>
            </a:prstGeom>
            <a:gradFill>
              <a:gsLst>
                <a:gs pos="93000">
                  <a:srgbClr val="8EB3DF">
                    <a:alpha val="0"/>
                  </a:srgbClr>
                </a:gs>
                <a:gs pos="0">
                  <a:schemeClr val="accent3"/>
                </a:gs>
                <a:gs pos="70000">
                  <a:schemeClr val="accent3">
                    <a:alpha val="11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66" name="Group 65">
              <a:extLst>
                <a:ext uri="{FF2B5EF4-FFF2-40B4-BE49-F238E27FC236}">
                  <a16:creationId xmlns:a16="http://schemas.microsoft.com/office/drawing/2014/main" id="{F23A80A8-5B7B-720A-0498-48FB270B56F2}"/>
                </a:ext>
              </a:extLst>
            </p:cNvPr>
            <p:cNvGrpSpPr/>
            <p:nvPr userDrawn="1"/>
          </p:nvGrpSpPr>
          <p:grpSpPr>
            <a:xfrm flipV="1">
              <a:off x="-31505" y="3"/>
              <a:ext cx="3073148" cy="1233884"/>
              <a:chOff x="-33216277" y="3696971"/>
              <a:chExt cx="17875623" cy="1180237"/>
            </a:xfrm>
          </p:grpSpPr>
          <p:cxnSp>
            <p:nvCxnSpPr>
              <p:cNvPr id="67" name="Straight Connector 66">
                <a:extLst>
                  <a:ext uri="{FF2B5EF4-FFF2-40B4-BE49-F238E27FC236}">
                    <a16:creationId xmlns:a16="http://schemas.microsoft.com/office/drawing/2014/main" id="{F1A1FDB4-0FB7-BEEB-2B9D-D1E8FE3853CA}"/>
                  </a:ext>
                </a:extLst>
              </p:cNvPr>
              <p:cNvCxnSpPr>
                <a:cxnSpLocks/>
              </p:cNvCxnSpPr>
              <p:nvPr userDrawn="1"/>
            </p:nvCxnSpPr>
            <p:spPr>
              <a:xfrm flipV="1">
                <a:off x="-33216277" y="3710462"/>
                <a:ext cx="1787562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D45C79A-47B8-8CD3-9D6C-3CA04B7EC39E}"/>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72" name="Group 71">
            <a:extLst>
              <a:ext uri="{FF2B5EF4-FFF2-40B4-BE49-F238E27FC236}">
                <a16:creationId xmlns:a16="http://schemas.microsoft.com/office/drawing/2014/main" id="{7D85C331-0D97-F14F-BCEE-E4CACC063DDB}"/>
              </a:ext>
            </a:extLst>
          </p:cNvPr>
          <p:cNvGrpSpPr/>
          <p:nvPr userDrawn="1"/>
        </p:nvGrpSpPr>
        <p:grpSpPr>
          <a:xfrm>
            <a:off x="340252" y="1670475"/>
            <a:ext cx="2267822" cy="1002192"/>
            <a:chOff x="423863" y="1657596"/>
            <a:chExt cx="2267822" cy="1002192"/>
          </a:xfrm>
        </p:grpSpPr>
        <p:sp>
          <p:nvSpPr>
            <p:cNvPr id="31" name="TextBox 30">
              <a:extLst>
                <a:ext uri="{FF2B5EF4-FFF2-40B4-BE49-F238E27FC236}">
                  <a16:creationId xmlns:a16="http://schemas.microsoft.com/office/drawing/2014/main" id="{8EC449FF-42C7-1A50-8B68-6D905C6EC17A}"/>
                </a:ext>
              </a:extLst>
            </p:cNvPr>
            <p:cNvSpPr txBox="1"/>
            <p:nvPr userDrawn="1"/>
          </p:nvSpPr>
          <p:spPr>
            <a:xfrm>
              <a:off x="423863" y="1657596"/>
              <a:ext cx="2267822" cy="615553"/>
            </a:xfrm>
            <a:prstGeom prst="rect">
              <a:avLst/>
            </a:prstGeom>
            <a:noFill/>
          </p:spPr>
          <p:txBody>
            <a:bodyPr wrap="square" lIns="0" tIns="0" rIns="0" bIns="0" rtlCol="0">
              <a:spAutoFit/>
            </a:bodyPr>
            <a:lstStyle/>
            <a:p>
              <a:pPr algn="r"/>
              <a:r>
                <a:rPr lang="pt-BR" sz="4000" b="1" i="1">
                  <a:solidFill>
                    <a:schemeClr val="bg1"/>
                  </a:solidFill>
                  <a:latin typeface="XP" pitchFamily="50" charset="0"/>
                  <a:ea typeface="XP" pitchFamily="50" charset="0"/>
                  <a:cs typeface="Roboto" panose="02000000000000000000" pitchFamily="2" charset="0"/>
                </a:rPr>
                <a:t>Thematic</a:t>
              </a:r>
            </a:p>
          </p:txBody>
        </p:sp>
        <p:sp>
          <p:nvSpPr>
            <p:cNvPr id="71" name="TextBox 70">
              <a:extLst>
                <a:ext uri="{FF2B5EF4-FFF2-40B4-BE49-F238E27FC236}">
                  <a16:creationId xmlns:a16="http://schemas.microsoft.com/office/drawing/2014/main" id="{F39388AA-C6A0-BACD-48D5-2675535A9633}"/>
                </a:ext>
              </a:extLst>
            </p:cNvPr>
            <p:cNvSpPr txBox="1"/>
            <p:nvPr userDrawn="1"/>
          </p:nvSpPr>
          <p:spPr>
            <a:xfrm>
              <a:off x="637566" y="2105790"/>
              <a:ext cx="2054119" cy="553998"/>
            </a:xfrm>
            <a:prstGeom prst="rect">
              <a:avLst/>
            </a:prstGeom>
            <a:noFill/>
          </p:spPr>
          <p:txBody>
            <a:bodyPr wrap="square" lIns="0" tIns="0" rIns="0" bIns="0" rtlCol="0">
              <a:spAutoFit/>
            </a:bodyPr>
            <a:lstStyle/>
            <a:p>
              <a:pPr algn="r"/>
              <a:r>
                <a:rPr lang="pt-BR" sz="3600" b="0" i="0">
                  <a:solidFill>
                    <a:schemeClr val="bg1"/>
                  </a:solidFill>
                  <a:latin typeface="XP Light Lighthouse" pitchFamily="50" charset="0"/>
                  <a:ea typeface="XP Light Lighthouse" pitchFamily="50" charset="0"/>
                  <a:cs typeface="Roboto" panose="02000000000000000000" pitchFamily="2" charset="0"/>
                </a:rPr>
                <a:t>Research</a:t>
              </a:r>
            </a:p>
          </p:txBody>
        </p:sp>
      </p:grpSp>
      <p:sp>
        <p:nvSpPr>
          <p:cNvPr id="75" name="Espaço Reservado para Texto 6">
            <a:extLst>
              <a:ext uri="{FF2B5EF4-FFF2-40B4-BE49-F238E27FC236}">
                <a16:creationId xmlns:a16="http://schemas.microsoft.com/office/drawing/2014/main" id="{354E5287-B1CE-DBCC-A334-7B6607B9F041}"/>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noProof="0"/>
              <a:t>Sector / Segment</a:t>
            </a:r>
          </a:p>
        </p:txBody>
      </p:sp>
      <p:sp>
        <p:nvSpPr>
          <p:cNvPr id="7" name="Date Placeholder 10">
            <a:extLst>
              <a:ext uri="{FF2B5EF4-FFF2-40B4-BE49-F238E27FC236}">
                <a16:creationId xmlns:a16="http://schemas.microsoft.com/office/drawing/2014/main" id="{624580AB-8B11-2158-FF8A-2264EA11D9E6}"/>
              </a:ext>
            </a:extLst>
          </p:cNvPr>
          <p:cNvSpPr>
            <a:spLocks noGrp="1"/>
          </p:cNvSpPr>
          <p:nvPr>
            <p:ph type="dt" sz="half" idx="2"/>
          </p:nvPr>
        </p:nvSpPr>
        <p:spPr>
          <a:xfrm>
            <a:off x="3371691" y="438763"/>
            <a:ext cx="3132139" cy="184666"/>
          </a:xfrm>
        </p:spPr>
        <p:txBody>
          <a:bodyPr/>
          <a:lstStyle>
            <a:lvl1pPr>
              <a:defRPr>
                <a:solidFill>
                  <a:srgbClr val="F9C113"/>
                </a:solidFill>
              </a:defRPr>
            </a:lvl1pPr>
          </a:lstStyle>
          <a:p>
            <a:fld id="{30C15221-0831-43DD-95FB-CF916F624DA6}" type="datetime4">
              <a:rPr lang="en-US" smtClean="0"/>
              <a:t>October 29, 2026</a:t>
            </a:fld>
            <a:endParaRPr lang="en-US"/>
          </a:p>
        </p:txBody>
      </p:sp>
    </p:spTree>
    <p:extLst>
      <p:ext uri="{BB962C8B-B14F-4D97-AF65-F5344CB8AC3E}">
        <p14:creationId xmlns:p14="http://schemas.microsoft.com/office/powerpoint/2010/main" val="222020594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688A787-9182-A426-2B75-FA6C6DDF288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A4E2FB3C-1561-CDE0-F2B0-0E2716BC040B}"/>
              </a:ext>
            </a:extLst>
          </p:cNvPr>
          <p:cNvPicPr>
            <a:picLocks noChangeAspect="1"/>
          </p:cNvPicPr>
          <p:nvPr/>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9" name="Graphic 8">
            <a:extLst>
              <a:ext uri="{FF2B5EF4-FFF2-40B4-BE49-F238E27FC236}">
                <a16:creationId xmlns:a16="http://schemas.microsoft.com/office/drawing/2014/main" id="{2E2DBF91-C31C-E0F0-254B-B03F97806A89}"/>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userDrawn="1">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userDrawn="1">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807B1664-155D-41D4-A5BA-90B8C8D56DA8}" type="datetime4">
              <a:rPr lang="en-US" smtClean="0"/>
              <a:t>October 29, 2026</a:t>
            </a:fld>
            <a:endParaRPr lang="en-US"/>
          </a:p>
        </p:txBody>
      </p:sp>
      <p:sp>
        <p:nvSpPr>
          <p:cNvPr id="36" name="Espaço Reservado para Texto 6">
            <a:extLst>
              <a:ext uri="{FF2B5EF4-FFF2-40B4-BE49-F238E27FC236}">
                <a16:creationId xmlns:a16="http://schemas.microsoft.com/office/drawing/2014/main" id="{984F9560-6699-43C8-BEE0-490CDFCBCF21}"/>
              </a:ext>
            </a:extLst>
          </p:cNvPr>
          <p:cNvSpPr>
            <a:spLocks noGrp="1"/>
          </p:cNvSpPr>
          <p:nvPr userDrawn="1">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userDrawn="1">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 name="Espaço Reservado para Conteúdo 14">
            <a:extLst>
              <a:ext uri="{FF2B5EF4-FFF2-40B4-BE49-F238E27FC236}">
                <a16:creationId xmlns:a16="http://schemas.microsoft.com/office/drawing/2014/main" id="{3422534A-F1CB-BBFF-8CE5-5CB138892884}"/>
              </a:ext>
            </a:extLst>
          </p:cNvPr>
          <p:cNvSpPr>
            <a:spLocks noGrp="1"/>
          </p:cNvSpPr>
          <p:nvPr>
            <p:ph sz="quarter" idx="21" hasCustomPrompt="1"/>
          </p:nvPr>
        </p:nvSpPr>
        <p:spPr>
          <a:xfrm>
            <a:off x="382829" y="7896455"/>
            <a:ext cx="2952000"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052BA432-D493-B8B5-ADA1-4440290AC12E}"/>
              </a:ext>
            </a:extLst>
          </p:cNvPr>
          <p:cNvSpPr>
            <a:spLocks noGrp="1"/>
          </p:cNvSpPr>
          <p:nvPr>
            <p:ph sz="quarter" idx="22" hasCustomPrompt="1"/>
          </p:nvPr>
        </p:nvSpPr>
        <p:spPr>
          <a:xfrm>
            <a:off x="3536951" y="7896455"/>
            <a:ext cx="2952000"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 name="Espaço Reservado para Conteúdo 14">
            <a:extLst>
              <a:ext uri="{FF2B5EF4-FFF2-40B4-BE49-F238E27FC236}">
                <a16:creationId xmlns:a16="http://schemas.microsoft.com/office/drawing/2014/main" id="{78436872-10E7-F7BB-DA0B-A6FFDDD07333}"/>
              </a:ext>
            </a:extLst>
          </p:cNvPr>
          <p:cNvSpPr>
            <a:spLocks noGrp="1"/>
          </p:cNvSpPr>
          <p:nvPr>
            <p:ph sz="quarter" idx="24" hasCustomPrompt="1"/>
          </p:nvPr>
        </p:nvSpPr>
        <p:spPr>
          <a:xfrm>
            <a:off x="382829" y="7607837"/>
            <a:ext cx="29520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8" name="Espaço Reservado para Conteúdo 14">
            <a:extLst>
              <a:ext uri="{FF2B5EF4-FFF2-40B4-BE49-F238E27FC236}">
                <a16:creationId xmlns:a16="http://schemas.microsoft.com/office/drawing/2014/main" id="{19DBE73C-C2CD-83C2-C6D2-8217714624B1}"/>
              </a:ext>
            </a:extLst>
          </p:cNvPr>
          <p:cNvSpPr>
            <a:spLocks noGrp="1"/>
          </p:cNvSpPr>
          <p:nvPr>
            <p:ph sz="quarter" idx="25" hasCustomPrompt="1"/>
          </p:nvPr>
        </p:nvSpPr>
        <p:spPr>
          <a:xfrm>
            <a:off x="3536951" y="7607837"/>
            <a:ext cx="29520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10" name="Straight Connector 9">
            <a:extLst>
              <a:ext uri="{FF2B5EF4-FFF2-40B4-BE49-F238E27FC236}">
                <a16:creationId xmlns:a16="http://schemas.microsoft.com/office/drawing/2014/main" id="{15D71B80-AC72-49AC-B09D-E52C19B52064}"/>
              </a:ext>
            </a:extLst>
          </p:cNvPr>
          <p:cNvCxnSpPr>
            <a:cxnSpLocks/>
          </p:cNvCxnSpPr>
          <p:nvPr userDrawn="1"/>
        </p:nvCxnSpPr>
        <p:spPr>
          <a:xfrm>
            <a:off x="4227459" y="2150951"/>
            <a:ext cx="0" cy="525891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89BF6539-9496-327C-37FC-619DC6D9078A}"/>
              </a:ext>
            </a:extLst>
          </p:cNvPr>
          <p:cNvSpPr>
            <a:spLocks noGrp="1"/>
          </p:cNvSpPr>
          <p:nvPr>
            <p:ph type="body" sz="quarter" idx="27" hasCustomPrompt="1"/>
          </p:nvPr>
        </p:nvSpPr>
        <p:spPr>
          <a:xfrm>
            <a:off x="4330593" y="355196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13" name="Text Placeholder 4">
            <a:extLst>
              <a:ext uri="{FF2B5EF4-FFF2-40B4-BE49-F238E27FC236}">
                <a16:creationId xmlns:a16="http://schemas.microsoft.com/office/drawing/2014/main" id="{9FE7D662-06FD-4510-0814-E74815AED648}"/>
              </a:ext>
            </a:extLst>
          </p:cNvPr>
          <p:cNvSpPr>
            <a:spLocks noGrp="1"/>
          </p:cNvSpPr>
          <p:nvPr>
            <p:ph type="body" sz="quarter" idx="28" hasCustomPrompt="1"/>
          </p:nvPr>
        </p:nvSpPr>
        <p:spPr>
          <a:xfrm>
            <a:off x="4330593" y="37137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14" name="Text Placeholder 4">
            <a:extLst>
              <a:ext uri="{FF2B5EF4-FFF2-40B4-BE49-F238E27FC236}">
                <a16:creationId xmlns:a16="http://schemas.microsoft.com/office/drawing/2014/main" id="{66D34F81-1353-1F11-EDF6-131DEC8F78E3}"/>
              </a:ext>
            </a:extLst>
          </p:cNvPr>
          <p:cNvSpPr>
            <a:spLocks noGrp="1"/>
          </p:cNvSpPr>
          <p:nvPr>
            <p:ph type="body" sz="quarter" idx="29" hasCustomPrompt="1"/>
          </p:nvPr>
        </p:nvSpPr>
        <p:spPr>
          <a:xfrm>
            <a:off x="4330593" y="384063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16" name="Text Placeholder 4">
            <a:extLst>
              <a:ext uri="{FF2B5EF4-FFF2-40B4-BE49-F238E27FC236}">
                <a16:creationId xmlns:a16="http://schemas.microsoft.com/office/drawing/2014/main" id="{9C0F5FBA-7015-1C4F-6440-8D2DC566707E}"/>
              </a:ext>
            </a:extLst>
          </p:cNvPr>
          <p:cNvSpPr>
            <a:spLocks noGrp="1"/>
          </p:cNvSpPr>
          <p:nvPr>
            <p:ph type="body" sz="quarter" idx="30" hasCustomPrompt="1"/>
          </p:nvPr>
        </p:nvSpPr>
        <p:spPr>
          <a:xfrm>
            <a:off x="4330593" y="403822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17" name="Text Placeholder 4">
            <a:extLst>
              <a:ext uri="{FF2B5EF4-FFF2-40B4-BE49-F238E27FC236}">
                <a16:creationId xmlns:a16="http://schemas.microsoft.com/office/drawing/2014/main" id="{2F372600-E1E8-A42B-36DD-8F450B0D3FB6}"/>
              </a:ext>
            </a:extLst>
          </p:cNvPr>
          <p:cNvSpPr>
            <a:spLocks noGrp="1"/>
          </p:cNvSpPr>
          <p:nvPr>
            <p:ph type="body" sz="quarter" idx="31" hasCustomPrompt="1"/>
          </p:nvPr>
        </p:nvSpPr>
        <p:spPr>
          <a:xfrm>
            <a:off x="4330593" y="4200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18" name="Text Placeholder 4">
            <a:extLst>
              <a:ext uri="{FF2B5EF4-FFF2-40B4-BE49-F238E27FC236}">
                <a16:creationId xmlns:a16="http://schemas.microsoft.com/office/drawing/2014/main" id="{5BE5F1CC-0CA1-970E-03FC-5B891C2CEF42}"/>
              </a:ext>
            </a:extLst>
          </p:cNvPr>
          <p:cNvSpPr>
            <a:spLocks noGrp="1"/>
          </p:cNvSpPr>
          <p:nvPr>
            <p:ph type="body" sz="quarter" idx="32" hasCustomPrompt="1"/>
          </p:nvPr>
        </p:nvSpPr>
        <p:spPr>
          <a:xfrm>
            <a:off x="4330593" y="432689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19" name="Text Placeholder 4">
            <a:extLst>
              <a:ext uri="{FF2B5EF4-FFF2-40B4-BE49-F238E27FC236}">
                <a16:creationId xmlns:a16="http://schemas.microsoft.com/office/drawing/2014/main" id="{35824A92-0CF6-962F-0FE9-04EC29CA20F0}"/>
              </a:ext>
            </a:extLst>
          </p:cNvPr>
          <p:cNvSpPr>
            <a:spLocks noGrp="1"/>
          </p:cNvSpPr>
          <p:nvPr>
            <p:ph type="body" sz="quarter" idx="33" hasCustomPrompt="1"/>
          </p:nvPr>
        </p:nvSpPr>
        <p:spPr>
          <a:xfrm>
            <a:off x="4330593" y="453179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0" name="Text Placeholder 4">
            <a:extLst>
              <a:ext uri="{FF2B5EF4-FFF2-40B4-BE49-F238E27FC236}">
                <a16:creationId xmlns:a16="http://schemas.microsoft.com/office/drawing/2014/main" id="{0B3A3938-C409-5084-9827-D18788FC36AE}"/>
              </a:ext>
            </a:extLst>
          </p:cNvPr>
          <p:cNvSpPr>
            <a:spLocks noGrp="1"/>
          </p:cNvSpPr>
          <p:nvPr>
            <p:ph type="body" sz="quarter" idx="34" hasCustomPrompt="1"/>
          </p:nvPr>
        </p:nvSpPr>
        <p:spPr>
          <a:xfrm>
            <a:off x="4330593" y="46935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1" name="Text Placeholder 4">
            <a:extLst>
              <a:ext uri="{FF2B5EF4-FFF2-40B4-BE49-F238E27FC236}">
                <a16:creationId xmlns:a16="http://schemas.microsoft.com/office/drawing/2014/main" id="{110F7DB8-030A-FD87-106E-18EC0280F85D}"/>
              </a:ext>
            </a:extLst>
          </p:cNvPr>
          <p:cNvSpPr>
            <a:spLocks noGrp="1"/>
          </p:cNvSpPr>
          <p:nvPr>
            <p:ph type="body" sz="quarter" idx="35" hasCustomPrompt="1"/>
          </p:nvPr>
        </p:nvSpPr>
        <p:spPr>
          <a:xfrm>
            <a:off x="4330593" y="48204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2" name="Espaço Reservado para Conteúdo 14">
            <a:extLst>
              <a:ext uri="{FF2B5EF4-FFF2-40B4-BE49-F238E27FC236}">
                <a16:creationId xmlns:a16="http://schemas.microsoft.com/office/drawing/2014/main" id="{34EB6BD4-0983-55AD-E75C-92B427051854}"/>
              </a:ext>
            </a:extLst>
          </p:cNvPr>
          <p:cNvSpPr>
            <a:spLocks noGrp="1"/>
          </p:cNvSpPr>
          <p:nvPr>
            <p:ph sz="quarter" idx="40" hasCustomPrompt="1"/>
          </p:nvPr>
        </p:nvSpPr>
        <p:spPr>
          <a:xfrm>
            <a:off x="4330593" y="2150951"/>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3" name="Text Placeholder 4">
            <a:extLst>
              <a:ext uri="{FF2B5EF4-FFF2-40B4-BE49-F238E27FC236}">
                <a16:creationId xmlns:a16="http://schemas.microsoft.com/office/drawing/2014/main" id="{C29922D5-A5CB-5E06-BEF1-C535371BF795}"/>
              </a:ext>
            </a:extLst>
          </p:cNvPr>
          <p:cNvSpPr>
            <a:spLocks noGrp="1"/>
          </p:cNvSpPr>
          <p:nvPr>
            <p:ph type="body" sz="quarter" idx="23"/>
          </p:nvPr>
        </p:nvSpPr>
        <p:spPr>
          <a:xfrm>
            <a:off x="390154" y="3836988"/>
            <a:ext cx="3734172" cy="357287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4" name="Text Placeholder 4">
            <a:extLst>
              <a:ext uri="{FF2B5EF4-FFF2-40B4-BE49-F238E27FC236}">
                <a16:creationId xmlns:a16="http://schemas.microsoft.com/office/drawing/2014/main" id="{61B2C06E-6371-A6FA-77BC-61B45402995B}"/>
              </a:ext>
            </a:extLst>
          </p:cNvPr>
          <p:cNvSpPr>
            <a:spLocks noGrp="1"/>
          </p:cNvSpPr>
          <p:nvPr>
            <p:ph type="body" sz="quarter" idx="42"/>
          </p:nvPr>
        </p:nvSpPr>
        <p:spPr>
          <a:xfrm>
            <a:off x="390154" y="2150952"/>
            <a:ext cx="3734171" cy="1541573"/>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278674652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pic>
        <p:nvPicPr>
          <p:cNvPr id="2" name="Graphic 1">
            <a:extLst>
              <a:ext uri="{FF2B5EF4-FFF2-40B4-BE49-F238E27FC236}">
                <a16:creationId xmlns:a16="http://schemas.microsoft.com/office/drawing/2014/main" id="{DAE82E8C-95AD-0361-B8B0-B7C0D8684CF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29FA0211-7640-B008-5F80-DFE4BF78EDCF}"/>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17F97C21-6648-EF6C-A98D-137E0F480F1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928D0FCD-860E-59BE-AB6B-2EA27033053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7B14105F-6B03-AB02-2E6B-E280AFC5EA3E}"/>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F910343D-7729-C09A-9C77-894C9CA08B3A}"/>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19EE9025-8994-9F60-34A1-5C3B3CFAD1EC}"/>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7B5DDC33-C3D4-9796-19F2-58D7C38A2C6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F4C69D50-6649-D4B4-7D87-4089B8DBE46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883D8FB5-0F60-B49C-34DC-9175C66F908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371036E0-69E7-A8D3-000E-87223966A2ED}"/>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02898492-89A0-DE15-D6C5-D551EFE24C9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E25F01F7-A7A9-F302-A1F0-C58B6E4EF15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DFD7414B-9A29-543D-FEA3-E085A244A597}"/>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057F6B16-BFF0-4DFA-603A-E9BCA79F806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C856C89A-7562-82C0-70CE-765A1BE0195E}"/>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BFDFB630-05CE-02BE-378B-A5C3EA6BC938}"/>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CD33074D-C4F5-4788-8ECF-12AF8E0B44CC}" type="datetime4">
              <a:rPr lang="en-US" smtClean="0"/>
              <a:t>October 29, 2026</a:t>
            </a:fld>
            <a:endParaRPr lang="en-US"/>
          </a:p>
        </p:txBody>
      </p:sp>
      <p:sp>
        <p:nvSpPr>
          <p:cNvPr id="22" name="Espaço Reservado para Texto 6">
            <a:extLst>
              <a:ext uri="{FF2B5EF4-FFF2-40B4-BE49-F238E27FC236}">
                <a16:creationId xmlns:a16="http://schemas.microsoft.com/office/drawing/2014/main" id="{BC5C97CA-C109-C89E-B0DA-580EB374FF5A}"/>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6CE2BDD4-5FBE-4506-6AAF-2D2BA90A0DD8}"/>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3" name="Espaço Reservado para Conteúdo 14">
            <a:extLst>
              <a:ext uri="{FF2B5EF4-FFF2-40B4-BE49-F238E27FC236}">
                <a16:creationId xmlns:a16="http://schemas.microsoft.com/office/drawing/2014/main" id="{4D005A3B-2044-D406-2A9E-49AD2BFCCD4B}"/>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428138236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pic>
        <p:nvPicPr>
          <p:cNvPr id="2" name="Graphic 1">
            <a:extLst>
              <a:ext uri="{FF2B5EF4-FFF2-40B4-BE49-F238E27FC236}">
                <a16:creationId xmlns:a16="http://schemas.microsoft.com/office/drawing/2014/main" id="{020CA7CE-0D5C-5488-D79D-0ED4E8CA189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D512349-C8E0-A810-F233-AA959E02F3EC}"/>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E63174DD-2C4B-6BAF-CEF1-EC07B326774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015B9AC7-A36B-41C5-EDAB-8DD657593D62}"/>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02445908-BCDE-2295-D406-50E1C9EF2B7B}"/>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2E67F9D7-F394-311A-DAC0-A499D3A6D817}"/>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EE9B7EF6-E13B-2521-6B28-C02E7EB9EA15}"/>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A80B0CB7-CCBE-27F2-811D-831361DB3D9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1CDAA107-BFA2-DA25-DBEA-C45AD8DA6896}"/>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B7F75FBE-3CBD-621E-BC87-614DC112F97F}"/>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0C3726A6-6347-549E-CAB6-E348B258C13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D33460AB-7460-89C4-1B3E-71E1559C24C4}"/>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6467008B-A71D-2B5A-5965-A4F4C926420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5F479CBE-4211-4C8C-D2E5-349D0E147F00}"/>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F81A199D-141A-22DC-6353-1881F40E055C}"/>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3E74DD25-30D6-188A-8CF7-03CD1A4C274B}"/>
              </a:ext>
            </a:extLst>
          </p:cNvPr>
          <p:cNvSpPr>
            <a:spLocks noGrp="1"/>
          </p:cNvSpPr>
          <p:nvPr>
            <p:ph type="body" sz="quarter" idx="38"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225D8DF4-F29D-36AA-42FD-859125645D09}"/>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8640C9F6-BEFE-4005-81CF-479DB7EB107B}" type="datetime4">
              <a:rPr lang="en-US" smtClean="0"/>
              <a:t>October 29, 2026</a:t>
            </a:fld>
            <a:endParaRPr lang="en-US"/>
          </a:p>
        </p:txBody>
      </p:sp>
      <p:sp>
        <p:nvSpPr>
          <p:cNvPr id="22" name="Espaço Reservado para Texto 6">
            <a:extLst>
              <a:ext uri="{FF2B5EF4-FFF2-40B4-BE49-F238E27FC236}">
                <a16:creationId xmlns:a16="http://schemas.microsoft.com/office/drawing/2014/main" id="{600E4F54-16E4-F72B-E47F-AD7A341150E5}"/>
              </a:ext>
            </a:extLst>
          </p:cNvPr>
          <p:cNvSpPr>
            <a:spLocks noGrp="1"/>
          </p:cNvSpPr>
          <p:nvPr>
            <p:ph type="body" sz="quarter" idx="39"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E23A42F1-5093-9517-11CC-E94EDA508616}"/>
              </a:ext>
            </a:extLst>
          </p:cNvPr>
          <p:cNvSpPr>
            <a:spLocks noGrp="1"/>
          </p:cNvSpPr>
          <p:nvPr>
            <p:ph type="body" sz="quarter" idx="40"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9CDC6F15-9156-27BD-DE24-345453CF452B}"/>
              </a:ext>
            </a:extLst>
          </p:cNvPr>
          <p:cNvSpPr>
            <a:spLocks noGrp="1"/>
          </p:cNvSpPr>
          <p:nvPr>
            <p:ph type="body" sz="quarter" idx="20"/>
          </p:nvPr>
        </p:nvSpPr>
        <p:spPr>
          <a:xfrm>
            <a:off x="390154" y="2150950"/>
            <a:ext cx="6098400"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4" name="Text Placeholder 4">
            <a:extLst>
              <a:ext uri="{FF2B5EF4-FFF2-40B4-BE49-F238E27FC236}">
                <a16:creationId xmlns:a16="http://schemas.microsoft.com/office/drawing/2014/main" id="{D09E0B4F-0CB9-DC61-CCA9-25A73A1C8DD4}"/>
              </a:ext>
            </a:extLst>
          </p:cNvPr>
          <p:cNvSpPr>
            <a:spLocks noGrp="1"/>
          </p:cNvSpPr>
          <p:nvPr>
            <p:ph type="body" sz="quarter" idx="23"/>
          </p:nvPr>
        </p:nvSpPr>
        <p:spPr>
          <a:xfrm>
            <a:off x="390154" y="3691053"/>
            <a:ext cx="3734170" cy="4018975"/>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5" name="Text Placeholder 4">
            <a:extLst>
              <a:ext uri="{FF2B5EF4-FFF2-40B4-BE49-F238E27FC236}">
                <a16:creationId xmlns:a16="http://schemas.microsoft.com/office/drawing/2014/main" id="{5A7F030E-73C4-E07A-33DF-312D56F0F76C}"/>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6" name="Text Placeholder 4">
            <a:extLst>
              <a:ext uri="{FF2B5EF4-FFF2-40B4-BE49-F238E27FC236}">
                <a16:creationId xmlns:a16="http://schemas.microsoft.com/office/drawing/2014/main" id="{BB3A3439-E17D-6D38-1316-DAE169B84D8D}"/>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8" name="Text Placeholder 4">
            <a:extLst>
              <a:ext uri="{FF2B5EF4-FFF2-40B4-BE49-F238E27FC236}">
                <a16:creationId xmlns:a16="http://schemas.microsoft.com/office/drawing/2014/main" id="{D879252A-E1C2-E728-21D3-50B31743B00B}"/>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9" name="Text Placeholder 4">
            <a:extLst>
              <a:ext uri="{FF2B5EF4-FFF2-40B4-BE49-F238E27FC236}">
                <a16:creationId xmlns:a16="http://schemas.microsoft.com/office/drawing/2014/main" id="{F9B99FB5-852F-6BAD-F3AA-BCFE83FADD59}"/>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0" name="Text Placeholder 4">
            <a:extLst>
              <a:ext uri="{FF2B5EF4-FFF2-40B4-BE49-F238E27FC236}">
                <a16:creationId xmlns:a16="http://schemas.microsoft.com/office/drawing/2014/main" id="{40246B11-FD7D-36D8-6E07-4D3E3BAC269E}"/>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1" name="Text Placeholder 4">
            <a:extLst>
              <a:ext uri="{FF2B5EF4-FFF2-40B4-BE49-F238E27FC236}">
                <a16:creationId xmlns:a16="http://schemas.microsoft.com/office/drawing/2014/main" id="{6BB6FA29-C19C-7F7C-3184-635E561111AC}"/>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2" name="Text Placeholder 4">
            <a:extLst>
              <a:ext uri="{FF2B5EF4-FFF2-40B4-BE49-F238E27FC236}">
                <a16:creationId xmlns:a16="http://schemas.microsoft.com/office/drawing/2014/main" id="{5AB78DE9-33F1-89EC-EAD1-9DA325469D9C}"/>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3" name="Text Placeholder 4">
            <a:extLst>
              <a:ext uri="{FF2B5EF4-FFF2-40B4-BE49-F238E27FC236}">
                <a16:creationId xmlns:a16="http://schemas.microsoft.com/office/drawing/2014/main" id="{5E8516FE-9642-556F-F777-2569F79C7BFC}"/>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4" name="Text Placeholder 4">
            <a:extLst>
              <a:ext uri="{FF2B5EF4-FFF2-40B4-BE49-F238E27FC236}">
                <a16:creationId xmlns:a16="http://schemas.microsoft.com/office/drawing/2014/main" id="{5FC8989C-C279-357C-1E1A-D58DEA9EF4A5}"/>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9" name="Espaço Reservado para Conteúdo 14">
            <a:extLst>
              <a:ext uri="{FF2B5EF4-FFF2-40B4-BE49-F238E27FC236}">
                <a16:creationId xmlns:a16="http://schemas.microsoft.com/office/drawing/2014/main" id="{0367F594-505D-738C-FC34-474862284B60}"/>
              </a:ext>
            </a:extLst>
          </p:cNvPr>
          <p:cNvSpPr>
            <a:spLocks noGrp="1"/>
          </p:cNvSpPr>
          <p:nvPr>
            <p:ph sz="quarter" idx="21" hasCustomPrompt="1"/>
          </p:nvPr>
        </p:nvSpPr>
        <p:spPr>
          <a:xfrm>
            <a:off x="382830" y="8150455"/>
            <a:ext cx="610686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2BBD1FCD-CECD-31A7-94DA-02CCEF482D42}"/>
              </a:ext>
            </a:extLst>
          </p:cNvPr>
          <p:cNvSpPr>
            <a:spLocks noGrp="1"/>
          </p:cNvSpPr>
          <p:nvPr>
            <p:ph sz="quarter" idx="22" hasCustomPrompt="1"/>
          </p:nvPr>
        </p:nvSpPr>
        <p:spPr>
          <a:xfrm>
            <a:off x="4330593" y="6790831"/>
            <a:ext cx="2159107" cy="91919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8" name="Espaço Reservado para Conteúdo 14">
            <a:extLst>
              <a:ext uri="{FF2B5EF4-FFF2-40B4-BE49-F238E27FC236}">
                <a16:creationId xmlns:a16="http://schemas.microsoft.com/office/drawing/2014/main" id="{BA06DE38-13ED-2B77-02BB-67B91D04C2A2}"/>
              </a:ext>
            </a:extLst>
          </p:cNvPr>
          <p:cNvSpPr>
            <a:spLocks noGrp="1"/>
          </p:cNvSpPr>
          <p:nvPr>
            <p:ph sz="quarter" idx="37" hasCustomPrompt="1"/>
          </p:nvPr>
        </p:nvSpPr>
        <p:spPr>
          <a:xfrm>
            <a:off x="382830" y="7861837"/>
            <a:ext cx="610686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9" name="Espaço Reservado para Conteúdo 14">
            <a:extLst>
              <a:ext uri="{FF2B5EF4-FFF2-40B4-BE49-F238E27FC236}">
                <a16:creationId xmlns:a16="http://schemas.microsoft.com/office/drawing/2014/main" id="{C1B6818F-6251-98B3-CD88-0BD6F91489D4}"/>
              </a:ext>
            </a:extLst>
          </p:cNvPr>
          <p:cNvSpPr>
            <a:spLocks noGrp="1"/>
          </p:cNvSpPr>
          <p:nvPr>
            <p:ph sz="quarter" idx="24" hasCustomPrompt="1"/>
          </p:nvPr>
        </p:nvSpPr>
        <p:spPr>
          <a:xfrm>
            <a:off x="4330593" y="65022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0" name="Espaço Reservado para Conteúdo 14">
            <a:extLst>
              <a:ext uri="{FF2B5EF4-FFF2-40B4-BE49-F238E27FC236}">
                <a16:creationId xmlns:a16="http://schemas.microsoft.com/office/drawing/2014/main" id="{9ED6545B-3ECC-FC98-B90F-BBC0841F64A7}"/>
              </a:ext>
            </a:extLst>
          </p:cNvPr>
          <p:cNvSpPr>
            <a:spLocks noGrp="1"/>
          </p:cNvSpPr>
          <p:nvPr>
            <p:ph sz="quarter" idx="41"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70" name="Straight Connector 69">
            <a:extLst>
              <a:ext uri="{FF2B5EF4-FFF2-40B4-BE49-F238E27FC236}">
                <a16:creationId xmlns:a16="http://schemas.microsoft.com/office/drawing/2014/main" id="{C89909FC-D97F-7AAE-54BD-012E87CABC70}"/>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454746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pic>
        <p:nvPicPr>
          <p:cNvPr id="2" name="Graphic 1">
            <a:extLst>
              <a:ext uri="{FF2B5EF4-FFF2-40B4-BE49-F238E27FC236}">
                <a16:creationId xmlns:a16="http://schemas.microsoft.com/office/drawing/2014/main" id="{D0549440-0B66-AA19-A3B2-4E02A5C5AD3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05355334-9077-CE8A-46FF-97FBE3D34092}"/>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C4A82DAB-D59D-A1F8-0D9C-7522C4D1B530}"/>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02F0BBBC-DC77-7B39-FA0C-18F5D08A5E48}"/>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C843CF93-C04E-A551-7854-0C181EDA86CF}"/>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847B58D9-0CDC-BB3A-21D6-D3F56DDDCE72}"/>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ACADCB28-4F89-983A-7757-B7A9D9B77716}"/>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77B3D8EE-2D17-16EB-162F-A610AA2A4CE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1F71C35D-22D1-AC78-89DF-271FDC81FBD8}"/>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695043F5-9FE3-D64C-11F9-BBEFD0B3D912}"/>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CFB94037-5F60-9FB2-AEAA-1FC9AFEDB60A}"/>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831741FD-5C72-6EA4-F812-4B27C31D21B5}"/>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21077A4A-99EF-C5B3-3B2D-8E5451AD82D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F843AE6D-8625-2B12-C14F-B0C5D276A76A}"/>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5C54346F-14A5-5076-E856-23E370C8FCE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CE9DB6D6-312F-75AA-3CC5-F8C21A4AAA08}"/>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E8CBDECE-6D0D-C3E5-204E-426FA529B322}"/>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87F96A31-FEDC-466E-B0D9-0D8D68916DB7}" type="datetime4">
              <a:rPr lang="en-US" smtClean="0"/>
              <a:t>October 29, 2026</a:t>
            </a:fld>
            <a:endParaRPr lang="en-US"/>
          </a:p>
        </p:txBody>
      </p:sp>
      <p:sp>
        <p:nvSpPr>
          <p:cNvPr id="22" name="Espaço Reservado para Texto 6">
            <a:extLst>
              <a:ext uri="{FF2B5EF4-FFF2-40B4-BE49-F238E27FC236}">
                <a16:creationId xmlns:a16="http://schemas.microsoft.com/office/drawing/2014/main" id="{CF0C2964-DE74-9687-D177-9645A10446B2}"/>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198EED14-43EA-50D7-1903-F2F9650EDCB9}"/>
              </a:ext>
            </a:extLst>
          </p:cNvPr>
          <p:cNvSpPr>
            <a:spLocks noGrp="1"/>
          </p:cNvSpPr>
          <p:nvPr>
            <p:ph type="body" sz="quarter" idx="39"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Espaço Reservado para Conteúdo 14">
            <a:extLst>
              <a:ext uri="{FF2B5EF4-FFF2-40B4-BE49-F238E27FC236}">
                <a16:creationId xmlns:a16="http://schemas.microsoft.com/office/drawing/2014/main" id="{592D369A-CDFC-B507-81B4-EA34E7471120}"/>
              </a:ext>
            </a:extLst>
          </p:cNvPr>
          <p:cNvSpPr>
            <a:spLocks noGrp="1"/>
          </p:cNvSpPr>
          <p:nvPr>
            <p:ph sz="quarter" idx="21" hasCustomPrompt="1"/>
          </p:nvPr>
        </p:nvSpPr>
        <p:spPr>
          <a:xfrm>
            <a:off x="382830" y="8150455"/>
            <a:ext cx="3741496"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4" name="Espaço Reservado para Conteúdo 14">
            <a:extLst>
              <a:ext uri="{FF2B5EF4-FFF2-40B4-BE49-F238E27FC236}">
                <a16:creationId xmlns:a16="http://schemas.microsoft.com/office/drawing/2014/main" id="{EC7D38A6-E6A5-A9D6-2ED6-31212B379779}"/>
              </a:ext>
            </a:extLst>
          </p:cNvPr>
          <p:cNvSpPr>
            <a:spLocks noGrp="1"/>
          </p:cNvSpPr>
          <p:nvPr>
            <p:ph sz="quarter" idx="37" hasCustomPrompt="1"/>
          </p:nvPr>
        </p:nvSpPr>
        <p:spPr>
          <a:xfrm>
            <a:off x="382830" y="7861837"/>
            <a:ext cx="37414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5" name="Straight Connector 24">
            <a:extLst>
              <a:ext uri="{FF2B5EF4-FFF2-40B4-BE49-F238E27FC236}">
                <a16:creationId xmlns:a16="http://schemas.microsoft.com/office/drawing/2014/main" id="{66BF18E4-3D29-42A7-6C25-B8127BF9DF8A}"/>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8E11B218-731B-DED1-E2DD-B6A88194082F}"/>
              </a:ext>
            </a:extLst>
          </p:cNvPr>
          <p:cNvSpPr>
            <a:spLocks noGrp="1"/>
          </p:cNvSpPr>
          <p:nvPr>
            <p:ph type="body" sz="quarter" idx="23"/>
          </p:nvPr>
        </p:nvSpPr>
        <p:spPr>
          <a:xfrm>
            <a:off x="390154" y="3692524"/>
            <a:ext cx="3734170" cy="401750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8" name="Text Placeholder 4">
            <a:extLst>
              <a:ext uri="{FF2B5EF4-FFF2-40B4-BE49-F238E27FC236}">
                <a16:creationId xmlns:a16="http://schemas.microsoft.com/office/drawing/2014/main" id="{5E2B7853-2B3B-5C3E-31FA-0D980EB9825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9" name="Text Placeholder 4">
            <a:extLst>
              <a:ext uri="{FF2B5EF4-FFF2-40B4-BE49-F238E27FC236}">
                <a16:creationId xmlns:a16="http://schemas.microsoft.com/office/drawing/2014/main" id="{CE0A76F7-79E8-A32B-B2C3-0DF23F12736F}"/>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0" name="Text Placeholder 4">
            <a:extLst>
              <a:ext uri="{FF2B5EF4-FFF2-40B4-BE49-F238E27FC236}">
                <a16:creationId xmlns:a16="http://schemas.microsoft.com/office/drawing/2014/main" id="{1572963F-527C-266C-CEA7-4BBE605CF227}"/>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1" name="Text Placeholder 4">
            <a:extLst>
              <a:ext uri="{FF2B5EF4-FFF2-40B4-BE49-F238E27FC236}">
                <a16:creationId xmlns:a16="http://schemas.microsoft.com/office/drawing/2014/main" id="{3E235B2D-3B3B-8BD6-F30A-7B508DC31E12}"/>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2" name="Text Placeholder 4">
            <a:extLst>
              <a:ext uri="{FF2B5EF4-FFF2-40B4-BE49-F238E27FC236}">
                <a16:creationId xmlns:a16="http://schemas.microsoft.com/office/drawing/2014/main" id="{F76892AD-65D9-283F-1D35-F2253E08B6E5}"/>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3" name="Text Placeholder 4">
            <a:extLst>
              <a:ext uri="{FF2B5EF4-FFF2-40B4-BE49-F238E27FC236}">
                <a16:creationId xmlns:a16="http://schemas.microsoft.com/office/drawing/2014/main" id="{C6AD9A9A-18E9-A7F8-886F-1061653B815D}"/>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4" name="Text Placeholder 4">
            <a:extLst>
              <a:ext uri="{FF2B5EF4-FFF2-40B4-BE49-F238E27FC236}">
                <a16:creationId xmlns:a16="http://schemas.microsoft.com/office/drawing/2014/main" id="{B88D50CA-40BF-B59C-5995-423CE5987457}"/>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5" name="Text Placeholder 4">
            <a:extLst>
              <a:ext uri="{FF2B5EF4-FFF2-40B4-BE49-F238E27FC236}">
                <a16:creationId xmlns:a16="http://schemas.microsoft.com/office/drawing/2014/main" id="{633C82EA-D2E2-815F-F550-B8F1A48AFB80}"/>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8" name="Text Placeholder 4">
            <a:extLst>
              <a:ext uri="{FF2B5EF4-FFF2-40B4-BE49-F238E27FC236}">
                <a16:creationId xmlns:a16="http://schemas.microsoft.com/office/drawing/2014/main" id="{7566DC93-2836-DD9B-3BE7-83D2D5C802F4}"/>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9" name="Text Placeholder 4">
            <a:extLst>
              <a:ext uri="{FF2B5EF4-FFF2-40B4-BE49-F238E27FC236}">
                <a16:creationId xmlns:a16="http://schemas.microsoft.com/office/drawing/2014/main" id="{86F96AEB-7089-8287-1C31-39DA1D1938AD}"/>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40" name="Espaço Reservado para Conteúdo 14">
            <a:extLst>
              <a:ext uri="{FF2B5EF4-FFF2-40B4-BE49-F238E27FC236}">
                <a16:creationId xmlns:a16="http://schemas.microsoft.com/office/drawing/2014/main" id="{9C7F0BE1-AF7E-208B-0029-AE82B626A70B}"/>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30255448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pic>
        <p:nvPicPr>
          <p:cNvPr id="2" name="Graphic 1">
            <a:extLst>
              <a:ext uri="{FF2B5EF4-FFF2-40B4-BE49-F238E27FC236}">
                <a16:creationId xmlns:a16="http://schemas.microsoft.com/office/drawing/2014/main" id="{8DD97E17-1633-9DC7-BC35-FCA0A5B849F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D76D218-5DE6-C1A1-DE38-AE168D151F7E}"/>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A4221516-7A6B-972E-DD8E-A0CF882307AE}"/>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F73B5D7D-C029-32C1-730A-AA00B0D1572C}"/>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AD986761-F60C-47D5-42CC-72B7159FDBF2}"/>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77D2F9FF-D38E-7ECB-F830-985479897541}"/>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D191A0D4-93FD-0228-F669-71947904308D}"/>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D86A1379-4428-C895-06EB-EA4188253C37}"/>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E647A2FD-7BE0-AB29-E0C3-BB185503645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23954799-D2E4-CF43-2F24-AFE16925E9B2}"/>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8E151F48-18A3-8AFB-C284-53C9A37F128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085E448D-A8C0-DE2C-291E-970B20E7D60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76DF4D25-5169-02C0-D9B8-3701276FF94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F4C0F1B7-7CA0-0AE4-423B-468BD5452ACE}"/>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240144E7-CB08-7592-0ED5-0B7DA11DB1E7}"/>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DB57C443-5119-36C9-D5BB-2C060B8CE2CB}"/>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7B176E2A-7326-5C0E-E3D9-41BC4F056A28}"/>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63717774-4F5E-4AD9-86D5-D6751E6882FA}" type="datetime4">
              <a:rPr lang="en-US" smtClean="0"/>
              <a:t>October 29, 2026</a:t>
            </a:fld>
            <a:endParaRPr lang="en-US"/>
          </a:p>
        </p:txBody>
      </p:sp>
      <p:sp>
        <p:nvSpPr>
          <p:cNvPr id="22" name="Espaço Reservado para Texto 6">
            <a:extLst>
              <a:ext uri="{FF2B5EF4-FFF2-40B4-BE49-F238E27FC236}">
                <a16:creationId xmlns:a16="http://schemas.microsoft.com/office/drawing/2014/main" id="{FBFC930A-4161-0E9E-859A-6545100B021E}"/>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507BAB29-59E5-0D5E-65E5-D88197A60214}"/>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03F24DE4-04E0-A5A8-F149-FAF4BF9651B6}"/>
              </a:ext>
            </a:extLst>
          </p:cNvPr>
          <p:cNvSpPr>
            <a:spLocks noGrp="1"/>
          </p:cNvSpPr>
          <p:nvPr>
            <p:ph type="body" sz="quarter" idx="39" hasCustomPrompt="1"/>
          </p:nvPr>
        </p:nvSpPr>
        <p:spPr>
          <a:xfrm>
            <a:off x="4330593" y="6544495"/>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4" name="Text Placeholder 4">
            <a:extLst>
              <a:ext uri="{FF2B5EF4-FFF2-40B4-BE49-F238E27FC236}">
                <a16:creationId xmlns:a16="http://schemas.microsoft.com/office/drawing/2014/main" id="{2911FEF9-0A77-5C12-1418-42473AFCE41A}"/>
              </a:ext>
            </a:extLst>
          </p:cNvPr>
          <p:cNvSpPr>
            <a:spLocks noGrp="1"/>
          </p:cNvSpPr>
          <p:nvPr>
            <p:ph type="body" sz="quarter" idx="40" hasCustomPrompt="1"/>
          </p:nvPr>
        </p:nvSpPr>
        <p:spPr>
          <a:xfrm>
            <a:off x="4330593" y="670629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5" name="Text Placeholder 4">
            <a:extLst>
              <a:ext uri="{FF2B5EF4-FFF2-40B4-BE49-F238E27FC236}">
                <a16:creationId xmlns:a16="http://schemas.microsoft.com/office/drawing/2014/main" id="{262FBF81-AC68-DDE3-9791-5EB1369BB13D}"/>
              </a:ext>
            </a:extLst>
          </p:cNvPr>
          <p:cNvSpPr>
            <a:spLocks noGrp="1"/>
          </p:cNvSpPr>
          <p:nvPr>
            <p:ph type="body" sz="quarter" idx="41" hasCustomPrompt="1"/>
          </p:nvPr>
        </p:nvSpPr>
        <p:spPr>
          <a:xfrm>
            <a:off x="4330593" y="68331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6" name="Text Placeholder 4">
            <a:extLst>
              <a:ext uri="{FF2B5EF4-FFF2-40B4-BE49-F238E27FC236}">
                <a16:creationId xmlns:a16="http://schemas.microsoft.com/office/drawing/2014/main" id="{72B7B639-7E4C-008E-2F07-EFDDF1658B2C}"/>
              </a:ext>
            </a:extLst>
          </p:cNvPr>
          <p:cNvSpPr>
            <a:spLocks noGrp="1"/>
          </p:cNvSpPr>
          <p:nvPr>
            <p:ph type="body" sz="quarter" idx="42" hasCustomPrompt="1"/>
          </p:nvPr>
        </p:nvSpPr>
        <p:spPr>
          <a:xfrm>
            <a:off x="4330593" y="703075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8" name="Text Placeholder 4">
            <a:extLst>
              <a:ext uri="{FF2B5EF4-FFF2-40B4-BE49-F238E27FC236}">
                <a16:creationId xmlns:a16="http://schemas.microsoft.com/office/drawing/2014/main" id="{DED10EBA-827E-ACAF-F415-E893CEA58E46}"/>
              </a:ext>
            </a:extLst>
          </p:cNvPr>
          <p:cNvSpPr>
            <a:spLocks noGrp="1"/>
          </p:cNvSpPr>
          <p:nvPr>
            <p:ph type="body" sz="quarter" idx="43" hasCustomPrompt="1"/>
          </p:nvPr>
        </p:nvSpPr>
        <p:spPr>
          <a:xfrm>
            <a:off x="4330593" y="719254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9" name="Text Placeholder 4">
            <a:extLst>
              <a:ext uri="{FF2B5EF4-FFF2-40B4-BE49-F238E27FC236}">
                <a16:creationId xmlns:a16="http://schemas.microsoft.com/office/drawing/2014/main" id="{EF921770-73BA-30FA-5FFA-AF7977B7F701}"/>
              </a:ext>
            </a:extLst>
          </p:cNvPr>
          <p:cNvSpPr>
            <a:spLocks noGrp="1"/>
          </p:cNvSpPr>
          <p:nvPr>
            <p:ph type="body" sz="quarter" idx="44" hasCustomPrompt="1"/>
          </p:nvPr>
        </p:nvSpPr>
        <p:spPr>
          <a:xfrm>
            <a:off x="4330593" y="73194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0" name="Text Placeholder 4">
            <a:extLst>
              <a:ext uri="{FF2B5EF4-FFF2-40B4-BE49-F238E27FC236}">
                <a16:creationId xmlns:a16="http://schemas.microsoft.com/office/drawing/2014/main" id="{20ACEDB3-2C09-E20D-821E-DDD418D3FEB1}"/>
              </a:ext>
            </a:extLst>
          </p:cNvPr>
          <p:cNvSpPr>
            <a:spLocks noGrp="1"/>
          </p:cNvSpPr>
          <p:nvPr>
            <p:ph type="body" sz="quarter" idx="45" hasCustomPrompt="1"/>
          </p:nvPr>
        </p:nvSpPr>
        <p:spPr>
          <a:xfrm>
            <a:off x="4330593" y="752432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1" name="Text Placeholder 4">
            <a:extLst>
              <a:ext uri="{FF2B5EF4-FFF2-40B4-BE49-F238E27FC236}">
                <a16:creationId xmlns:a16="http://schemas.microsoft.com/office/drawing/2014/main" id="{86DF4C01-3652-C9F0-F8FF-57CF059BACF5}"/>
              </a:ext>
            </a:extLst>
          </p:cNvPr>
          <p:cNvSpPr>
            <a:spLocks noGrp="1"/>
          </p:cNvSpPr>
          <p:nvPr>
            <p:ph type="body" sz="quarter" idx="46" hasCustomPrompt="1"/>
          </p:nvPr>
        </p:nvSpPr>
        <p:spPr>
          <a:xfrm>
            <a:off x="4330593" y="768611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2" name="Text Placeholder 4">
            <a:extLst>
              <a:ext uri="{FF2B5EF4-FFF2-40B4-BE49-F238E27FC236}">
                <a16:creationId xmlns:a16="http://schemas.microsoft.com/office/drawing/2014/main" id="{716E856C-FAC0-A224-30F5-9210B261B290}"/>
              </a:ext>
            </a:extLst>
          </p:cNvPr>
          <p:cNvSpPr>
            <a:spLocks noGrp="1"/>
          </p:cNvSpPr>
          <p:nvPr>
            <p:ph type="body" sz="quarter" idx="47" hasCustomPrompt="1"/>
          </p:nvPr>
        </p:nvSpPr>
        <p:spPr>
          <a:xfrm>
            <a:off x="4330593" y="78129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3" name="Espaço Reservado para Conteúdo 14">
            <a:extLst>
              <a:ext uri="{FF2B5EF4-FFF2-40B4-BE49-F238E27FC236}">
                <a16:creationId xmlns:a16="http://schemas.microsoft.com/office/drawing/2014/main" id="{B7A0699F-1107-A7EB-E37F-3282D8B26723}"/>
              </a:ext>
            </a:extLst>
          </p:cNvPr>
          <p:cNvSpPr>
            <a:spLocks noGrp="1"/>
          </p:cNvSpPr>
          <p:nvPr>
            <p:ph sz="quarter" idx="21" hasCustomPrompt="1"/>
          </p:nvPr>
        </p:nvSpPr>
        <p:spPr>
          <a:xfrm>
            <a:off x="382830" y="8150455"/>
            <a:ext cx="3741496"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4" name="Espaço Reservado para Conteúdo 14">
            <a:extLst>
              <a:ext uri="{FF2B5EF4-FFF2-40B4-BE49-F238E27FC236}">
                <a16:creationId xmlns:a16="http://schemas.microsoft.com/office/drawing/2014/main" id="{8E3A02D8-6F7D-7ADF-FBA5-4B8274BFE885}"/>
              </a:ext>
            </a:extLst>
          </p:cNvPr>
          <p:cNvSpPr>
            <a:spLocks noGrp="1"/>
          </p:cNvSpPr>
          <p:nvPr>
            <p:ph sz="quarter" idx="37" hasCustomPrompt="1"/>
          </p:nvPr>
        </p:nvSpPr>
        <p:spPr>
          <a:xfrm>
            <a:off x="382830" y="7861837"/>
            <a:ext cx="37414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35" name="Straight Connector 34">
            <a:extLst>
              <a:ext uri="{FF2B5EF4-FFF2-40B4-BE49-F238E27FC236}">
                <a16:creationId xmlns:a16="http://schemas.microsoft.com/office/drawing/2014/main" id="{72580441-ACD3-34DD-BE7E-A48F3B2C9853}"/>
              </a:ext>
            </a:extLst>
          </p:cNvPr>
          <p:cNvCxnSpPr>
            <a:cxnSpLocks/>
          </p:cNvCxnSpPr>
          <p:nvPr userDrawn="1"/>
        </p:nvCxnSpPr>
        <p:spPr>
          <a:xfrm>
            <a:off x="4227459" y="3692524"/>
            <a:ext cx="0" cy="576103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3AD50A6F-9852-2DF4-CD76-ABDAB2ECB230}"/>
              </a:ext>
            </a:extLst>
          </p:cNvPr>
          <p:cNvSpPr>
            <a:spLocks noGrp="1"/>
          </p:cNvSpPr>
          <p:nvPr>
            <p:ph sz="quarter" idx="25" hasCustomPrompt="1"/>
          </p:nvPr>
        </p:nvSpPr>
        <p:spPr>
          <a:xfrm>
            <a:off x="4330593" y="5400654"/>
            <a:ext cx="2159107" cy="94624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A1EEFDF8-66EC-B678-3690-4B90D5170795}"/>
              </a:ext>
            </a:extLst>
          </p:cNvPr>
          <p:cNvSpPr>
            <a:spLocks noGrp="1"/>
          </p:cNvSpPr>
          <p:nvPr>
            <p:ph sz="quarter" idx="48" hasCustomPrompt="1"/>
          </p:nvPr>
        </p:nvSpPr>
        <p:spPr>
          <a:xfrm>
            <a:off x="4330593" y="5112035"/>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9" name="Espaço Reservado para Conteúdo 14">
            <a:extLst>
              <a:ext uri="{FF2B5EF4-FFF2-40B4-BE49-F238E27FC236}">
                <a16:creationId xmlns:a16="http://schemas.microsoft.com/office/drawing/2014/main" id="{0FE5B210-6AEE-6D43-743F-B26EA372DEB4}"/>
              </a:ext>
            </a:extLst>
          </p:cNvPr>
          <p:cNvSpPr>
            <a:spLocks noGrp="1"/>
          </p:cNvSpPr>
          <p:nvPr>
            <p:ph sz="quarter" idx="49" hasCustomPrompt="1"/>
          </p:nvPr>
        </p:nvSpPr>
        <p:spPr>
          <a:xfrm>
            <a:off x="4330593" y="3692524"/>
            <a:ext cx="2159107" cy="123918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0" name="Text Placeholder 4">
            <a:extLst>
              <a:ext uri="{FF2B5EF4-FFF2-40B4-BE49-F238E27FC236}">
                <a16:creationId xmlns:a16="http://schemas.microsoft.com/office/drawing/2014/main" id="{76703E1C-3A23-54F1-0E55-A22109AD96E7}"/>
              </a:ext>
            </a:extLst>
          </p:cNvPr>
          <p:cNvSpPr>
            <a:spLocks noGrp="1"/>
          </p:cNvSpPr>
          <p:nvPr>
            <p:ph type="body" sz="quarter" idx="23"/>
          </p:nvPr>
        </p:nvSpPr>
        <p:spPr>
          <a:xfrm>
            <a:off x="390154" y="3692524"/>
            <a:ext cx="3734170" cy="401750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41" name="Text Placeholder 4">
            <a:extLst>
              <a:ext uri="{FF2B5EF4-FFF2-40B4-BE49-F238E27FC236}">
                <a16:creationId xmlns:a16="http://schemas.microsoft.com/office/drawing/2014/main" id="{5E067759-B73B-DD64-0392-7F84B67AA6EA}"/>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244893280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apa Short Note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pic>
        <p:nvPicPr>
          <p:cNvPr id="2" name="Graphic 1">
            <a:extLst>
              <a:ext uri="{FF2B5EF4-FFF2-40B4-BE49-F238E27FC236}">
                <a16:creationId xmlns:a16="http://schemas.microsoft.com/office/drawing/2014/main" id="{0D170F3C-A405-4BC5-DB91-21B4D4B867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86F06D5F-EA57-B774-6CB5-FDEEEE7FBD3C}"/>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3525D9DD-4FB7-3E81-046D-4F48E019BFF4}"/>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6691DD02-8A42-4B12-996C-E8AA97E630D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46430BCF-7707-19A2-B573-F588949459D0}"/>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D4539CAA-97BF-C1C0-3333-31E8BE52F8E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59674DE2-937E-E428-7983-75A6776DE4CB}"/>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291CF00D-94FF-5ED4-7147-527A38750C01}"/>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3138E082-26D7-A59B-36A6-FE94A7BF06F0}"/>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9024D65D-E20B-1B6C-53B1-FA4F1F9C65D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D0B0B35B-0747-6B2B-6933-D45499601DF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5B69C6C5-E8FE-2C89-F314-0A0FBBE815E0}"/>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F5BB930F-3832-317D-67C1-D87D9E4A9EF1}"/>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04F173F3-03F9-8E1B-2885-4AC07FD616EA}"/>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2BCB2A0B-34B2-34C1-5D56-4C2274A5C42F}"/>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589B4896-C673-DF18-8E1F-EFF9F0D6EC6A}"/>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04F3B742-459A-95DB-1F25-5C5FD3DE4BC0}"/>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D0413553-1A97-4F70-A154-360868D7953B}" type="datetime4">
              <a:rPr lang="en-US" smtClean="0"/>
              <a:t>October 29, 2026</a:t>
            </a:fld>
            <a:endParaRPr lang="en-US"/>
          </a:p>
        </p:txBody>
      </p:sp>
      <p:sp>
        <p:nvSpPr>
          <p:cNvPr id="22" name="Espaço Reservado para Texto 6">
            <a:extLst>
              <a:ext uri="{FF2B5EF4-FFF2-40B4-BE49-F238E27FC236}">
                <a16:creationId xmlns:a16="http://schemas.microsoft.com/office/drawing/2014/main" id="{5A02647A-2A9C-F7EF-DEB7-9E9E3EA7A392}"/>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0D64EF15-F78C-A77F-85C1-A2EAB29B8120}"/>
              </a:ext>
            </a:extLst>
          </p:cNvPr>
          <p:cNvSpPr>
            <a:spLocks noGrp="1"/>
          </p:cNvSpPr>
          <p:nvPr>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A955F5D8-0156-E60B-A6A0-DA6EBBCACA35}"/>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4" name="Text Placeholder 4">
            <a:extLst>
              <a:ext uri="{FF2B5EF4-FFF2-40B4-BE49-F238E27FC236}">
                <a16:creationId xmlns:a16="http://schemas.microsoft.com/office/drawing/2014/main" id="{671F3DC4-3146-7572-DF86-04CF30B4670A}"/>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5" name="Text Placeholder 4">
            <a:extLst>
              <a:ext uri="{FF2B5EF4-FFF2-40B4-BE49-F238E27FC236}">
                <a16:creationId xmlns:a16="http://schemas.microsoft.com/office/drawing/2014/main" id="{C25FBB51-101B-7BC4-6209-A6AE0F61B541}"/>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6" name="Text Placeholder 4">
            <a:extLst>
              <a:ext uri="{FF2B5EF4-FFF2-40B4-BE49-F238E27FC236}">
                <a16:creationId xmlns:a16="http://schemas.microsoft.com/office/drawing/2014/main" id="{CCD507EB-0DD5-E0FE-7EBF-64F0329C1935}"/>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8" name="Text Placeholder 4">
            <a:extLst>
              <a:ext uri="{FF2B5EF4-FFF2-40B4-BE49-F238E27FC236}">
                <a16:creationId xmlns:a16="http://schemas.microsoft.com/office/drawing/2014/main" id="{B2D3B57B-5654-08D9-CF35-1B0510FBDB43}"/>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9" name="Text Placeholder 4">
            <a:extLst>
              <a:ext uri="{FF2B5EF4-FFF2-40B4-BE49-F238E27FC236}">
                <a16:creationId xmlns:a16="http://schemas.microsoft.com/office/drawing/2014/main" id="{3E40D777-F23D-154B-ED18-B3AC90627CAD}"/>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0" name="Text Placeholder 4">
            <a:extLst>
              <a:ext uri="{FF2B5EF4-FFF2-40B4-BE49-F238E27FC236}">
                <a16:creationId xmlns:a16="http://schemas.microsoft.com/office/drawing/2014/main" id="{2FB8FCA1-B9F0-6733-CCF5-17884C12C282}"/>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1" name="Text Placeholder 4">
            <a:extLst>
              <a:ext uri="{FF2B5EF4-FFF2-40B4-BE49-F238E27FC236}">
                <a16:creationId xmlns:a16="http://schemas.microsoft.com/office/drawing/2014/main" id="{1C6E0D76-848C-96AE-C91B-C6E6F86E0FE1}"/>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2" name="Text Placeholder 4">
            <a:extLst>
              <a:ext uri="{FF2B5EF4-FFF2-40B4-BE49-F238E27FC236}">
                <a16:creationId xmlns:a16="http://schemas.microsoft.com/office/drawing/2014/main" id="{70DBE899-3012-A4CF-0309-407CAE5D714A}"/>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3" name="Espaço Reservado para Conteúdo 14">
            <a:extLst>
              <a:ext uri="{FF2B5EF4-FFF2-40B4-BE49-F238E27FC236}">
                <a16:creationId xmlns:a16="http://schemas.microsoft.com/office/drawing/2014/main" id="{AF3F2DBA-090D-C776-7BBA-64874B35F7AC}"/>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34" name="Straight Connector 33">
            <a:extLst>
              <a:ext uri="{FF2B5EF4-FFF2-40B4-BE49-F238E27FC236}">
                <a16:creationId xmlns:a16="http://schemas.microsoft.com/office/drawing/2014/main" id="{C2553539-94F4-53FE-224D-42D9F145E1FE}"/>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020CCC31-EABC-9A13-29FD-F75168E56A12}"/>
              </a:ext>
            </a:extLst>
          </p:cNvPr>
          <p:cNvSpPr>
            <a:spLocks noGrp="1"/>
          </p:cNvSpPr>
          <p:nvPr>
            <p:ph type="body" sz="quarter" idx="23"/>
          </p:nvPr>
        </p:nvSpPr>
        <p:spPr>
          <a:xfrm>
            <a:off x="390154" y="3692524"/>
            <a:ext cx="3734170" cy="5761038"/>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36" name="Text Placeholder 4">
            <a:extLst>
              <a:ext uri="{FF2B5EF4-FFF2-40B4-BE49-F238E27FC236}">
                <a16:creationId xmlns:a16="http://schemas.microsoft.com/office/drawing/2014/main" id="{528AB6C8-4A03-776C-6C2F-A6FFEB8FB5AB}"/>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23609468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pic>
        <p:nvPicPr>
          <p:cNvPr id="2" name="Graphic 1">
            <a:extLst>
              <a:ext uri="{FF2B5EF4-FFF2-40B4-BE49-F238E27FC236}">
                <a16:creationId xmlns:a16="http://schemas.microsoft.com/office/drawing/2014/main" id="{0D170F3C-A405-4BC5-DB91-21B4D4B867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86F06D5F-EA57-B774-6CB5-FDEEEE7FBD3C}"/>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3525D9DD-4FB7-3E81-046D-4F48E019BFF4}"/>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6691DD02-8A42-4B12-996C-E8AA97E630D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46430BCF-7707-19A2-B573-F588949459D0}"/>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D4539CAA-97BF-C1C0-3333-31E8BE52F8E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59674DE2-937E-E428-7983-75A6776DE4CB}"/>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291CF00D-94FF-5ED4-7147-527A38750C01}"/>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3138E082-26D7-A59B-36A6-FE94A7BF06F0}"/>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9024D65D-E20B-1B6C-53B1-FA4F1F9C65D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D0B0B35B-0747-6B2B-6933-D45499601DF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5B69C6C5-E8FE-2C89-F314-0A0FBBE815E0}"/>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F5BB930F-3832-317D-67C1-D87D9E4A9EF1}"/>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04F173F3-03F9-8E1B-2885-4AC07FD616EA}"/>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2BCB2A0B-34B2-34C1-5D56-4C2274A5C42F}"/>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589B4896-C673-DF18-8E1F-EFF9F0D6EC6A}"/>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04F3B742-459A-95DB-1F25-5C5FD3DE4BC0}"/>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B2A17F2-DF25-4A14-AA12-71C5B29CBC44}" type="datetime4">
              <a:rPr lang="en-US" smtClean="0"/>
              <a:t>October 29, 2026</a:t>
            </a:fld>
            <a:endParaRPr lang="en-US"/>
          </a:p>
        </p:txBody>
      </p:sp>
      <p:sp>
        <p:nvSpPr>
          <p:cNvPr id="22" name="Espaço Reservado para Texto 6">
            <a:extLst>
              <a:ext uri="{FF2B5EF4-FFF2-40B4-BE49-F238E27FC236}">
                <a16:creationId xmlns:a16="http://schemas.microsoft.com/office/drawing/2014/main" id="{5A02647A-2A9C-F7EF-DEB7-9E9E3EA7A392}"/>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0D64EF15-F78C-A77F-85C1-A2EAB29B8120}"/>
              </a:ext>
            </a:extLst>
          </p:cNvPr>
          <p:cNvSpPr>
            <a:spLocks noGrp="1"/>
          </p:cNvSpPr>
          <p:nvPr>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BF7DFD60-2E36-4F02-82F8-E04D808E1906}"/>
              </a:ext>
            </a:extLst>
          </p:cNvPr>
          <p:cNvSpPr>
            <a:spLocks noGrp="1"/>
          </p:cNvSpPr>
          <p:nvPr>
            <p:ph type="body" sz="quarter" idx="20"/>
          </p:nvPr>
        </p:nvSpPr>
        <p:spPr>
          <a:xfrm>
            <a:off x="390154" y="2150953"/>
            <a:ext cx="3734171" cy="7246052"/>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4" name="Text Placeholder 4">
            <a:extLst>
              <a:ext uri="{FF2B5EF4-FFF2-40B4-BE49-F238E27FC236}">
                <a16:creationId xmlns:a16="http://schemas.microsoft.com/office/drawing/2014/main" id="{6B77B479-67B9-3D1F-DB63-5A937E29D921}"/>
              </a:ext>
            </a:extLst>
          </p:cNvPr>
          <p:cNvSpPr>
            <a:spLocks noGrp="1"/>
          </p:cNvSpPr>
          <p:nvPr>
            <p:ph type="body" sz="quarter" idx="27" hasCustomPrompt="1"/>
          </p:nvPr>
        </p:nvSpPr>
        <p:spPr>
          <a:xfrm>
            <a:off x="4330593" y="355196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5" name="Text Placeholder 4">
            <a:extLst>
              <a:ext uri="{FF2B5EF4-FFF2-40B4-BE49-F238E27FC236}">
                <a16:creationId xmlns:a16="http://schemas.microsoft.com/office/drawing/2014/main" id="{CF97AD4E-3588-342E-979B-0CCDF1CF3A66}"/>
              </a:ext>
            </a:extLst>
          </p:cNvPr>
          <p:cNvSpPr>
            <a:spLocks noGrp="1"/>
          </p:cNvSpPr>
          <p:nvPr>
            <p:ph type="body" sz="quarter" idx="28" hasCustomPrompt="1"/>
          </p:nvPr>
        </p:nvSpPr>
        <p:spPr>
          <a:xfrm>
            <a:off x="4330593" y="37137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6" name="Text Placeholder 4">
            <a:extLst>
              <a:ext uri="{FF2B5EF4-FFF2-40B4-BE49-F238E27FC236}">
                <a16:creationId xmlns:a16="http://schemas.microsoft.com/office/drawing/2014/main" id="{B85DC042-1D7C-4735-DB80-659003055DC8}"/>
              </a:ext>
            </a:extLst>
          </p:cNvPr>
          <p:cNvSpPr>
            <a:spLocks noGrp="1"/>
          </p:cNvSpPr>
          <p:nvPr>
            <p:ph type="body" sz="quarter" idx="29" hasCustomPrompt="1"/>
          </p:nvPr>
        </p:nvSpPr>
        <p:spPr>
          <a:xfrm>
            <a:off x="4330593" y="384063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8" name="Text Placeholder 4">
            <a:extLst>
              <a:ext uri="{FF2B5EF4-FFF2-40B4-BE49-F238E27FC236}">
                <a16:creationId xmlns:a16="http://schemas.microsoft.com/office/drawing/2014/main" id="{35C34336-3E73-5DC1-40F0-6AF846D48E78}"/>
              </a:ext>
            </a:extLst>
          </p:cNvPr>
          <p:cNvSpPr>
            <a:spLocks noGrp="1"/>
          </p:cNvSpPr>
          <p:nvPr>
            <p:ph type="body" sz="quarter" idx="30" hasCustomPrompt="1"/>
          </p:nvPr>
        </p:nvSpPr>
        <p:spPr>
          <a:xfrm>
            <a:off x="4330593" y="403822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9" name="Text Placeholder 4">
            <a:extLst>
              <a:ext uri="{FF2B5EF4-FFF2-40B4-BE49-F238E27FC236}">
                <a16:creationId xmlns:a16="http://schemas.microsoft.com/office/drawing/2014/main" id="{8CD3B534-6D99-4C48-73C6-A90E786EAF16}"/>
              </a:ext>
            </a:extLst>
          </p:cNvPr>
          <p:cNvSpPr>
            <a:spLocks noGrp="1"/>
          </p:cNvSpPr>
          <p:nvPr>
            <p:ph type="body" sz="quarter" idx="31" hasCustomPrompt="1"/>
          </p:nvPr>
        </p:nvSpPr>
        <p:spPr>
          <a:xfrm>
            <a:off x="4330593" y="4200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0" name="Text Placeholder 4">
            <a:extLst>
              <a:ext uri="{FF2B5EF4-FFF2-40B4-BE49-F238E27FC236}">
                <a16:creationId xmlns:a16="http://schemas.microsoft.com/office/drawing/2014/main" id="{2028EDBB-9588-28C2-3D10-94EAAEC88F4D}"/>
              </a:ext>
            </a:extLst>
          </p:cNvPr>
          <p:cNvSpPr>
            <a:spLocks noGrp="1"/>
          </p:cNvSpPr>
          <p:nvPr>
            <p:ph type="body" sz="quarter" idx="32" hasCustomPrompt="1"/>
          </p:nvPr>
        </p:nvSpPr>
        <p:spPr>
          <a:xfrm>
            <a:off x="4330593" y="432689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1" name="Text Placeholder 4">
            <a:extLst>
              <a:ext uri="{FF2B5EF4-FFF2-40B4-BE49-F238E27FC236}">
                <a16:creationId xmlns:a16="http://schemas.microsoft.com/office/drawing/2014/main" id="{2A785A59-B1EC-BCA9-3C61-AA41FD3030AA}"/>
              </a:ext>
            </a:extLst>
          </p:cNvPr>
          <p:cNvSpPr>
            <a:spLocks noGrp="1"/>
          </p:cNvSpPr>
          <p:nvPr>
            <p:ph type="body" sz="quarter" idx="33" hasCustomPrompt="1"/>
          </p:nvPr>
        </p:nvSpPr>
        <p:spPr>
          <a:xfrm>
            <a:off x="4330593" y="453179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2" name="Text Placeholder 4">
            <a:extLst>
              <a:ext uri="{FF2B5EF4-FFF2-40B4-BE49-F238E27FC236}">
                <a16:creationId xmlns:a16="http://schemas.microsoft.com/office/drawing/2014/main" id="{687FE4BC-3557-8ACF-282E-E55A17020846}"/>
              </a:ext>
            </a:extLst>
          </p:cNvPr>
          <p:cNvSpPr>
            <a:spLocks noGrp="1"/>
          </p:cNvSpPr>
          <p:nvPr>
            <p:ph type="body" sz="quarter" idx="34" hasCustomPrompt="1"/>
          </p:nvPr>
        </p:nvSpPr>
        <p:spPr>
          <a:xfrm>
            <a:off x="4330593" y="46935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3" name="Text Placeholder 4">
            <a:extLst>
              <a:ext uri="{FF2B5EF4-FFF2-40B4-BE49-F238E27FC236}">
                <a16:creationId xmlns:a16="http://schemas.microsoft.com/office/drawing/2014/main" id="{71BC99D4-EA9B-7B0F-636D-51A7398724C0}"/>
              </a:ext>
            </a:extLst>
          </p:cNvPr>
          <p:cNvSpPr>
            <a:spLocks noGrp="1"/>
          </p:cNvSpPr>
          <p:nvPr>
            <p:ph type="body" sz="quarter" idx="35" hasCustomPrompt="1"/>
          </p:nvPr>
        </p:nvSpPr>
        <p:spPr>
          <a:xfrm>
            <a:off x="4330593" y="48204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4" name="Straight Connector 33">
            <a:extLst>
              <a:ext uri="{FF2B5EF4-FFF2-40B4-BE49-F238E27FC236}">
                <a16:creationId xmlns:a16="http://schemas.microsoft.com/office/drawing/2014/main" id="{539D7FB9-B2E7-F477-8C41-841677DAAFE0}"/>
              </a:ext>
            </a:extLst>
          </p:cNvPr>
          <p:cNvCxnSpPr>
            <a:cxnSpLocks/>
          </p:cNvCxnSpPr>
          <p:nvPr userDrawn="1"/>
        </p:nvCxnSpPr>
        <p:spPr>
          <a:xfrm>
            <a:off x="4227459" y="2150951"/>
            <a:ext cx="0" cy="724605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Espaço Reservado para Conteúdo 14">
            <a:extLst>
              <a:ext uri="{FF2B5EF4-FFF2-40B4-BE49-F238E27FC236}">
                <a16:creationId xmlns:a16="http://schemas.microsoft.com/office/drawing/2014/main" id="{5D3EDB8D-754F-B41B-52BE-3C9C63C87727}"/>
              </a:ext>
            </a:extLst>
          </p:cNvPr>
          <p:cNvSpPr>
            <a:spLocks noGrp="1"/>
          </p:cNvSpPr>
          <p:nvPr>
            <p:ph sz="quarter" idx="40" hasCustomPrompt="1"/>
          </p:nvPr>
        </p:nvSpPr>
        <p:spPr>
          <a:xfrm>
            <a:off x="4330593" y="2150951"/>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970007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pic>
        <p:nvPicPr>
          <p:cNvPr id="2" name="Graphic 1">
            <a:extLst>
              <a:ext uri="{FF2B5EF4-FFF2-40B4-BE49-F238E27FC236}">
                <a16:creationId xmlns:a16="http://schemas.microsoft.com/office/drawing/2014/main" id="{DAE82E8C-95AD-0361-B8B0-B7C0D8684CF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29FA0211-7640-B008-5F80-DFE4BF78EDCF}"/>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17F97C21-6648-EF6C-A98D-137E0F480F1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928D0FCD-860E-59BE-AB6B-2EA27033053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7B14105F-6B03-AB02-2E6B-E280AFC5EA3E}"/>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F910343D-7729-C09A-9C77-894C9CA08B3A}"/>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19EE9025-8994-9F60-34A1-5C3B3CFAD1EC}"/>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7B5DDC33-C3D4-9796-19F2-58D7C38A2C6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F4C69D50-6649-D4B4-7D87-4089B8DBE46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883D8FB5-0F60-B49C-34DC-9175C66F908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371036E0-69E7-A8D3-000E-87223966A2ED}"/>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02898492-89A0-DE15-D6C5-D551EFE24C9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E25F01F7-A7A9-F302-A1F0-C58B6E4EF15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DFD7414B-9A29-543D-FEA3-E085A244A597}"/>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057F6B16-BFF0-4DFA-603A-E9BCA79F806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C856C89A-7562-82C0-70CE-765A1BE0195E}"/>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BFDFB630-05CE-02BE-378B-A5C3EA6BC938}"/>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430979E2-6090-43D8-ADBA-FF4961177744}" type="datetime4">
              <a:rPr lang="en-US" smtClean="0"/>
              <a:t>October 29, 2026</a:t>
            </a:fld>
            <a:endParaRPr lang="en-US"/>
          </a:p>
        </p:txBody>
      </p:sp>
      <p:sp>
        <p:nvSpPr>
          <p:cNvPr id="22" name="Espaço Reservado para Texto 6">
            <a:extLst>
              <a:ext uri="{FF2B5EF4-FFF2-40B4-BE49-F238E27FC236}">
                <a16:creationId xmlns:a16="http://schemas.microsoft.com/office/drawing/2014/main" id="{BC5C97CA-C109-C89E-B0DA-580EB374FF5A}"/>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6CE2BDD4-5FBE-4506-6AAF-2D2BA90A0DD8}"/>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369252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385432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398119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417877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434057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446744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467234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483414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496101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39179463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umário">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EE9ED39-57B7-5C8F-E9B2-57A1AC073839}"/>
              </a:ext>
            </a:extLst>
          </p:cNvPr>
          <p:cNvGrpSpPr/>
          <p:nvPr userDrawn="1"/>
        </p:nvGrpSpPr>
        <p:grpSpPr>
          <a:xfrm flipV="1">
            <a:off x="4738912" y="0"/>
            <a:ext cx="2119086" cy="9906000"/>
            <a:chOff x="-1" y="0"/>
            <a:chExt cx="1467060" cy="6858000"/>
          </a:xfrm>
        </p:grpSpPr>
        <p:pic>
          <p:nvPicPr>
            <p:cNvPr id="4" name="Graphic 3">
              <a:extLst>
                <a:ext uri="{FF2B5EF4-FFF2-40B4-BE49-F238E27FC236}">
                  <a16:creationId xmlns:a16="http://schemas.microsoft.com/office/drawing/2014/main" id="{D76B8EF7-CCD7-9A94-CD80-B82D9220F66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71178" b="20035"/>
            <a:stretch/>
          </p:blipFill>
          <p:spPr>
            <a:xfrm flipV="1">
              <a:off x="0" y="0"/>
              <a:ext cx="1467059" cy="6858000"/>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E28CC665-FF99-579A-7610-C998972AF3D6}"/>
                </a:ext>
              </a:extLst>
            </p:cNvPr>
            <p:cNvPicPr>
              <a:picLocks noChangeAspect="1"/>
            </p:cNvPicPr>
            <p:nvPr userDrawn="1"/>
          </p:nvPicPr>
          <p:blipFill>
            <a:blip r:embed="rId4">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1" y="0"/>
              <a:ext cx="1467060" cy="6858000"/>
            </a:xfrm>
            <a:prstGeom prst="rect">
              <a:avLst/>
            </a:prstGeom>
          </p:spPr>
        </p:pic>
      </p:grpSp>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err="1">
                <a:solidFill>
                  <a:srgbClr val="242424"/>
                </a:solidFill>
                <a:latin typeface="+mj-lt"/>
                <a:ea typeface="XP Light Lighthouse" pitchFamily="50" charset="0"/>
              </a:rPr>
              <a:t>Summary</a:t>
            </a:r>
            <a:endParaRPr lang="pt-BR" sz="280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pic>
        <p:nvPicPr>
          <p:cNvPr id="7" name="Graphic 6">
            <a:extLst>
              <a:ext uri="{FF2B5EF4-FFF2-40B4-BE49-F238E27FC236}">
                <a16:creationId xmlns:a16="http://schemas.microsoft.com/office/drawing/2014/main" id="{77BEDD1F-2524-1721-0294-2410EF7793F2}"/>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3016" t="24344" r="39234" b="-323"/>
          <a:stretch/>
        </p:blipFill>
        <p:spPr>
          <a:xfrm flipH="1">
            <a:off x="4738912" y="193872"/>
            <a:ext cx="2119088" cy="9712130"/>
          </a:xfrm>
          <a:prstGeom prst="rect">
            <a:avLst/>
          </a:prstGeom>
        </p:spPr>
      </p:pic>
    </p:spTree>
    <p:extLst>
      <p:ext uri="{BB962C8B-B14F-4D97-AF65-F5344CB8AC3E}">
        <p14:creationId xmlns:p14="http://schemas.microsoft.com/office/powerpoint/2010/main" val="398317449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3" y="4060055"/>
            <a:ext cx="6112353" cy="3349806"/>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EE3169FD-E6E0-42B5-95B3-82E0C29AA767}"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2209024188"/>
      </p:ext>
    </p:extLst>
  </p:cSld>
  <p:clrMapOvr>
    <a:masterClrMapping/>
  </p:clrMapOvr>
  <p:extLst>
    <p:ext uri="{DCECCB84-F9BA-43D5-87BE-67443E8EF086}">
      <p15:sldGuideLst xmlns:p15="http://schemas.microsoft.com/office/powerpoint/2012/main">
        <p15:guide id="0" pos="2228" userDrawn="1">
          <p15:clr>
            <a:srgbClr val="FBAE40"/>
          </p15:clr>
        </p15:guide>
        <p15:guide id="1" pos="2092"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099B9D8-C0DD-488D-894F-AD427467FBA1}"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4355786"/>
            <a:ext cx="0" cy="342412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13030028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E0BEA2D4-6375-44DF-B3F2-113CB59C1105}"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376475646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1618119B-8806-4F15-8508-88E9DEDA8577}"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85697767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B5FB3E93-A4C6-457A-8703-35E67D192249}"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271603771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6B764B32-7379-4300-BDD5-E607EEEACB99}"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191587939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sp>
        <p:nvSpPr>
          <p:cNvPr id="126" name="Freeform: Shape 125">
            <a:extLst>
              <a:ext uri="{FF2B5EF4-FFF2-40B4-BE49-F238E27FC236}">
                <a16:creationId xmlns:a16="http://schemas.microsoft.com/office/drawing/2014/main" id="{3FC77C66-38F9-4F02-B9BC-6AEE180B4F4B}"/>
              </a:ext>
            </a:extLst>
          </p:cNvPr>
          <p:cNvSpPr/>
          <p:nvPr userDrawn="1"/>
        </p:nvSpPr>
        <p:spPr>
          <a:xfrm>
            <a:off x="4738916" y="4"/>
            <a:ext cx="2119084" cy="9905999"/>
          </a:xfrm>
          <a:custGeom>
            <a:avLst/>
            <a:gdLst>
              <a:gd name="connsiteX0" fmla="*/ 0 w 2119084"/>
              <a:gd name="connsiteY0" fmla="*/ 0 h 9905999"/>
              <a:gd name="connsiteX1" fmla="*/ 2119084 w 2119084"/>
              <a:gd name="connsiteY1" fmla="*/ 0 h 9905999"/>
              <a:gd name="connsiteX2" fmla="*/ 2119084 w 2119084"/>
              <a:gd name="connsiteY2" fmla="*/ 9905999 h 9905999"/>
              <a:gd name="connsiteX3" fmla="*/ 0 w 2119084"/>
              <a:gd name="connsiteY3" fmla="*/ 9905999 h 9905999"/>
            </a:gdLst>
            <a:ahLst/>
            <a:cxnLst>
              <a:cxn ang="0">
                <a:pos x="connsiteX0" y="connsiteY0"/>
              </a:cxn>
              <a:cxn ang="0">
                <a:pos x="connsiteX1" y="connsiteY1"/>
              </a:cxn>
              <a:cxn ang="0">
                <a:pos x="connsiteX2" y="connsiteY2"/>
              </a:cxn>
              <a:cxn ang="0">
                <a:pos x="connsiteX3" y="connsiteY3"/>
              </a:cxn>
            </a:cxnLst>
            <a:rect l="l" t="t" r="r" b="b"/>
            <a:pathLst>
              <a:path w="2119084" h="9905999">
                <a:moveTo>
                  <a:pt x="0" y="0"/>
                </a:moveTo>
                <a:lnTo>
                  <a:pt x="2119084" y="0"/>
                </a:lnTo>
                <a:lnTo>
                  <a:pt x="2119084" y="9905999"/>
                </a:lnTo>
                <a:lnTo>
                  <a:pt x="0" y="9905999"/>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125" name="Picture 124" descr="A picture containing dark, night sky&#10;&#10;Description automatically generated">
            <a:extLst>
              <a:ext uri="{FF2B5EF4-FFF2-40B4-BE49-F238E27FC236}">
                <a16:creationId xmlns:a16="http://schemas.microsoft.com/office/drawing/2014/main" id="{C3A5B707-C3CA-48F1-A65F-A0F1B5E937CC}"/>
              </a:ext>
            </a:extLst>
          </p:cNvPr>
          <p:cNvPicPr>
            <a:picLocks noChangeAspect="1"/>
          </p:cNvPicPr>
          <p:nvPr userDrawn="1"/>
        </p:nvPicPr>
        <p:blipFill rotWithShape="1">
          <a:blip r:embed="rId3">
            <a:alphaModFix amt="60000"/>
          </a:blip>
          <a:srcRect l="1608" t="46598" b="23299"/>
          <a:stretch/>
        </p:blipFill>
        <p:spPr>
          <a:xfrm rot="5400000" flipH="1" flipV="1">
            <a:off x="845461" y="3893458"/>
            <a:ext cx="9905993" cy="2119084"/>
          </a:xfrm>
          <a:prstGeom prst="rect">
            <a:avLst/>
          </a:prstGeom>
          <a:noFill/>
        </p:spPr>
      </p:pic>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err="1">
                <a:solidFill>
                  <a:srgbClr val="242424"/>
                </a:solidFill>
                <a:latin typeface="+mj-lt"/>
                <a:ea typeface="XP Light Lighthouse" pitchFamily="50" charset="0"/>
              </a:rPr>
              <a:t>Table</a:t>
            </a:r>
            <a:r>
              <a:rPr lang="pt-BR" sz="2800">
                <a:solidFill>
                  <a:srgbClr val="242424"/>
                </a:solidFill>
                <a:latin typeface="+mj-lt"/>
                <a:ea typeface="XP Light Lighthouse" pitchFamily="50" charset="0"/>
              </a:rPr>
              <a:t> </a:t>
            </a:r>
            <a:r>
              <a:rPr lang="pt-BR" sz="2800" err="1">
                <a:solidFill>
                  <a:srgbClr val="242424"/>
                </a:solidFill>
                <a:latin typeface="+mj-lt"/>
                <a:ea typeface="XP Light Lighthouse" pitchFamily="50" charset="0"/>
              </a:rPr>
              <a:t>of</a:t>
            </a:r>
            <a:r>
              <a:rPr lang="pt-BR" sz="2800">
                <a:solidFill>
                  <a:srgbClr val="242424"/>
                </a:solidFill>
                <a:latin typeface="+mj-lt"/>
                <a:ea typeface="XP Light Lighthouse" pitchFamily="50" charset="0"/>
              </a:rPr>
              <a:t> </a:t>
            </a:r>
            <a:r>
              <a:rPr lang="pt-BR" sz="2800" err="1">
                <a:solidFill>
                  <a:srgbClr val="242424"/>
                </a:solidFill>
                <a:latin typeface="+mj-lt"/>
                <a:ea typeface="XP Light Lighthouse" pitchFamily="50" charset="0"/>
              </a:rPr>
              <a:t>Contents</a:t>
            </a:r>
            <a:endParaRPr lang="pt-BR" sz="280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grpSp>
        <p:nvGrpSpPr>
          <p:cNvPr id="58" name="Group 57">
            <a:extLst>
              <a:ext uri="{FF2B5EF4-FFF2-40B4-BE49-F238E27FC236}">
                <a16:creationId xmlns:a16="http://schemas.microsoft.com/office/drawing/2014/main" id="{21EC4E3C-94FF-4DEE-BCA5-6C69C79BF726}"/>
              </a:ext>
            </a:extLst>
          </p:cNvPr>
          <p:cNvGrpSpPr/>
          <p:nvPr userDrawn="1"/>
        </p:nvGrpSpPr>
        <p:grpSpPr>
          <a:xfrm>
            <a:off x="0" y="8408987"/>
            <a:ext cx="6858000" cy="1497013"/>
            <a:chOff x="-2701533" y="4131759"/>
            <a:chExt cx="8821930" cy="2757656"/>
          </a:xfrm>
        </p:grpSpPr>
        <p:cxnSp>
          <p:nvCxnSpPr>
            <p:cNvPr id="59" name="Conector reto 7">
              <a:extLst>
                <a:ext uri="{FF2B5EF4-FFF2-40B4-BE49-F238E27FC236}">
                  <a16:creationId xmlns:a16="http://schemas.microsoft.com/office/drawing/2014/main" id="{36127AE7-5949-4D77-9612-72EB21196D4A}"/>
                </a:ext>
              </a:extLst>
            </p:cNvPr>
            <p:cNvCxnSpPr>
              <a:cxnSpLocks/>
            </p:cNvCxnSpPr>
            <p:nvPr userDrawn="1"/>
          </p:nvCxnSpPr>
          <p:spPr>
            <a:xfrm>
              <a:off x="-2701533" y="5750250"/>
              <a:ext cx="88219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Conector reto 2">
              <a:extLst>
                <a:ext uri="{FF2B5EF4-FFF2-40B4-BE49-F238E27FC236}">
                  <a16:creationId xmlns:a16="http://schemas.microsoft.com/office/drawing/2014/main" id="{4CE8B0B8-0AF5-462B-9CCC-6E9CFFF38D98}"/>
                </a:ext>
              </a:extLst>
            </p:cNvPr>
            <p:cNvCxnSpPr>
              <a:cxnSpLocks/>
            </p:cNvCxnSpPr>
            <p:nvPr userDrawn="1"/>
          </p:nvCxnSpPr>
          <p:spPr>
            <a:xfrm flipH="1">
              <a:off x="4033407" y="4131759"/>
              <a:ext cx="2086990" cy="27576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122746759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visória">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004B1B-6C67-4C40-BA3A-400177C1EF88}"/>
              </a:ext>
            </a:extLst>
          </p:cNvPr>
          <p:cNvSpPr/>
          <p:nvPr userDrawn="1"/>
        </p:nvSpPr>
        <p:spPr>
          <a:xfrm>
            <a:off x="-1" y="0"/>
            <a:ext cx="6858001" cy="20034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F8C7BC6E-B42D-4416-8608-21682D8920A8}"/>
              </a:ext>
            </a:extLst>
          </p:cNvPr>
          <p:cNvGrpSpPr/>
          <p:nvPr userDrawn="1"/>
        </p:nvGrpSpPr>
        <p:grpSpPr>
          <a:xfrm>
            <a:off x="0" y="1188728"/>
            <a:ext cx="6858000" cy="8726315"/>
            <a:chOff x="0" y="-1859272"/>
            <a:chExt cx="6858000" cy="8726315"/>
          </a:xfrm>
        </p:grpSpPr>
        <p:sp>
          <p:nvSpPr>
            <p:cNvPr id="40" name="Rectangle 39">
              <a:extLst>
                <a:ext uri="{FF2B5EF4-FFF2-40B4-BE49-F238E27FC236}">
                  <a16:creationId xmlns:a16="http://schemas.microsoft.com/office/drawing/2014/main" id="{8213840C-2C06-4CAA-815E-6052211F6CA0}"/>
                </a:ext>
              </a:extLst>
            </p:cNvPr>
            <p:cNvSpPr/>
            <p:nvPr userDrawn="1"/>
          </p:nvSpPr>
          <p:spPr>
            <a:xfrm flipH="1" flipV="1">
              <a:off x="0" y="-1859272"/>
              <a:ext cx="6858000" cy="871727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pic>
          <p:nvPicPr>
            <p:cNvPr id="41" name="Picture 40" descr="A picture containing dark, night sky&#10;&#10;Description automatically generated">
              <a:extLst>
                <a:ext uri="{FF2B5EF4-FFF2-40B4-BE49-F238E27FC236}">
                  <a16:creationId xmlns:a16="http://schemas.microsoft.com/office/drawing/2014/main" id="{AACBCC8B-613D-4802-AE5F-7D7D5FE3F250}"/>
                </a:ext>
              </a:extLst>
            </p:cNvPr>
            <p:cNvPicPr>
              <a:picLocks noChangeAspect="1"/>
            </p:cNvPicPr>
            <p:nvPr userDrawn="1"/>
          </p:nvPicPr>
          <p:blipFill rotWithShape="1">
            <a:blip r:embed="rId3">
              <a:alphaModFix amt="49000"/>
            </a:blip>
            <a:srcRect l="11124"/>
            <a:stretch/>
          </p:blipFill>
          <p:spPr>
            <a:xfrm rot="16200000" flipV="1">
              <a:off x="-929638" y="-920592"/>
              <a:ext cx="8717273" cy="6857998"/>
            </a:xfrm>
            <a:prstGeom prst="rect">
              <a:avLst/>
            </a:prstGeom>
          </p:spPr>
        </p:pic>
      </p:gr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accent6"/>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7" name="Rectangle 86">
            <a:extLst>
              <a:ext uri="{FF2B5EF4-FFF2-40B4-BE49-F238E27FC236}">
                <a16:creationId xmlns:a16="http://schemas.microsoft.com/office/drawing/2014/main" id="{07C5F37B-60FC-4C36-9DD3-0AB5A17A75AB}"/>
              </a:ext>
            </a:extLst>
          </p:cNvPr>
          <p:cNvSpPr/>
          <p:nvPr userDrawn="1"/>
        </p:nvSpPr>
        <p:spPr>
          <a:xfrm>
            <a:off x="4086054" y="0"/>
            <a:ext cx="2771946" cy="1188728"/>
          </a:xfrm>
          <a:custGeom>
            <a:avLst/>
            <a:gdLst>
              <a:gd name="connsiteX0" fmla="*/ 0 w 2771946"/>
              <a:gd name="connsiteY0" fmla="*/ 0 h 1188728"/>
              <a:gd name="connsiteX1" fmla="*/ 2771946 w 2771946"/>
              <a:gd name="connsiteY1" fmla="*/ 0 h 1188728"/>
              <a:gd name="connsiteX2" fmla="*/ 2771946 w 2771946"/>
              <a:gd name="connsiteY2" fmla="*/ 1188728 h 1188728"/>
              <a:gd name="connsiteX3" fmla="*/ 0 w 2771946"/>
              <a:gd name="connsiteY3" fmla="*/ 11887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1104900 w 2771946"/>
              <a:gd name="connsiteY3" fmla="*/ 9093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971550 w 2771946"/>
              <a:gd name="connsiteY3" fmla="*/ 1188728 h 1188728"/>
              <a:gd name="connsiteX4" fmla="*/ 0 w 2771946"/>
              <a:gd name="connsiteY4" fmla="*/ 0 h 1188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946" h="1188728">
                <a:moveTo>
                  <a:pt x="0" y="0"/>
                </a:moveTo>
                <a:lnTo>
                  <a:pt x="2771946" y="0"/>
                </a:lnTo>
                <a:lnTo>
                  <a:pt x="2771946" y="1188728"/>
                </a:lnTo>
                <a:lnTo>
                  <a:pt x="971550" y="1188728"/>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68" name="Group 67">
            <a:extLst>
              <a:ext uri="{FF2B5EF4-FFF2-40B4-BE49-F238E27FC236}">
                <a16:creationId xmlns:a16="http://schemas.microsoft.com/office/drawing/2014/main" id="{17DB0CED-EB9B-40B9-950A-5942CEE89D15}"/>
              </a:ext>
            </a:extLst>
          </p:cNvPr>
          <p:cNvGrpSpPr/>
          <p:nvPr userDrawn="1"/>
        </p:nvGrpSpPr>
        <p:grpSpPr>
          <a:xfrm>
            <a:off x="0" y="0"/>
            <a:ext cx="6858000" cy="3415894"/>
            <a:chOff x="-2701533" y="4114034"/>
            <a:chExt cx="8821930" cy="4701783"/>
          </a:xfrm>
        </p:grpSpPr>
        <p:cxnSp>
          <p:nvCxnSpPr>
            <p:cNvPr id="69" name="Conector reto 7">
              <a:extLst>
                <a:ext uri="{FF2B5EF4-FFF2-40B4-BE49-F238E27FC236}">
                  <a16:creationId xmlns:a16="http://schemas.microsoft.com/office/drawing/2014/main" id="{7C215890-47CA-4535-A28E-F0D8639CAF52}"/>
                </a:ext>
              </a:extLst>
            </p:cNvPr>
            <p:cNvCxnSpPr>
              <a:cxnSpLocks/>
            </p:cNvCxnSpPr>
            <p:nvPr userDrawn="1"/>
          </p:nvCxnSpPr>
          <p:spPr>
            <a:xfrm>
              <a:off x="-2701533" y="5741510"/>
              <a:ext cx="882193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1" name="Conector reto 2">
              <a:extLst>
                <a:ext uri="{FF2B5EF4-FFF2-40B4-BE49-F238E27FC236}">
                  <a16:creationId xmlns:a16="http://schemas.microsoft.com/office/drawing/2014/main" id="{C9C6FAA6-86BF-4151-9C12-9A001DB12D56}"/>
                </a:ext>
              </a:extLst>
            </p:cNvPr>
            <p:cNvCxnSpPr>
              <a:cxnSpLocks/>
            </p:cNvCxnSpPr>
            <p:nvPr userDrawn="1"/>
          </p:nvCxnSpPr>
          <p:spPr>
            <a:xfrm flipH="1" flipV="1">
              <a:off x="2562094" y="4114034"/>
              <a:ext cx="3558302" cy="470178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9" name="Text Placeholder 40">
            <a:extLst>
              <a:ext uri="{FF2B5EF4-FFF2-40B4-BE49-F238E27FC236}">
                <a16:creationId xmlns:a16="http://schemas.microsoft.com/office/drawing/2014/main" id="{91D72DC1-72BB-4D90-888F-230C2490908D}"/>
              </a:ext>
            </a:extLst>
          </p:cNvPr>
          <p:cNvSpPr>
            <a:spLocks noGrp="1"/>
          </p:cNvSpPr>
          <p:nvPr>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90" name="Text Placeholder 40">
            <a:extLst>
              <a:ext uri="{FF2B5EF4-FFF2-40B4-BE49-F238E27FC236}">
                <a16:creationId xmlns:a16="http://schemas.microsoft.com/office/drawing/2014/main" id="{B7833D10-130C-44AA-A9F0-0C48CBA6D02C}"/>
              </a:ext>
            </a:extLst>
          </p:cNvPr>
          <p:cNvSpPr>
            <a:spLocks noGrp="1"/>
          </p:cNvSpPr>
          <p:nvPr>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spTree>
    <p:extLst>
      <p:ext uri="{BB962C8B-B14F-4D97-AF65-F5344CB8AC3E}">
        <p14:creationId xmlns:p14="http://schemas.microsoft.com/office/powerpoint/2010/main" val="203538760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9D2AB96-3D4C-489F-83B5-A86A2BCAB15F}" type="datetime4">
              <a:rPr lang="en-US" smtClean="0"/>
              <a:t>October 29, 2026</a:t>
            </a:fld>
            <a:endParaRPr lang="en-US"/>
          </a:p>
        </p:txBody>
      </p:sp>
    </p:spTree>
    <p:extLst>
      <p:ext uri="{BB962C8B-B14F-4D97-AF65-F5344CB8AC3E}">
        <p14:creationId xmlns:p14="http://schemas.microsoft.com/office/powerpoint/2010/main" val="330531609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AFD98A03-C14E-4F5D-B629-2556EC483F23}" type="datetime4">
              <a:rPr lang="en-US" smtClean="0"/>
              <a:t>October 29, 2026</a:t>
            </a:fld>
            <a:endParaRPr lang="en-US"/>
          </a:p>
        </p:txBody>
      </p:sp>
    </p:spTree>
    <p:extLst>
      <p:ext uri="{BB962C8B-B14F-4D97-AF65-F5344CB8AC3E}">
        <p14:creationId xmlns:p14="http://schemas.microsoft.com/office/powerpoint/2010/main" val="39697635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34E6CA13-D467-4F1B-9CF7-6FE5ED1B83CB}" type="datetime4">
              <a:rPr lang="en-US" smtClean="0"/>
              <a:t>October 29, 2026</a:t>
            </a:fld>
            <a:endParaRPr lang="en-US"/>
          </a:p>
        </p:txBody>
      </p:sp>
    </p:spTree>
    <p:extLst>
      <p:ext uri="{BB962C8B-B14F-4D97-AF65-F5344CB8AC3E}">
        <p14:creationId xmlns:p14="http://schemas.microsoft.com/office/powerpoint/2010/main" val="39675735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Divisóri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66630"/>
            <a:ext cx="148017" cy="145499"/>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sp>
        <p:nvSpPr>
          <p:cNvPr id="89" name="Text Placeholder 40">
            <a:extLst>
              <a:ext uri="{FF2B5EF4-FFF2-40B4-BE49-F238E27FC236}">
                <a16:creationId xmlns:a16="http://schemas.microsoft.com/office/drawing/2014/main" id="{91D72DC1-72BB-4D90-888F-230C2490908D}"/>
              </a:ext>
            </a:extLst>
          </p:cNvPr>
          <p:cNvSpPr>
            <a:spLocks noGrp="1"/>
          </p:cNvSpPr>
          <p:nvPr userDrawn="1">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90" name="Text Placeholder 40">
            <a:extLst>
              <a:ext uri="{FF2B5EF4-FFF2-40B4-BE49-F238E27FC236}">
                <a16:creationId xmlns:a16="http://schemas.microsoft.com/office/drawing/2014/main" id="{B7833D10-130C-44AA-A9F0-0C48CBA6D02C}"/>
              </a:ext>
            </a:extLst>
          </p:cNvPr>
          <p:cNvSpPr>
            <a:spLocks noGrp="1"/>
          </p:cNvSpPr>
          <p:nvPr userDrawn="1">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48972111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DBC6184E-CDC1-477F-A065-4460BBAF4057}" type="datetime4">
              <a:rPr lang="en-US" smtClean="0"/>
              <a:t>October 29, 2026</a:t>
            </a:fld>
            <a:endParaRPr lang="en-US"/>
          </a:p>
        </p:txBody>
      </p:sp>
    </p:spTree>
    <p:extLst>
      <p:ext uri="{BB962C8B-B14F-4D97-AF65-F5344CB8AC3E}">
        <p14:creationId xmlns:p14="http://schemas.microsoft.com/office/powerpoint/2010/main" val="37171974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CDF976FB-41B8-47E6-A903-EFFDB3D5703C}" type="datetime4">
              <a:rPr lang="en-US" smtClean="0"/>
              <a:t>October 29, 2026</a:t>
            </a:fld>
            <a:endParaRPr lang="en-US"/>
          </a:p>
        </p:txBody>
      </p:sp>
    </p:spTree>
    <p:extLst>
      <p:ext uri="{BB962C8B-B14F-4D97-AF65-F5344CB8AC3E}">
        <p14:creationId xmlns:p14="http://schemas.microsoft.com/office/powerpoint/2010/main" val="173597992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C2C835C-8232-4F34-8378-7A14AC66C1FF}" type="datetime4">
              <a:rPr lang="en-US" smtClean="0"/>
              <a:t>October 29, 2026</a:t>
            </a:fld>
            <a:endParaRPr lang="en-US"/>
          </a:p>
        </p:txBody>
      </p:sp>
    </p:spTree>
    <p:extLst>
      <p:ext uri="{BB962C8B-B14F-4D97-AF65-F5344CB8AC3E}">
        <p14:creationId xmlns:p14="http://schemas.microsoft.com/office/powerpoint/2010/main" val="18672606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FA7FCE41-DF90-4455-96A4-23BE4513D942}" type="datetime4">
              <a:rPr lang="en-US" smtClean="0"/>
              <a:t>October 29,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884321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36713FE9-8196-4BF1-9EAF-543EB55B3369}" type="datetime4">
              <a:rPr lang="en-US" smtClean="0"/>
              <a:t>October 29, 2026</a:t>
            </a:fld>
            <a:endParaRPr lang="en-US"/>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8347413"/>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This report was prepared considering the product risk classification in order to generate allocation results for each investor profile.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Investimentos’ analysts are obligated to comply with all the rules laid down in the APIMEC’s conduct code for the securities analyst and XP Investimentos’ analyst of securities conduct policy.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Customer service is carried out by XP Investimentos employees or by autonomous investment agents who perform their activities through XP, in accordance with CVM Resolution 178/2023,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The cost of the transactions billing policies are defined in the operational cost tables which are made available on XP Investimentos website: </a:t>
            </a:r>
            <a:r>
              <a:rPr kumimoji="0" lang="en-US" sz="700" b="0" i="0" u="sng"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hlinkClick r:id="rId3">
                  <a:extLst>
                    <a:ext uri="{A12FA001-AC4F-418D-AE19-62706E023703}">
                      <ahyp:hlinkClr xmlns:ahyp="http://schemas.microsoft.com/office/drawing/2018/hyperlinkcolor" val="tx"/>
                    </a:ext>
                  </a:extLst>
                </a:hlinkClick>
              </a:rPr>
              <a:t>www.xpi.com.br</a:t>
            </a: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Investimentos is exempt from any liability for any damages, direct or indirect, that come from the use of this report or its contents.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This institution is adhering ANBIMA Code of Regulation and best practices for the distribution activity of retail investment products.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Investments US, LLC, a broker-dealer registered with the U.S. Securities and Exchange Commission, has assumed responsibility for this research for purposes of U.S. law.  All transactions arising from this research should be directed to XP Investments US, LLC, at +1 646-664-0525.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80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p:txBody>
      </p:sp>
    </p:spTree>
    <p:extLst>
      <p:ext uri="{BB962C8B-B14F-4D97-AF65-F5344CB8AC3E}">
        <p14:creationId xmlns:p14="http://schemas.microsoft.com/office/powerpoint/2010/main" val="425137396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99_Fechamento">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grpSp>
        <p:nvGrpSpPr>
          <p:cNvPr id="52" name="Group 51">
            <a:extLst>
              <a:ext uri="{FF2B5EF4-FFF2-40B4-BE49-F238E27FC236}">
                <a16:creationId xmlns:a16="http://schemas.microsoft.com/office/drawing/2014/main" id="{EC4BCA75-7F1B-481D-83B9-D8049585F325}"/>
              </a:ext>
            </a:extLst>
          </p:cNvPr>
          <p:cNvGrpSpPr/>
          <p:nvPr userDrawn="1"/>
        </p:nvGrpSpPr>
        <p:grpSpPr>
          <a:xfrm>
            <a:off x="2258539" y="4630339"/>
            <a:ext cx="2340922" cy="645323"/>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pPr algn="ctr"/>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pPr algn="ctr"/>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pPr algn="ctr"/>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pPr algn="ctr"/>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pPr algn="ctr"/>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pPr algn="ctr"/>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2651513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B1AB34DF-DC5F-4CEC-B3FB-F4EE6DC3D6FC}" type="datetime4">
              <a:rPr lang="en-US" smtClean="0"/>
              <a:t>October 29, 2026</a:t>
            </a:fld>
            <a:endParaRPr lang="en-US"/>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7652801"/>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a:t>1) This report was prepared by XP </a:t>
            </a:r>
            <a:r>
              <a:rPr lang="en-US" err="1"/>
              <a:t>Investimentos</a:t>
            </a:r>
            <a:r>
              <a:rPr lang="en-US"/>
              <a:t> CCTVM S.A. ("XP </a:t>
            </a:r>
            <a:r>
              <a:rPr lang="en-US" err="1"/>
              <a:t>Investimentos</a:t>
            </a:r>
            <a:r>
              <a:rPr lang="en-US"/>
              <a:t>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a:t>
            </a:r>
            <a:r>
              <a:rPr lang="en-US" err="1"/>
              <a:t>Investimentos</a:t>
            </a:r>
            <a:r>
              <a:rPr lang="en-US"/>
              <a:t> is not liable for any decisions made by the customer based on this report. 			</a:t>
            </a:r>
          </a:p>
          <a:p>
            <a:pPr lvl="0"/>
            <a:r>
              <a:rPr lang="en-US"/>
              <a:t>2) This report was prepared considering the product risk classification in order to generate allocation results for each investor profile. 			</a:t>
            </a:r>
          </a:p>
          <a:p>
            <a:pPr lvl="0"/>
            <a:r>
              <a:rPr lang="en-US"/>
              <a:t>3) The signatory of this report declare that the recommendations reflect solely and exclusively their personal analyses and opinions. which have been produced independently. including in relation to XP </a:t>
            </a:r>
            <a:r>
              <a:rPr lang="en-US" err="1"/>
              <a:t>Investimentos</a:t>
            </a:r>
            <a:r>
              <a:rPr lang="en-US"/>
              <a:t> and which are subject to modifications without notice due to changes in market conditions. and that their remuneration are indirectly affected by revenue from business and financial transactions carried out by XP </a:t>
            </a:r>
            <a:r>
              <a:rPr lang="en-US" err="1"/>
              <a:t>Investimentos</a:t>
            </a:r>
            <a:r>
              <a:rPr lang="en-US"/>
              <a:t>. </a:t>
            </a:r>
          </a:p>
          <a:p>
            <a:pPr lvl="0"/>
            <a:endParaRPr lang="en-US"/>
          </a:p>
          <a:p>
            <a:pPr lvl="0"/>
            <a:r>
              <a:rPr lang="en-US"/>
              <a:t>4) 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lvl="0"/>
            <a:r>
              <a:rPr lang="en-US"/>
              <a:t>5) XP </a:t>
            </a:r>
            <a:r>
              <a:rPr lang="en-US" err="1"/>
              <a:t>Investimentos</a:t>
            </a:r>
            <a:r>
              <a:rPr lang="en-US"/>
              <a:t>’ analysts are obligated to comply with all the rules laid down in the APIMEC’s conduct code for the securities analyst and XP </a:t>
            </a:r>
            <a:r>
              <a:rPr lang="en-US" err="1"/>
              <a:t>Investimentos</a:t>
            </a:r>
            <a:r>
              <a:rPr lang="en-US"/>
              <a:t>’ analyst of securities conduct policy. </a:t>
            </a:r>
          </a:p>
          <a:p>
            <a:pPr lvl="0"/>
            <a:r>
              <a:rPr lang="en-US"/>
              <a:t>			</a:t>
            </a:r>
          </a:p>
          <a:p>
            <a:pPr lvl="0"/>
            <a:r>
              <a:rPr lang="en-US"/>
              <a:t>6) Customer service is carried out by XP </a:t>
            </a:r>
            <a:r>
              <a:rPr lang="en-US" err="1"/>
              <a:t>Investimentos</a:t>
            </a:r>
            <a:r>
              <a:rPr lang="en-US"/>
              <a:t>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lvl="0"/>
            <a:r>
              <a:rPr lang="en-US"/>
              <a:t>			</a:t>
            </a:r>
          </a:p>
          <a:p>
            <a:pPr lvl="0"/>
            <a:r>
              <a:rPr lang="en-US"/>
              <a:t>7) The products presented in this report may not be suitable for all types of customer. Before making any decisions. customers should ensure that the products presented are suitable for their investor profile. This material does not suggest any change of portfolio. but only guidance on products suitable to a certain investor profile. 	</a:t>
            </a:r>
          </a:p>
          <a:p>
            <a:pPr lvl="0"/>
            <a:endParaRPr lang="en-US"/>
          </a:p>
          <a:p>
            <a:pPr lvl="0"/>
            <a:r>
              <a:rPr lang="en-US"/>
              <a:t>8) 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lvl="0"/>
            <a:endParaRPr lang="en-US"/>
          </a:p>
          <a:p>
            <a:pPr lvl="0"/>
            <a:r>
              <a:rPr lang="en-US"/>
              <a:t>9) This report is intended exclusively for to the XP </a:t>
            </a:r>
            <a:r>
              <a:rPr lang="en-US" err="1"/>
              <a:t>Investimentos</a:t>
            </a:r>
            <a:r>
              <a:rPr lang="en-US"/>
              <a:t>’ network. including independent XP agents and XP customers. and may also be released on XP’s website. It is prohibited to reproduce or redistribute this report to any person. in whole or in part. whatever the purpose. without the prior express consent of XP </a:t>
            </a:r>
            <a:r>
              <a:rPr lang="en-US" err="1"/>
              <a:t>Investimentos</a:t>
            </a:r>
            <a:r>
              <a:rPr lang="en-US"/>
              <a:t>. 	</a:t>
            </a:r>
          </a:p>
          <a:p>
            <a:pPr lvl="0"/>
            <a:endParaRPr lang="en-US"/>
          </a:p>
          <a:p>
            <a:pPr lvl="0"/>
            <a:r>
              <a:rPr lang="en-US"/>
              <a:t>10) XP </a:t>
            </a:r>
            <a:r>
              <a:rPr lang="en-US" err="1"/>
              <a:t>Investimentos</a:t>
            </a:r>
            <a:r>
              <a:rPr lang="en-US"/>
              <a:t>’ ombudsman has the mission to serve as a contact channel whenever customers who do not feel satisfied with the solutions given by the company to their problems. The contact can be made via telephone 0800-722-3730  if you are in Brazil or via ombudsman form if you are in other localities: ttps://institucional.xpi.com.br/ouvidoria.aspx/. 		</a:t>
            </a:r>
          </a:p>
          <a:p>
            <a:pPr lvl="0"/>
            <a:endParaRPr lang="en-US"/>
          </a:p>
          <a:p>
            <a:pPr lvl="0"/>
            <a:r>
              <a:rPr lang="en-US"/>
              <a:t>11) The cost of the transactions billing policies are defined in the operational cost tables which are made available on XP </a:t>
            </a:r>
            <a:r>
              <a:rPr lang="en-US" err="1"/>
              <a:t>Investimentos</a:t>
            </a:r>
            <a:r>
              <a:rPr lang="en-US"/>
              <a:t>' website: www.xpi.com.br.		</a:t>
            </a:r>
          </a:p>
          <a:p>
            <a:pPr lvl="0"/>
            <a:endParaRPr lang="en-US"/>
          </a:p>
          <a:p>
            <a:pPr lvl="0"/>
            <a:r>
              <a:rPr lang="en-US"/>
              <a:t>12) XP </a:t>
            </a:r>
            <a:r>
              <a:rPr lang="en-US" err="1"/>
              <a:t>Investimentos</a:t>
            </a:r>
            <a:r>
              <a:rPr lang="en-US"/>
              <a:t> is exempt from any liability for any damages. direct or indirect. that come from the use of this report or its contents.</a:t>
            </a:r>
          </a:p>
          <a:p>
            <a:pPr lvl="0"/>
            <a:r>
              <a:rPr lang="en-US"/>
              <a:t> </a:t>
            </a:r>
          </a:p>
          <a:p>
            <a:pPr lvl="0"/>
            <a:r>
              <a:rPr lang="en-US"/>
              <a:t>13) 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lvl="0"/>
            <a:r>
              <a:rPr lang="en-US"/>
              <a:t>		</a:t>
            </a:r>
          </a:p>
          <a:p>
            <a:pPr lvl="0"/>
            <a:r>
              <a:rPr lang="en-US"/>
              <a:t>14) For the purpose of verifying the suitability of the investor's profile to the investment services and products offered by XP </a:t>
            </a:r>
            <a:r>
              <a:rPr lang="en-US" err="1"/>
              <a:t>Investimentos</a:t>
            </a:r>
            <a:r>
              <a:rPr lang="en-US"/>
              <a:t>. we use the methodology of suitability of products by portfolio. in accordance with the ANBIMA Suitability Rules and Procedures  01 and the ANBIMA Regulation Code for Investment Product Distribution Practices. This methodology consists of assigning a maximum risk score for each investor profile (conservative. moderate and aggressive). as well as a risk score for each of the products offered by XP </a:t>
            </a:r>
            <a:r>
              <a:rPr lang="en-US" err="1"/>
              <a:t>Investimentos</a:t>
            </a:r>
            <a:r>
              <a:rPr lang="en-US"/>
              <a:t>. so that all clients can have access to all the products. as long as they are within the amounts and limits of the risk score defined for their profile. Before applying to the products and/or contracting the services that are the subject of this material. it is important to verify that the current risk score supports the application in the products and/or the contracting of the services in question. as well as if there are volume limitations. concentration and/or amount for the desired application. You can consult this information directly at the time of transmission of your order. or by consulting the general risk of your portfolio on the portfolio screen (Risk View). If your current risk score does not support the intended application/contracting. or if there are limitations in relation to the amount and/or financial volume for said application/contracting. this means that. based on the current composition of your portfolio. this application is not suitable for your profile. In case of doubts about the process of adapting the products offered by XP </a:t>
            </a:r>
            <a:r>
              <a:rPr lang="en-US" err="1"/>
              <a:t>Investimentos</a:t>
            </a:r>
            <a:r>
              <a:rPr lang="en-US"/>
              <a:t> to your investor profile. consult the FAQ. The recommended duration of the investment is short-term and the client's assets are not guaranteed in this type of product. Market conditions. climate change and the macroeconomic scenario may affect investment performance.</a:t>
            </a:r>
          </a:p>
          <a:p>
            <a:pPr lvl="0"/>
            <a:r>
              <a:rPr lang="en-US"/>
              <a:t>		</a:t>
            </a:r>
          </a:p>
          <a:p>
            <a:pPr lvl="0"/>
            <a:r>
              <a:rPr lang="en-US"/>
              <a:t>15)  This institution is adhering CVM Resolution 16/21.	</a:t>
            </a:r>
          </a:p>
        </p:txBody>
      </p:sp>
    </p:spTree>
    <p:extLst>
      <p:ext uri="{BB962C8B-B14F-4D97-AF65-F5344CB8AC3E}">
        <p14:creationId xmlns:p14="http://schemas.microsoft.com/office/powerpoint/2010/main" val="51886037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4">
            <a:extLst>
              <a:ext uri="{FF2B5EF4-FFF2-40B4-BE49-F238E27FC236}">
                <a16:creationId xmlns:a16="http://schemas.microsoft.com/office/drawing/2014/main" id="{09CD1B14-21A0-4905-A3FF-6A46EBDF6BCD}"/>
              </a:ext>
            </a:extLst>
          </p:cNvPr>
          <p:cNvSpPr/>
          <p:nvPr userDrawn="1"/>
        </p:nvSpPr>
        <p:spPr>
          <a:xfrm>
            <a:off x="0" y="0"/>
            <a:ext cx="6858000" cy="9906000"/>
          </a:xfrm>
          <a:prstGeom prst="rect">
            <a:avLst/>
          </a:prstGeom>
          <a:solidFill>
            <a:srgbClr val="18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6" name="Picture 25" descr="A picture containing dark, night sky&#10;&#10;Description automatically generated">
            <a:extLst>
              <a:ext uri="{FF2B5EF4-FFF2-40B4-BE49-F238E27FC236}">
                <a16:creationId xmlns:a16="http://schemas.microsoft.com/office/drawing/2014/main" id="{A879A646-97B6-4998-8A89-2BAA11919B9D}"/>
              </a:ext>
            </a:extLst>
          </p:cNvPr>
          <p:cNvPicPr>
            <a:picLocks noChangeAspect="1"/>
          </p:cNvPicPr>
          <p:nvPr userDrawn="1"/>
        </p:nvPicPr>
        <p:blipFill rotWithShape="1">
          <a:blip r:embed="rId3">
            <a:alphaModFix amt="81000"/>
          </a:blip>
          <a:srcRect l="1783" t="114" r="50667" b="1655"/>
          <a:stretch/>
        </p:blipFill>
        <p:spPr>
          <a:xfrm>
            <a:off x="0" y="0"/>
            <a:ext cx="6858000" cy="9906000"/>
          </a:xfrm>
          <a:prstGeom prst="rect">
            <a:avLst/>
          </a:prstGeom>
        </p:spPr>
      </p:pic>
      <p:grpSp>
        <p:nvGrpSpPr>
          <p:cNvPr id="37" name="Group 36">
            <a:extLst>
              <a:ext uri="{FF2B5EF4-FFF2-40B4-BE49-F238E27FC236}">
                <a16:creationId xmlns:a16="http://schemas.microsoft.com/office/drawing/2014/main" id="{B7CE084B-3CD6-493B-AA0A-FC3B928DD6B4}"/>
              </a:ext>
            </a:extLst>
          </p:cNvPr>
          <p:cNvGrpSpPr/>
          <p:nvPr userDrawn="1"/>
        </p:nvGrpSpPr>
        <p:grpSpPr>
          <a:xfrm>
            <a:off x="-438" y="6168571"/>
            <a:ext cx="6858438" cy="3737429"/>
            <a:chOff x="0" y="-3773484"/>
            <a:chExt cx="18085267" cy="9855364"/>
          </a:xfrm>
        </p:grpSpPr>
        <p:cxnSp>
          <p:nvCxnSpPr>
            <p:cNvPr id="38" name="Straight Connector 37">
              <a:extLst>
                <a:ext uri="{FF2B5EF4-FFF2-40B4-BE49-F238E27FC236}">
                  <a16:creationId xmlns:a16="http://schemas.microsoft.com/office/drawing/2014/main" id="{31AB2E40-F9FD-42C3-9517-2D4CAEFC6A49}"/>
                </a:ext>
              </a:extLst>
            </p:cNvPr>
            <p:cNvCxnSpPr>
              <a:cxnSpLocks/>
            </p:cNvCxnSpPr>
            <p:nvPr userDrawn="1"/>
          </p:nvCxnSpPr>
          <p:spPr>
            <a:xfrm flipV="1">
              <a:off x="0" y="2914763"/>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94F34E-5B13-40DE-A8F8-15955077D952}"/>
                </a:ext>
              </a:extLst>
            </p:cNvPr>
            <p:cNvCxnSpPr>
              <a:cxnSpLocks/>
            </p:cNvCxnSpPr>
            <p:nvPr userDrawn="1"/>
          </p:nvCxnSpPr>
          <p:spPr>
            <a:xfrm flipV="1">
              <a:off x="9327868" y="-3773484"/>
              <a:ext cx="8717924" cy="9855364"/>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65203" y="9198690"/>
            <a:ext cx="924497" cy="213562"/>
          </a:xfrm>
          <a:prstGeom prst="rect">
            <a:avLst/>
          </a:prstGeom>
        </p:spPr>
      </p:pic>
      <p:grpSp>
        <p:nvGrpSpPr>
          <p:cNvPr id="50" name="Group 49">
            <a:extLst>
              <a:ext uri="{FF2B5EF4-FFF2-40B4-BE49-F238E27FC236}">
                <a16:creationId xmlns:a16="http://schemas.microsoft.com/office/drawing/2014/main" id="{AE2F80D2-D401-47D5-BDE2-DC6D12066D2C}"/>
              </a:ext>
            </a:extLst>
          </p:cNvPr>
          <p:cNvGrpSpPr/>
          <p:nvPr userDrawn="1"/>
        </p:nvGrpSpPr>
        <p:grpSpPr>
          <a:xfrm>
            <a:off x="2684238" y="4747691"/>
            <a:ext cx="1489524" cy="410618"/>
            <a:chOff x="2700591" y="2522601"/>
            <a:chExt cx="6428993" cy="1772284"/>
          </a:xfrm>
          <a:solidFill>
            <a:schemeClr val="bg1"/>
          </a:solidFill>
        </p:grpSpPr>
        <p:sp>
          <p:nvSpPr>
            <p:cNvPr id="51" name="Freeform: Shape 50">
              <a:extLst>
                <a:ext uri="{FF2B5EF4-FFF2-40B4-BE49-F238E27FC236}">
                  <a16:creationId xmlns:a16="http://schemas.microsoft.com/office/drawing/2014/main" id="{4B5EB41B-6E79-481E-A6C7-0CE249B9C22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2" name="Graphic 20">
              <a:extLst>
                <a:ext uri="{FF2B5EF4-FFF2-40B4-BE49-F238E27FC236}">
                  <a16:creationId xmlns:a16="http://schemas.microsoft.com/office/drawing/2014/main" id="{A6F5F2BF-1CBD-48DA-83E4-900C9F654F42}"/>
                </a:ext>
              </a:extLst>
            </p:cNvPr>
            <p:cNvGrpSpPr/>
            <p:nvPr/>
          </p:nvGrpSpPr>
          <p:grpSpPr>
            <a:xfrm>
              <a:off x="5034660" y="3339528"/>
              <a:ext cx="4094924" cy="747077"/>
              <a:chOff x="5034660" y="3339528"/>
              <a:chExt cx="4094924" cy="747077"/>
            </a:xfrm>
            <a:grpFill/>
          </p:grpSpPr>
          <p:sp>
            <p:nvSpPr>
              <p:cNvPr id="54" name="Freeform: Shape 53">
                <a:extLst>
                  <a:ext uri="{FF2B5EF4-FFF2-40B4-BE49-F238E27FC236}">
                    <a16:creationId xmlns:a16="http://schemas.microsoft.com/office/drawing/2014/main" id="{F920B4FD-CF67-4AC3-ACC8-8AE9EED3B08A}"/>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E5C3886-4D19-464F-B7AC-950F1E46F85F}"/>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BFBC377-5A48-41C6-B03C-9149828E8A7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88D6791-E280-4A9B-B6F6-189BF7C4BF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D846E24C-F514-42EF-8579-AF8CE6A376A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67EAC76-4221-4D48-A548-1D3F7EF8A4E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8455B7D-9D95-4D0E-8503-2F81C76803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F480758-BB1D-4122-964B-6CD9563D3404}"/>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99952736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Agro, alimentos e bebidas">
    <p:bg>
      <p:bgPr>
        <a:solidFill>
          <a:schemeClr val="accent6"/>
        </a:solidFill>
        <a:effectLst/>
      </p:bgPr>
    </p:bg>
    <p:spTree>
      <p:nvGrpSpPr>
        <p:cNvPr id="1" name=""/>
        <p:cNvGrpSpPr/>
        <p:nvPr/>
      </p:nvGrpSpPr>
      <p:grpSpPr>
        <a:xfrm>
          <a:off x="0" y="0"/>
          <a:ext cx="0" cy="0"/>
          <a:chOff x="0" y="0"/>
          <a:chExt cx="0" cy="0"/>
        </a:xfrm>
      </p:grpSpPr>
      <p:sp>
        <p:nvSpPr>
          <p:cNvPr id="6" name="Rectangle 5" hidden="1">
            <a:extLst>
              <a:ext uri="{FF2B5EF4-FFF2-40B4-BE49-F238E27FC236}">
                <a16:creationId xmlns:a16="http://schemas.microsoft.com/office/drawing/2014/main" id="{7227264A-2A2E-B464-74B1-0F6F1C10C77E}"/>
              </a:ext>
            </a:extLst>
          </p:cNvPr>
          <p:cNvSpPr/>
          <p:nvPr userDrawn="1"/>
        </p:nvSpPr>
        <p:spPr>
          <a:xfrm>
            <a:off x="-1" y="8774019"/>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 name="Rectangle 4">
            <a:extLst>
              <a:ext uri="{FF2B5EF4-FFF2-40B4-BE49-F238E27FC236}">
                <a16:creationId xmlns:a16="http://schemas.microsoft.com/office/drawing/2014/main" id="{3E3B1163-CCC9-1979-5D10-8ECD746F5FCC}"/>
              </a:ext>
            </a:extLst>
          </p:cNvPr>
          <p:cNvSpPr/>
          <p:nvPr userDrawn="1"/>
        </p:nvSpPr>
        <p:spPr>
          <a:xfrm>
            <a:off x="0" y="-3"/>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pic>
        <p:nvPicPr>
          <p:cNvPr id="8" name="Imagem 7" descr="Frutas e vegetais&#10;&#10;Descrição gerada automaticamente">
            <a:extLst>
              <a:ext uri="{FF2B5EF4-FFF2-40B4-BE49-F238E27FC236}">
                <a16:creationId xmlns:a16="http://schemas.microsoft.com/office/drawing/2014/main" id="{19467A36-704B-386B-9F69-26B3AAC82C6C}"/>
              </a:ext>
            </a:extLst>
          </p:cNvPr>
          <p:cNvPicPr>
            <a:picLocks noChangeAspect="1"/>
          </p:cNvPicPr>
          <p:nvPr userDrawn="1"/>
        </p:nvPicPr>
        <p:blipFill>
          <a:blip r:embed="rId3" cstate="screen">
            <a:alphaModFix amt="25000"/>
            <a:extLst>
              <a:ext uri="{28A0092B-C50C-407E-A947-70E740481C1C}">
                <a14:useLocalDpi xmlns:a14="http://schemas.microsoft.com/office/drawing/2010/main"/>
              </a:ext>
            </a:extLst>
          </a:blip>
          <a:srcRect/>
          <a:stretch>
            <a:fillRect/>
          </a:stretch>
        </p:blipFill>
        <p:spPr>
          <a:xfrm>
            <a:off x="0" y="3"/>
            <a:ext cx="6858000" cy="9905997"/>
          </a:xfrm>
          <a:custGeom>
            <a:avLst/>
            <a:gdLst>
              <a:gd name="connsiteX0" fmla="*/ 0 w 6858000"/>
              <a:gd name="connsiteY0" fmla="*/ 0 h 9905997"/>
              <a:gd name="connsiteX1" fmla="*/ 6858000 w 6858000"/>
              <a:gd name="connsiteY1" fmla="*/ 0 h 9905997"/>
              <a:gd name="connsiteX2" fmla="*/ 6858000 w 6858000"/>
              <a:gd name="connsiteY2" fmla="*/ 9905997 h 9905997"/>
              <a:gd name="connsiteX3" fmla="*/ 0 w 6858000"/>
              <a:gd name="connsiteY3" fmla="*/ 9905997 h 9905997"/>
            </a:gdLst>
            <a:ahLst/>
            <a:cxnLst>
              <a:cxn ang="0">
                <a:pos x="connsiteX0" y="connsiteY0"/>
              </a:cxn>
              <a:cxn ang="0">
                <a:pos x="connsiteX1" y="connsiteY1"/>
              </a:cxn>
              <a:cxn ang="0">
                <a:pos x="connsiteX2" y="connsiteY2"/>
              </a:cxn>
              <a:cxn ang="0">
                <a:pos x="connsiteX3" y="connsiteY3"/>
              </a:cxn>
            </a:cxnLst>
            <a:rect l="l" t="t" r="r" b="b"/>
            <a:pathLst>
              <a:path w="6858000" h="9905997">
                <a:moveTo>
                  <a:pt x="0" y="0"/>
                </a:moveTo>
                <a:lnTo>
                  <a:pt x="6858000" y="0"/>
                </a:lnTo>
                <a:lnTo>
                  <a:pt x="6858000" y="9905997"/>
                </a:lnTo>
                <a:lnTo>
                  <a:pt x="0" y="9905997"/>
                </a:lnTo>
                <a:close/>
              </a:path>
            </a:pathLst>
          </a:custGeom>
        </p:spPr>
      </p:pic>
      <p:pic>
        <p:nvPicPr>
          <p:cNvPr id="10" name="Graphic 9">
            <a:extLst>
              <a:ext uri="{FF2B5EF4-FFF2-40B4-BE49-F238E27FC236}">
                <a16:creationId xmlns:a16="http://schemas.microsoft.com/office/drawing/2014/main" id="{F49ABFC1-C342-CD17-8E24-68B202FF4DD6}"/>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9269" t="2351" r="1339" b="20035"/>
          <a:stretch/>
        </p:blipFill>
        <p:spPr>
          <a:xfrm flipV="1">
            <a:off x="-1" y="0"/>
            <a:ext cx="6858001" cy="9906000"/>
          </a:xfrm>
          <a:prstGeom prst="rect">
            <a:avLst/>
          </a:prstGeom>
        </p:spPr>
      </p:pic>
      <p:grpSp>
        <p:nvGrpSpPr>
          <p:cNvPr id="2" name="Agrupar 1">
            <a:extLst>
              <a:ext uri="{FF2B5EF4-FFF2-40B4-BE49-F238E27FC236}">
                <a16:creationId xmlns:a16="http://schemas.microsoft.com/office/drawing/2014/main" id="{12DD471D-7E3A-5696-BFDC-BC93E1279A2D}"/>
              </a:ext>
            </a:extLst>
          </p:cNvPr>
          <p:cNvGrpSpPr/>
          <p:nvPr userDrawn="1"/>
        </p:nvGrpSpPr>
        <p:grpSpPr>
          <a:xfrm>
            <a:off x="0" y="-3"/>
            <a:ext cx="6858001" cy="9906000"/>
            <a:chOff x="3836069" y="701305"/>
            <a:chExt cx="6858001" cy="9906000"/>
          </a:xfrm>
        </p:grpSpPr>
        <p:sp>
          <p:nvSpPr>
            <p:cNvPr id="3" name="Rectangle 50">
              <a:extLst>
                <a:ext uri="{FF2B5EF4-FFF2-40B4-BE49-F238E27FC236}">
                  <a16:creationId xmlns:a16="http://schemas.microsoft.com/office/drawing/2014/main" id="{62502AB0-64AA-9E82-4E61-E8AC520077F2}"/>
                </a:ext>
              </a:extLst>
            </p:cNvPr>
            <p:cNvSpPr/>
            <p:nvPr/>
          </p:nvSpPr>
          <p:spPr>
            <a:xfrm rot="10800000">
              <a:off x="3836070"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 name="Rectangle 1">
              <a:extLst>
                <a:ext uri="{FF2B5EF4-FFF2-40B4-BE49-F238E27FC236}">
                  <a16:creationId xmlns:a16="http://schemas.microsoft.com/office/drawing/2014/main" id="{65C3F032-3230-CC1F-B579-F0F95BD08170}"/>
                </a:ext>
              </a:extLst>
            </p:cNvPr>
            <p:cNvSpPr>
              <a:spLocks/>
            </p:cNvSpPr>
            <p:nvPr/>
          </p:nvSpPr>
          <p:spPr>
            <a:xfrm>
              <a:off x="3836069"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pic>
        <p:nvPicPr>
          <p:cNvPr id="13" name="Graphic 12">
            <a:extLst>
              <a:ext uri="{FF2B5EF4-FFF2-40B4-BE49-F238E27FC236}">
                <a16:creationId xmlns:a16="http://schemas.microsoft.com/office/drawing/2014/main" id="{2B3617B2-4386-53AD-39A7-6CFB852D60D5}"/>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rcRect l="27193" t="22453" r="47498" b="7994"/>
          <a:stretch/>
        </p:blipFill>
        <p:spPr>
          <a:xfrm>
            <a:off x="0" y="1133591"/>
            <a:ext cx="6858000" cy="8738553"/>
          </a:xfrm>
          <a:prstGeom prst="rect">
            <a:avLst/>
          </a:prstGeom>
        </p:spPr>
      </p:pic>
      <p:pic>
        <p:nvPicPr>
          <p:cNvPr id="9" name="Picture 8" descr="A blue and white dot pattern&#10;&#10;AI-generated content may be incorrect.">
            <a:extLst>
              <a:ext uri="{FF2B5EF4-FFF2-40B4-BE49-F238E27FC236}">
                <a16:creationId xmlns:a16="http://schemas.microsoft.com/office/drawing/2014/main" id="{D572D620-A33D-FA48-00AE-F1018BB7DF23}"/>
              </a:ext>
            </a:extLst>
          </p:cNvPr>
          <p:cNvPicPr>
            <a:picLocks noChangeAspect="1"/>
          </p:cNvPicPr>
          <p:nvPr userDrawn="1"/>
        </p:nvPicPr>
        <p:blipFill>
          <a:blip r:embed="rId6" cstate="screen">
            <a:alphaModFix amt="18000"/>
            <a:extLst>
              <a:ext uri="{BEBA8EAE-BF5A-486C-A8C5-ECC9F3942E4B}">
                <a14:imgProps xmlns:a14="http://schemas.microsoft.com/office/drawing/2010/main">
                  <a14:imgLayer r:embed="rId7">
                    <a14:imgEffect>
                      <a14:colorTemperature colorTemp="4700"/>
                    </a14:imgEffect>
                    <a14:imgEffect>
                      <a14:saturation sat="33000"/>
                    </a14:imgEffect>
                  </a14:imgLayer>
                </a14:imgProps>
              </a:ext>
              <a:ext uri="{28A0092B-C50C-407E-A947-70E740481C1C}">
                <a14:useLocalDpi xmlns:a14="http://schemas.microsoft.com/office/drawing/2010/main"/>
              </a:ext>
            </a:extLst>
          </a:blip>
          <a:srcRect t="-673"/>
          <a:stretch/>
        </p:blipFill>
        <p:spPr>
          <a:xfrm>
            <a:off x="0" y="1062189"/>
            <a:ext cx="6858000" cy="8809959"/>
          </a:xfrm>
          <a:prstGeom prst="rect">
            <a:avLst/>
          </a:prstGeom>
        </p:spPr>
      </p:pic>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16" name="Group 15">
            <a:extLst>
              <a:ext uri="{FF2B5EF4-FFF2-40B4-BE49-F238E27FC236}">
                <a16:creationId xmlns:a16="http://schemas.microsoft.com/office/drawing/2014/main" id="{C4DF0931-276A-C4B3-E0A7-02B6EAA3C49B}"/>
              </a:ext>
            </a:extLst>
          </p:cNvPr>
          <p:cNvGrpSpPr/>
          <p:nvPr userDrawn="1"/>
        </p:nvGrpSpPr>
        <p:grpSpPr>
          <a:xfrm>
            <a:off x="390154" y="406178"/>
            <a:ext cx="1240285" cy="341910"/>
            <a:chOff x="2700591" y="2522601"/>
            <a:chExt cx="6428993" cy="1772284"/>
          </a:xfrm>
        </p:grpSpPr>
        <p:sp>
          <p:nvSpPr>
            <p:cNvPr id="17" name="Freeform: Shape 16">
              <a:extLst>
                <a:ext uri="{FF2B5EF4-FFF2-40B4-BE49-F238E27FC236}">
                  <a16:creationId xmlns:a16="http://schemas.microsoft.com/office/drawing/2014/main" id="{70B9B340-5E1C-9327-69F1-5AE446FF2255}"/>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20" name="Graphic 20">
              <a:extLst>
                <a:ext uri="{FF2B5EF4-FFF2-40B4-BE49-F238E27FC236}">
                  <a16:creationId xmlns:a16="http://schemas.microsoft.com/office/drawing/2014/main" id="{1E0C2497-164B-3E45-6090-5F805C67AB02}"/>
                </a:ext>
              </a:extLst>
            </p:cNvPr>
            <p:cNvGrpSpPr/>
            <p:nvPr/>
          </p:nvGrpSpPr>
          <p:grpSpPr>
            <a:xfrm>
              <a:off x="5034660" y="3339528"/>
              <a:ext cx="4094924" cy="747077"/>
              <a:chOff x="5034660" y="3339528"/>
              <a:chExt cx="4094924" cy="747077"/>
            </a:xfrm>
            <a:solidFill>
              <a:srgbClr val="FFFFFF"/>
            </a:solidFill>
          </p:grpSpPr>
          <p:sp>
            <p:nvSpPr>
              <p:cNvPr id="21" name="Freeform: Shape 20">
                <a:extLst>
                  <a:ext uri="{FF2B5EF4-FFF2-40B4-BE49-F238E27FC236}">
                    <a16:creationId xmlns:a16="http://schemas.microsoft.com/office/drawing/2014/main" id="{3198B4CB-7FA3-A37E-E540-E2FBA81CCDCB}"/>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A8605D5-3EDB-F7D1-AC3B-DF5CEE51614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18B3AC0-A0B3-67F5-F442-48F0E029DF55}"/>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AD7D35-F105-3B1F-6CF2-EDD48ACC71B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9371C5E-12BC-7944-E1F6-FF98963DBD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67F76F1-36B6-C9E1-0D69-7196D96834A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0C5B1F5-1F12-DAC8-A282-CAB55191AC3B}"/>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4F4377A-A2E8-D20E-9FC2-722626414101}"/>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grpSp>
        <p:nvGrpSpPr>
          <p:cNvPr id="69" name="Group 68">
            <a:extLst>
              <a:ext uri="{FF2B5EF4-FFF2-40B4-BE49-F238E27FC236}">
                <a16:creationId xmlns:a16="http://schemas.microsoft.com/office/drawing/2014/main" id="{8F5893B4-B956-CA4C-4E89-2275C6A23F7F}"/>
              </a:ext>
            </a:extLst>
          </p:cNvPr>
          <p:cNvGrpSpPr/>
          <p:nvPr userDrawn="1"/>
        </p:nvGrpSpPr>
        <p:grpSpPr>
          <a:xfrm flipH="1">
            <a:off x="-113256" y="3"/>
            <a:ext cx="6971256" cy="6334517"/>
            <a:chOff x="-31505" y="3"/>
            <a:chExt cx="7944898" cy="6841768"/>
          </a:xfrm>
        </p:grpSpPr>
        <p:sp>
          <p:nvSpPr>
            <p:cNvPr id="65" name="Isosceles Triangle 64">
              <a:extLst>
                <a:ext uri="{FF2B5EF4-FFF2-40B4-BE49-F238E27FC236}">
                  <a16:creationId xmlns:a16="http://schemas.microsoft.com/office/drawing/2014/main" id="{7E756C03-7B9D-CF88-83F4-C1619FDA2C7C}"/>
                </a:ext>
              </a:extLst>
            </p:cNvPr>
            <p:cNvSpPr/>
            <p:nvPr userDrawn="1"/>
          </p:nvSpPr>
          <p:spPr>
            <a:xfrm rot="16200000">
              <a:off x="2660727" y="1589105"/>
              <a:ext cx="5619144" cy="4886188"/>
            </a:xfrm>
            <a:prstGeom prst="triangle">
              <a:avLst>
                <a:gd name="adj" fmla="val 100000"/>
              </a:avLst>
            </a:prstGeom>
            <a:gradFill>
              <a:gsLst>
                <a:gs pos="93000">
                  <a:srgbClr val="8EB3DF">
                    <a:alpha val="0"/>
                  </a:srgbClr>
                </a:gs>
                <a:gs pos="0">
                  <a:schemeClr val="accent3"/>
                </a:gs>
                <a:gs pos="70000">
                  <a:schemeClr val="accent3">
                    <a:alpha val="11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66" name="Group 65">
              <a:extLst>
                <a:ext uri="{FF2B5EF4-FFF2-40B4-BE49-F238E27FC236}">
                  <a16:creationId xmlns:a16="http://schemas.microsoft.com/office/drawing/2014/main" id="{F23A80A8-5B7B-720A-0498-48FB270B56F2}"/>
                </a:ext>
              </a:extLst>
            </p:cNvPr>
            <p:cNvGrpSpPr/>
            <p:nvPr userDrawn="1"/>
          </p:nvGrpSpPr>
          <p:grpSpPr>
            <a:xfrm flipV="1">
              <a:off x="-31505" y="3"/>
              <a:ext cx="3073148" cy="1233884"/>
              <a:chOff x="-33216277" y="3696971"/>
              <a:chExt cx="17875623" cy="1180237"/>
            </a:xfrm>
          </p:grpSpPr>
          <p:cxnSp>
            <p:nvCxnSpPr>
              <p:cNvPr id="67" name="Straight Connector 66">
                <a:extLst>
                  <a:ext uri="{FF2B5EF4-FFF2-40B4-BE49-F238E27FC236}">
                    <a16:creationId xmlns:a16="http://schemas.microsoft.com/office/drawing/2014/main" id="{F1A1FDB4-0FB7-BEEB-2B9D-D1E8FE3853CA}"/>
                  </a:ext>
                </a:extLst>
              </p:cNvPr>
              <p:cNvCxnSpPr>
                <a:cxnSpLocks/>
              </p:cNvCxnSpPr>
              <p:nvPr userDrawn="1"/>
            </p:nvCxnSpPr>
            <p:spPr>
              <a:xfrm flipV="1">
                <a:off x="-33216277" y="3710462"/>
                <a:ext cx="1787562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D45C79A-47B8-8CD3-9D6C-3CA04B7EC39E}"/>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72" name="Group 71">
            <a:extLst>
              <a:ext uri="{FF2B5EF4-FFF2-40B4-BE49-F238E27FC236}">
                <a16:creationId xmlns:a16="http://schemas.microsoft.com/office/drawing/2014/main" id="{7D85C331-0D97-F14F-BCEE-E4CACC063DDB}"/>
              </a:ext>
            </a:extLst>
          </p:cNvPr>
          <p:cNvGrpSpPr/>
          <p:nvPr userDrawn="1"/>
        </p:nvGrpSpPr>
        <p:grpSpPr>
          <a:xfrm>
            <a:off x="340252" y="1670475"/>
            <a:ext cx="2267822" cy="1002192"/>
            <a:chOff x="423863" y="1657596"/>
            <a:chExt cx="2267822" cy="1002192"/>
          </a:xfrm>
        </p:grpSpPr>
        <p:sp>
          <p:nvSpPr>
            <p:cNvPr id="31" name="TextBox 30">
              <a:extLst>
                <a:ext uri="{FF2B5EF4-FFF2-40B4-BE49-F238E27FC236}">
                  <a16:creationId xmlns:a16="http://schemas.microsoft.com/office/drawing/2014/main" id="{8EC449FF-42C7-1A50-8B68-6D905C6EC17A}"/>
                </a:ext>
              </a:extLst>
            </p:cNvPr>
            <p:cNvSpPr txBox="1"/>
            <p:nvPr userDrawn="1"/>
          </p:nvSpPr>
          <p:spPr>
            <a:xfrm>
              <a:off x="423863" y="1657596"/>
              <a:ext cx="2267822" cy="615553"/>
            </a:xfrm>
            <a:prstGeom prst="rect">
              <a:avLst/>
            </a:prstGeom>
            <a:noFill/>
          </p:spPr>
          <p:txBody>
            <a:bodyPr wrap="square" lIns="0" tIns="0" rIns="0" bIns="0" rtlCol="0">
              <a:spAutoFit/>
            </a:bodyPr>
            <a:lstStyle/>
            <a:p>
              <a:pPr algn="r"/>
              <a:r>
                <a:rPr lang="pt-BR" sz="4000" b="1" i="1">
                  <a:solidFill>
                    <a:schemeClr val="bg1"/>
                  </a:solidFill>
                  <a:latin typeface="XP" pitchFamily="50" charset="0"/>
                  <a:ea typeface="XP" pitchFamily="50" charset="0"/>
                  <a:cs typeface="Roboto" panose="02000000000000000000" pitchFamily="2" charset="0"/>
                </a:rPr>
                <a:t>Thematic</a:t>
              </a:r>
            </a:p>
          </p:txBody>
        </p:sp>
        <p:sp>
          <p:nvSpPr>
            <p:cNvPr id="71" name="TextBox 70">
              <a:extLst>
                <a:ext uri="{FF2B5EF4-FFF2-40B4-BE49-F238E27FC236}">
                  <a16:creationId xmlns:a16="http://schemas.microsoft.com/office/drawing/2014/main" id="{F39388AA-C6A0-BACD-48D5-2675535A9633}"/>
                </a:ext>
              </a:extLst>
            </p:cNvPr>
            <p:cNvSpPr txBox="1"/>
            <p:nvPr userDrawn="1"/>
          </p:nvSpPr>
          <p:spPr>
            <a:xfrm>
              <a:off x="637566" y="2105790"/>
              <a:ext cx="2054119" cy="553998"/>
            </a:xfrm>
            <a:prstGeom prst="rect">
              <a:avLst/>
            </a:prstGeom>
            <a:noFill/>
          </p:spPr>
          <p:txBody>
            <a:bodyPr wrap="square" lIns="0" tIns="0" rIns="0" bIns="0" rtlCol="0">
              <a:spAutoFit/>
            </a:bodyPr>
            <a:lstStyle/>
            <a:p>
              <a:pPr algn="r"/>
              <a:r>
                <a:rPr lang="pt-BR" sz="3600" b="0" i="0">
                  <a:solidFill>
                    <a:schemeClr val="bg1"/>
                  </a:solidFill>
                  <a:latin typeface="XP Light Lighthouse" pitchFamily="50" charset="0"/>
                  <a:ea typeface="XP Light Lighthouse" pitchFamily="50" charset="0"/>
                  <a:cs typeface="Roboto" panose="02000000000000000000" pitchFamily="2" charset="0"/>
                </a:rPr>
                <a:t>Research</a:t>
              </a:r>
            </a:p>
          </p:txBody>
        </p:sp>
      </p:grpSp>
      <p:sp>
        <p:nvSpPr>
          <p:cNvPr id="75" name="Espaço Reservado para Texto 6">
            <a:extLst>
              <a:ext uri="{FF2B5EF4-FFF2-40B4-BE49-F238E27FC236}">
                <a16:creationId xmlns:a16="http://schemas.microsoft.com/office/drawing/2014/main" id="{354E5287-B1CE-DBCC-A334-7B6607B9F041}"/>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noProof="0"/>
              <a:t>Sector / Segment</a:t>
            </a:r>
          </a:p>
        </p:txBody>
      </p:sp>
      <p:sp>
        <p:nvSpPr>
          <p:cNvPr id="7" name="Date Placeholder 10">
            <a:extLst>
              <a:ext uri="{FF2B5EF4-FFF2-40B4-BE49-F238E27FC236}">
                <a16:creationId xmlns:a16="http://schemas.microsoft.com/office/drawing/2014/main" id="{624580AB-8B11-2158-FF8A-2264EA11D9E6}"/>
              </a:ext>
            </a:extLst>
          </p:cNvPr>
          <p:cNvSpPr>
            <a:spLocks noGrp="1"/>
          </p:cNvSpPr>
          <p:nvPr>
            <p:ph type="dt" sz="half" idx="2"/>
          </p:nvPr>
        </p:nvSpPr>
        <p:spPr>
          <a:xfrm>
            <a:off x="3371691" y="438763"/>
            <a:ext cx="3132139" cy="184666"/>
          </a:xfrm>
        </p:spPr>
        <p:txBody>
          <a:bodyPr/>
          <a:lstStyle>
            <a:lvl1pPr>
              <a:defRPr>
                <a:solidFill>
                  <a:srgbClr val="F9C113"/>
                </a:solidFill>
              </a:defRPr>
            </a:lvl1pPr>
          </a:lstStyle>
          <a:p>
            <a:fld id="{4FFC2310-6FFD-4DF5-96A4-C34E78316CEE}" type="datetime4">
              <a:rPr lang="en-US" smtClean="0"/>
              <a:t>October 29, 2026</a:t>
            </a:fld>
            <a:endParaRPr lang="en-US"/>
          </a:p>
        </p:txBody>
      </p:sp>
    </p:spTree>
    <p:extLst>
      <p:ext uri="{BB962C8B-B14F-4D97-AF65-F5344CB8AC3E}">
        <p14:creationId xmlns:p14="http://schemas.microsoft.com/office/powerpoint/2010/main" val="222020594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688A787-9182-A426-2B75-FA6C6DDF288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A4E2FB3C-1561-CDE0-F2B0-0E2716BC040B}"/>
              </a:ext>
            </a:extLst>
          </p:cNvPr>
          <p:cNvPicPr>
            <a:picLocks noChangeAspect="1"/>
          </p:cNvPicPr>
          <p:nvPr/>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9" name="Graphic 8">
            <a:extLst>
              <a:ext uri="{FF2B5EF4-FFF2-40B4-BE49-F238E27FC236}">
                <a16:creationId xmlns:a16="http://schemas.microsoft.com/office/drawing/2014/main" id="{2E2DBF91-C31C-E0F0-254B-B03F97806A89}"/>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userDrawn="1">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userDrawn="1">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5A26733C-5F57-4856-9DCE-1BE203D67222}" type="datetime4">
              <a:rPr lang="en-US" smtClean="0"/>
              <a:t>October 29, 2026</a:t>
            </a:fld>
            <a:endParaRPr lang="en-US"/>
          </a:p>
        </p:txBody>
      </p:sp>
      <p:sp>
        <p:nvSpPr>
          <p:cNvPr id="36" name="Espaço Reservado para Texto 6">
            <a:extLst>
              <a:ext uri="{FF2B5EF4-FFF2-40B4-BE49-F238E27FC236}">
                <a16:creationId xmlns:a16="http://schemas.microsoft.com/office/drawing/2014/main" id="{984F9560-6699-43C8-BEE0-490CDFCBCF21}"/>
              </a:ext>
            </a:extLst>
          </p:cNvPr>
          <p:cNvSpPr>
            <a:spLocks noGrp="1"/>
          </p:cNvSpPr>
          <p:nvPr userDrawn="1">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userDrawn="1">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 name="Espaço Reservado para Conteúdo 14">
            <a:extLst>
              <a:ext uri="{FF2B5EF4-FFF2-40B4-BE49-F238E27FC236}">
                <a16:creationId xmlns:a16="http://schemas.microsoft.com/office/drawing/2014/main" id="{3422534A-F1CB-BBFF-8CE5-5CB138892884}"/>
              </a:ext>
            </a:extLst>
          </p:cNvPr>
          <p:cNvSpPr>
            <a:spLocks noGrp="1"/>
          </p:cNvSpPr>
          <p:nvPr>
            <p:ph sz="quarter" idx="21" hasCustomPrompt="1"/>
          </p:nvPr>
        </p:nvSpPr>
        <p:spPr>
          <a:xfrm>
            <a:off x="382829" y="7896455"/>
            <a:ext cx="2952000"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052BA432-D493-B8B5-ADA1-4440290AC12E}"/>
              </a:ext>
            </a:extLst>
          </p:cNvPr>
          <p:cNvSpPr>
            <a:spLocks noGrp="1"/>
          </p:cNvSpPr>
          <p:nvPr>
            <p:ph sz="quarter" idx="22" hasCustomPrompt="1"/>
          </p:nvPr>
        </p:nvSpPr>
        <p:spPr>
          <a:xfrm>
            <a:off x="3536951" y="7896455"/>
            <a:ext cx="2952000"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 name="Espaço Reservado para Conteúdo 14">
            <a:extLst>
              <a:ext uri="{FF2B5EF4-FFF2-40B4-BE49-F238E27FC236}">
                <a16:creationId xmlns:a16="http://schemas.microsoft.com/office/drawing/2014/main" id="{78436872-10E7-F7BB-DA0B-A6FFDDD07333}"/>
              </a:ext>
            </a:extLst>
          </p:cNvPr>
          <p:cNvSpPr>
            <a:spLocks noGrp="1"/>
          </p:cNvSpPr>
          <p:nvPr>
            <p:ph sz="quarter" idx="24" hasCustomPrompt="1"/>
          </p:nvPr>
        </p:nvSpPr>
        <p:spPr>
          <a:xfrm>
            <a:off x="382829" y="7607837"/>
            <a:ext cx="29520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8" name="Espaço Reservado para Conteúdo 14">
            <a:extLst>
              <a:ext uri="{FF2B5EF4-FFF2-40B4-BE49-F238E27FC236}">
                <a16:creationId xmlns:a16="http://schemas.microsoft.com/office/drawing/2014/main" id="{19DBE73C-C2CD-83C2-C6D2-8217714624B1}"/>
              </a:ext>
            </a:extLst>
          </p:cNvPr>
          <p:cNvSpPr>
            <a:spLocks noGrp="1"/>
          </p:cNvSpPr>
          <p:nvPr>
            <p:ph sz="quarter" idx="25" hasCustomPrompt="1"/>
          </p:nvPr>
        </p:nvSpPr>
        <p:spPr>
          <a:xfrm>
            <a:off x="3536951" y="7607837"/>
            <a:ext cx="29520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10" name="Straight Connector 9">
            <a:extLst>
              <a:ext uri="{FF2B5EF4-FFF2-40B4-BE49-F238E27FC236}">
                <a16:creationId xmlns:a16="http://schemas.microsoft.com/office/drawing/2014/main" id="{15D71B80-AC72-49AC-B09D-E52C19B52064}"/>
              </a:ext>
            </a:extLst>
          </p:cNvPr>
          <p:cNvCxnSpPr>
            <a:cxnSpLocks/>
          </p:cNvCxnSpPr>
          <p:nvPr userDrawn="1"/>
        </p:nvCxnSpPr>
        <p:spPr>
          <a:xfrm>
            <a:off x="4227459" y="2150951"/>
            <a:ext cx="0" cy="525891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89BF6539-9496-327C-37FC-619DC6D9078A}"/>
              </a:ext>
            </a:extLst>
          </p:cNvPr>
          <p:cNvSpPr>
            <a:spLocks noGrp="1"/>
          </p:cNvSpPr>
          <p:nvPr>
            <p:ph type="body" sz="quarter" idx="27" hasCustomPrompt="1"/>
          </p:nvPr>
        </p:nvSpPr>
        <p:spPr>
          <a:xfrm>
            <a:off x="4330593" y="355196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13" name="Text Placeholder 4">
            <a:extLst>
              <a:ext uri="{FF2B5EF4-FFF2-40B4-BE49-F238E27FC236}">
                <a16:creationId xmlns:a16="http://schemas.microsoft.com/office/drawing/2014/main" id="{9FE7D662-06FD-4510-0814-E74815AED648}"/>
              </a:ext>
            </a:extLst>
          </p:cNvPr>
          <p:cNvSpPr>
            <a:spLocks noGrp="1"/>
          </p:cNvSpPr>
          <p:nvPr>
            <p:ph type="body" sz="quarter" idx="28" hasCustomPrompt="1"/>
          </p:nvPr>
        </p:nvSpPr>
        <p:spPr>
          <a:xfrm>
            <a:off x="4330593" y="37137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14" name="Text Placeholder 4">
            <a:extLst>
              <a:ext uri="{FF2B5EF4-FFF2-40B4-BE49-F238E27FC236}">
                <a16:creationId xmlns:a16="http://schemas.microsoft.com/office/drawing/2014/main" id="{66D34F81-1353-1F11-EDF6-131DEC8F78E3}"/>
              </a:ext>
            </a:extLst>
          </p:cNvPr>
          <p:cNvSpPr>
            <a:spLocks noGrp="1"/>
          </p:cNvSpPr>
          <p:nvPr>
            <p:ph type="body" sz="quarter" idx="29" hasCustomPrompt="1"/>
          </p:nvPr>
        </p:nvSpPr>
        <p:spPr>
          <a:xfrm>
            <a:off x="4330593" y="384063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16" name="Text Placeholder 4">
            <a:extLst>
              <a:ext uri="{FF2B5EF4-FFF2-40B4-BE49-F238E27FC236}">
                <a16:creationId xmlns:a16="http://schemas.microsoft.com/office/drawing/2014/main" id="{9C0F5FBA-7015-1C4F-6440-8D2DC566707E}"/>
              </a:ext>
            </a:extLst>
          </p:cNvPr>
          <p:cNvSpPr>
            <a:spLocks noGrp="1"/>
          </p:cNvSpPr>
          <p:nvPr>
            <p:ph type="body" sz="quarter" idx="30" hasCustomPrompt="1"/>
          </p:nvPr>
        </p:nvSpPr>
        <p:spPr>
          <a:xfrm>
            <a:off x="4330593" y="403822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17" name="Text Placeholder 4">
            <a:extLst>
              <a:ext uri="{FF2B5EF4-FFF2-40B4-BE49-F238E27FC236}">
                <a16:creationId xmlns:a16="http://schemas.microsoft.com/office/drawing/2014/main" id="{2F372600-E1E8-A42B-36DD-8F450B0D3FB6}"/>
              </a:ext>
            </a:extLst>
          </p:cNvPr>
          <p:cNvSpPr>
            <a:spLocks noGrp="1"/>
          </p:cNvSpPr>
          <p:nvPr>
            <p:ph type="body" sz="quarter" idx="31" hasCustomPrompt="1"/>
          </p:nvPr>
        </p:nvSpPr>
        <p:spPr>
          <a:xfrm>
            <a:off x="4330593" y="4200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18" name="Text Placeholder 4">
            <a:extLst>
              <a:ext uri="{FF2B5EF4-FFF2-40B4-BE49-F238E27FC236}">
                <a16:creationId xmlns:a16="http://schemas.microsoft.com/office/drawing/2014/main" id="{5BE5F1CC-0CA1-970E-03FC-5B891C2CEF42}"/>
              </a:ext>
            </a:extLst>
          </p:cNvPr>
          <p:cNvSpPr>
            <a:spLocks noGrp="1"/>
          </p:cNvSpPr>
          <p:nvPr>
            <p:ph type="body" sz="quarter" idx="32" hasCustomPrompt="1"/>
          </p:nvPr>
        </p:nvSpPr>
        <p:spPr>
          <a:xfrm>
            <a:off x="4330593" y="432689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19" name="Text Placeholder 4">
            <a:extLst>
              <a:ext uri="{FF2B5EF4-FFF2-40B4-BE49-F238E27FC236}">
                <a16:creationId xmlns:a16="http://schemas.microsoft.com/office/drawing/2014/main" id="{35824A92-0CF6-962F-0FE9-04EC29CA20F0}"/>
              </a:ext>
            </a:extLst>
          </p:cNvPr>
          <p:cNvSpPr>
            <a:spLocks noGrp="1"/>
          </p:cNvSpPr>
          <p:nvPr>
            <p:ph type="body" sz="quarter" idx="33" hasCustomPrompt="1"/>
          </p:nvPr>
        </p:nvSpPr>
        <p:spPr>
          <a:xfrm>
            <a:off x="4330593" y="453179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0" name="Text Placeholder 4">
            <a:extLst>
              <a:ext uri="{FF2B5EF4-FFF2-40B4-BE49-F238E27FC236}">
                <a16:creationId xmlns:a16="http://schemas.microsoft.com/office/drawing/2014/main" id="{0B3A3938-C409-5084-9827-D18788FC36AE}"/>
              </a:ext>
            </a:extLst>
          </p:cNvPr>
          <p:cNvSpPr>
            <a:spLocks noGrp="1"/>
          </p:cNvSpPr>
          <p:nvPr>
            <p:ph type="body" sz="quarter" idx="34" hasCustomPrompt="1"/>
          </p:nvPr>
        </p:nvSpPr>
        <p:spPr>
          <a:xfrm>
            <a:off x="4330593" y="46935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1" name="Text Placeholder 4">
            <a:extLst>
              <a:ext uri="{FF2B5EF4-FFF2-40B4-BE49-F238E27FC236}">
                <a16:creationId xmlns:a16="http://schemas.microsoft.com/office/drawing/2014/main" id="{110F7DB8-030A-FD87-106E-18EC0280F85D}"/>
              </a:ext>
            </a:extLst>
          </p:cNvPr>
          <p:cNvSpPr>
            <a:spLocks noGrp="1"/>
          </p:cNvSpPr>
          <p:nvPr>
            <p:ph type="body" sz="quarter" idx="35" hasCustomPrompt="1"/>
          </p:nvPr>
        </p:nvSpPr>
        <p:spPr>
          <a:xfrm>
            <a:off x="4330593" y="48204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2" name="Espaço Reservado para Conteúdo 14">
            <a:extLst>
              <a:ext uri="{FF2B5EF4-FFF2-40B4-BE49-F238E27FC236}">
                <a16:creationId xmlns:a16="http://schemas.microsoft.com/office/drawing/2014/main" id="{34EB6BD4-0983-55AD-E75C-92B427051854}"/>
              </a:ext>
            </a:extLst>
          </p:cNvPr>
          <p:cNvSpPr>
            <a:spLocks noGrp="1"/>
          </p:cNvSpPr>
          <p:nvPr>
            <p:ph sz="quarter" idx="40" hasCustomPrompt="1"/>
          </p:nvPr>
        </p:nvSpPr>
        <p:spPr>
          <a:xfrm>
            <a:off x="4330593" y="2150951"/>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3" name="Text Placeholder 4">
            <a:extLst>
              <a:ext uri="{FF2B5EF4-FFF2-40B4-BE49-F238E27FC236}">
                <a16:creationId xmlns:a16="http://schemas.microsoft.com/office/drawing/2014/main" id="{C29922D5-A5CB-5E06-BEF1-C535371BF795}"/>
              </a:ext>
            </a:extLst>
          </p:cNvPr>
          <p:cNvSpPr>
            <a:spLocks noGrp="1"/>
          </p:cNvSpPr>
          <p:nvPr>
            <p:ph type="body" sz="quarter" idx="23"/>
          </p:nvPr>
        </p:nvSpPr>
        <p:spPr>
          <a:xfrm>
            <a:off x="390154" y="3836988"/>
            <a:ext cx="3734172" cy="357287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4" name="Text Placeholder 4">
            <a:extLst>
              <a:ext uri="{FF2B5EF4-FFF2-40B4-BE49-F238E27FC236}">
                <a16:creationId xmlns:a16="http://schemas.microsoft.com/office/drawing/2014/main" id="{61B2C06E-6371-A6FA-77BC-61B45402995B}"/>
              </a:ext>
            </a:extLst>
          </p:cNvPr>
          <p:cNvSpPr>
            <a:spLocks noGrp="1"/>
          </p:cNvSpPr>
          <p:nvPr>
            <p:ph type="body" sz="quarter" idx="42"/>
          </p:nvPr>
        </p:nvSpPr>
        <p:spPr>
          <a:xfrm>
            <a:off x="390154" y="2150952"/>
            <a:ext cx="3734171" cy="1541573"/>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278674652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pic>
        <p:nvPicPr>
          <p:cNvPr id="2" name="Graphic 1">
            <a:extLst>
              <a:ext uri="{FF2B5EF4-FFF2-40B4-BE49-F238E27FC236}">
                <a16:creationId xmlns:a16="http://schemas.microsoft.com/office/drawing/2014/main" id="{DAE82E8C-95AD-0361-B8B0-B7C0D8684CF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29FA0211-7640-B008-5F80-DFE4BF78EDCF}"/>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17F97C21-6648-EF6C-A98D-137E0F480F1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928D0FCD-860E-59BE-AB6B-2EA27033053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7B14105F-6B03-AB02-2E6B-E280AFC5EA3E}"/>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F910343D-7729-C09A-9C77-894C9CA08B3A}"/>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19EE9025-8994-9F60-34A1-5C3B3CFAD1EC}"/>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7B5DDC33-C3D4-9796-19F2-58D7C38A2C6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F4C69D50-6649-D4B4-7D87-4089B8DBE46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883D8FB5-0F60-B49C-34DC-9175C66F908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371036E0-69E7-A8D3-000E-87223966A2ED}"/>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02898492-89A0-DE15-D6C5-D551EFE24C9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E25F01F7-A7A9-F302-A1F0-C58B6E4EF15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DFD7414B-9A29-543D-FEA3-E085A244A597}"/>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057F6B16-BFF0-4DFA-603A-E9BCA79F806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C856C89A-7562-82C0-70CE-765A1BE0195E}"/>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BFDFB630-05CE-02BE-378B-A5C3EA6BC938}"/>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612E5A96-6F88-4F65-A28F-EA78F674479F}" type="datetime4">
              <a:rPr lang="en-US" smtClean="0"/>
              <a:t>October 29, 2026</a:t>
            </a:fld>
            <a:endParaRPr lang="en-US"/>
          </a:p>
        </p:txBody>
      </p:sp>
      <p:sp>
        <p:nvSpPr>
          <p:cNvPr id="22" name="Espaço Reservado para Texto 6">
            <a:extLst>
              <a:ext uri="{FF2B5EF4-FFF2-40B4-BE49-F238E27FC236}">
                <a16:creationId xmlns:a16="http://schemas.microsoft.com/office/drawing/2014/main" id="{BC5C97CA-C109-C89E-B0DA-580EB374FF5A}"/>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6CE2BDD4-5FBE-4506-6AAF-2D2BA90A0DD8}"/>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3" name="Espaço Reservado para Conteúdo 14">
            <a:extLst>
              <a:ext uri="{FF2B5EF4-FFF2-40B4-BE49-F238E27FC236}">
                <a16:creationId xmlns:a16="http://schemas.microsoft.com/office/drawing/2014/main" id="{4D005A3B-2044-D406-2A9E-49AD2BFCCD4B}"/>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428138236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pic>
        <p:nvPicPr>
          <p:cNvPr id="2" name="Graphic 1">
            <a:extLst>
              <a:ext uri="{FF2B5EF4-FFF2-40B4-BE49-F238E27FC236}">
                <a16:creationId xmlns:a16="http://schemas.microsoft.com/office/drawing/2014/main" id="{020CA7CE-0D5C-5488-D79D-0ED4E8CA189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D512349-C8E0-A810-F233-AA959E02F3EC}"/>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E63174DD-2C4B-6BAF-CEF1-EC07B326774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015B9AC7-A36B-41C5-EDAB-8DD657593D62}"/>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02445908-BCDE-2295-D406-50E1C9EF2B7B}"/>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2E67F9D7-F394-311A-DAC0-A499D3A6D817}"/>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EE9B7EF6-E13B-2521-6B28-C02E7EB9EA15}"/>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A80B0CB7-CCBE-27F2-811D-831361DB3D9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1CDAA107-BFA2-DA25-DBEA-C45AD8DA6896}"/>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B7F75FBE-3CBD-621E-BC87-614DC112F97F}"/>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0C3726A6-6347-549E-CAB6-E348B258C13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D33460AB-7460-89C4-1B3E-71E1559C24C4}"/>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6467008B-A71D-2B5A-5965-A4F4C926420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5F479CBE-4211-4C8C-D2E5-349D0E147F00}"/>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F81A199D-141A-22DC-6353-1881F40E055C}"/>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3E74DD25-30D6-188A-8CF7-03CD1A4C274B}"/>
              </a:ext>
            </a:extLst>
          </p:cNvPr>
          <p:cNvSpPr>
            <a:spLocks noGrp="1"/>
          </p:cNvSpPr>
          <p:nvPr>
            <p:ph type="body" sz="quarter" idx="38"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225D8DF4-F29D-36AA-42FD-859125645D09}"/>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278C5912-7AFA-4AD2-A902-FFE8E8DD7713}" type="datetime4">
              <a:rPr lang="en-US" smtClean="0"/>
              <a:t>October 29, 2026</a:t>
            </a:fld>
            <a:endParaRPr lang="en-US"/>
          </a:p>
        </p:txBody>
      </p:sp>
      <p:sp>
        <p:nvSpPr>
          <p:cNvPr id="22" name="Espaço Reservado para Texto 6">
            <a:extLst>
              <a:ext uri="{FF2B5EF4-FFF2-40B4-BE49-F238E27FC236}">
                <a16:creationId xmlns:a16="http://schemas.microsoft.com/office/drawing/2014/main" id="{600E4F54-16E4-F72B-E47F-AD7A341150E5}"/>
              </a:ext>
            </a:extLst>
          </p:cNvPr>
          <p:cNvSpPr>
            <a:spLocks noGrp="1"/>
          </p:cNvSpPr>
          <p:nvPr>
            <p:ph type="body" sz="quarter" idx="39"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E23A42F1-5093-9517-11CC-E94EDA508616}"/>
              </a:ext>
            </a:extLst>
          </p:cNvPr>
          <p:cNvSpPr>
            <a:spLocks noGrp="1"/>
          </p:cNvSpPr>
          <p:nvPr>
            <p:ph type="body" sz="quarter" idx="40"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9CDC6F15-9156-27BD-DE24-345453CF452B}"/>
              </a:ext>
            </a:extLst>
          </p:cNvPr>
          <p:cNvSpPr>
            <a:spLocks noGrp="1"/>
          </p:cNvSpPr>
          <p:nvPr>
            <p:ph type="body" sz="quarter" idx="20"/>
          </p:nvPr>
        </p:nvSpPr>
        <p:spPr>
          <a:xfrm>
            <a:off x="390154" y="2150950"/>
            <a:ext cx="6098400"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4" name="Text Placeholder 4">
            <a:extLst>
              <a:ext uri="{FF2B5EF4-FFF2-40B4-BE49-F238E27FC236}">
                <a16:creationId xmlns:a16="http://schemas.microsoft.com/office/drawing/2014/main" id="{D09E0B4F-0CB9-DC61-CCA9-25A73A1C8DD4}"/>
              </a:ext>
            </a:extLst>
          </p:cNvPr>
          <p:cNvSpPr>
            <a:spLocks noGrp="1"/>
          </p:cNvSpPr>
          <p:nvPr>
            <p:ph type="body" sz="quarter" idx="23"/>
          </p:nvPr>
        </p:nvSpPr>
        <p:spPr>
          <a:xfrm>
            <a:off x="390154" y="3691053"/>
            <a:ext cx="3734170" cy="4018975"/>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5" name="Text Placeholder 4">
            <a:extLst>
              <a:ext uri="{FF2B5EF4-FFF2-40B4-BE49-F238E27FC236}">
                <a16:creationId xmlns:a16="http://schemas.microsoft.com/office/drawing/2014/main" id="{5A7F030E-73C4-E07A-33DF-312D56F0F76C}"/>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6" name="Text Placeholder 4">
            <a:extLst>
              <a:ext uri="{FF2B5EF4-FFF2-40B4-BE49-F238E27FC236}">
                <a16:creationId xmlns:a16="http://schemas.microsoft.com/office/drawing/2014/main" id="{BB3A3439-E17D-6D38-1316-DAE169B84D8D}"/>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8" name="Text Placeholder 4">
            <a:extLst>
              <a:ext uri="{FF2B5EF4-FFF2-40B4-BE49-F238E27FC236}">
                <a16:creationId xmlns:a16="http://schemas.microsoft.com/office/drawing/2014/main" id="{D879252A-E1C2-E728-21D3-50B31743B00B}"/>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9" name="Text Placeholder 4">
            <a:extLst>
              <a:ext uri="{FF2B5EF4-FFF2-40B4-BE49-F238E27FC236}">
                <a16:creationId xmlns:a16="http://schemas.microsoft.com/office/drawing/2014/main" id="{F9B99FB5-852F-6BAD-F3AA-BCFE83FADD59}"/>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0" name="Text Placeholder 4">
            <a:extLst>
              <a:ext uri="{FF2B5EF4-FFF2-40B4-BE49-F238E27FC236}">
                <a16:creationId xmlns:a16="http://schemas.microsoft.com/office/drawing/2014/main" id="{40246B11-FD7D-36D8-6E07-4D3E3BAC269E}"/>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1" name="Text Placeholder 4">
            <a:extLst>
              <a:ext uri="{FF2B5EF4-FFF2-40B4-BE49-F238E27FC236}">
                <a16:creationId xmlns:a16="http://schemas.microsoft.com/office/drawing/2014/main" id="{6BB6FA29-C19C-7F7C-3184-635E561111AC}"/>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2" name="Text Placeholder 4">
            <a:extLst>
              <a:ext uri="{FF2B5EF4-FFF2-40B4-BE49-F238E27FC236}">
                <a16:creationId xmlns:a16="http://schemas.microsoft.com/office/drawing/2014/main" id="{5AB78DE9-33F1-89EC-EAD1-9DA325469D9C}"/>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3" name="Text Placeholder 4">
            <a:extLst>
              <a:ext uri="{FF2B5EF4-FFF2-40B4-BE49-F238E27FC236}">
                <a16:creationId xmlns:a16="http://schemas.microsoft.com/office/drawing/2014/main" id="{5E8516FE-9642-556F-F777-2569F79C7BFC}"/>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4" name="Text Placeholder 4">
            <a:extLst>
              <a:ext uri="{FF2B5EF4-FFF2-40B4-BE49-F238E27FC236}">
                <a16:creationId xmlns:a16="http://schemas.microsoft.com/office/drawing/2014/main" id="{5FC8989C-C279-357C-1E1A-D58DEA9EF4A5}"/>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9" name="Espaço Reservado para Conteúdo 14">
            <a:extLst>
              <a:ext uri="{FF2B5EF4-FFF2-40B4-BE49-F238E27FC236}">
                <a16:creationId xmlns:a16="http://schemas.microsoft.com/office/drawing/2014/main" id="{0367F594-505D-738C-FC34-474862284B60}"/>
              </a:ext>
            </a:extLst>
          </p:cNvPr>
          <p:cNvSpPr>
            <a:spLocks noGrp="1"/>
          </p:cNvSpPr>
          <p:nvPr>
            <p:ph sz="quarter" idx="21" hasCustomPrompt="1"/>
          </p:nvPr>
        </p:nvSpPr>
        <p:spPr>
          <a:xfrm>
            <a:off x="382830" y="8150455"/>
            <a:ext cx="610686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2BBD1FCD-CECD-31A7-94DA-02CCEF482D42}"/>
              </a:ext>
            </a:extLst>
          </p:cNvPr>
          <p:cNvSpPr>
            <a:spLocks noGrp="1"/>
          </p:cNvSpPr>
          <p:nvPr>
            <p:ph sz="quarter" idx="22" hasCustomPrompt="1"/>
          </p:nvPr>
        </p:nvSpPr>
        <p:spPr>
          <a:xfrm>
            <a:off x="4330593" y="6790831"/>
            <a:ext cx="2159107" cy="91919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8" name="Espaço Reservado para Conteúdo 14">
            <a:extLst>
              <a:ext uri="{FF2B5EF4-FFF2-40B4-BE49-F238E27FC236}">
                <a16:creationId xmlns:a16="http://schemas.microsoft.com/office/drawing/2014/main" id="{BA06DE38-13ED-2B77-02BB-67B91D04C2A2}"/>
              </a:ext>
            </a:extLst>
          </p:cNvPr>
          <p:cNvSpPr>
            <a:spLocks noGrp="1"/>
          </p:cNvSpPr>
          <p:nvPr>
            <p:ph sz="quarter" idx="37" hasCustomPrompt="1"/>
          </p:nvPr>
        </p:nvSpPr>
        <p:spPr>
          <a:xfrm>
            <a:off x="382830" y="7861837"/>
            <a:ext cx="610686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9" name="Espaço Reservado para Conteúdo 14">
            <a:extLst>
              <a:ext uri="{FF2B5EF4-FFF2-40B4-BE49-F238E27FC236}">
                <a16:creationId xmlns:a16="http://schemas.microsoft.com/office/drawing/2014/main" id="{C1B6818F-6251-98B3-CD88-0BD6F91489D4}"/>
              </a:ext>
            </a:extLst>
          </p:cNvPr>
          <p:cNvSpPr>
            <a:spLocks noGrp="1"/>
          </p:cNvSpPr>
          <p:nvPr>
            <p:ph sz="quarter" idx="24" hasCustomPrompt="1"/>
          </p:nvPr>
        </p:nvSpPr>
        <p:spPr>
          <a:xfrm>
            <a:off x="4330593" y="65022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0" name="Espaço Reservado para Conteúdo 14">
            <a:extLst>
              <a:ext uri="{FF2B5EF4-FFF2-40B4-BE49-F238E27FC236}">
                <a16:creationId xmlns:a16="http://schemas.microsoft.com/office/drawing/2014/main" id="{9ED6545B-3ECC-FC98-B90F-BBC0841F64A7}"/>
              </a:ext>
            </a:extLst>
          </p:cNvPr>
          <p:cNvSpPr>
            <a:spLocks noGrp="1"/>
          </p:cNvSpPr>
          <p:nvPr>
            <p:ph sz="quarter" idx="41"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70" name="Straight Connector 69">
            <a:extLst>
              <a:ext uri="{FF2B5EF4-FFF2-40B4-BE49-F238E27FC236}">
                <a16:creationId xmlns:a16="http://schemas.microsoft.com/office/drawing/2014/main" id="{C89909FC-D97F-7AAE-54BD-012E87CABC70}"/>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454746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pic>
        <p:nvPicPr>
          <p:cNvPr id="2" name="Graphic 1">
            <a:extLst>
              <a:ext uri="{FF2B5EF4-FFF2-40B4-BE49-F238E27FC236}">
                <a16:creationId xmlns:a16="http://schemas.microsoft.com/office/drawing/2014/main" id="{D0549440-0B66-AA19-A3B2-4E02A5C5AD3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05355334-9077-CE8A-46FF-97FBE3D34092}"/>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C4A82DAB-D59D-A1F8-0D9C-7522C4D1B530}"/>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02F0BBBC-DC77-7B39-FA0C-18F5D08A5E48}"/>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C843CF93-C04E-A551-7854-0C181EDA86CF}"/>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847B58D9-0CDC-BB3A-21D6-D3F56DDDCE72}"/>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ACADCB28-4F89-983A-7757-B7A9D9B77716}"/>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77B3D8EE-2D17-16EB-162F-A610AA2A4CE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1F71C35D-22D1-AC78-89DF-271FDC81FBD8}"/>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695043F5-9FE3-D64C-11F9-BBEFD0B3D912}"/>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CFB94037-5F60-9FB2-AEAA-1FC9AFEDB60A}"/>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831741FD-5C72-6EA4-F812-4B27C31D21B5}"/>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21077A4A-99EF-C5B3-3B2D-8E5451AD82D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F843AE6D-8625-2B12-C14F-B0C5D276A76A}"/>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5C54346F-14A5-5076-E856-23E370C8FCE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CE9DB6D6-312F-75AA-3CC5-F8C21A4AAA08}"/>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E8CBDECE-6D0D-C3E5-204E-426FA529B322}"/>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AE14CB3D-1034-4F7C-A46E-7E6478B7208B}" type="datetime4">
              <a:rPr lang="en-US" smtClean="0"/>
              <a:t>October 29, 2026</a:t>
            </a:fld>
            <a:endParaRPr lang="en-US"/>
          </a:p>
        </p:txBody>
      </p:sp>
      <p:sp>
        <p:nvSpPr>
          <p:cNvPr id="22" name="Espaço Reservado para Texto 6">
            <a:extLst>
              <a:ext uri="{FF2B5EF4-FFF2-40B4-BE49-F238E27FC236}">
                <a16:creationId xmlns:a16="http://schemas.microsoft.com/office/drawing/2014/main" id="{CF0C2964-DE74-9687-D177-9645A10446B2}"/>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198EED14-43EA-50D7-1903-F2F9650EDCB9}"/>
              </a:ext>
            </a:extLst>
          </p:cNvPr>
          <p:cNvSpPr>
            <a:spLocks noGrp="1"/>
          </p:cNvSpPr>
          <p:nvPr>
            <p:ph type="body" sz="quarter" idx="39"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Espaço Reservado para Conteúdo 14">
            <a:extLst>
              <a:ext uri="{FF2B5EF4-FFF2-40B4-BE49-F238E27FC236}">
                <a16:creationId xmlns:a16="http://schemas.microsoft.com/office/drawing/2014/main" id="{592D369A-CDFC-B507-81B4-EA34E7471120}"/>
              </a:ext>
            </a:extLst>
          </p:cNvPr>
          <p:cNvSpPr>
            <a:spLocks noGrp="1"/>
          </p:cNvSpPr>
          <p:nvPr>
            <p:ph sz="quarter" idx="21" hasCustomPrompt="1"/>
          </p:nvPr>
        </p:nvSpPr>
        <p:spPr>
          <a:xfrm>
            <a:off x="382830" y="8150455"/>
            <a:ext cx="3741496"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4" name="Espaço Reservado para Conteúdo 14">
            <a:extLst>
              <a:ext uri="{FF2B5EF4-FFF2-40B4-BE49-F238E27FC236}">
                <a16:creationId xmlns:a16="http://schemas.microsoft.com/office/drawing/2014/main" id="{EC7D38A6-E6A5-A9D6-2ED6-31212B379779}"/>
              </a:ext>
            </a:extLst>
          </p:cNvPr>
          <p:cNvSpPr>
            <a:spLocks noGrp="1"/>
          </p:cNvSpPr>
          <p:nvPr>
            <p:ph sz="quarter" idx="37" hasCustomPrompt="1"/>
          </p:nvPr>
        </p:nvSpPr>
        <p:spPr>
          <a:xfrm>
            <a:off x="382830" y="7861837"/>
            <a:ext cx="37414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5" name="Straight Connector 24">
            <a:extLst>
              <a:ext uri="{FF2B5EF4-FFF2-40B4-BE49-F238E27FC236}">
                <a16:creationId xmlns:a16="http://schemas.microsoft.com/office/drawing/2014/main" id="{66BF18E4-3D29-42A7-6C25-B8127BF9DF8A}"/>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8E11B218-731B-DED1-E2DD-B6A88194082F}"/>
              </a:ext>
            </a:extLst>
          </p:cNvPr>
          <p:cNvSpPr>
            <a:spLocks noGrp="1"/>
          </p:cNvSpPr>
          <p:nvPr>
            <p:ph type="body" sz="quarter" idx="23"/>
          </p:nvPr>
        </p:nvSpPr>
        <p:spPr>
          <a:xfrm>
            <a:off x="390154" y="3692524"/>
            <a:ext cx="3734170" cy="401750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8" name="Text Placeholder 4">
            <a:extLst>
              <a:ext uri="{FF2B5EF4-FFF2-40B4-BE49-F238E27FC236}">
                <a16:creationId xmlns:a16="http://schemas.microsoft.com/office/drawing/2014/main" id="{5E2B7853-2B3B-5C3E-31FA-0D980EB9825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9" name="Text Placeholder 4">
            <a:extLst>
              <a:ext uri="{FF2B5EF4-FFF2-40B4-BE49-F238E27FC236}">
                <a16:creationId xmlns:a16="http://schemas.microsoft.com/office/drawing/2014/main" id="{CE0A76F7-79E8-A32B-B2C3-0DF23F12736F}"/>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0" name="Text Placeholder 4">
            <a:extLst>
              <a:ext uri="{FF2B5EF4-FFF2-40B4-BE49-F238E27FC236}">
                <a16:creationId xmlns:a16="http://schemas.microsoft.com/office/drawing/2014/main" id="{1572963F-527C-266C-CEA7-4BBE605CF227}"/>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1" name="Text Placeholder 4">
            <a:extLst>
              <a:ext uri="{FF2B5EF4-FFF2-40B4-BE49-F238E27FC236}">
                <a16:creationId xmlns:a16="http://schemas.microsoft.com/office/drawing/2014/main" id="{3E235B2D-3B3B-8BD6-F30A-7B508DC31E12}"/>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2" name="Text Placeholder 4">
            <a:extLst>
              <a:ext uri="{FF2B5EF4-FFF2-40B4-BE49-F238E27FC236}">
                <a16:creationId xmlns:a16="http://schemas.microsoft.com/office/drawing/2014/main" id="{F76892AD-65D9-283F-1D35-F2253E08B6E5}"/>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3" name="Text Placeholder 4">
            <a:extLst>
              <a:ext uri="{FF2B5EF4-FFF2-40B4-BE49-F238E27FC236}">
                <a16:creationId xmlns:a16="http://schemas.microsoft.com/office/drawing/2014/main" id="{C6AD9A9A-18E9-A7F8-886F-1061653B815D}"/>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4" name="Text Placeholder 4">
            <a:extLst>
              <a:ext uri="{FF2B5EF4-FFF2-40B4-BE49-F238E27FC236}">
                <a16:creationId xmlns:a16="http://schemas.microsoft.com/office/drawing/2014/main" id="{B88D50CA-40BF-B59C-5995-423CE5987457}"/>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5" name="Text Placeholder 4">
            <a:extLst>
              <a:ext uri="{FF2B5EF4-FFF2-40B4-BE49-F238E27FC236}">
                <a16:creationId xmlns:a16="http://schemas.microsoft.com/office/drawing/2014/main" id="{633C82EA-D2E2-815F-F550-B8F1A48AFB80}"/>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8" name="Text Placeholder 4">
            <a:extLst>
              <a:ext uri="{FF2B5EF4-FFF2-40B4-BE49-F238E27FC236}">
                <a16:creationId xmlns:a16="http://schemas.microsoft.com/office/drawing/2014/main" id="{7566DC93-2836-DD9B-3BE7-83D2D5C802F4}"/>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9" name="Text Placeholder 4">
            <a:extLst>
              <a:ext uri="{FF2B5EF4-FFF2-40B4-BE49-F238E27FC236}">
                <a16:creationId xmlns:a16="http://schemas.microsoft.com/office/drawing/2014/main" id="{86F96AEB-7089-8287-1C31-39DA1D1938AD}"/>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40" name="Espaço Reservado para Conteúdo 14">
            <a:extLst>
              <a:ext uri="{FF2B5EF4-FFF2-40B4-BE49-F238E27FC236}">
                <a16:creationId xmlns:a16="http://schemas.microsoft.com/office/drawing/2014/main" id="{9C7F0BE1-AF7E-208B-0029-AE82B626A70B}"/>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30255448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pic>
        <p:nvPicPr>
          <p:cNvPr id="2" name="Graphic 1">
            <a:extLst>
              <a:ext uri="{FF2B5EF4-FFF2-40B4-BE49-F238E27FC236}">
                <a16:creationId xmlns:a16="http://schemas.microsoft.com/office/drawing/2014/main" id="{8DD97E17-1633-9DC7-BC35-FCA0A5B849F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D76D218-5DE6-C1A1-DE38-AE168D151F7E}"/>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A4221516-7A6B-972E-DD8E-A0CF882307AE}"/>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F73B5D7D-C029-32C1-730A-AA00B0D1572C}"/>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AD986761-F60C-47D5-42CC-72B7159FDBF2}"/>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77D2F9FF-D38E-7ECB-F830-985479897541}"/>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D191A0D4-93FD-0228-F669-71947904308D}"/>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D86A1379-4428-C895-06EB-EA4188253C37}"/>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E647A2FD-7BE0-AB29-E0C3-BB185503645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23954799-D2E4-CF43-2F24-AFE16925E9B2}"/>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8E151F48-18A3-8AFB-C284-53C9A37F128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085E448D-A8C0-DE2C-291E-970B20E7D60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76DF4D25-5169-02C0-D9B8-3701276FF94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F4C0F1B7-7CA0-0AE4-423B-468BD5452ACE}"/>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240144E7-CB08-7592-0ED5-0B7DA11DB1E7}"/>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DB57C443-5119-36C9-D5BB-2C060B8CE2CB}"/>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7B176E2A-7326-5C0E-E3D9-41BC4F056A28}"/>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66D8F6E5-217D-47DA-B257-3CDF48423BF2}" type="datetime4">
              <a:rPr lang="en-US" smtClean="0"/>
              <a:t>October 29, 2026</a:t>
            </a:fld>
            <a:endParaRPr lang="en-US"/>
          </a:p>
        </p:txBody>
      </p:sp>
      <p:sp>
        <p:nvSpPr>
          <p:cNvPr id="22" name="Espaço Reservado para Texto 6">
            <a:extLst>
              <a:ext uri="{FF2B5EF4-FFF2-40B4-BE49-F238E27FC236}">
                <a16:creationId xmlns:a16="http://schemas.microsoft.com/office/drawing/2014/main" id="{FBFC930A-4161-0E9E-859A-6545100B021E}"/>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507BAB29-59E5-0D5E-65E5-D88197A60214}"/>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03F24DE4-04E0-A5A8-F149-FAF4BF9651B6}"/>
              </a:ext>
            </a:extLst>
          </p:cNvPr>
          <p:cNvSpPr>
            <a:spLocks noGrp="1"/>
          </p:cNvSpPr>
          <p:nvPr>
            <p:ph type="body" sz="quarter" idx="39" hasCustomPrompt="1"/>
          </p:nvPr>
        </p:nvSpPr>
        <p:spPr>
          <a:xfrm>
            <a:off x="4330593" y="6544495"/>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4" name="Text Placeholder 4">
            <a:extLst>
              <a:ext uri="{FF2B5EF4-FFF2-40B4-BE49-F238E27FC236}">
                <a16:creationId xmlns:a16="http://schemas.microsoft.com/office/drawing/2014/main" id="{2911FEF9-0A77-5C12-1418-42473AFCE41A}"/>
              </a:ext>
            </a:extLst>
          </p:cNvPr>
          <p:cNvSpPr>
            <a:spLocks noGrp="1"/>
          </p:cNvSpPr>
          <p:nvPr>
            <p:ph type="body" sz="quarter" idx="40" hasCustomPrompt="1"/>
          </p:nvPr>
        </p:nvSpPr>
        <p:spPr>
          <a:xfrm>
            <a:off x="4330593" y="670629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5" name="Text Placeholder 4">
            <a:extLst>
              <a:ext uri="{FF2B5EF4-FFF2-40B4-BE49-F238E27FC236}">
                <a16:creationId xmlns:a16="http://schemas.microsoft.com/office/drawing/2014/main" id="{262FBF81-AC68-DDE3-9791-5EB1369BB13D}"/>
              </a:ext>
            </a:extLst>
          </p:cNvPr>
          <p:cNvSpPr>
            <a:spLocks noGrp="1"/>
          </p:cNvSpPr>
          <p:nvPr>
            <p:ph type="body" sz="quarter" idx="41" hasCustomPrompt="1"/>
          </p:nvPr>
        </p:nvSpPr>
        <p:spPr>
          <a:xfrm>
            <a:off x="4330593" y="68331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6" name="Text Placeholder 4">
            <a:extLst>
              <a:ext uri="{FF2B5EF4-FFF2-40B4-BE49-F238E27FC236}">
                <a16:creationId xmlns:a16="http://schemas.microsoft.com/office/drawing/2014/main" id="{72B7B639-7E4C-008E-2F07-EFDDF1658B2C}"/>
              </a:ext>
            </a:extLst>
          </p:cNvPr>
          <p:cNvSpPr>
            <a:spLocks noGrp="1"/>
          </p:cNvSpPr>
          <p:nvPr>
            <p:ph type="body" sz="quarter" idx="42" hasCustomPrompt="1"/>
          </p:nvPr>
        </p:nvSpPr>
        <p:spPr>
          <a:xfrm>
            <a:off x="4330593" y="703075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8" name="Text Placeholder 4">
            <a:extLst>
              <a:ext uri="{FF2B5EF4-FFF2-40B4-BE49-F238E27FC236}">
                <a16:creationId xmlns:a16="http://schemas.microsoft.com/office/drawing/2014/main" id="{DED10EBA-827E-ACAF-F415-E893CEA58E46}"/>
              </a:ext>
            </a:extLst>
          </p:cNvPr>
          <p:cNvSpPr>
            <a:spLocks noGrp="1"/>
          </p:cNvSpPr>
          <p:nvPr>
            <p:ph type="body" sz="quarter" idx="43" hasCustomPrompt="1"/>
          </p:nvPr>
        </p:nvSpPr>
        <p:spPr>
          <a:xfrm>
            <a:off x="4330593" y="719254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9" name="Text Placeholder 4">
            <a:extLst>
              <a:ext uri="{FF2B5EF4-FFF2-40B4-BE49-F238E27FC236}">
                <a16:creationId xmlns:a16="http://schemas.microsoft.com/office/drawing/2014/main" id="{EF921770-73BA-30FA-5FFA-AF7977B7F701}"/>
              </a:ext>
            </a:extLst>
          </p:cNvPr>
          <p:cNvSpPr>
            <a:spLocks noGrp="1"/>
          </p:cNvSpPr>
          <p:nvPr>
            <p:ph type="body" sz="quarter" idx="44" hasCustomPrompt="1"/>
          </p:nvPr>
        </p:nvSpPr>
        <p:spPr>
          <a:xfrm>
            <a:off x="4330593" y="73194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0" name="Text Placeholder 4">
            <a:extLst>
              <a:ext uri="{FF2B5EF4-FFF2-40B4-BE49-F238E27FC236}">
                <a16:creationId xmlns:a16="http://schemas.microsoft.com/office/drawing/2014/main" id="{20ACEDB3-2C09-E20D-821E-DDD418D3FEB1}"/>
              </a:ext>
            </a:extLst>
          </p:cNvPr>
          <p:cNvSpPr>
            <a:spLocks noGrp="1"/>
          </p:cNvSpPr>
          <p:nvPr>
            <p:ph type="body" sz="quarter" idx="45" hasCustomPrompt="1"/>
          </p:nvPr>
        </p:nvSpPr>
        <p:spPr>
          <a:xfrm>
            <a:off x="4330593" y="752432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1" name="Text Placeholder 4">
            <a:extLst>
              <a:ext uri="{FF2B5EF4-FFF2-40B4-BE49-F238E27FC236}">
                <a16:creationId xmlns:a16="http://schemas.microsoft.com/office/drawing/2014/main" id="{86DF4C01-3652-C9F0-F8FF-57CF059BACF5}"/>
              </a:ext>
            </a:extLst>
          </p:cNvPr>
          <p:cNvSpPr>
            <a:spLocks noGrp="1"/>
          </p:cNvSpPr>
          <p:nvPr>
            <p:ph type="body" sz="quarter" idx="46" hasCustomPrompt="1"/>
          </p:nvPr>
        </p:nvSpPr>
        <p:spPr>
          <a:xfrm>
            <a:off x="4330593" y="768611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2" name="Text Placeholder 4">
            <a:extLst>
              <a:ext uri="{FF2B5EF4-FFF2-40B4-BE49-F238E27FC236}">
                <a16:creationId xmlns:a16="http://schemas.microsoft.com/office/drawing/2014/main" id="{716E856C-FAC0-A224-30F5-9210B261B290}"/>
              </a:ext>
            </a:extLst>
          </p:cNvPr>
          <p:cNvSpPr>
            <a:spLocks noGrp="1"/>
          </p:cNvSpPr>
          <p:nvPr>
            <p:ph type="body" sz="quarter" idx="47" hasCustomPrompt="1"/>
          </p:nvPr>
        </p:nvSpPr>
        <p:spPr>
          <a:xfrm>
            <a:off x="4330593" y="78129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3" name="Espaço Reservado para Conteúdo 14">
            <a:extLst>
              <a:ext uri="{FF2B5EF4-FFF2-40B4-BE49-F238E27FC236}">
                <a16:creationId xmlns:a16="http://schemas.microsoft.com/office/drawing/2014/main" id="{B7A0699F-1107-A7EB-E37F-3282D8B26723}"/>
              </a:ext>
            </a:extLst>
          </p:cNvPr>
          <p:cNvSpPr>
            <a:spLocks noGrp="1"/>
          </p:cNvSpPr>
          <p:nvPr>
            <p:ph sz="quarter" idx="21" hasCustomPrompt="1"/>
          </p:nvPr>
        </p:nvSpPr>
        <p:spPr>
          <a:xfrm>
            <a:off x="382830" y="8150455"/>
            <a:ext cx="3741496"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4" name="Espaço Reservado para Conteúdo 14">
            <a:extLst>
              <a:ext uri="{FF2B5EF4-FFF2-40B4-BE49-F238E27FC236}">
                <a16:creationId xmlns:a16="http://schemas.microsoft.com/office/drawing/2014/main" id="{8E3A02D8-6F7D-7ADF-FBA5-4B8274BFE885}"/>
              </a:ext>
            </a:extLst>
          </p:cNvPr>
          <p:cNvSpPr>
            <a:spLocks noGrp="1"/>
          </p:cNvSpPr>
          <p:nvPr>
            <p:ph sz="quarter" idx="37" hasCustomPrompt="1"/>
          </p:nvPr>
        </p:nvSpPr>
        <p:spPr>
          <a:xfrm>
            <a:off x="382830" y="7861837"/>
            <a:ext cx="37414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35" name="Straight Connector 34">
            <a:extLst>
              <a:ext uri="{FF2B5EF4-FFF2-40B4-BE49-F238E27FC236}">
                <a16:creationId xmlns:a16="http://schemas.microsoft.com/office/drawing/2014/main" id="{72580441-ACD3-34DD-BE7E-A48F3B2C9853}"/>
              </a:ext>
            </a:extLst>
          </p:cNvPr>
          <p:cNvCxnSpPr>
            <a:cxnSpLocks/>
          </p:cNvCxnSpPr>
          <p:nvPr userDrawn="1"/>
        </p:nvCxnSpPr>
        <p:spPr>
          <a:xfrm>
            <a:off x="4227459" y="3692524"/>
            <a:ext cx="0" cy="576103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3AD50A6F-9852-2DF4-CD76-ABDAB2ECB230}"/>
              </a:ext>
            </a:extLst>
          </p:cNvPr>
          <p:cNvSpPr>
            <a:spLocks noGrp="1"/>
          </p:cNvSpPr>
          <p:nvPr>
            <p:ph sz="quarter" idx="25" hasCustomPrompt="1"/>
          </p:nvPr>
        </p:nvSpPr>
        <p:spPr>
          <a:xfrm>
            <a:off x="4330593" y="5400654"/>
            <a:ext cx="2159107" cy="94624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A1EEFDF8-66EC-B678-3690-4B90D5170795}"/>
              </a:ext>
            </a:extLst>
          </p:cNvPr>
          <p:cNvSpPr>
            <a:spLocks noGrp="1"/>
          </p:cNvSpPr>
          <p:nvPr>
            <p:ph sz="quarter" idx="48" hasCustomPrompt="1"/>
          </p:nvPr>
        </p:nvSpPr>
        <p:spPr>
          <a:xfrm>
            <a:off x="4330593" y="5112035"/>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9" name="Espaço Reservado para Conteúdo 14">
            <a:extLst>
              <a:ext uri="{FF2B5EF4-FFF2-40B4-BE49-F238E27FC236}">
                <a16:creationId xmlns:a16="http://schemas.microsoft.com/office/drawing/2014/main" id="{0FE5B210-6AEE-6D43-743F-B26EA372DEB4}"/>
              </a:ext>
            </a:extLst>
          </p:cNvPr>
          <p:cNvSpPr>
            <a:spLocks noGrp="1"/>
          </p:cNvSpPr>
          <p:nvPr>
            <p:ph sz="quarter" idx="49" hasCustomPrompt="1"/>
          </p:nvPr>
        </p:nvSpPr>
        <p:spPr>
          <a:xfrm>
            <a:off x="4330593" y="3692524"/>
            <a:ext cx="2159107" cy="123918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0" name="Text Placeholder 4">
            <a:extLst>
              <a:ext uri="{FF2B5EF4-FFF2-40B4-BE49-F238E27FC236}">
                <a16:creationId xmlns:a16="http://schemas.microsoft.com/office/drawing/2014/main" id="{76703E1C-3A23-54F1-0E55-A22109AD96E7}"/>
              </a:ext>
            </a:extLst>
          </p:cNvPr>
          <p:cNvSpPr>
            <a:spLocks noGrp="1"/>
          </p:cNvSpPr>
          <p:nvPr>
            <p:ph type="body" sz="quarter" idx="23"/>
          </p:nvPr>
        </p:nvSpPr>
        <p:spPr>
          <a:xfrm>
            <a:off x="390154" y="3692524"/>
            <a:ext cx="3734170" cy="401750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41" name="Text Placeholder 4">
            <a:extLst>
              <a:ext uri="{FF2B5EF4-FFF2-40B4-BE49-F238E27FC236}">
                <a16:creationId xmlns:a16="http://schemas.microsoft.com/office/drawing/2014/main" id="{5E067759-B73B-DD64-0392-7F84B67AA6EA}"/>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244893280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Capa Short Note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pic>
        <p:nvPicPr>
          <p:cNvPr id="2" name="Graphic 1">
            <a:extLst>
              <a:ext uri="{FF2B5EF4-FFF2-40B4-BE49-F238E27FC236}">
                <a16:creationId xmlns:a16="http://schemas.microsoft.com/office/drawing/2014/main" id="{0D170F3C-A405-4BC5-DB91-21B4D4B867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86F06D5F-EA57-B774-6CB5-FDEEEE7FBD3C}"/>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3525D9DD-4FB7-3E81-046D-4F48E019BFF4}"/>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6691DD02-8A42-4B12-996C-E8AA97E630D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46430BCF-7707-19A2-B573-F588949459D0}"/>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D4539CAA-97BF-C1C0-3333-31E8BE52F8E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59674DE2-937E-E428-7983-75A6776DE4CB}"/>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291CF00D-94FF-5ED4-7147-527A38750C01}"/>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3138E082-26D7-A59B-36A6-FE94A7BF06F0}"/>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9024D65D-E20B-1B6C-53B1-FA4F1F9C65D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D0B0B35B-0747-6B2B-6933-D45499601DF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5B69C6C5-E8FE-2C89-F314-0A0FBBE815E0}"/>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F5BB930F-3832-317D-67C1-D87D9E4A9EF1}"/>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04F173F3-03F9-8E1B-2885-4AC07FD616EA}"/>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2BCB2A0B-34B2-34C1-5D56-4C2274A5C42F}"/>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589B4896-C673-DF18-8E1F-EFF9F0D6EC6A}"/>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04F3B742-459A-95DB-1F25-5C5FD3DE4BC0}"/>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12BFD25F-8ABA-4CB8-AB5B-88CA677F52D0}" type="datetime4">
              <a:rPr lang="en-US" smtClean="0"/>
              <a:t>October 29, 2026</a:t>
            </a:fld>
            <a:endParaRPr lang="en-US"/>
          </a:p>
        </p:txBody>
      </p:sp>
      <p:sp>
        <p:nvSpPr>
          <p:cNvPr id="22" name="Espaço Reservado para Texto 6">
            <a:extLst>
              <a:ext uri="{FF2B5EF4-FFF2-40B4-BE49-F238E27FC236}">
                <a16:creationId xmlns:a16="http://schemas.microsoft.com/office/drawing/2014/main" id="{5A02647A-2A9C-F7EF-DEB7-9E9E3EA7A392}"/>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0D64EF15-F78C-A77F-85C1-A2EAB29B8120}"/>
              </a:ext>
            </a:extLst>
          </p:cNvPr>
          <p:cNvSpPr>
            <a:spLocks noGrp="1"/>
          </p:cNvSpPr>
          <p:nvPr>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A955F5D8-0156-E60B-A6A0-DA6EBBCACA35}"/>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4" name="Text Placeholder 4">
            <a:extLst>
              <a:ext uri="{FF2B5EF4-FFF2-40B4-BE49-F238E27FC236}">
                <a16:creationId xmlns:a16="http://schemas.microsoft.com/office/drawing/2014/main" id="{671F3DC4-3146-7572-DF86-04CF30B4670A}"/>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5" name="Text Placeholder 4">
            <a:extLst>
              <a:ext uri="{FF2B5EF4-FFF2-40B4-BE49-F238E27FC236}">
                <a16:creationId xmlns:a16="http://schemas.microsoft.com/office/drawing/2014/main" id="{C25FBB51-101B-7BC4-6209-A6AE0F61B541}"/>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6" name="Text Placeholder 4">
            <a:extLst>
              <a:ext uri="{FF2B5EF4-FFF2-40B4-BE49-F238E27FC236}">
                <a16:creationId xmlns:a16="http://schemas.microsoft.com/office/drawing/2014/main" id="{CCD507EB-0DD5-E0FE-7EBF-64F0329C1935}"/>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8" name="Text Placeholder 4">
            <a:extLst>
              <a:ext uri="{FF2B5EF4-FFF2-40B4-BE49-F238E27FC236}">
                <a16:creationId xmlns:a16="http://schemas.microsoft.com/office/drawing/2014/main" id="{B2D3B57B-5654-08D9-CF35-1B0510FBDB43}"/>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9" name="Text Placeholder 4">
            <a:extLst>
              <a:ext uri="{FF2B5EF4-FFF2-40B4-BE49-F238E27FC236}">
                <a16:creationId xmlns:a16="http://schemas.microsoft.com/office/drawing/2014/main" id="{3E40D777-F23D-154B-ED18-B3AC90627CAD}"/>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0" name="Text Placeholder 4">
            <a:extLst>
              <a:ext uri="{FF2B5EF4-FFF2-40B4-BE49-F238E27FC236}">
                <a16:creationId xmlns:a16="http://schemas.microsoft.com/office/drawing/2014/main" id="{2FB8FCA1-B9F0-6733-CCF5-17884C12C282}"/>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1" name="Text Placeholder 4">
            <a:extLst>
              <a:ext uri="{FF2B5EF4-FFF2-40B4-BE49-F238E27FC236}">
                <a16:creationId xmlns:a16="http://schemas.microsoft.com/office/drawing/2014/main" id="{1C6E0D76-848C-96AE-C91B-C6E6F86E0FE1}"/>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2" name="Text Placeholder 4">
            <a:extLst>
              <a:ext uri="{FF2B5EF4-FFF2-40B4-BE49-F238E27FC236}">
                <a16:creationId xmlns:a16="http://schemas.microsoft.com/office/drawing/2014/main" id="{70DBE899-3012-A4CF-0309-407CAE5D714A}"/>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3" name="Espaço Reservado para Conteúdo 14">
            <a:extLst>
              <a:ext uri="{FF2B5EF4-FFF2-40B4-BE49-F238E27FC236}">
                <a16:creationId xmlns:a16="http://schemas.microsoft.com/office/drawing/2014/main" id="{AF3F2DBA-090D-C776-7BBA-64874B35F7AC}"/>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34" name="Straight Connector 33">
            <a:extLst>
              <a:ext uri="{FF2B5EF4-FFF2-40B4-BE49-F238E27FC236}">
                <a16:creationId xmlns:a16="http://schemas.microsoft.com/office/drawing/2014/main" id="{C2553539-94F4-53FE-224D-42D9F145E1FE}"/>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020CCC31-EABC-9A13-29FD-F75168E56A12}"/>
              </a:ext>
            </a:extLst>
          </p:cNvPr>
          <p:cNvSpPr>
            <a:spLocks noGrp="1"/>
          </p:cNvSpPr>
          <p:nvPr>
            <p:ph type="body" sz="quarter" idx="23"/>
          </p:nvPr>
        </p:nvSpPr>
        <p:spPr>
          <a:xfrm>
            <a:off x="390154" y="3692524"/>
            <a:ext cx="3734170" cy="5761038"/>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36" name="Text Placeholder 4">
            <a:extLst>
              <a:ext uri="{FF2B5EF4-FFF2-40B4-BE49-F238E27FC236}">
                <a16:creationId xmlns:a16="http://schemas.microsoft.com/office/drawing/2014/main" id="{528AB6C8-4A03-776C-6C2F-A6FFEB8FB5AB}"/>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23609468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pic>
        <p:nvPicPr>
          <p:cNvPr id="2" name="Graphic 1">
            <a:extLst>
              <a:ext uri="{FF2B5EF4-FFF2-40B4-BE49-F238E27FC236}">
                <a16:creationId xmlns:a16="http://schemas.microsoft.com/office/drawing/2014/main" id="{0D170F3C-A405-4BC5-DB91-21B4D4B867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86F06D5F-EA57-B774-6CB5-FDEEEE7FBD3C}"/>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3525D9DD-4FB7-3E81-046D-4F48E019BFF4}"/>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6691DD02-8A42-4B12-996C-E8AA97E630D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46430BCF-7707-19A2-B573-F588949459D0}"/>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D4539CAA-97BF-C1C0-3333-31E8BE52F8E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59674DE2-937E-E428-7983-75A6776DE4CB}"/>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291CF00D-94FF-5ED4-7147-527A38750C01}"/>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3138E082-26D7-A59B-36A6-FE94A7BF06F0}"/>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9024D65D-E20B-1B6C-53B1-FA4F1F9C65D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D0B0B35B-0747-6B2B-6933-D45499601DF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5B69C6C5-E8FE-2C89-F314-0A0FBBE815E0}"/>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F5BB930F-3832-317D-67C1-D87D9E4A9EF1}"/>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04F173F3-03F9-8E1B-2885-4AC07FD616EA}"/>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2BCB2A0B-34B2-34C1-5D56-4C2274A5C42F}"/>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589B4896-C673-DF18-8E1F-EFF9F0D6EC6A}"/>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04F3B742-459A-95DB-1F25-5C5FD3DE4BC0}"/>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A92E1D1F-4B82-4376-913C-0337818CB1E8}" type="datetime4">
              <a:rPr lang="en-US" smtClean="0"/>
              <a:t>October 29, 2026</a:t>
            </a:fld>
            <a:endParaRPr lang="en-US"/>
          </a:p>
        </p:txBody>
      </p:sp>
      <p:sp>
        <p:nvSpPr>
          <p:cNvPr id="22" name="Espaço Reservado para Texto 6">
            <a:extLst>
              <a:ext uri="{FF2B5EF4-FFF2-40B4-BE49-F238E27FC236}">
                <a16:creationId xmlns:a16="http://schemas.microsoft.com/office/drawing/2014/main" id="{5A02647A-2A9C-F7EF-DEB7-9E9E3EA7A392}"/>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0D64EF15-F78C-A77F-85C1-A2EAB29B8120}"/>
              </a:ext>
            </a:extLst>
          </p:cNvPr>
          <p:cNvSpPr>
            <a:spLocks noGrp="1"/>
          </p:cNvSpPr>
          <p:nvPr>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BF7DFD60-2E36-4F02-82F8-E04D808E1906}"/>
              </a:ext>
            </a:extLst>
          </p:cNvPr>
          <p:cNvSpPr>
            <a:spLocks noGrp="1"/>
          </p:cNvSpPr>
          <p:nvPr>
            <p:ph type="body" sz="quarter" idx="20"/>
          </p:nvPr>
        </p:nvSpPr>
        <p:spPr>
          <a:xfrm>
            <a:off x="390154" y="2150953"/>
            <a:ext cx="3734171" cy="7246052"/>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4" name="Text Placeholder 4">
            <a:extLst>
              <a:ext uri="{FF2B5EF4-FFF2-40B4-BE49-F238E27FC236}">
                <a16:creationId xmlns:a16="http://schemas.microsoft.com/office/drawing/2014/main" id="{6B77B479-67B9-3D1F-DB63-5A937E29D921}"/>
              </a:ext>
            </a:extLst>
          </p:cNvPr>
          <p:cNvSpPr>
            <a:spLocks noGrp="1"/>
          </p:cNvSpPr>
          <p:nvPr>
            <p:ph type="body" sz="quarter" idx="27" hasCustomPrompt="1"/>
          </p:nvPr>
        </p:nvSpPr>
        <p:spPr>
          <a:xfrm>
            <a:off x="4330593" y="355196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5" name="Text Placeholder 4">
            <a:extLst>
              <a:ext uri="{FF2B5EF4-FFF2-40B4-BE49-F238E27FC236}">
                <a16:creationId xmlns:a16="http://schemas.microsoft.com/office/drawing/2014/main" id="{CF97AD4E-3588-342E-979B-0CCDF1CF3A66}"/>
              </a:ext>
            </a:extLst>
          </p:cNvPr>
          <p:cNvSpPr>
            <a:spLocks noGrp="1"/>
          </p:cNvSpPr>
          <p:nvPr>
            <p:ph type="body" sz="quarter" idx="28" hasCustomPrompt="1"/>
          </p:nvPr>
        </p:nvSpPr>
        <p:spPr>
          <a:xfrm>
            <a:off x="4330593" y="37137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6" name="Text Placeholder 4">
            <a:extLst>
              <a:ext uri="{FF2B5EF4-FFF2-40B4-BE49-F238E27FC236}">
                <a16:creationId xmlns:a16="http://schemas.microsoft.com/office/drawing/2014/main" id="{B85DC042-1D7C-4735-DB80-659003055DC8}"/>
              </a:ext>
            </a:extLst>
          </p:cNvPr>
          <p:cNvSpPr>
            <a:spLocks noGrp="1"/>
          </p:cNvSpPr>
          <p:nvPr>
            <p:ph type="body" sz="quarter" idx="29" hasCustomPrompt="1"/>
          </p:nvPr>
        </p:nvSpPr>
        <p:spPr>
          <a:xfrm>
            <a:off x="4330593" y="384063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8" name="Text Placeholder 4">
            <a:extLst>
              <a:ext uri="{FF2B5EF4-FFF2-40B4-BE49-F238E27FC236}">
                <a16:creationId xmlns:a16="http://schemas.microsoft.com/office/drawing/2014/main" id="{35C34336-3E73-5DC1-40F0-6AF846D48E78}"/>
              </a:ext>
            </a:extLst>
          </p:cNvPr>
          <p:cNvSpPr>
            <a:spLocks noGrp="1"/>
          </p:cNvSpPr>
          <p:nvPr>
            <p:ph type="body" sz="quarter" idx="30" hasCustomPrompt="1"/>
          </p:nvPr>
        </p:nvSpPr>
        <p:spPr>
          <a:xfrm>
            <a:off x="4330593" y="403822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9" name="Text Placeholder 4">
            <a:extLst>
              <a:ext uri="{FF2B5EF4-FFF2-40B4-BE49-F238E27FC236}">
                <a16:creationId xmlns:a16="http://schemas.microsoft.com/office/drawing/2014/main" id="{8CD3B534-6D99-4C48-73C6-A90E786EAF16}"/>
              </a:ext>
            </a:extLst>
          </p:cNvPr>
          <p:cNvSpPr>
            <a:spLocks noGrp="1"/>
          </p:cNvSpPr>
          <p:nvPr>
            <p:ph type="body" sz="quarter" idx="31" hasCustomPrompt="1"/>
          </p:nvPr>
        </p:nvSpPr>
        <p:spPr>
          <a:xfrm>
            <a:off x="4330593" y="4200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0" name="Text Placeholder 4">
            <a:extLst>
              <a:ext uri="{FF2B5EF4-FFF2-40B4-BE49-F238E27FC236}">
                <a16:creationId xmlns:a16="http://schemas.microsoft.com/office/drawing/2014/main" id="{2028EDBB-9588-28C2-3D10-94EAAEC88F4D}"/>
              </a:ext>
            </a:extLst>
          </p:cNvPr>
          <p:cNvSpPr>
            <a:spLocks noGrp="1"/>
          </p:cNvSpPr>
          <p:nvPr>
            <p:ph type="body" sz="quarter" idx="32" hasCustomPrompt="1"/>
          </p:nvPr>
        </p:nvSpPr>
        <p:spPr>
          <a:xfrm>
            <a:off x="4330593" y="432689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1" name="Text Placeholder 4">
            <a:extLst>
              <a:ext uri="{FF2B5EF4-FFF2-40B4-BE49-F238E27FC236}">
                <a16:creationId xmlns:a16="http://schemas.microsoft.com/office/drawing/2014/main" id="{2A785A59-B1EC-BCA9-3C61-AA41FD3030AA}"/>
              </a:ext>
            </a:extLst>
          </p:cNvPr>
          <p:cNvSpPr>
            <a:spLocks noGrp="1"/>
          </p:cNvSpPr>
          <p:nvPr>
            <p:ph type="body" sz="quarter" idx="33" hasCustomPrompt="1"/>
          </p:nvPr>
        </p:nvSpPr>
        <p:spPr>
          <a:xfrm>
            <a:off x="4330593" y="453179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2" name="Text Placeholder 4">
            <a:extLst>
              <a:ext uri="{FF2B5EF4-FFF2-40B4-BE49-F238E27FC236}">
                <a16:creationId xmlns:a16="http://schemas.microsoft.com/office/drawing/2014/main" id="{687FE4BC-3557-8ACF-282E-E55A17020846}"/>
              </a:ext>
            </a:extLst>
          </p:cNvPr>
          <p:cNvSpPr>
            <a:spLocks noGrp="1"/>
          </p:cNvSpPr>
          <p:nvPr>
            <p:ph type="body" sz="quarter" idx="34" hasCustomPrompt="1"/>
          </p:nvPr>
        </p:nvSpPr>
        <p:spPr>
          <a:xfrm>
            <a:off x="4330593" y="46935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3" name="Text Placeholder 4">
            <a:extLst>
              <a:ext uri="{FF2B5EF4-FFF2-40B4-BE49-F238E27FC236}">
                <a16:creationId xmlns:a16="http://schemas.microsoft.com/office/drawing/2014/main" id="{71BC99D4-EA9B-7B0F-636D-51A7398724C0}"/>
              </a:ext>
            </a:extLst>
          </p:cNvPr>
          <p:cNvSpPr>
            <a:spLocks noGrp="1"/>
          </p:cNvSpPr>
          <p:nvPr>
            <p:ph type="body" sz="quarter" idx="35" hasCustomPrompt="1"/>
          </p:nvPr>
        </p:nvSpPr>
        <p:spPr>
          <a:xfrm>
            <a:off x="4330593" y="48204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4" name="Straight Connector 33">
            <a:extLst>
              <a:ext uri="{FF2B5EF4-FFF2-40B4-BE49-F238E27FC236}">
                <a16:creationId xmlns:a16="http://schemas.microsoft.com/office/drawing/2014/main" id="{539D7FB9-B2E7-F477-8C41-841677DAAFE0}"/>
              </a:ext>
            </a:extLst>
          </p:cNvPr>
          <p:cNvCxnSpPr>
            <a:cxnSpLocks/>
          </p:cNvCxnSpPr>
          <p:nvPr userDrawn="1"/>
        </p:nvCxnSpPr>
        <p:spPr>
          <a:xfrm>
            <a:off x="4227459" y="2150951"/>
            <a:ext cx="0" cy="724605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Espaço Reservado para Conteúdo 14">
            <a:extLst>
              <a:ext uri="{FF2B5EF4-FFF2-40B4-BE49-F238E27FC236}">
                <a16:creationId xmlns:a16="http://schemas.microsoft.com/office/drawing/2014/main" id="{5D3EDB8D-754F-B41B-52BE-3C9C63C87727}"/>
              </a:ext>
            </a:extLst>
          </p:cNvPr>
          <p:cNvSpPr>
            <a:spLocks noGrp="1"/>
          </p:cNvSpPr>
          <p:nvPr>
            <p:ph sz="quarter" idx="40" hasCustomPrompt="1"/>
          </p:nvPr>
        </p:nvSpPr>
        <p:spPr>
          <a:xfrm>
            <a:off x="4330593" y="2150951"/>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970007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pic>
        <p:nvPicPr>
          <p:cNvPr id="2" name="Graphic 1">
            <a:extLst>
              <a:ext uri="{FF2B5EF4-FFF2-40B4-BE49-F238E27FC236}">
                <a16:creationId xmlns:a16="http://schemas.microsoft.com/office/drawing/2014/main" id="{DAE82E8C-95AD-0361-B8B0-B7C0D8684CF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29FA0211-7640-B008-5F80-DFE4BF78EDCF}"/>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17F97C21-6648-EF6C-A98D-137E0F480F1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928D0FCD-860E-59BE-AB6B-2EA27033053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7B14105F-6B03-AB02-2E6B-E280AFC5EA3E}"/>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F910343D-7729-C09A-9C77-894C9CA08B3A}"/>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19EE9025-8994-9F60-34A1-5C3B3CFAD1EC}"/>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7B5DDC33-C3D4-9796-19F2-58D7C38A2C6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F4C69D50-6649-D4B4-7D87-4089B8DBE46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883D8FB5-0F60-B49C-34DC-9175C66F908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371036E0-69E7-A8D3-000E-87223966A2ED}"/>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02898492-89A0-DE15-D6C5-D551EFE24C9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E25F01F7-A7A9-F302-A1F0-C58B6E4EF15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DFD7414B-9A29-543D-FEA3-E085A244A597}"/>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057F6B16-BFF0-4DFA-603A-E9BCA79F806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C856C89A-7562-82C0-70CE-765A1BE0195E}"/>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BFDFB630-05CE-02BE-378B-A5C3EA6BC938}"/>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5BFC621B-BF66-4D07-95B8-23D0F1B44B8B}" type="datetime4">
              <a:rPr lang="en-US" smtClean="0"/>
              <a:t>October 29, 2026</a:t>
            </a:fld>
            <a:endParaRPr lang="en-US"/>
          </a:p>
        </p:txBody>
      </p:sp>
      <p:sp>
        <p:nvSpPr>
          <p:cNvPr id="22" name="Espaço Reservado para Texto 6">
            <a:extLst>
              <a:ext uri="{FF2B5EF4-FFF2-40B4-BE49-F238E27FC236}">
                <a16:creationId xmlns:a16="http://schemas.microsoft.com/office/drawing/2014/main" id="{BC5C97CA-C109-C89E-B0DA-580EB374FF5A}"/>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6CE2BDD4-5FBE-4506-6AAF-2D2BA90A0DD8}"/>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369252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385432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398119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417877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434057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446744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467234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483414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496101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39179463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EE9ED39-57B7-5C8F-E9B2-57A1AC073839}"/>
              </a:ext>
            </a:extLst>
          </p:cNvPr>
          <p:cNvGrpSpPr/>
          <p:nvPr userDrawn="1"/>
        </p:nvGrpSpPr>
        <p:grpSpPr>
          <a:xfrm flipV="1">
            <a:off x="4738912" y="0"/>
            <a:ext cx="2119086" cy="9906000"/>
            <a:chOff x="-1" y="0"/>
            <a:chExt cx="1467060" cy="6858000"/>
          </a:xfrm>
        </p:grpSpPr>
        <p:pic>
          <p:nvPicPr>
            <p:cNvPr id="4" name="Graphic 3">
              <a:extLst>
                <a:ext uri="{FF2B5EF4-FFF2-40B4-BE49-F238E27FC236}">
                  <a16:creationId xmlns:a16="http://schemas.microsoft.com/office/drawing/2014/main" id="{D76B8EF7-CCD7-9A94-CD80-B82D9220F66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71178" b="20035"/>
            <a:stretch/>
          </p:blipFill>
          <p:spPr>
            <a:xfrm flipV="1">
              <a:off x="0" y="0"/>
              <a:ext cx="1467059" cy="6858000"/>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E28CC665-FF99-579A-7610-C998972AF3D6}"/>
                </a:ext>
              </a:extLst>
            </p:cNvPr>
            <p:cNvPicPr>
              <a:picLocks noChangeAspect="1"/>
            </p:cNvPicPr>
            <p:nvPr userDrawn="1"/>
          </p:nvPicPr>
          <p:blipFill>
            <a:blip r:embed="rId4">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1" y="0"/>
              <a:ext cx="1467060" cy="6858000"/>
            </a:xfrm>
            <a:prstGeom prst="rect">
              <a:avLst/>
            </a:prstGeom>
          </p:spPr>
        </p:pic>
      </p:grpSp>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err="1">
                <a:solidFill>
                  <a:srgbClr val="242424"/>
                </a:solidFill>
                <a:latin typeface="+mj-lt"/>
                <a:ea typeface="XP Light Lighthouse" pitchFamily="50" charset="0"/>
              </a:rPr>
              <a:t>Summary</a:t>
            </a:r>
            <a:endParaRPr lang="pt-BR" sz="280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pic>
        <p:nvPicPr>
          <p:cNvPr id="7" name="Graphic 6">
            <a:extLst>
              <a:ext uri="{FF2B5EF4-FFF2-40B4-BE49-F238E27FC236}">
                <a16:creationId xmlns:a16="http://schemas.microsoft.com/office/drawing/2014/main" id="{77BEDD1F-2524-1721-0294-2410EF7793F2}"/>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3016" t="24344" r="39234" b="-323"/>
          <a:stretch/>
        </p:blipFill>
        <p:spPr>
          <a:xfrm flipH="1">
            <a:off x="4738912" y="193872"/>
            <a:ext cx="2119088" cy="9712130"/>
          </a:xfrm>
          <a:prstGeom prst="rect">
            <a:avLst/>
          </a:prstGeom>
        </p:spPr>
      </p:pic>
    </p:spTree>
    <p:extLst>
      <p:ext uri="{BB962C8B-B14F-4D97-AF65-F5344CB8AC3E}">
        <p14:creationId xmlns:p14="http://schemas.microsoft.com/office/powerpoint/2010/main" val="398317449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D43FA3E7-7ABD-489E-9DC5-F63CD0833EB3}" type="datetime4">
              <a:rPr lang="en-US" smtClean="0"/>
              <a:t>October 29, 2026</a:t>
            </a:fld>
            <a:endParaRPr lang="en-US"/>
          </a:p>
        </p:txBody>
      </p:sp>
    </p:spTree>
    <p:extLst>
      <p:ext uri="{BB962C8B-B14F-4D97-AF65-F5344CB8AC3E}">
        <p14:creationId xmlns:p14="http://schemas.microsoft.com/office/powerpoint/2010/main" val="293508075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C88F1231-E897-414D-80CF-D1F1973A969F}" type="datetime4">
              <a:rPr lang="en-US" smtClean="0"/>
              <a:t>October 29, 2026</a:t>
            </a:fld>
            <a:endParaRPr lang="en-US"/>
          </a:p>
        </p:txBody>
      </p:sp>
    </p:spTree>
    <p:extLst>
      <p:ext uri="{BB962C8B-B14F-4D97-AF65-F5344CB8AC3E}">
        <p14:creationId xmlns:p14="http://schemas.microsoft.com/office/powerpoint/2010/main" val="351613070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7AC320E9-CADC-4A41-B6B0-7CE749064600}" type="datetime4">
              <a:rPr lang="en-US" smtClean="0"/>
              <a:t>October 29, 2026</a:t>
            </a:fld>
            <a:endParaRPr lang="en-US"/>
          </a:p>
        </p:txBody>
      </p:sp>
    </p:spTree>
    <p:extLst>
      <p:ext uri="{BB962C8B-B14F-4D97-AF65-F5344CB8AC3E}">
        <p14:creationId xmlns:p14="http://schemas.microsoft.com/office/powerpoint/2010/main" val="395701923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Divisóri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66630"/>
            <a:ext cx="148017" cy="145499"/>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sp>
        <p:nvSpPr>
          <p:cNvPr id="89" name="Text Placeholder 40">
            <a:extLst>
              <a:ext uri="{FF2B5EF4-FFF2-40B4-BE49-F238E27FC236}">
                <a16:creationId xmlns:a16="http://schemas.microsoft.com/office/drawing/2014/main" id="{91D72DC1-72BB-4D90-888F-230C2490908D}"/>
              </a:ext>
            </a:extLst>
          </p:cNvPr>
          <p:cNvSpPr>
            <a:spLocks noGrp="1"/>
          </p:cNvSpPr>
          <p:nvPr userDrawn="1">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90" name="Text Placeholder 40">
            <a:extLst>
              <a:ext uri="{FF2B5EF4-FFF2-40B4-BE49-F238E27FC236}">
                <a16:creationId xmlns:a16="http://schemas.microsoft.com/office/drawing/2014/main" id="{B7833D10-130C-44AA-A9F0-0C48CBA6D02C}"/>
              </a:ext>
            </a:extLst>
          </p:cNvPr>
          <p:cNvSpPr>
            <a:spLocks noGrp="1"/>
          </p:cNvSpPr>
          <p:nvPr userDrawn="1">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48972111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8650258-6A41-4D7D-81C2-CA595B830088}" type="datetime4">
              <a:rPr lang="en-US" smtClean="0"/>
              <a:t>October 29, 2026</a:t>
            </a:fld>
            <a:endParaRPr lang="en-US"/>
          </a:p>
        </p:txBody>
      </p:sp>
    </p:spTree>
    <p:extLst>
      <p:ext uri="{BB962C8B-B14F-4D97-AF65-F5344CB8AC3E}">
        <p14:creationId xmlns:p14="http://schemas.microsoft.com/office/powerpoint/2010/main" val="89751535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DC4F84F6-9721-4C56-B21C-022E3131DD54}" type="datetime4">
              <a:rPr lang="en-US" smtClean="0"/>
              <a:t>October 29, 2026</a:t>
            </a:fld>
            <a:endParaRPr lang="en-US"/>
          </a:p>
        </p:txBody>
      </p:sp>
    </p:spTree>
    <p:extLst>
      <p:ext uri="{BB962C8B-B14F-4D97-AF65-F5344CB8AC3E}">
        <p14:creationId xmlns:p14="http://schemas.microsoft.com/office/powerpoint/2010/main" val="99508798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E0261CD1-FF2B-4A51-8345-4DE8798A2F0D}" type="datetime4">
              <a:rPr lang="en-US" smtClean="0"/>
              <a:t>October 29, 2026</a:t>
            </a:fld>
            <a:endParaRPr lang="en-US"/>
          </a:p>
        </p:txBody>
      </p:sp>
    </p:spTree>
    <p:extLst>
      <p:ext uri="{BB962C8B-B14F-4D97-AF65-F5344CB8AC3E}">
        <p14:creationId xmlns:p14="http://schemas.microsoft.com/office/powerpoint/2010/main" val="267935479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DE29C2D-1B51-46F0-A768-3850E49DBAD2}" type="datetime4">
              <a:rPr lang="en-US" smtClean="0"/>
              <a:t>October 29,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283046785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7833B28-C628-4F36-AE32-F7D92EB1C5A5}" type="datetime4">
              <a:rPr lang="en-US" smtClean="0"/>
              <a:t>October 29, 2026</a:t>
            </a:fld>
            <a:endParaRPr lang="en-US"/>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8347413"/>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This report was prepared considering the product risk classification in order to generate allocation results for each investor profile.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Investimentos’ analysts are obligated to comply with all the rules laid down in the APIMEC’s conduct code for the securities analyst and XP Investimentos’ analyst of securities conduct policy.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Customer service is carried out by XP Investimentos employees or by autonomous investment agents who perform their activities through XP, in accordance with CVM Resolution 178/2023,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The cost of the transactions billing policies are defined in the operational cost tables which are made available on XP Investimentos website: </a:t>
            </a:r>
            <a:r>
              <a:rPr kumimoji="0" lang="en-US" sz="700" b="0" i="0" u="sng"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hlinkClick r:id="rId3">
                  <a:extLst>
                    <a:ext uri="{A12FA001-AC4F-418D-AE19-62706E023703}">
                      <ahyp:hlinkClr xmlns:ahyp="http://schemas.microsoft.com/office/drawing/2018/hyperlinkcolor" val="tx"/>
                    </a:ext>
                  </a:extLst>
                </a:hlinkClick>
              </a:rPr>
              <a:t>www.xpi.com.br</a:t>
            </a: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Investimentos is exempt from any liability for any damages, direct or indirect, that come from the use of this report or its contents.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This institution is adhering ANBIMA Code of Regulation and best practices for the distribution activity of retail investment products.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Investments US, LLC, a broker-dealer registered with the U.S. Securities and Exchange Commission, has assumed responsibility for this research for purposes of U.S. law.  All transactions arising from this research should be directed to XP Investments US, LLC, at +1 646-664-0525.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80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p:txBody>
      </p:sp>
    </p:spTree>
    <p:extLst>
      <p:ext uri="{BB962C8B-B14F-4D97-AF65-F5344CB8AC3E}">
        <p14:creationId xmlns:p14="http://schemas.microsoft.com/office/powerpoint/2010/main" val="425137396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99_Fechamento">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grpSp>
        <p:nvGrpSpPr>
          <p:cNvPr id="52" name="Group 51">
            <a:extLst>
              <a:ext uri="{FF2B5EF4-FFF2-40B4-BE49-F238E27FC236}">
                <a16:creationId xmlns:a16="http://schemas.microsoft.com/office/drawing/2014/main" id="{EC4BCA75-7F1B-481D-83B9-D8049585F325}"/>
              </a:ext>
            </a:extLst>
          </p:cNvPr>
          <p:cNvGrpSpPr/>
          <p:nvPr userDrawn="1"/>
        </p:nvGrpSpPr>
        <p:grpSpPr>
          <a:xfrm>
            <a:off x="2258539" y="4630339"/>
            <a:ext cx="2340922" cy="645323"/>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pPr algn="ctr"/>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pPr algn="ctr"/>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pPr algn="ctr"/>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pPr algn="ctr"/>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pPr algn="ctr"/>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pPr algn="ctr"/>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2651513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3" y="4060055"/>
            <a:ext cx="6112353" cy="3349806"/>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313D947-49EE-43A6-9F77-D312D9E24B85}"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212884631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83A6A367-A08A-45F3-A6AE-0A404F7E2164}"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4355786"/>
            <a:ext cx="0" cy="342412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7182121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AC8D81F8-41DC-40BC-A4A2-FFD9C5A38EED}"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65900197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A8D576FD-A48B-4914-B8EF-CC57363BE90D}"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27317942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1FDEBF78-94B6-4984-9188-90D6F48902A5}"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107104123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D1ECAE3-D5E2-4903-91E8-B61998CA08AE}" type="datetime4">
              <a:rPr lang="en-US" smtClean="0"/>
              <a:t>October 29,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34624171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sp>
        <p:nvSpPr>
          <p:cNvPr id="126" name="Freeform: Shape 125">
            <a:extLst>
              <a:ext uri="{FF2B5EF4-FFF2-40B4-BE49-F238E27FC236}">
                <a16:creationId xmlns:a16="http://schemas.microsoft.com/office/drawing/2014/main" id="{3FC77C66-38F9-4F02-B9BC-6AEE180B4F4B}"/>
              </a:ext>
            </a:extLst>
          </p:cNvPr>
          <p:cNvSpPr/>
          <p:nvPr userDrawn="1"/>
        </p:nvSpPr>
        <p:spPr>
          <a:xfrm>
            <a:off x="4738916" y="4"/>
            <a:ext cx="2119084" cy="9905999"/>
          </a:xfrm>
          <a:custGeom>
            <a:avLst/>
            <a:gdLst>
              <a:gd name="connsiteX0" fmla="*/ 0 w 2119084"/>
              <a:gd name="connsiteY0" fmla="*/ 0 h 9905999"/>
              <a:gd name="connsiteX1" fmla="*/ 2119084 w 2119084"/>
              <a:gd name="connsiteY1" fmla="*/ 0 h 9905999"/>
              <a:gd name="connsiteX2" fmla="*/ 2119084 w 2119084"/>
              <a:gd name="connsiteY2" fmla="*/ 9905999 h 9905999"/>
              <a:gd name="connsiteX3" fmla="*/ 0 w 2119084"/>
              <a:gd name="connsiteY3" fmla="*/ 9905999 h 9905999"/>
            </a:gdLst>
            <a:ahLst/>
            <a:cxnLst>
              <a:cxn ang="0">
                <a:pos x="connsiteX0" y="connsiteY0"/>
              </a:cxn>
              <a:cxn ang="0">
                <a:pos x="connsiteX1" y="connsiteY1"/>
              </a:cxn>
              <a:cxn ang="0">
                <a:pos x="connsiteX2" y="connsiteY2"/>
              </a:cxn>
              <a:cxn ang="0">
                <a:pos x="connsiteX3" y="connsiteY3"/>
              </a:cxn>
            </a:cxnLst>
            <a:rect l="l" t="t" r="r" b="b"/>
            <a:pathLst>
              <a:path w="2119084" h="9905999">
                <a:moveTo>
                  <a:pt x="0" y="0"/>
                </a:moveTo>
                <a:lnTo>
                  <a:pt x="2119084" y="0"/>
                </a:lnTo>
                <a:lnTo>
                  <a:pt x="2119084" y="9905999"/>
                </a:lnTo>
                <a:lnTo>
                  <a:pt x="0" y="9905999"/>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125" name="Picture 124" descr="A picture containing dark, night sky&#10;&#10;Description automatically generated">
            <a:extLst>
              <a:ext uri="{FF2B5EF4-FFF2-40B4-BE49-F238E27FC236}">
                <a16:creationId xmlns:a16="http://schemas.microsoft.com/office/drawing/2014/main" id="{C3A5B707-C3CA-48F1-A65F-A0F1B5E937CC}"/>
              </a:ext>
            </a:extLst>
          </p:cNvPr>
          <p:cNvPicPr>
            <a:picLocks noChangeAspect="1"/>
          </p:cNvPicPr>
          <p:nvPr userDrawn="1"/>
        </p:nvPicPr>
        <p:blipFill rotWithShape="1">
          <a:blip r:embed="rId3">
            <a:alphaModFix amt="60000"/>
          </a:blip>
          <a:srcRect l="1608" t="46598" b="23299"/>
          <a:stretch/>
        </p:blipFill>
        <p:spPr>
          <a:xfrm rot="5400000" flipH="1" flipV="1">
            <a:off x="845461" y="3893458"/>
            <a:ext cx="9905993" cy="2119084"/>
          </a:xfrm>
          <a:prstGeom prst="rect">
            <a:avLst/>
          </a:prstGeom>
          <a:noFill/>
        </p:spPr>
      </p:pic>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err="1">
                <a:solidFill>
                  <a:srgbClr val="242424"/>
                </a:solidFill>
                <a:latin typeface="+mj-lt"/>
                <a:ea typeface="XP Light Lighthouse" pitchFamily="50" charset="0"/>
              </a:rPr>
              <a:t>Table</a:t>
            </a:r>
            <a:r>
              <a:rPr lang="pt-BR" sz="2800">
                <a:solidFill>
                  <a:srgbClr val="242424"/>
                </a:solidFill>
                <a:latin typeface="+mj-lt"/>
                <a:ea typeface="XP Light Lighthouse" pitchFamily="50" charset="0"/>
              </a:rPr>
              <a:t> </a:t>
            </a:r>
            <a:r>
              <a:rPr lang="pt-BR" sz="2800" err="1">
                <a:solidFill>
                  <a:srgbClr val="242424"/>
                </a:solidFill>
                <a:latin typeface="+mj-lt"/>
                <a:ea typeface="XP Light Lighthouse" pitchFamily="50" charset="0"/>
              </a:rPr>
              <a:t>of</a:t>
            </a:r>
            <a:r>
              <a:rPr lang="pt-BR" sz="2800">
                <a:solidFill>
                  <a:srgbClr val="242424"/>
                </a:solidFill>
                <a:latin typeface="+mj-lt"/>
                <a:ea typeface="XP Light Lighthouse" pitchFamily="50" charset="0"/>
              </a:rPr>
              <a:t> </a:t>
            </a:r>
            <a:r>
              <a:rPr lang="pt-BR" sz="2800" err="1">
                <a:solidFill>
                  <a:srgbClr val="242424"/>
                </a:solidFill>
                <a:latin typeface="+mj-lt"/>
                <a:ea typeface="XP Light Lighthouse" pitchFamily="50" charset="0"/>
              </a:rPr>
              <a:t>Contents</a:t>
            </a:r>
            <a:endParaRPr lang="pt-BR" sz="280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grpSp>
        <p:nvGrpSpPr>
          <p:cNvPr id="58" name="Group 57">
            <a:extLst>
              <a:ext uri="{FF2B5EF4-FFF2-40B4-BE49-F238E27FC236}">
                <a16:creationId xmlns:a16="http://schemas.microsoft.com/office/drawing/2014/main" id="{21EC4E3C-94FF-4DEE-BCA5-6C69C79BF726}"/>
              </a:ext>
            </a:extLst>
          </p:cNvPr>
          <p:cNvGrpSpPr/>
          <p:nvPr userDrawn="1"/>
        </p:nvGrpSpPr>
        <p:grpSpPr>
          <a:xfrm>
            <a:off x="0" y="8408987"/>
            <a:ext cx="6858000" cy="1497013"/>
            <a:chOff x="-2701533" y="4131759"/>
            <a:chExt cx="8821930" cy="2757656"/>
          </a:xfrm>
        </p:grpSpPr>
        <p:cxnSp>
          <p:nvCxnSpPr>
            <p:cNvPr id="59" name="Conector reto 7">
              <a:extLst>
                <a:ext uri="{FF2B5EF4-FFF2-40B4-BE49-F238E27FC236}">
                  <a16:creationId xmlns:a16="http://schemas.microsoft.com/office/drawing/2014/main" id="{36127AE7-5949-4D77-9612-72EB21196D4A}"/>
                </a:ext>
              </a:extLst>
            </p:cNvPr>
            <p:cNvCxnSpPr>
              <a:cxnSpLocks/>
            </p:cNvCxnSpPr>
            <p:nvPr userDrawn="1"/>
          </p:nvCxnSpPr>
          <p:spPr>
            <a:xfrm>
              <a:off x="-2701533" y="5750250"/>
              <a:ext cx="88219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Conector reto 2">
              <a:extLst>
                <a:ext uri="{FF2B5EF4-FFF2-40B4-BE49-F238E27FC236}">
                  <a16:creationId xmlns:a16="http://schemas.microsoft.com/office/drawing/2014/main" id="{4CE8B0B8-0AF5-462B-9CCC-6E9CFFF38D98}"/>
                </a:ext>
              </a:extLst>
            </p:cNvPr>
            <p:cNvCxnSpPr>
              <a:cxnSpLocks/>
            </p:cNvCxnSpPr>
            <p:nvPr userDrawn="1"/>
          </p:nvCxnSpPr>
          <p:spPr>
            <a:xfrm flipH="1">
              <a:off x="4033407" y="4131759"/>
              <a:ext cx="2086990" cy="27576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153625091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ivisória">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004B1B-6C67-4C40-BA3A-400177C1EF88}"/>
              </a:ext>
            </a:extLst>
          </p:cNvPr>
          <p:cNvSpPr/>
          <p:nvPr userDrawn="1"/>
        </p:nvSpPr>
        <p:spPr>
          <a:xfrm>
            <a:off x="-1" y="0"/>
            <a:ext cx="6858001" cy="20034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F8C7BC6E-B42D-4416-8608-21682D8920A8}"/>
              </a:ext>
            </a:extLst>
          </p:cNvPr>
          <p:cNvGrpSpPr/>
          <p:nvPr userDrawn="1"/>
        </p:nvGrpSpPr>
        <p:grpSpPr>
          <a:xfrm>
            <a:off x="0" y="1188728"/>
            <a:ext cx="6858000" cy="8726315"/>
            <a:chOff x="0" y="-1859272"/>
            <a:chExt cx="6858000" cy="8726315"/>
          </a:xfrm>
        </p:grpSpPr>
        <p:sp>
          <p:nvSpPr>
            <p:cNvPr id="40" name="Rectangle 39">
              <a:extLst>
                <a:ext uri="{FF2B5EF4-FFF2-40B4-BE49-F238E27FC236}">
                  <a16:creationId xmlns:a16="http://schemas.microsoft.com/office/drawing/2014/main" id="{8213840C-2C06-4CAA-815E-6052211F6CA0}"/>
                </a:ext>
              </a:extLst>
            </p:cNvPr>
            <p:cNvSpPr/>
            <p:nvPr userDrawn="1"/>
          </p:nvSpPr>
          <p:spPr>
            <a:xfrm flipH="1" flipV="1">
              <a:off x="0" y="-1859272"/>
              <a:ext cx="6858000" cy="871727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pic>
          <p:nvPicPr>
            <p:cNvPr id="41" name="Picture 40" descr="A picture containing dark, night sky&#10;&#10;Description automatically generated">
              <a:extLst>
                <a:ext uri="{FF2B5EF4-FFF2-40B4-BE49-F238E27FC236}">
                  <a16:creationId xmlns:a16="http://schemas.microsoft.com/office/drawing/2014/main" id="{AACBCC8B-613D-4802-AE5F-7D7D5FE3F250}"/>
                </a:ext>
              </a:extLst>
            </p:cNvPr>
            <p:cNvPicPr>
              <a:picLocks noChangeAspect="1"/>
            </p:cNvPicPr>
            <p:nvPr userDrawn="1"/>
          </p:nvPicPr>
          <p:blipFill rotWithShape="1">
            <a:blip r:embed="rId3">
              <a:alphaModFix amt="49000"/>
            </a:blip>
            <a:srcRect l="11124"/>
            <a:stretch/>
          </p:blipFill>
          <p:spPr>
            <a:xfrm rot="16200000" flipV="1">
              <a:off x="-929638" y="-920592"/>
              <a:ext cx="8717273" cy="6857998"/>
            </a:xfrm>
            <a:prstGeom prst="rect">
              <a:avLst/>
            </a:prstGeom>
          </p:spPr>
        </p:pic>
      </p:gr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accent6"/>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7" name="Rectangle 86">
            <a:extLst>
              <a:ext uri="{FF2B5EF4-FFF2-40B4-BE49-F238E27FC236}">
                <a16:creationId xmlns:a16="http://schemas.microsoft.com/office/drawing/2014/main" id="{07C5F37B-60FC-4C36-9DD3-0AB5A17A75AB}"/>
              </a:ext>
            </a:extLst>
          </p:cNvPr>
          <p:cNvSpPr/>
          <p:nvPr userDrawn="1"/>
        </p:nvSpPr>
        <p:spPr>
          <a:xfrm>
            <a:off x="4086054" y="0"/>
            <a:ext cx="2771946" cy="1188728"/>
          </a:xfrm>
          <a:custGeom>
            <a:avLst/>
            <a:gdLst>
              <a:gd name="connsiteX0" fmla="*/ 0 w 2771946"/>
              <a:gd name="connsiteY0" fmla="*/ 0 h 1188728"/>
              <a:gd name="connsiteX1" fmla="*/ 2771946 w 2771946"/>
              <a:gd name="connsiteY1" fmla="*/ 0 h 1188728"/>
              <a:gd name="connsiteX2" fmla="*/ 2771946 w 2771946"/>
              <a:gd name="connsiteY2" fmla="*/ 1188728 h 1188728"/>
              <a:gd name="connsiteX3" fmla="*/ 0 w 2771946"/>
              <a:gd name="connsiteY3" fmla="*/ 11887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1104900 w 2771946"/>
              <a:gd name="connsiteY3" fmla="*/ 9093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971550 w 2771946"/>
              <a:gd name="connsiteY3" fmla="*/ 1188728 h 1188728"/>
              <a:gd name="connsiteX4" fmla="*/ 0 w 2771946"/>
              <a:gd name="connsiteY4" fmla="*/ 0 h 1188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946" h="1188728">
                <a:moveTo>
                  <a:pt x="0" y="0"/>
                </a:moveTo>
                <a:lnTo>
                  <a:pt x="2771946" y="0"/>
                </a:lnTo>
                <a:lnTo>
                  <a:pt x="2771946" y="1188728"/>
                </a:lnTo>
                <a:lnTo>
                  <a:pt x="971550" y="1188728"/>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68" name="Group 67">
            <a:extLst>
              <a:ext uri="{FF2B5EF4-FFF2-40B4-BE49-F238E27FC236}">
                <a16:creationId xmlns:a16="http://schemas.microsoft.com/office/drawing/2014/main" id="{17DB0CED-EB9B-40B9-950A-5942CEE89D15}"/>
              </a:ext>
            </a:extLst>
          </p:cNvPr>
          <p:cNvGrpSpPr/>
          <p:nvPr userDrawn="1"/>
        </p:nvGrpSpPr>
        <p:grpSpPr>
          <a:xfrm>
            <a:off x="0" y="0"/>
            <a:ext cx="6858000" cy="3415894"/>
            <a:chOff x="-2701533" y="4114034"/>
            <a:chExt cx="8821930" cy="4701783"/>
          </a:xfrm>
        </p:grpSpPr>
        <p:cxnSp>
          <p:nvCxnSpPr>
            <p:cNvPr id="69" name="Conector reto 7">
              <a:extLst>
                <a:ext uri="{FF2B5EF4-FFF2-40B4-BE49-F238E27FC236}">
                  <a16:creationId xmlns:a16="http://schemas.microsoft.com/office/drawing/2014/main" id="{7C215890-47CA-4535-A28E-F0D8639CAF52}"/>
                </a:ext>
              </a:extLst>
            </p:cNvPr>
            <p:cNvCxnSpPr>
              <a:cxnSpLocks/>
            </p:cNvCxnSpPr>
            <p:nvPr userDrawn="1"/>
          </p:nvCxnSpPr>
          <p:spPr>
            <a:xfrm>
              <a:off x="-2701533" y="5741510"/>
              <a:ext cx="882193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1" name="Conector reto 2">
              <a:extLst>
                <a:ext uri="{FF2B5EF4-FFF2-40B4-BE49-F238E27FC236}">
                  <a16:creationId xmlns:a16="http://schemas.microsoft.com/office/drawing/2014/main" id="{C9C6FAA6-86BF-4151-9C12-9A001DB12D56}"/>
                </a:ext>
              </a:extLst>
            </p:cNvPr>
            <p:cNvCxnSpPr>
              <a:cxnSpLocks/>
            </p:cNvCxnSpPr>
            <p:nvPr userDrawn="1"/>
          </p:nvCxnSpPr>
          <p:spPr>
            <a:xfrm flipH="1" flipV="1">
              <a:off x="2562094" y="4114034"/>
              <a:ext cx="3558302" cy="470178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9" name="Text Placeholder 40">
            <a:extLst>
              <a:ext uri="{FF2B5EF4-FFF2-40B4-BE49-F238E27FC236}">
                <a16:creationId xmlns:a16="http://schemas.microsoft.com/office/drawing/2014/main" id="{91D72DC1-72BB-4D90-888F-230C2490908D}"/>
              </a:ext>
            </a:extLst>
          </p:cNvPr>
          <p:cNvSpPr>
            <a:spLocks noGrp="1"/>
          </p:cNvSpPr>
          <p:nvPr>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90" name="Text Placeholder 40">
            <a:extLst>
              <a:ext uri="{FF2B5EF4-FFF2-40B4-BE49-F238E27FC236}">
                <a16:creationId xmlns:a16="http://schemas.microsoft.com/office/drawing/2014/main" id="{B7833D10-130C-44AA-A9F0-0C48CBA6D02C}"/>
              </a:ext>
            </a:extLst>
          </p:cNvPr>
          <p:cNvSpPr>
            <a:spLocks noGrp="1"/>
          </p:cNvSpPr>
          <p:nvPr>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spTree>
    <p:extLst>
      <p:ext uri="{BB962C8B-B14F-4D97-AF65-F5344CB8AC3E}">
        <p14:creationId xmlns:p14="http://schemas.microsoft.com/office/powerpoint/2010/main" val="341800585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1E1B3A26-6542-4CEA-BBE3-32346FA1DD36}" type="datetime4">
              <a:rPr lang="en-US" smtClean="0"/>
              <a:t>October 29, 2026</a:t>
            </a:fld>
            <a:endParaRPr lang="en-US"/>
          </a:p>
        </p:txBody>
      </p:sp>
    </p:spTree>
    <p:extLst>
      <p:ext uri="{BB962C8B-B14F-4D97-AF65-F5344CB8AC3E}">
        <p14:creationId xmlns:p14="http://schemas.microsoft.com/office/powerpoint/2010/main" val="135148730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26D06B62-BC9D-4B5D-A03B-6288F00247CA}" type="datetime4">
              <a:rPr lang="en-US" smtClean="0"/>
              <a:t>October 29, 2026</a:t>
            </a:fld>
            <a:endParaRPr lang="en-US"/>
          </a:p>
        </p:txBody>
      </p:sp>
    </p:spTree>
    <p:extLst>
      <p:ext uri="{BB962C8B-B14F-4D97-AF65-F5344CB8AC3E}">
        <p14:creationId xmlns:p14="http://schemas.microsoft.com/office/powerpoint/2010/main" val="144461019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BA32DF43-8BA5-4475-8FD3-4601A36F173F}" type="datetime4">
              <a:rPr lang="en-US" smtClean="0"/>
              <a:t>October 29, 2026</a:t>
            </a:fld>
            <a:endParaRPr lang="en-US"/>
          </a:p>
        </p:txBody>
      </p:sp>
    </p:spTree>
    <p:extLst>
      <p:ext uri="{BB962C8B-B14F-4D97-AF65-F5344CB8AC3E}">
        <p14:creationId xmlns:p14="http://schemas.microsoft.com/office/powerpoint/2010/main" val="289875813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ABCEFA57-24E2-4E12-B928-ECFFB4B01751}" type="datetime4">
              <a:rPr lang="en-US" smtClean="0"/>
              <a:t>October 29, 2026</a:t>
            </a:fld>
            <a:endParaRPr lang="en-US"/>
          </a:p>
        </p:txBody>
      </p:sp>
    </p:spTree>
    <p:extLst>
      <p:ext uri="{BB962C8B-B14F-4D97-AF65-F5344CB8AC3E}">
        <p14:creationId xmlns:p14="http://schemas.microsoft.com/office/powerpoint/2010/main" val="352861081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E78E96A-97EA-40E1-9634-EC934EC50977}" type="datetime4">
              <a:rPr lang="en-US" smtClean="0"/>
              <a:t>October 29, 2026</a:t>
            </a:fld>
            <a:endParaRPr lang="en-US"/>
          </a:p>
        </p:txBody>
      </p:sp>
    </p:spTree>
    <p:extLst>
      <p:ext uri="{BB962C8B-B14F-4D97-AF65-F5344CB8AC3E}">
        <p14:creationId xmlns:p14="http://schemas.microsoft.com/office/powerpoint/2010/main" val="7806914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2963342D-9AC4-4823-8A3D-FF9E5A6D35CE}" type="datetime4">
              <a:rPr lang="en-US" smtClean="0"/>
              <a:t>October 29, 2026</a:t>
            </a:fld>
            <a:endParaRPr lang="en-US"/>
          </a:p>
        </p:txBody>
      </p:sp>
    </p:spTree>
    <p:extLst>
      <p:ext uri="{BB962C8B-B14F-4D97-AF65-F5344CB8AC3E}">
        <p14:creationId xmlns:p14="http://schemas.microsoft.com/office/powerpoint/2010/main" val="369583236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4279698-F9BC-4625-A621-E6BF3BDB9617}" type="datetime4">
              <a:rPr lang="en-US" smtClean="0"/>
              <a:t>October 29,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243756909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1C7D211C-9CD6-424F-BF2F-87E5613BBD60}" type="datetime4">
              <a:rPr lang="en-US" smtClean="0"/>
              <a:t>October 29, 2026</a:t>
            </a:fld>
            <a:endParaRPr lang="en-US"/>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7652801"/>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a:t>1) 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lvl="0"/>
            <a:r>
              <a:rPr lang="en-US"/>
              <a:t>2) This report was prepared considering the product risk classification in order to generate allocation results for each investor profile. 			</a:t>
            </a:r>
          </a:p>
          <a:p>
            <a:pPr lvl="0"/>
            <a:r>
              <a:rPr lang="en-US"/>
              <a:t>3) 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lvl="0"/>
            <a:endParaRPr lang="en-US"/>
          </a:p>
          <a:p>
            <a:pPr lvl="0"/>
            <a:r>
              <a:rPr lang="en-US"/>
              <a:t>4) 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lvl="0"/>
            <a:r>
              <a:rPr lang="en-US"/>
              <a:t>5) XP Investimentos’ analysts are obligated to comply with all the rules laid down in the APIMEC’s conduct code for the securities analyst and XP Investimentos’ analyst of securities conduct policy. </a:t>
            </a:r>
          </a:p>
          <a:p>
            <a:pPr lvl="0"/>
            <a:r>
              <a:rPr lang="en-US"/>
              <a:t>			</a:t>
            </a:r>
          </a:p>
          <a:p>
            <a:pPr lvl="0"/>
            <a:r>
              <a:rPr lang="en-US"/>
              <a:t>6) 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lvl="0"/>
            <a:r>
              <a:rPr lang="en-US"/>
              <a:t>			</a:t>
            </a:r>
          </a:p>
          <a:p>
            <a:pPr lvl="0"/>
            <a:r>
              <a:rPr lang="en-US"/>
              <a:t>7) The products presented in this report may not be suitable for all types of customer. Before making any decisions, customers should ensure that the products presented are suitable for their investor profile. This material does not suggest any change of portfolio, but only guidance on products suitable to a certain investor profile. 	</a:t>
            </a:r>
          </a:p>
          <a:p>
            <a:pPr lvl="0"/>
            <a:endParaRPr lang="en-US"/>
          </a:p>
          <a:p>
            <a:pPr lvl="0"/>
            <a:r>
              <a:rPr lang="en-US"/>
              <a:t>8) 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lvl="0"/>
            <a:endParaRPr lang="en-US"/>
          </a:p>
          <a:p>
            <a:pPr lvl="0"/>
            <a:r>
              <a:rPr lang="en-US"/>
              <a:t>9) 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lvl="0"/>
            <a:endParaRPr lang="en-US"/>
          </a:p>
          <a:p>
            <a:pPr lvl="0"/>
            <a:r>
              <a:rPr lang="en-US"/>
              <a:t>10) XP Investimentos’ ombudsman has the mission to serve as a contact channel whenever customers who do not feel satisfied with the solutions given by the company to their problems. The contact can be made via telephone 0800-722-3730  if you are in Brazil or via ombudsman form if you are in other localities: ttps://institucional.xpi.com.br/ouvidoria.aspx/. 		</a:t>
            </a:r>
          </a:p>
          <a:p>
            <a:pPr lvl="0"/>
            <a:endParaRPr lang="en-US"/>
          </a:p>
          <a:p>
            <a:pPr lvl="0"/>
            <a:r>
              <a:rPr lang="en-US"/>
              <a:t>11) The cost of the transactions billing policies are defined in the operational cost tables which are made available on XP Investimentos' website: www.xpi.com.br.		</a:t>
            </a:r>
          </a:p>
          <a:p>
            <a:pPr lvl="0"/>
            <a:endParaRPr lang="en-US"/>
          </a:p>
          <a:p>
            <a:pPr lvl="0"/>
            <a:r>
              <a:rPr lang="en-US"/>
              <a:t>12) XP Investimentos is exempt from any liability for any damages, direct or indirect, that come from the use of this report or its contents.</a:t>
            </a:r>
          </a:p>
          <a:p>
            <a:pPr lvl="0"/>
            <a:r>
              <a:rPr lang="en-US"/>
              <a:t> </a:t>
            </a:r>
          </a:p>
          <a:p>
            <a:pPr lvl="0"/>
            <a:r>
              <a:rPr lang="en-US"/>
              <a:t>13) 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lvl="0"/>
            <a:r>
              <a:rPr lang="en-US"/>
              <a:t>		</a:t>
            </a:r>
          </a:p>
          <a:p>
            <a:pPr lvl="0"/>
            <a:r>
              <a:rPr lang="en-US"/>
              <a:t>14) For the purpose of verifying the suitability of the investor's profile to the investment services and products offered by XP Investimentos, we use the methodology of suitability of products by portfolio, in accordance with the ANBIMA Suitability Rules and Procedures  01 and the ANBIMA Regulation Code for Investment Product Distribution Practices. This methodology consists of assigning a maximum risk score for each investor profile (conservative, moderate and aggressive), as well as a risk score for each of the products offered by XP Investimentos, so that all clients can have access to all the products, as long as they are within the amounts and limits of the risk score defined for their profile. Before applying to the products and/or contracting the services that are the subject of this material, it is important to verify that the current risk score supports the application in the products and/or the contracting of the services in question, as well as if there are volume limitations, concentration and/or amount for the desired application. You can consult this information directly at the time of transmission of your order, or by consulting the general risk of your portfolio on the portfolio screen (Risk View). If your current risk score does not support the intended application/contracting, or if there are limitations in relation to the amount and/or financial volume for said application/contracting, this means that, based on the current composition of your portfolio, this application is not suitable for your profile. In case of doubts about the process of adapting the products offered by XP Investimentos to your investor profile, consult the FAQ. The recommended duration of the investment is short-term and the client's assets are not guaranteed in this type of product. Market conditions, climate change and the macroeconomic scenario may affect investment performance.</a:t>
            </a:r>
          </a:p>
          <a:p>
            <a:pPr lvl="0"/>
            <a:r>
              <a:rPr lang="en-US"/>
              <a:t>		</a:t>
            </a:r>
          </a:p>
          <a:p>
            <a:pPr lvl="0"/>
            <a:r>
              <a:rPr lang="en-US"/>
              <a:t>15)  This institution is adhering CVM Resolution 16/21.	</a:t>
            </a:r>
          </a:p>
        </p:txBody>
      </p:sp>
    </p:spTree>
    <p:extLst>
      <p:ext uri="{BB962C8B-B14F-4D97-AF65-F5344CB8AC3E}">
        <p14:creationId xmlns:p14="http://schemas.microsoft.com/office/powerpoint/2010/main" val="287211511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4">
            <a:extLst>
              <a:ext uri="{FF2B5EF4-FFF2-40B4-BE49-F238E27FC236}">
                <a16:creationId xmlns:a16="http://schemas.microsoft.com/office/drawing/2014/main" id="{09CD1B14-21A0-4905-A3FF-6A46EBDF6BCD}"/>
              </a:ext>
            </a:extLst>
          </p:cNvPr>
          <p:cNvSpPr/>
          <p:nvPr userDrawn="1"/>
        </p:nvSpPr>
        <p:spPr>
          <a:xfrm>
            <a:off x="0" y="0"/>
            <a:ext cx="6858000" cy="9906000"/>
          </a:xfrm>
          <a:prstGeom prst="rect">
            <a:avLst/>
          </a:prstGeom>
          <a:solidFill>
            <a:srgbClr val="18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6" name="Picture 25" descr="A picture containing dark, night sky&#10;&#10;Description automatically generated">
            <a:extLst>
              <a:ext uri="{FF2B5EF4-FFF2-40B4-BE49-F238E27FC236}">
                <a16:creationId xmlns:a16="http://schemas.microsoft.com/office/drawing/2014/main" id="{A879A646-97B6-4998-8A89-2BAA11919B9D}"/>
              </a:ext>
            </a:extLst>
          </p:cNvPr>
          <p:cNvPicPr>
            <a:picLocks noChangeAspect="1"/>
          </p:cNvPicPr>
          <p:nvPr userDrawn="1"/>
        </p:nvPicPr>
        <p:blipFill rotWithShape="1">
          <a:blip r:embed="rId3">
            <a:alphaModFix amt="81000"/>
          </a:blip>
          <a:srcRect l="1783" t="114" r="50667" b="1655"/>
          <a:stretch/>
        </p:blipFill>
        <p:spPr>
          <a:xfrm>
            <a:off x="0" y="0"/>
            <a:ext cx="6858000" cy="9906000"/>
          </a:xfrm>
          <a:prstGeom prst="rect">
            <a:avLst/>
          </a:prstGeom>
        </p:spPr>
      </p:pic>
      <p:grpSp>
        <p:nvGrpSpPr>
          <p:cNvPr id="37" name="Group 36">
            <a:extLst>
              <a:ext uri="{FF2B5EF4-FFF2-40B4-BE49-F238E27FC236}">
                <a16:creationId xmlns:a16="http://schemas.microsoft.com/office/drawing/2014/main" id="{B7CE084B-3CD6-493B-AA0A-FC3B928DD6B4}"/>
              </a:ext>
            </a:extLst>
          </p:cNvPr>
          <p:cNvGrpSpPr/>
          <p:nvPr userDrawn="1"/>
        </p:nvGrpSpPr>
        <p:grpSpPr>
          <a:xfrm>
            <a:off x="-438" y="6168571"/>
            <a:ext cx="6858438" cy="3737429"/>
            <a:chOff x="0" y="-3773484"/>
            <a:chExt cx="18085267" cy="9855364"/>
          </a:xfrm>
        </p:grpSpPr>
        <p:cxnSp>
          <p:nvCxnSpPr>
            <p:cNvPr id="38" name="Straight Connector 37">
              <a:extLst>
                <a:ext uri="{FF2B5EF4-FFF2-40B4-BE49-F238E27FC236}">
                  <a16:creationId xmlns:a16="http://schemas.microsoft.com/office/drawing/2014/main" id="{31AB2E40-F9FD-42C3-9517-2D4CAEFC6A49}"/>
                </a:ext>
              </a:extLst>
            </p:cNvPr>
            <p:cNvCxnSpPr>
              <a:cxnSpLocks/>
            </p:cNvCxnSpPr>
            <p:nvPr userDrawn="1"/>
          </p:nvCxnSpPr>
          <p:spPr>
            <a:xfrm flipV="1">
              <a:off x="0" y="2914763"/>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94F34E-5B13-40DE-A8F8-15955077D952}"/>
                </a:ext>
              </a:extLst>
            </p:cNvPr>
            <p:cNvCxnSpPr>
              <a:cxnSpLocks/>
            </p:cNvCxnSpPr>
            <p:nvPr userDrawn="1"/>
          </p:nvCxnSpPr>
          <p:spPr>
            <a:xfrm flipV="1">
              <a:off x="9327868" y="-3773484"/>
              <a:ext cx="8717924" cy="9855364"/>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65203" y="9198690"/>
            <a:ext cx="924497" cy="213562"/>
          </a:xfrm>
          <a:prstGeom prst="rect">
            <a:avLst/>
          </a:prstGeom>
        </p:spPr>
      </p:pic>
      <p:grpSp>
        <p:nvGrpSpPr>
          <p:cNvPr id="50" name="Group 49">
            <a:extLst>
              <a:ext uri="{FF2B5EF4-FFF2-40B4-BE49-F238E27FC236}">
                <a16:creationId xmlns:a16="http://schemas.microsoft.com/office/drawing/2014/main" id="{AE2F80D2-D401-47D5-BDE2-DC6D12066D2C}"/>
              </a:ext>
            </a:extLst>
          </p:cNvPr>
          <p:cNvGrpSpPr/>
          <p:nvPr userDrawn="1"/>
        </p:nvGrpSpPr>
        <p:grpSpPr>
          <a:xfrm>
            <a:off x="2684238" y="4747691"/>
            <a:ext cx="1489524" cy="410618"/>
            <a:chOff x="2700591" y="2522601"/>
            <a:chExt cx="6428993" cy="1772284"/>
          </a:xfrm>
          <a:solidFill>
            <a:schemeClr val="bg1"/>
          </a:solidFill>
        </p:grpSpPr>
        <p:sp>
          <p:nvSpPr>
            <p:cNvPr id="51" name="Freeform: Shape 50">
              <a:extLst>
                <a:ext uri="{FF2B5EF4-FFF2-40B4-BE49-F238E27FC236}">
                  <a16:creationId xmlns:a16="http://schemas.microsoft.com/office/drawing/2014/main" id="{4B5EB41B-6E79-481E-A6C7-0CE249B9C22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2" name="Graphic 20">
              <a:extLst>
                <a:ext uri="{FF2B5EF4-FFF2-40B4-BE49-F238E27FC236}">
                  <a16:creationId xmlns:a16="http://schemas.microsoft.com/office/drawing/2014/main" id="{A6F5F2BF-1CBD-48DA-83E4-900C9F654F42}"/>
                </a:ext>
              </a:extLst>
            </p:cNvPr>
            <p:cNvGrpSpPr/>
            <p:nvPr/>
          </p:nvGrpSpPr>
          <p:grpSpPr>
            <a:xfrm>
              <a:off x="5034660" y="3339528"/>
              <a:ext cx="4094924" cy="747077"/>
              <a:chOff x="5034660" y="3339528"/>
              <a:chExt cx="4094924" cy="747077"/>
            </a:xfrm>
            <a:grpFill/>
          </p:grpSpPr>
          <p:sp>
            <p:nvSpPr>
              <p:cNvPr id="54" name="Freeform: Shape 53">
                <a:extLst>
                  <a:ext uri="{FF2B5EF4-FFF2-40B4-BE49-F238E27FC236}">
                    <a16:creationId xmlns:a16="http://schemas.microsoft.com/office/drawing/2014/main" id="{F920B4FD-CF67-4AC3-ACC8-8AE9EED3B08A}"/>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E5C3886-4D19-464F-B7AC-950F1E46F85F}"/>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BFBC377-5A48-41C6-B03C-9149828E8A7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88D6791-E280-4A9B-B6F6-189BF7C4BF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D846E24C-F514-42EF-8579-AF8CE6A376A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67EAC76-4221-4D48-A548-1D3F7EF8A4E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8455B7D-9D95-4D0E-8503-2F81C76803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F480758-BB1D-4122-964B-6CD9563D3404}"/>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80624240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26" Type="http://schemas.openxmlformats.org/officeDocument/2006/relationships/slideLayout" Target="../slideLayouts/slideLayout43.xml"/><Relationship Id="rId3" Type="http://schemas.openxmlformats.org/officeDocument/2006/relationships/slideLayout" Target="../slideLayouts/slideLayout20.xml"/><Relationship Id="rId21" Type="http://schemas.openxmlformats.org/officeDocument/2006/relationships/slideLayout" Target="../slideLayouts/slideLayout38.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5" Type="http://schemas.openxmlformats.org/officeDocument/2006/relationships/slideLayout" Target="../slideLayouts/slideLayout4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slideLayout" Target="../slideLayouts/slideLayout37.xml"/><Relationship Id="rId29" Type="http://schemas.openxmlformats.org/officeDocument/2006/relationships/slideLayout" Target="../slideLayouts/slideLayout46.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24" Type="http://schemas.openxmlformats.org/officeDocument/2006/relationships/slideLayout" Target="../slideLayouts/slideLayout41.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slideLayout" Target="../slideLayouts/slideLayout40.xml"/><Relationship Id="rId28" Type="http://schemas.openxmlformats.org/officeDocument/2006/relationships/slideLayout" Target="../slideLayouts/slideLayout45.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31" Type="http://schemas.openxmlformats.org/officeDocument/2006/relationships/theme" Target="../theme/theme2.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slideLayout" Target="../slideLayouts/slideLayout39.xml"/><Relationship Id="rId27" Type="http://schemas.openxmlformats.org/officeDocument/2006/relationships/slideLayout" Target="../slideLayouts/slideLayout44.xml"/><Relationship Id="rId30" Type="http://schemas.openxmlformats.org/officeDocument/2006/relationships/slideLayout" Target="../slideLayouts/slideLayout4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slideLayout" Target="../slideLayouts/slideLayout65.xml"/><Relationship Id="rId3" Type="http://schemas.openxmlformats.org/officeDocument/2006/relationships/slideLayout" Target="../slideLayouts/slideLayout50.xml"/><Relationship Id="rId21" Type="http://schemas.openxmlformats.org/officeDocument/2006/relationships/theme" Target="../theme/theme3.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0" Type="http://schemas.openxmlformats.org/officeDocument/2006/relationships/slideLayout" Target="../slideLayouts/slideLayout67.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18" Type="http://schemas.openxmlformats.org/officeDocument/2006/relationships/theme" Target="../theme/theme4.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7A5A7768-D830-4BCC-A70A-3600D292FE47}" type="datetime4">
              <a:rPr lang="en-US" smtClean="0"/>
              <a:t>October 29, 2026</a:t>
            </a:fld>
            <a:endParaRPr lang="en-US"/>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a:t>Equity Research - Strategy</a:t>
            </a:r>
          </a:p>
        </p:txBody>
      </p:sp>
    </p:spTree>
    <p:extLst>
      <p:ext uri="{BB962C8B-B14F-4D97-AF65-F5344CB8AC3E}">
        <p14:creationId xmlns:p14="http://schemas.microsoft.com/office/powerpoint/2010/main" val="3552666448"/>
      </p:ext>
    </p:extLst>
  </p:cSld>
  <p:clrMap bg1="lt1" tx1="dk1" bg2="lt2" tx2="dk2" accent1="accent1" accent2="accent2" accent3="accent3" accent4="accent4" accent5="accent5" accent6="accent6" hlink="hlink" folHlink="folHlink"/>
  <p:sldLayoutIdLst>
    <p:sldLayoutId id="2147483676" r:id="rId1"/>
    <p:sldLayoutId id="2147483700" r:id="rId2"/>
    <p:sldLayoutId id="2147483706" r:id="rId3"/>
    <p:sldLayoutId id="2147483707" r:id="rId4"/>
    <p:sldLayoutId id="2147483708" r:id="rId5"/>
    <p:sldLayoutId id="2147483709" r:id="rId6"/>
    <p:sldLayoutId id="2147483705" r:id="rId7"/>
    <p:sldLayoutId id="2147483704" r:id="rId8"/>
    <p:sldLayoutId id="2147483699" r:id="rId9"/>
    <p:sldLayoutId id="2147483697" r:id="rId10"/>
    <p:sldLayoutId id="2147483695" r:id="rId11"/>
    <p:sldLayoutId id="2147483696" r:id="rId12"/>
    <p:sldLayoutId id="2147483694" r:id="rId13"/>
    <p:sldLayoutId id="2147483698" r:id="rId14"/>
    <p:sldLayoutId id="2147483710" r:id="rId15"/>
    <p:sldLayoutId id="2147483702" r:id="rId16"/>
    <p:sldLayoutId id="2147483701" r:id="rId17"/>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32" userDrawn="1">
          <p15:clr>
            <a:srgbClr val="F26B43"/>
          </p15:clr>
        </p15:guide>
        <p15:guide id="3" pos="4088" userDrawn="1">
          <p15:clr>
            <a:srgbClr val="F26B43"/>
          </p15:clr>
        </p15:guide>
        <p15:guide id="4" orient="horz" pos="262" userDrawn="1">
          <p15:clr>
            <a:srgbClr val="F26B43"/>
          </p15:clr>
        </p15:guide>
        <p15:guide id="5" orient="horz" pos="5955" userDrawn="1">
          <p15:clr>
            <a:srgbClr val="F26B43"/>
          </p15:clr>
        </p15:guide>
        <p15:guide id="6" pos="2160" userDrawn="1">
          <p15:clr>
            <a:srgbClr val="F26B43"/>
          </p15:clr>
        </p15:guide>
        <p15:guide id="7" orient="horz" pos="466" userDrawn="1">
          <p15:clr>
            <a:srgbClr val="F26B43"/>
          </p15:clr>
        </p15:guide>
        <p15:guide id="8" orient="horz" pos="94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B8B9AC54-025D-459C-8438-CE4933283D2D}" type="datetime4">
              <a:rPr lang="en-US" smtClean="0"/>
              <a:t>October 29, 2026</a:t>
            </a:fld>
            <a:endParaRPr lang="en-US"/>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a:t>Equity Research - Strategy</a:t>
            </a:r>
          </a:p>
        </p:txBody>
      </p:sp>
    </p:spTree>
    <p:extLst>
      <p:ext uri="{BB962C8B-B14F-4D97-AF65-F5344CB8AC3E}">
        <p14:creationId xmlns:p14="http://schemas.microsoft.com/office/powerpoint/2010/main" val="3552666448"/>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 id="2147483721" r:id="rId20"/>
    <p:sldLayoutId id="2147483722" r:id="rId21"/>
    <p:sldLayoutId id="2147483803" r:id="rId22"/>
    <p:sldLayoutId id="2147483723" r:id="rId23"/>
    <p:sldLayoutId id="2147483724" r:id="rId24"/>
    <p:sldLayoutId id="2147483725" r:id="rId25"/>
    <p:sldLayoutId id="2147483726" r:id="rId26"/>
    <p:sldLayoutId id="2147483804" r:id="rId27"/>
    <p:sldLayoutId id="2147483805" r:id="rId28"/>
    <p:sldLayoutId id="2147483727" r:id="rId29"/>
    <p:sldLayoutId id="2147483728" r:id="rId30"/>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32" userDrawn="1">
          <p15:clr>
            <a:srgbClr val="F26B43"/>
          </p15:clr>
        </p15:guide>
        <p15:guide id="3" pos="4088" userDrawn="1">
          <p15:clr>
            <a:srgbClr val="F26B43"/>
          </p15:clr>
        </p15:guide>
        <p15:guide id="4" orient="horz" pos="262" userDrawn="1">
          <p15:clr>
            <a:srgbClr val="F26B43"/>
          </p15:clr>
        </p15:guide>
        <p15:guide id="5" orient="horz" pos="5955" userDrawn="1">
          <p15:clr>
            <a:srgbClr val="F26B43"/>
          </p15:clr>
        </p15:guide>
        <p15:guide id="6" pos="2160" userDrawn="1">
          <p15:clr>
            <a:srgbClr val="F26B43"/>
          </p15:clr>
        </p15:guide>
        <p15:guide id="7" orient="horz" pos="466" userDrawn="1">
          <p15:clr>
            <a:srgbClr val="F26B43"/>
          </p15:clr>
        </p15:guide>
        <p15:guide id="8" orient="horz" pos="943"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927C932-8497-451A-84A1-705AAF122D91}" type="datetime4">
              <a:rPr lang="en-US" smtClean="0"/>
              <a:t>October 29, 2026</a:t>
            </a:fld>
            <a:endParaRPr lang="en-US"/>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a:t>Equity Research - Strategy</a:t>
            </a:r>
          </a:p>
        </p:txBody>
      </p:sp>
    </p:spTree>
    <p:extLst>
      <p:ext uri="{BB962C8B-B14F-4D97-AF65-F5344CB8AC3E}">
        <p14:creationId xmlns:p14="http://schemas.microsoft.com/office/powerpoint/2010/main" val="591216446"/>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52" r:id="rId19"/>
    <p:sldLayoutId id="2147483753" r:id="rId20"/>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p15:clr>
            <a:srgbClr val="F26B43"/>
          </p15:clr>
        </p15:guide>
        <p15:guide id="2" pos="232">
          <p15:clr>
            <a:srgbClr val="F26B43"/>
          </p15:clr>
        </p15:guide>
        <p15:guide id="3" pos="4088">
          <p15:clr>
            <a:srgbClr val="F26B43"/>
          </p15:clr>
        </p15:guide>
        <p15:guide id="4" orient="horz" pos="262">
          <p15:clr>
            <a:srgbClr val="F26B43"/>
          </p15:clr>
        </p15:guide>
        <p15:guide id="5" orient="horz" pos="5955">
          <p15:clr>
            <a:srgbClr val="F26B43"/>
          </p15:clr>
        </p15:guide>
        <p15:guide id="6" pos="2160">
          <p15:clr>
            <a:srgbClr val="F26B43"/>
          </p15:clr>
        </p15:guide>
        <p15:guide id="7" orient="horz" pos="466">
          <p15:clr>
            <a:srgbClr val="F26B43"/>
          </p15:clr>
        </p15:guide>
        <p15:guide id="8" orient="horz" pos="94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F50407D0-7CD3-45BA-9687-58C6D076356B}" type="datetime4">
              <a:rPr lang="en-US" smtClean="0"/>
              <a:t>October 29, 2026</a:t>
            </a:fld>
            <a:endParaRPr lang="en-US"/>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a:t>Equity Research - Strategy</a:t>
            </a:r>
          </a:p>
          <a:p>
            <a:endParaRPr lang="en-US"/>
          </a:p>
        </p:txBody>
      </p:sp>
    </p:spTree>
    <p:extLst>
      <p:ext uri="{BB962C8B-B14F-4D97-AF65-F5344CB8AC3E}">
        <p14:creationId xmlns:p14="http://schemas.microsoft.com/office/powerpoint/2010/main" val="1092469116"/>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 id="2147483791" r:id="rId16"/>
    <p:sldLayoutId id="2147483792" r:id="rId17"/>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p15:clr>
            <a:srgbClr val="F26B43"/>
          </p15:clr>
        </p15:guide>
        <p15:guide id="2" pos="232">
          <p15:clr>
            <a:srgbClr val="F26B43"/>
          </p15:clr>
        </p15:guide>
        <p15:guide id="3" pos="4088">
          <p15:clr>
            <a:srgbClr val="F26B43"/>
          </p15:clr>
        </p15:guide>
        <p15:guide id="4" orient="horz" pos="262">
          <p15:clr>
            <a:srgbClr val="F26B43"/>
          </p15:clr>
        </p15:guide>
        <p15:guide id="5" orient="horz" pos="5955">
          <p15:clr>
            <a:srgbClr val="F26B43"/>
          </p15:clr>
        </p15:guide>
        <p15:guide id="6" pos="2160">
          <p15:clr>
            <a:srgbClr val="F26B43"/>
          </p15:clr>
        </p15:guide>
        <p15:guide id="7" orient="horz" pos="466">
          <p15:clr>
            <a:srgbClr val="F26B43"/>
          </p15:clr>
        </p15:guide>
        <p15:guide id="8" orient="horz" pos="94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chart" Target="../charts/chart8.xml"/><Relationship Id="rId2" Type="http://schemas.openxmlformats.org/officeDocument/2006/relationships/chart" Target="../charts/chart3.xml"/><Relationship Id="rId1" Type="http://schemas.openxmlformats.org/officeDocument/2006/relationships/slideLayout" Target="../slideLayouts/slideLayout14.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chart" Target="../charts/char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14.xml"/><Relationship Id="rId4" Type="http://schemas.openxmlformats.org/officeDocument/2006/relationships/chart" Target="../charts/chart12.xml"/></Relationships>
</file>

<file path=ppt/slides/_rels/slide9.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14.xml"/><Relationship Id="rId5" Type="http://schemas.openxmlformats.org/officeDocument/2006/relationships/chart" Target="../charts/chart16.xml"/><Relationship Id="rId4" Type="http://schemas.openxmlformats.org/officeDocument/2006/relationships/chart" Target="../charts/chart15.xml"/></Relationships>
</file>

<file path=ppt/slides/_rels/slide10.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14.xml"/><Relationship Id="rId4" Type="http://schemas.openxmlformats.org/officeDocument/2006/relationships/chart" Target="../charts/chart19.xml"/></Relationships>
</file>

<file path=ppt/slides/_rels/slide11.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image" Target="../media/image12.emf"/><Relationship Id="rId1" Type="http://schemas.openxmlformats.org/officeDocument/2006/relationships/slideLayout" Target="../slideLayouts/slideLayout14.xml"/><Relationship Id="rId4" Type="http://schemas.openxmlformats.org/officeDocument/2006/relationships/chart" Target="../charts/char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chart" Target="../charts/chart22.xml"/><Relationship Id="rId1" Type="http://schemas.openxmlformats.org/officeDocument/2006/relationships/slideLayout" Target="../slideLayouts/slideLayout14.xml"/><Relationship Id="rId6" Type="http://schemas.openxmlformats.org/officeDocument/2006/relationships/chart" Target="../charts/chart26.xml"/><Relationship Id="rId5" Type="http://schemas.openxmlformats.org/officeDocument/2006/relationships/chart" Target="../charts/chart25.xml"/><Relationship Id="rId4" Type="http://schemas.openxmlformats.org/officeDocument/2006/relationships/chart" Target="../charts/chart24.xml"/></Relationships>
</file>

<file path=ppt/slides/_rels/slide14.xml.rels><?xml version="1.0" encoding="UTF-8" standalone="yes"?>
<Relationships xmlns="http://schemas.openxmlformats.org/package/2006/relationships"><Relationship Id="rId3" Type="http://schemas.openxmlformats.org/officeDocument/2006/relationships/chart" Target="../charts/chart28.xml"/><Relationship Id="rId2" Type="http://schemas.openxmlformats.org/officeDocument/2006/relationships/chart" Target="../charts/chart27.xml"/><Relationship Id="rId1" Type="http://schemas.openxmlformats.org/officeDocument/2006/relationships/slideLayout" Target="../slideLayouts/slideLayout14.xml"/><Relationship Id="rId6" Type="http://schemas.openxmlformats.org/officeDocument/2006/relationships/chart" Target="../charts/chart31.xml"/><Relationship Id="rId5" Type="http://schemas.openxmlformats.org/officeDocument/2006/relationships/chart" Target="../charts/chart30.xml"/><Relationship Id="rId4" Type="http://schemas.openxmlformats.org/officeDocument/2006/relationships/chart" Target="../charts/char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chart" Target="../charts/chart32.xml"/><Relationship Id="rId1" Type="http://schemas.openxmlformats.org/officeDocument/2006/relationships/slideLayout" Target="../slideLayouts/slideLayout14.xml"/><Relationship Id="rId4" Type="http://schemas.openxmlformats.org/officeDocument/2006/relationships/chart" Target="../charts/chart34.xml"/></Relationships>
</file>

<file path=ppt/slides/_rels/slide17.xml.rels><?xml version="1.0" encoding="UTF-8" standalone="yes"?>
<Relationships xmlns="http://schemas.openxmlformats.org/package/2006/relationships"><Relationship Id="rId2" Type="http://schemas.openxmlformats.org/officeDocument/2006/relationships/chart" Target="../charts/chart35.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chart" Target="../charts/chart36.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 Placeholder 13">
            <a:hlinkClick r:id="" action="ppaction://noaction"/>
            <a:extLst>
              <a:ext uri="{FF2B5EF4-FFF2-40B4-BE49-F238E27FC236}">
                <a16:creationId xmlns:a16="http://schemas.microsoft.com/office/drawing/2014/main" id="{AFC875A5-F83B-9D21-75FB-6CFA9AD90D04}"/>
              </a:ext>
            </a:extLst>
          </p:cNvPr>
          <p:cNvSpPr txBox="1">
            <a:spLocks/>
          </p:cNvSpPr>
          <p:nvPr/>
        </p:nvSpPr>
        <p:spPr>
          <a:xfrm>
            <a:off x="375638" y="1294045"/>
            <a:ext cx="3938623" cy="338554"/>
          </a:xfrm>
          <a:prstGeom prst="rect">
            <a:avLst/>
          </a:prstGeom>
        </p:spPr>
        <p:txBody>
          <a:bodyPr vert="horz" lIns="0" tIns="45720" rIns="91440" bIns="4572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2000" b="0" kern="120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b="0" noProof="0"/>
              <a:t>October market commentary</a:t>
            </a:r>
            <a:endParaRPr lang="en-US" u="sng" noProof="0"/>
          </a:p>
        </p:txBody>
      </p:sp>
      <p:sp>
        <p:nvSpPr>
          <p:cNvPr id="2" name="Text Placeholder 13">
            <a:hlinkClick r:id="" action="ppaction://noaction"/>
            <a:extLst>
              <a:ext uri="{FF2B5EF4-FFF2-40B4-BE49-F238E27FC236}">
                <a16:creationId xmlns:a16="http://schemas.microsoft.com/office/drawing/2014/main" id="{AFC875A5-F83B-9D21-75FB-6CFA9AD90D04}"/>
              </a:ext>
            </a:extLst>
          </p:cNvPr>
          <p:cNvSpPr txBox="1">
            <a:spLocks/>
          </p:cNvSpPr>
          <p:nvPr/>
        </p:nvSpPr>
        <p:spPr>
          <a:xfrm>
            <a:off x="375638" y="1714669"/>
            <a:ext cx="3938623" cy="338554"/>
          </a:xfrm>
          <a:prstGeom prst="rect">
            <a:avLst/>
          </a:prstGeom>
        </p:spPr>
        <p:txBody>
          <a:bodyPr vert="horz" lIns="0" tIns="45720" rIns="91440" bIns="4572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2000" b="0" kern="120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b="0" noProof="0"/>
              <a:t>Three macro challenges for Brazil</a:t>
            </a:r>
            <a:endParaRPr lang="en-US" u="sng" noProof="0"/>
          </a:p>
        </p:txBody>
      </p:sp>
      <p:sp>
        <p:nvSpPr>
          <p:cNvPr id="36" name="Text Placeholder 14">
            <a:hlinkClick r:id="" action="ppaction://noaction"/>
            <a:extLst>
              <a:ext uri="{FF2B5EF4-FFF2-40B4-BE49-F238E27FC236}">
                <a16:creationId xmlns:a16="http://schemas.microsoft.com/office/drawing/2014/main" id="{1FE137EA-BB84-06CC-0E23-2382CBA2D691}"/>
              </a:ext>
            </a:extLst>
          </p:cNvPr>
          <p:cNvSpPr txBox="1">
            <a:spLocks/>
          </p:cNvSpPr>
          <p:nvPr/>
        </p:nvSpPr>
        <p:spPr>
          <a:xfrm>
            <a:off x="375638" y="2135293"/>
            <a:ext cx="3938623" cy="313932"/>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b="0" u="sng" noProof="0"/>
              <a:t>Fiscal stress</a:t>
            </a:r>
            <a:endParaRPr lang="en-US" u="sng" noProof="0"/>
          </a:p>
        </p:txBody>
      </p:sp>
      <p:sp>
        <p:nvSpPr>
          <p:cNvPr id="3" name="Text Placeholder 14">
            <a:hlinkClick r:id="" action="ppaction://noaction"/>
            <a:extLst>
              <a:ext uri="{FF2B5EF4-FFF2-40B4-BE49-F238E27FC236}">
                <a16:creationId xmlns:a16="http://schemas.microsoft.com/office/drawing/2014/main" id="{1FE137EA-BB84-06CC-0E23-2382CBA2D691}"/>
              </a:ext>
            </a:extLst>
          </p:cNvPr>
          <p:cNvSpPr txBox="1">
            <a:spLocks/>
          </p:cNvSpPr>
          <p:nvPr/>
        </p:nvSpPr>
        <p:spPr>
          <a:xfrm>
            <a:off x="375638" y="2555917"/>
            <a:ext cx="3938623" cy="313932"/>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b="0" u="sng" noProof="0"/>
              <a:t>High rates and inflation</a:t>
            </a:r>
            <a:endParaRPr lang="en-US" u="sng" noProof="0"/>
          </a:p>
        </p:txBody>
      </p:sp>
      <p:sp>
        <p:nvSpPr>
          <p:cNvPr id="4" name="Text Placeholder 14">
            <a:hlinkClick r:id="" action="ppaction://noaction"/>
            <a:extLst>
              <a:ext uri="{FF2B5EF4-FFF2-40B4-BE49-F238E27FC236}">
                <a16:creationId xmlns:a16="http://schemas.microsoft.com/office/drawing/2014/main" id="{1FE137EA-BB84-06CC-0E23-2382CBA2D691}"/>
              </a:ext>
            </a:extLst>
          </p:cNvPr>
          <p:cNvSpPr txBox="1">
            <a:spLocks/>
          </p:cNvSpPr>
          <p:nvPr/>
        </p:nvSpPr>
        <p:spPr>
          <a:xfrm>
            <a:off x="375638" y="2976541"/>
            <a:ext cx="3938623" cy="313932"/>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b="0" u="sng" noProof="0"/>
              <a:t>Slowdown and earnings risk</a:t>
            </a:r>
            <a:endParaRPr lang="en-US" u="sng" noProof="0"/>
          </a:p>
        </p:txBody>
      </p:sp>
      <p:sp>
        <p:nvSpPr>
          <p:cNvPr id="5" name="Text Placeholder 13">
            <a:hlinkClick r:id="" action="ppaction://noaction"/>
            <a:extLst>
              <a:ext uri="{FF2B5EF4-FFF2-40B4-BE49-F238E27FC236}">
                <a16:creationId xmlns:a16="http://schemas.microsoft.com/office/drawing/2014/main" id="{AFC875A5-F83B-9D21-75FB-6CFA9AD90D04}"/>
              </a:ext>
            </a:extLst>
          </p:cNvPr>
          <p:cNvSpPr txBox="1">
            <a:spLocks/>
          </p:cNvSpPr>
          <p:nvPr/>
        </p:nvSpPr>
        <p:spPr>
          <a:xfrm>
            <a:off x="375638" y="3397165"/>
            <a:ext cx="3938623" cy="338554"/>
          </a:xfrm>
          <a:prstGeom prst="rect">
            <a:avLst/>
          </a:prstGeom>
        </p:spPr>
        <p:txBody>
          <a:bodyPr vert="horz" lIns="0" tIns="45720" rIns="91440" bIns="4572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2000" b="0" kern="120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b="0" noProof="0"/>
              <a:t>Positioning</a:t>
            </a:r>
            <a:endParaRPr lang="en-US" u="sng" noProof="0"/>
          </a:p>
        </p:txBody>
      </p:sp>
      <p:sp>
        <p:nvSpPr>
          <p:cNvPr id="6" name="Text Placeholder 14">
            <a:hlinkClick r:id="" action="ppaction://noaction"/>
            <a:extLst>
              <a:ext uri="{FF2B5EF4-FFF2-40B4-BE49-F238E27FC236}">
                <a16:creationId xmlns:a16="http://schemas.microsoft.com/office/drawing/2014/main" id="{1FE137EA-BB84-06CC-0E23-2382CBA2D691}"/>
              </a:ext>
            </a:extLst>
          </p:cNvPr>
          <p:cNvSpPr txBox="1">
            <a:spLocks/>
          </p:cNvSpPr>
          <p:nvPr/>
        </p:nvSpPr>
        <p:spPr>
          <a:xfrm>
            <a:off x="375638" y="3817789"/>
            <a:ext cx="3938623" cy="313932"/>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b="0" u="sng" noProof="0"/>
              <a:t>Valuation, ERP and cost of equity</a:t>
            </a:r>
            <a:endParaRPr lang="en-US" u="sng" noProof="0"/>
          </a:p>
        </p:txBody>
      </p:sp>
      <p:sp>
        <p:nvSpPr>
          <p:cNvPr id="7" name="Text Placeholder 14">
            <a:hlinkClick r:id="" action="ppaction://noaction"/>
            <a:extLst>
              <a:ext uri="{FF2B5EF4-FFF2-40B4-BE49-F238E27FC236}">
                <a16:creationId xmlns:a16="http://schemas.microsoft.com/office/drawing/2014/main" id="{1FE137EA-BB84-06CC-0E23-2382CBA2D691}"/>
              </a:ext>
            </a:extLst>
          </p:cNvPr>
          <p:cNvSpPr txBox="1">
            <a:spLocks/>
          </p:cNvSpPr>
          <p:nvPr/>
        </p:nvSpPr>
        <p:spPr>
          <a:xfrm>
            <a:off x="375638" y="4238413"/>
            <a:ext cx="3938623" cy="313932"/>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b="0" u="sng" noProof="0"/>
              <a:t>Betas and USD exposure</a:t>
            </a:r>
            <a:endParaRPr lang="en-US" u="sng" noProof="0"/>
          </a:p>
        </p:txBody>
      </p:sp>
      <p:sp>
        <p:nvSpPr>
          <p:cNvPr id="8" name="Text Placeholder 14">
            <a:hlinkClick r:id="" action="ppaction://noaction"/>
            <a:extLst>
              <a:ext uri="{FF2B5EF4-FFF2-40B4-BE49-F238E27FC236}">
                <a16:creationId xmlns:a16="http://schemas.microsoft.com/office/drawing/2014/main" id="{1FE137EA-BB84-06CC-0E23-2382CBA2D691}"/>
              </a:ext>
            </a:extLst>
          </p:cNvPr>
          <p:cNvSpPr txBox="1">
            <a:spLocks/>
          </p:cNvSpPr>
          <p:nvPr/>
        </p:nvSpPr>
        <p:spPr>
          <a:xfrm>
            <a:off x="375638" y="4659037"/>
            <a:ext cx="3938623" cy="313932"/>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b="0" u="sng" noProof="0"/>
              <a:t>Sentiment and oversold quality names</a:t>
            </a:r>
            <a:endParaRPr lang="en-US" u="sng" noProof="0"/>
          </a:p>
        </p:txBody>
      </p:sp>
      <p:sp>
        <p:nvSpPr>
          <p:cNvPr id="9" name="Text Placeholder 13">
            <a:hlinkClick r:id="" action="ppaction://noaction"/>
            <a:extLst>
              <a:ext uri="{FF2B5EF4-FFF2-40B4-BE49-F238E27FC236}">
                <a16:creationId xmlns:a16="http://schemas.microsoft.com/office/drawing/2014/main" id="{AFC875A5-F83B-9D21-75FB-6CFA9AD90D04}"/>
              </a:ext>
            </a:extLst>
          </p:cNvPr>
          <p:cNvSpPr txBox="1">
            <a:spLocks/>
          </p:cNvSpPr>
          <p:nvPr/>
        </p:nvSpPr>
        <p:spPr>
          <a:xfrm>
            <a:off x="375638" y="5079661"/>
            <a:ext cx="3938623" cy="338554"/>
          </a:xfrm>
          <a:prstGeom prst="rect">
            <a:avLst/>
          </a:prstGeom>
        </p:spPr>
        <p:txBody>
          <a:bodyPr vert="horz" lIns="0" tIns="45720" rIns="91440" bIns="4572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2000" b="0" kern="120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b="0" noProof="0"/>
              <a:t>Ibovespa's valuation</a:t>
            </a:r>
            <a:endParaRPr lang="en-US" u="sng" noProof="0"/>
          </a:p>
        </p:txBody>
      </p:sp>
      <p:sp>
        <p:nvSpPr>
          <p:cNvPr id="10" name="Text Placeholder 13">
            <a:hlinkClick r:id="" action="ppaction://noaction"/>
            <a:extLst>
              <a:ext uri="{FF2B5EF4-FFF2-40B4-BE49-F238E27FC236}">
                <a16:creationId xmlns:a16="http://schemas.microsoft.com/office/drawing/2014/main" id="{AFC875A5-F83B-9D21-75FB-6CFA9AD90D04}"/>
              </a:ext>
            </a:extLst>
          </p:cNvPr>
          <p:cNvSpPr txBox="1">
            <a:spLocks/>
          </p:cNvSpPr>
          <p:nvPr/>
        </p:nvSpPr>
        <p:spPr>
          <a:xfrm>
            <a:off x="375638" y="5500285"/>
            <a:ext cx="3938623" cy="338554"/>
          </a:xfrm>
          <a:prstGeom prst="rect">
            <a:avLst/>
          </a:prstGeom>
        </p:spPr>
        <p:txBody>
          <a:bodyPr vert="horz" lIns="0" tIns="45720" rIns="91440" bIns="4572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2000" b="0" kern="120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b="0" noProof="0"/>
              <a:t>XP Portfolios</a:t>
            </a:r>
            <a:endParaRPr lang="en-US" u="sng" noProof="0"/>
          </a:p>
        </p:txBody>
      </p:sp>
      <p:sp>
        <p:nvSpPr>
          <p:cNvPr id="11" name="Text Placeholder 13">
            <a:hlinkClick r:id="" action="ppaction://noaction"/>
            <a:extLst>
              <a:ext uri="{FF2B5EF4-FFF2-40B4-BE49-F238E27FC236}">
                <a16:creationId xmlns:a16="http://schemas.microsoft.com/office/drawing/2014/main" id="{AFC875A5-F83B-9D21-75FB-6CFA9AD90D04}"/>
              </a:ext>
            </a:extLst>
          </p:cNvPr>
          <p:cNvSpPr txBox="1">
            <a:spLocks/>
          </p:cNvSpPr>
          <p:nvPr/>
        </p:nvSpPr>
        <p:spPr>
          <a:xfrm>
            <a:off x="375638" y="5920909"/>
            <a:ext cx="3938623" cy="338554"/>
          </a:xfrm>
          <a:prstGeom prst="rect">
            <a:avLst/>
          </a:prstGeom>
        </p:spPr>
        <p:txBody>
          <a:bodyPr vert="horz" lIns="0" tIns="45720" rIns="91440" bIns="4572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2000" b="0" kern="120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b="0" noProof="0"/>
              <a:t>Chartbook</a:t>
            </a:r>
            <a:endParaRPr lang="en-US" u="sng" noProof="0"/>
          </a:p>
        </p:txBody>
      </p:sp>
    </p:spTree>
    <p:extLst>
      <p:ext uri="{BB962C8B-B14F-4D97-AF65-F5344CB8AC3E}">
        <p14:creationId xmlns:p14="http://schemas.microsoft.com/office/powerpoint/2010/main" val="1666828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813E9-3980-E60E-704B-BD4E570D2F2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2F0A37C-B539-582F-3DFC-ADE5EA09AB03}"/>
              </a:ext>
            </a:extLst>
          </p:cNvPr>
          <p:cNvSpPr>
            <a:spLocks noGrp="1"/>
          </p:cNvSpPr>
          <p:nvPr>
            <p:ph type="body" sz="quarter" idx="11"/>
          </p:nvPr>
        </p:nvSpPr>
        <p:spPr>
          <a:xfrm>
            <a:off x="368299" y="1928155"/>
            <a:ext cx="5903914" cy="458908"/>
          </a:xfrm>
        </p:spPr>
        <p:txBody>
          <a:bodyPr/>
          <a:lstStyle/>
          <a:p>
            <a:r>
              <a:rPr lang="en-US" b="0" dirty="0"/>
              <a:t>October market commentary</a:t>
            </a:r>
            <a:endParaRPr lang="en-US" noProof="0" dirty="0"/>
          </a:p>
        </p:txBody>
      </p:sp>
      <p:sp>
        <p:nvSpPr>
          <p:cNvPr id="3" name="Text Placeholder 2">
            <a:extLst>
              <a:ext uri="{FF2B5EF4-FFF2-40B4-BE49-F238E27FC236}">
                <a16:creationId xmlns:a16="http://schemas.microsoft.com/office/drawing/2014/main" id="{9ED212BB-E7DE-D0F8-87B4-450CF84A2860}"/>
              </a:ext>
            </a:extLst>
          </p:cNvPr>
          <p:cNvSpPr>
            <a:spLocks noGrp="1"/>
          </p:cNvSpPr>
          <p:nvPr>
            <p:ph type="body" sz="quarter" idx="12"/>
          </p:nvPr>
        </p:nvSpPr>
        <p:spPr/>
        <p:txBody>
          <a:bodyPr/>
          <a:lstStyle/>
          <a:p>
            <a:r>
              <a:rPr lang="en-US" b="0" noProof="0"/>
              <a:t>XP Ray of Brazil</a:t>
            </a:r>
          </a:p>
        </p:txBody>
      </p:sp>
    </p:spTree>
    <p:extLst>
      <p:ext uri="{BB962C8B-B14F-4D97-AF65-F5344CB8AC3E}">
        <p14:creationId xmlns:p14="http://schemas.microsoft.com/office/powerpoint/2010/main" val="1778755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a:xfrm>
            <a:off x="384048" y="1499616"/>
            <a:ext cx="6099048" cy="4096511"/>
          </a:xfrm>
        </p:spPr>
        <p:txBody>
          <a:bodyPr/>
          <a:lstStyle/>
          <a:p>
            <a:r>
              <a:t>Global equities were broadly flat in October (MSCI ACWI, +0.3% in USD), [FALTA: driver global do mês]. Brazilian equities, on the other hand, swung from a strong rally after the first round of the presidential election to a sharp sell-off after the runoff.</a:t>
            </a:r>
          </a:p>
          <a:p>
            <a:r>
              <a:rPr b="1"/>
              <a:t>A rally driven by foreign inflows… </a:t>
            </a:r>
            <a:r>
              <a:t>The Ibovespa rose 12.2% to its October 9 peak after the first round on October 4. Foreign investors led the move: on October 5, net foreign inflows on the cash market reached R$10.1bn, the largest single day in the B3 series, and inflows in the month peaked at R$21.0bn on October 16 (Chart 5). Up to October 23, the last session before the runoff, the Ibovespa was the best performer among major global markets (+13.2% in USD; Chart 4), led by Financials (+13.0%) and Defensives (+11.7%).</a:t>
            </a:r>
          </a:p>
          <a:p>
            <a:r>
              <a:rPr b="1"/>
              <a:t>…was erased in a single session. </a:t>
            </a:r>
            <a:r>
              <a:t>On October 26, the day after the runoff, the Ibovespa fell 13.9%, its third-worst session since 2008, behind only two sessions in March 2020 (Chart 3). Domestic names led the losses: from October 23 to 28, Financials fell 23.7%, Cyclicals 18.9% and Defensives 18.8%, while Commodities fell 7.5% (Chart 6). Foreign investors turned sellers, with net outflows of R$7.8bn in the three sessions to October 27.</a:t>
            </a:r>
          </a:p>
          <a:p>
            <a:r>
              <a:rPr b="1"/>
              <a:t>Local rates and the BRL followed. </a:t>
            </a:r>
            <a:r>
              <a:t>The DI curve shifted up by as much as 265bp on October 26, with the DI1 Jan-31 at 15.28% (Chart 7), and implied inflation in the NTN-B May-29 rose from 5.5% to 6.8% (Chart 9). The BRL weakened 5.7% against the USD from October 23 to 28, while other EM currencies were broadly stable (Chart 8).</a:t>
            </a:r>
          </a:p>
          <a:p>
            <a:r>
              <a:t>As a result, the Ibovespa is down 8.2% in October in BRL and 11.0% in USD through October 28, at 171,006 points, and the SMLL is down 14.5%.</a:t>
            </a:r>
          </a:p>
        </p:txBody>
      </p:sp>
      <p:sp>
        <p:nvSpPr>
          <p:cNvPr id="13" name="Text Placeholder 12"/>
          <p:cNvSpPr>
            <a:spLocks noGrp="1"/>
          </p:cNvSpPr>
          <p:nvPr>
            <p:ph type="body" sz="quarter" idx="16"/>
          </p:nvPr>
        </p:nvSpPr>
        <p:spPr/>
        <p:txBody>
          <a:bodyPr/>
          <a:lstStyle/>
          <a:p>
            <a:r>
              <a:t>XP Ray of Brazil</a:t>
            </a:r>
          </a:p>
        </p:txBody>
      </p:sp>
      <p:sp>
        <p:nvSpPr>
          <p:cNvPr id="14" name="Text Placeholder 13"/>
          <p:cNvSpPr>
            <a:spLocks noGrp="1"/>
          </p:cNvSpPr>
          <p:nvPr>
            <p:ph type="body" sz="quarter" idx="17"/>
          </p:nvPr>
        </p:nvSpPr>
        <p:spPr/>
        <p:txBody>
          <a:bodyPr/>
          <a:lstStyle/>
          <a:p>
            <a:r>
              <a:t>The runoff erased October's rally</a:t>
            </a:r>
          </a:p>
        </p:txBody>
      </p:sp>
      <p:sp>
        <p:nvSpPr>
          <p:cNvPr id="15" name="Text Placeholder 14"/>
          <p:cNvSpPr>
            <a:spLocks noGrp="1"/>
          </p:cNvSpPr>
          <p:nvPr>
            <p:ph type="body" sz="quarter" idx="31"/>
          </p:nvPr>
        </p:nvSpPr>
        <p:spPr/>
        <p:txBody>
          <a:bodyPr/>
          <a:lstStyle/>
          <a:p>
            <a:r>
              <a:t>Source: B3, BCB, ANBIMA, Yahoo Finance, XP Research. Data as of 10/28/2026; foreign flows to 10/27/2026; USD figures for the Ibovespa at the PTAX rate.</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r>
              <a:t>October 30, 2026</a:t>
            </a:r>
            <a:endParaRPr lang="en-US"/>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nvSpPr>
        <p:spPr>
          <a:xfrm>
            <a:off x="384048" y="5714999"/>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2: Ibovespa and SMLL in October</a:t>
            </a:r>
          </a:p>
        </p:txBody>
      </p:sp>
      <p:sp>
        <p:nvSpPr>
          <p:cNvPr id="37" name="TextBox 36"/>
          <p:cNvSpPr txBox="1"/>
          <p:nvPr/>
        </p:nvSpPr>
        <p:spPr>
          <a:xfrm>
            <a:off x="384048" y="5989319"/>
            <a:ext cx="2926080" cy="173736"/>
          </a:xfrm>
          <a:prstGeom prst="rect">
            <a:avLst/>
          </a:prstGeom>
          <a:noFill/>
        </p:spPr>
        <p:txBody>
          <a:bodyPr wrap="square" lIns="0" tIns="0" rIns="0" bIns="0">
            <a:spAutoFit/>
          </a:bodyPr>
          <a:lstStyle/>
          <a:p>
            <a:r>
              <a:rPr sz="800" i="1">
                <a:solidFill>
                  <a:srgbClr val="595959"/>
                </a:solidFill>
                <a:latin typeface="Roboto Light"/>
              </a:rPr>
              <a:t>100 = Sep 30, 2026; B3 closes</a:t>
            </a:r>
          </a:p>
        </p:txBody>
      </p:sp>
      <p:sp>
        <p:nvSpPr>
          <p:cNvPr id="3" name="Espaço Reservado para Conteúdo 14">
            <a:extLst>
              <a:ext uri="{FF2B5EF4-FFF2-40B4-BE49-F238E27FC236}">
                <a16:creationId xmlns:a16="http://schemas.microsoft.com/office/drawing/2014/main" id="{F03016C5-25C3-487A-A063-9D5AE9126411}"/>
              </a:ext>
            </a:extLst>
          </p:cNvPr>
          <p:cNvSpPr>
            <a:spLocks noGrp="1"/>
          </p:cNvSpPr>
          <p:nvPr/>
        </p:nvSpPr>
        <p:spPr>
          <a:xfrm>
            <a:off x="3557016" y="5714999"/>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3: Ibovespa's worst sessions since 2008</a:t>
            </a:r>
          </a:p>
        </p:txBody>
      </p:sp>
      <p:sp>
        <p:nvSpPr>
          <p:cNvPr id="38" name="TextBox 37"/>
          <p:cNvSpPr txBox="1"/>
          <p:nvPr/>
        </p:nvSpPr>
        <p:spPr>
          <a:xfrm>
            <a:off x="3557016" y="5989319"/>
            <a:ext cx="2926080" cy="173736"/>
          </a:xfrm>
          <a:prstGeom prst="rect">
            <a:avLst/>
          </a:prstGeom>
          <a:noFill/>
        </p:spPr>
        <p:txBody>
          <a:bodyPr wrap="square" lIns="0" tIns="0" rIns="0" bIns="0">
            <a:spAutoFit/>
          </a:bodyPr>
          <a:lstStyle/>
          <a:p>
            <a:r>
              <a:rPr sz="800" i="1">
                <a:solidFill>
                  <a:srgbClr val="595959"/>
                </a:solidFill>
                <a:latin typeface="Roboto Light"/>
              </a:rPr>
              <a:t>Daily return (%); B3 closes</a:t>
            </a:r>
          </a:p>
        </p:txBody>
      </p:sp>
      <p:graphicFrame>
        <p:nvGraphicFramePr>
          <p:cNvPr id="4" name="Chart T1">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3520106759"/>
              </p:ext>
            </p:extLst>
          </p:nvPr>
        </p:nvGraphicFramePr>
        <p:xfrm>
          <a:off x="384047" y="6190487"/>
          <a:ext cx="2926080" cy="30175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T2">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3988354216"/>
              </p:ext>
            </p:extLst>
          </p:nvPr>
        </p:nvGraphicFramePr>
        <p:xfrm>
          <a:off x="3557015" y="6190487"/>
          <a:ext cx="2926080" cy="301752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74051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p:cNvSpPr>
            <a:spLocks noGrp="1"/>
          </p:cNvSpPr>
          <p:nvPr>
            <p:ph type="body" sz="quarter" idx="16"/>
          </p:nvPr>
        </p:nvSpPr>
        <p:spPr/>
        <p:txBody>
          <a:bodyPr/>
          <a:lstStyle/>
          <a:p>
            <a:r>
              <a:t>XP Ray of Brazil</a:t>
            </a:r>
          </a:p>
        </p:txBody>
      </p:sp>
      <p:sp>
        <p:nvSpPr>
          <p:cNvPr id="14" name="Text Placeholder 13"/>
          <p:cNvSpPr>
            <a:spLocks noGrp="1"/>
          </p:cNvSpPr>
          <p:nvPr>
            <p:ph type="body" sz="quarter" idx="17"/>
          </p:nvPr>
        </p:nvSpPr>
        <p:spPr/>
        <p:txBody>
          <a:bodyPr/>
          <a:lstStyle/>
          <a:p>
            <a:r>
              <a:t>The markets in October: Six key charts</a:t>
            </a:r>
          </a:p>
        </p:txBody>
      </p:sp>
      <p:sp>
        <p:nvSpPr>
          <p:cNvPr id="15" name="Text Placeholder 14"/>
          <p:cNvSpPr>
            <a:spLocks noGrp="1"/>
          </p:cNvSpPr>
          <p:nvPr>
            <p:ph type="body" sz="quarter" idx="31"/>
          </p:nvPr>
        </p:nvSpPr>
        <p:spPr/>
        <p:txBody>
          <a:bodyPr/>
          <a:lstStyle/>
          <a:p>
            <a:r>
              <a:t>Source: B3, BCB, ANBIMA, Yahoo Finance, XP Research. Data as of 10/28/2026; foreign flows to 10/27/2026; DI1 curve as of 10/26/2026.</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r>
              <a:t>October 30, 2026</a:t>
            </a:r>
            <a:endParaRPr lang="en-US"/>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nvSpPr>
        <p:spPr>
          <a:xfrm>
            <a:off x="384048" y="1499615"/>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4: Brazilian equities started October strongly…</a:t>
            </a:r>
          </a:p>
        </p:txBody>
      </p:sp>
      <p:sp>
        <p:nvSpPr>
          <p:cNvPr id="37" name="TextBox 36"/>
          <p:cNvSpPr txBox="1"/>
          <p:nvPr/>
        </p:nvSpPr>
        <p:spPr>
          <a:xfrm>
            <a:off x="384048" y="1773935"/>
            <a:ext cx="2926080" cy="173736"/>
          </a:xfrm>
          <a:prstGeom prst="rect">
            <a:avLst/>
          </a:prstGeom>
          <a:noFill/>
        </p:spPr>
        <p:txBody>
          <a:bodyPr wrap="square" lIns="0" tIns="0" rIns="0" bIns="0">
            <a:spAutoFit/>
          </a:bodyPr>
          <a:lstStyle/>
          <a:p>
            <a:r>
              <a:rPr sz="800" i="1">
                <a:solidFill>
                  <a:srgbClr val="595959"/>
                </a:solidFill>
                <a:latin typeface="Roboto Light"/>
              </a:rPr>
              <a:t>% in USD, Sep 30 to Oct 23 (last session before the runoff)</a:t>
            </a:r>
          </a:p>
        </p:txBody>
      </p:sp>
      <p:sp>
        <p:nvSpPr>
          <p:cNvPr id="2" name="Espaço Reservado para Conteúdo 14">
            <a:extLst>
              <a:ext uri="{FF2B5EF4-FFF2-40B4-BE49-F238E27FC236}">
                <a16:creationId xmlns:a16="http://schemas.microsoft.com/office/drawing/2014/main" id="{F03016C5-25C3-487A-A063-9D5AE9126411}"/>
              </a:ext>
            </a:extLst>
          </p:cNvPr>
          <p:cNvSpPr>
            <a:spLocks noGrp="1"/>
          </p:cNvSpPr>
          <p:nvPr/>
        </p:nvSpPr>
        <p:spPr>
          <a:xfrm>
            <a:off x="3557016" y="1499615"/>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5: …with record foreign inflows…</a:t>
            </a:r>
          </a:p>
        </p:txBody>
      </p:sp>
      <p:sp>
        <p:nvSpPr>
          <p:cNvPr id="38" name="TextBox 37"/>
          <p:cNvSpPr txBox="1"/>
          <p:nvPr/>
        </p:nvSpPr>
        <p:spPr>
          <a:xfrm>
            <a:off x="3557016" y="1773935"/>
            <a:ext cx="2926080" cy="173736"/>
          </a:xfrm>
          <a:prstGeom prst="rect">
            <a:avLst/>
          </a:prstGeom>
          <a:noFill/>
        </p:spPr>
        <p:txBody>
          <a:bodyPr wrap="square" lIns="0" tIns="0" rIns="0" bIns="0">
            <a:spAutoFit/>
          </a:bodyPr>
          <a:lstStyle/>
          <a:p>
            <a:r>
              <a:rPr sz="800" i="1">
                <a:solidFill>
                  <a:srgbClr val="595959"/>
                </a:solidFill>
                <a:latin typeface="Roboto Light"/>
              </a:rPr>
              <a:t>Daily net foreign flow on B3's cash market (R$ bn)</a:t>
            </a:r>
          </a:p>
        </p:txBody>
      </p:sp>
      <p:sp>
        <p:nvSpPr>
          <p:cNvPr id="3" name="Espaço Reservado para Conteúdo 14">
            <a:extLst>
              <a:ext uri="{FF2B5EF4-FFF2-40B4-BE49-F238E27FC236}">
                <a16:creationId xmlns:a16="http://schemas.microsoft.com/office/drawing/2014/main" id="{F03016C5-25C3-487A-A063-9D5AE9126411}"/>
              </a:ext>
            </a:extLst>
          </p:cNvPr>
          <p:cNvSpPr>
            <a:spLocks noGrp="1"/>
          </p:cNvSpPr>
          <p:nvPr/>
        </p:nvSpPr>
        <p:spPr>
          <a:xfrm>
            <a:off x="384048" y="4105656"/>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6: …until the runoff reversed the move…</a:t>
            </a:r>
          </a:p>
        </p:txBody>
      </p:sp>
      <p:sp>
        <p:nvSpPr>
          <p:cNvPr id="39" name="TextBox 38"/>
          <p:cNvSpPr txBox="1"/>
          <p:nvPr/>
        </p:nvSpPr>
        <p:spPr>
          <a:xfrm>
            <a:off x="384048" y="4379976"/>
            <a:ext cx="2926080" cy="173736"/>
          </a:xfrm>
          <a:prstGeom prst="rect">
            <a:avLst/>
          </a:prstGeom>
          <a:noFill/>
        </p:spPr>
        <p:txBody>
          <a:bodyPr wrap="square" lIns="0" tIns="0" rIns="0" bIns="0">
            <a:spAutoFit/>
          </a:bodyPr>
          <a:lstStyle/>
          <a:p>
            <a:r>
              <a:rPr sz="800" i="1">
                <a:solidFill>
                  <a:srgbClr val="595959"/>
                </a:solidFill>
                <a:latin typeface="Roboto Light"/>
              </a:rPr>
              <a:t>% change by segment, Ibovespa weights</a:t>
            </a:r>
          </a:p>
        </p:txBody>
      </p:sp>
      <p:sp>
        <p:nvSpPr>
          <p:cNvPr id="4" name="Espaço Reservado para Conteúdo 14">
            <a:extLst>
              <a:ext uri="{FF2B5EF4-FFF2-40B4-BE49-F238E27FC236}">
                <a16:creationId xmlns:a16="http://schemas.microsoft.com/office/drawing/2014/main" id="{F03016C5-25C3-487A-A063-9D5AE9126411}"/>
              </a:ext>
            </a:extLst>
          </p:cNvPr>
          <p:cNvSpPr>
            <a:spLocks noGrp="1"/>
          </p:cNvSpPr>
          <p:nvPr/>
        </p:nvSpPr>
        <p:spPr>
          <a:xfrm>
            <a:off x="3557016" y="4105656"/>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7: …as the DI curve shifted up…</a:t>
            </a:r>
          </a:p>
        </p:txBody>
      </p:sp>
      <p:sp>
        <p:nvSpPr>
          <p:cNvPr id="40" name="TextBox 39"/>
          <p:cNvSpPr txBox="1"/>
          <p:nvPr/>
        </p:nvSpPr>
        <p:spPr>
          <a:xfrm>
            <a:off x="3557016" y="4379976"/>
            <a:ext cx="2926080" cy="173736"/>
          </a:xfrm>
          <a:prstGeom prst="rect">
            <a:avLst/>
          </a:prstGeom>
          <a:noFill/>
        </p:spPr>
        <p:txBody>
          <a:bodyPr wrap="square" lIns="0" tIns="0" rIns="0" bIns="0">
            <a:spAutoFit/>
          </a:bodyPr>
          <a:lstStyle/>
          <a:p>
            <a:r>
              <a:rPr sz="800" i="1">
                <a:solidFill>
                  <a:srgbClr val="595959"/>
                </a:solidFill>
                <a:latin typeface="Roboto Light"/>
              </a:rPr>
              <a:t>Settlement rate of the January DI1 contracts (%)</a:t>
            </a:r>
          </a:p>
        </p:txBody>
      </p:sp>
      <p:sp>
        <p:nvSpPr>
          <p:cNvPr id="5" name="Espaço Reservado para Conteúdo 14">
            <a:extLst>
              <a:ext uri="{FF2B5EF4-FFF2-40B4-BE49-F238E27FC236}">
                <a16:creationId xmlns:a16="http://schemas.microsoft.com/office/drawing/2014/main" id="{F03016C5-25C3-487A-A063-9D5AE9126411}"/>
              </a:ext>
            </a:extLst>
          </p:cNvPr>
          <p:cNvSpPr>
            <a:spLocks noGrp="1"/>
          </p:cNvSpPr>
          <p:nvPr/>
        </p:nvSpPr>
        <p:spPr>
          <a:xfrm>
            <a:off x="384048" y="6711696"/>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8: …the BRL sold off, unlike EM peers…</a:t>
            </a:r>
          </a:p>
        </p:txBody>
      </p:sp>
      <p:sp>
        <p:nvSpPr>
          <p:cNvPr id="41" name="TextBox 40"/>
          <p:cNvSpPr txBox="1"/>
          <p:nvPr/>
        </p:nvSpPr>
        <p:spPr>
          <a:xfrm>
            <a:off x="384048" y="6986016"/>
            <a:ext cx="2926080" cy="173736"/>
          </a:xfrm>
          <a:prstGeom prst="rect">
            <a:avLst/>
          </a:prstGeom>
          <a:noFill/>
        </p:spPr>
        <p:txBody>
          <a:bodyPr wrap="square" lIns="0" tIns="0" rIns="0" bIns="0">
            <a:spAutoFit/>
          </a:bodyPr>
          <a:lstStyle/>
          <a:p>
            <a:r>
              <a:rPr sz="800" i="1">
                <a:solidFill>
                  <a:srgbClr val="595959"/>
                </a:solidFill>
                <a:latin typeface="Roboto Light"/>
              </a:rPr>
              <a:t>% change vs. the USD, Oct 23 to Oct 28; BRL at the PTAX rate</a:t>
            </a:r>
          </a:p>
        </p:txBody>
      </p:sp>
      <p:sp>
        <p:nvSpPr>
          <p:cNvPr id="6" name="Espaço Reservado para Conteúdo 14">
            <a:extLst>
              <a:ext uri="{FF2B5EF4-FFF2-40B4-BE49-F238E27FC236}">
                <a16:creationId xmlns:a16="http://schemas.microsoft.com/office/drawing/2014/main" id="{F03016C5-25C3-487A-A063-9D5AE9126411}"/>
              </a:ext>
            </a:extLst>
          </p:cNvPr>
          <p:cNvSpPr>
            <a:spLocks noGrp="1"/>
          </p:cNvSpPr>
          <p:nvPr/>
        </p:nvSpPr>
        <p:spPr>
          <a:xfrm>
            <a:off x="3557016" y="6711696"/>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9: …and implied inflation jumped</a:t>
            </a:r>
          </a:p>
        </p:txBody>
      </p:sp>
      <p:sp>
        <p:nvSpPr>
          <p:cNvPr id="42" name="TextBox 41"/>
          <p:cNvSpPr txBox="1"/>
          <p:nvPr/>
        </p:nvSpPr>
        <p:spPr>
          <a:xfrm>
            <a:off x="3557016" y="6986016"/>
            <a:ext cx="2926080" cy="173736"/>
          </a:xfrm>
          <a:prstGeom prst="rect">
            <a:avLst/>
          </a:prstGeom>
          <a:noFill/>
        </p:spPr>
        <p:txBody>
          <a:bodyPr wrap="square" lIns="0" tIns="0" rIns="0" bIns="0">
            <a:spAutoFit/>
          </a:bodyPr>
          <a:lstStyle/>
          <a:p>
            <a:r>
              <a:rPr sz="800" i="1">
                <a:solidFill>
                  <a:srgbClr val="595959"/>
                </a:solidFill>
                <a:latin typeface="Roboto Light"/>
              </a:rPr>
              <a:t>NTN-B implied inflation (%), ANBIMA</a:t>
            </a:r>
          </a:p>
        </p:txBody>
      </p:sp>
      <p:graphicFrame>
        <p:nvGraphicFramePr>
          <p:cNvPr id="7" name="Chart K1">
            <a:extLst>
              <a:ext uri="{FF2B5EF4-FFF2-40B4-BE49-F238E27FC236}">
                <a16:creationId xmlns:a16="http://schemas.microsoft.com/office/drawing/2014/main" id="{00000000-0008-0000-0200-000002000000}"/>
              </a:ext>
            </a:extLst>
          </p:cNvPr>
          <p:cNvGraphicFramePr>
            <a:graphicFrameLocks/>
          </p:cNvGraphicFramePr>
          <p:nvPr>
            <p:extLst>
              <p:ext uri="{D42A27DB-BD31-4B8C-83A1-F6EECF244321}">
                <p14:modId xmlns:p14="http://schemas.microsoft.com/office/powerpoint/2010/main" val="3425707014"/>
              </p:ext>
            </p:extLst>
          </p:nvPr>
        </p:nvGraphicFramePr>
        <p:xfrm>
          <a:off x="384047" y="1975104"/>
          <a:ext cx="2926080" cy="20116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K2">
            <a:extLst>
              <a:ext uri="{FF2B5EF4-FFF2-40B4-BE49-F238E27FC236}">
                <a16:creationId xmlns:a16="http://schemas.microsoft.com/office/drawing/2014/main" id="{00000000-0008-0000-0300-000002000000}"/>
              </a:ext>
            </a:extLst>
          </p:cNvPr>
          <p:cNvGraphicFramePr>
            <a:graphicFrameLocks/>
          </p:cNvGraphicFramePr>
          <p:nvPr>
            <p:extLst>
              <p:ext uri="{D42A27DB-BD31-4B8C-83A1-F6EECF244321}">
                <p14:modId xmlns:p14="http://schemas.microsoft.com/office/powerpoint/2010/main" val="209122360"/>
              </p:ext>
            </p:extLst>
          </p:nvPr>
        </p:nvGraphicFramePr>
        <p:xfrm>
          <a:off x="3557015" y="1975104"/>
          <a:ext cx="2926080" cy="20116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K3">
            <a:extLst>
              <a:ext uri="{FF2B5EF4-FFF2-40B4-BE49-F238E27FC236}">
                <a16:creationId xmlns:a16="http://schemas.microsoft.com/office/drawing/2014/main" id="{00000000-0008-0000-0400-000002000000}"/>
              </a:ext>
            </a:extLst>
          </p:cNvPr>
          <p:cNvGraphicFramePr>
            <a:graphicFrameLocks/>
          </p:cNvGraphicFramePr>
          <p:nvPr>
            <p:extLst>
              <p:ext uri="{D42A27DB-BD31-4B8C-83A1-F6EECF244321}">
                <p14:modId xmlns:p14="http://schemas.microsoft.com/office/powerpoint/2010/main" val="963408498"/>
              </p:ext>
            </p:extLst>
          </p:nvPr>
        </p:nvGraphicFramePr>
        <p:xfrm>
          <a:off x="384047" y="4581144"/>
          <a:ext cx="2926080" cy="20116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K4">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1172997242"/>
              </p:ext>
            </p:extLst>
          </p:nvPr>
        </p:nvGraphicFramePr>
        <p:xfrm>
          <a:off x="3557015" y="4581144"/>
          <a:ext cx="2926080" cy="201168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K5">
            <a:extLst>
              <a:ext uri="{FF2B5EF4-FFF2-40B4-BE49-F238E27FC236}">
                <a16:creationId xmlns:a16="http://schemas.microsoft.com/office/drawing/2014/main" id="{00000000-0008-0000-0600-000002000000}"/>
              </a:ext>
            </a:extLst>
          </p:cNvPr>
          <p:cNvGraphicFramePr>
            <a:graphicFrameLocks/>
          </p:cNvGraphicFramePr>
          <p:nvPr>
            <p:extLst>
              <p:ext uri="{D42A27DB-BD31-4B8C-83A1-F6EECF244321}">
                <p14:modId xmlns:p14="http://schemas.microsoft.com/office/powerpoint/2010/main" val="23786800"/>
              </p:ext>
            </p:extLst>
          </p:nvPr>
        </p:nvGraphicFramePr>
        <p:xfrm>
          <a:off x="384047" y="7187184"/>
          <a:ext cx="2926080" cy="201168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2" name="Chart K6">
            <a:extLst>
              <a:ext uri="{FF2B5EF4-FFF2-40B4-BE49-F238E27FC236}">
                <a16:creationId xmlns:a16="http://schemas.microsoft.com/office/drawing/2014/main" id="{00000000-0008-0000-0700-000002000000}"/>
              </a:ext>
            </a:extLst>
          </p:cNvPr>
          <p:cNvGraphicFramePr>
            <a:graphicFrameLocks/>
          </p:cNvGraphicFramePr>
          <p:nvPr>
            <p:extLst>
              <p:ext uri="{D42A27DB-BD31-4B8C-83A1-F6EECF244321}">
                <p14:modId xmlns:p14="http://schemas.microsoft.com/office/powerpoint/2010/main" val="1006806442"/>
              </p:ext>
            </p:extLst>
          </p:nvPr>
        </p:nvGraphicFramePr>
        <p:xfrm>
          <a:off x="3557015" y="7187184"/>
          <a:ext cx="2926080" cy="2011680"/>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2469976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93AA0E-F57B-05C8-7428-66E3B2E5E100}"/>
              </a:ext>
            </a:extLst>
          </p:cNvPr>
          <p:cNvSpPr>
            <a:spLocks noGrp="1"/>
          </p:cNvSpPr>
          <p:nvPr>
            <p:ph type="body" sz="quarter" idx="20"/>
          </p:nvPr>
        </p:nvSpPr>
        <p:spPr>
          <a:xfrm>
            <a:off x="382829" y="1497013"/>
            <a:ext cx="6119679" cy="4466984"/>
          </a:xfrm>
          <a:noFill/>
        </p:spPr>
        <p:txBody>
          <a:bodyPr wrap="square" lIns="72000" tIns="72000" rIns="72000" bIns="72000" rtlCol="0" anchor="t">
            <a:noAutofit/>
          </a:bodyPr>
          <a:lstStyle/>
          <a:p>
            <a:r>
              <a:rPr lang="en-US">
                <a:solidFill>
                  <a:schemeClr val="tx1"/>
                </a:solidFill>
              </a:rPr>
              <a:t>Looking at performance on a sector-by-sector basis, 13 of the 16 Ibovespa sectors fell in October, with the index down 8.2%. Domestic sectors rallied ahead of the runoff and gave it all back after the election result, while exporters with USD revenues held up.</a:t>
            </a:r>
            <a:endParaRPr lang="en-US" dirty="0">
              <a:solidFill>
                <a:schemeClr val="tx1"/>
              </a:solidFill>
            </a:endParaRPr>
          </a:p>
          <a:p>
            <a:r>
              <a:rPr lang="en-US">
                <a:solidFill>
                  <a:schemeClr val="tx1"/>
                </a:solidFill>
              </a:rPr>
              <a:t>On the positive side, we highlight:</a:t>
            </a:r>
            <a:endParaRPr lang="en-US" dirty="0">
              <a:solidFill>
                <a:schemeClr val="tx1"/>
              </a:solidFill>
            </a:endParaRPr>
          </a:p>
          <a:p>
            <a:pPr marL="228600" indent="-228600">
              <a:buFont typeface="+mj-lt"/>
              <a:buAutoNum type="arabicPeriod"/>
            </a:pPr>
            <a:r>
              <a:rPr lang="en-US" b="1">
                <a:solidFill>
                  <a:schemeClr val="tx1"/>
                </a:solidFill>
              </a:rPr>
              <a:t>Pulp &amp; Paper (+4.5%)</a:t>
            </a:r>
            <a:r>
              <a:rPr lang="en-US">
                <a:solidFill>
                  <a:schemeClr val="tx1"/>
                </a:solidFill>
              </a:rPr>
              <a:t>, led by Suzano (SUZB3, +8.8%), whose USD-linked revenues benefit from a weaker BRL (USDBRL +6.0% since October 23).</a:t>
            </a:r>
            <a:endParaRPr lang="en-US" dirty="0">
              <a:solidFill>
                <a:schemeClr val="tx1"/>
              </a:solidFill>
            </a:endParaRPr>
          </a:p>
          <a:p>
            <a:pPr marL="228600" indent="-228600">
              <a:buFont typeface="+mj-lt"/>
              <a:buAutoNum type="arabicPeriod"/>
            </a:pPr>
            <a:r>
              <a:rPr lang="en-US" b="1">
                <a:solidFill>
                  <a:schemeClr val="tx1"/>
                </a:solidFill>
              </a:rPr>
              <a:t>Oil, Gas &amp; Petrochemicals (+3.9%)</a:t>
            </a:r>
            <a:r>
              <a:rPr lang="en-US">
                <a:solidFill>
                  <a:schemeClr val="tx1"/>
                </a:solidFill>
              </a:rPr>
              <a:t>, as Brent rose 11.4% in October, to US$115/bbl. PRIO (PRIO3, +17.7%) and Petrobras (PETR3, +9.6%; PETR4, +6.9%) led the gains, despite PETR4's 10.5% drop after the runoff.</a:t>
            </a:r>
            <a:endParaRPr lang="en-US" dirty="0">
              <a:solidFill>
                <a:schemeClr val="tx1"/>
              </a:solidFill>
            </a:endParaRPr>
          </a:p>
          <a:p>
            <a:pPr marL="228600" indent="-228600">
              <a:buFont typeface="+mj-lt"/>
              <a:buAutoNum type="arabicPeriod"/>
            </a:pPr>
            <a:r>
              <a:rPr lang="en-US" b="1">
                <a:solidFill>
                  <a:schemeClr val="tx1"/>
                </a:solidFill>
              </a:rPr>
              <a:t>TMT (+3.4%)</a:t>
            </a:r>
            <a:r>
              <a:rPr lang="en-US">
                <a:solidFill>
                  <a:schemeClr val="tx1"/>
                </a:solidFill>
              </a:rPr>
              <a:t>, led by TIM (TIMS3, +6.1%) and Vivo (VIVT3, +3.6%), defensive names with solid operating momentum heading into 3Q26.</a:t>
            </a:r>
            <a:endParaRPr lang="en-US" dirty="0">
              <a:solidFill>
                <a:schemeClr val="tx1"/>
              </a:solidFill>
            </a:endParaRPr>
          </a:p>
          <a:p>
            <a:r>
              <a:rPr lang="en-US">
                <a:solidFill>
                  <a:schemeClr val="tx1"/>
                </a:solidFill>
              </a:rPr>
              <a:t>On the other hand, the main laggards were:</a:t>
            </a:r>
            <a:endParaRPr lang="en-US" dirty="0">
              <a:solidFill>
                <a:schemeClr val="tx1"/>
              </a:solidFill>
            </a:endParaRPr>
          </a:p>
          <a:p>
            <a:pPr marL="228600" indent="-228600">
              <a:buFont typeface="+mj-lt"/>
              <a:buAutoNum type="arabicPeriod"/>
            </a:pPr>
            <a:r>
              <a:rPr lang="en-US" b="1">
                <a:solidFill>
                  <a:schemeClr val="tx1"/>
                </a:solidFill>
              </a:rPr>
              <a:t>Education (‑23.9%)</a:t>
            </a:r>
            <a:r>
              <a:rPr lang="en-US">
                <a:solidFill>
                  <a:schemeClr val="tx1"/>
                </a:solidFill>
              </a:rPr>
              <a:t>, after the DI1 Jan-31 jumped 264bp on October 26 and with margin pressure expected in 3Q26. Cogna (COGN3, ‑26.3%), up ~28% in the three weeks before, and Yduqs (YDUQ3, ‑20.1%) fell the most.</a:t>
            </a:r>
            <a:endParaRPr lang="en-US" dirty="0">
              <a:solidFill>
                <a:schemeClr val="tx1"/>
              </a:solidFill>
            </a:endParaRPr>
          </a:p>
          <a:p>
            <a:pPr marL="228600" indent="-228600">
              <a:buFont typeface="+mj-lt"/>
              <a:buAutoNum type="arabicPeriod"/>
            </a:pPr>
            <a:r>
              <a:rPr lang="en-US" b="1">
                <a:solidFill>
                  <a:schemeClr val="tx1"/>
                </a:solidFill>
              </a:rPr>
              <a:t>Banks (‑14.6%)</a:t>
            </a:r>
            <a:r>
              <a:rPr lang="en-US">
                <a:solidFill>
                  <a:schemeClr val="tx1"/>
                </a:solidFill>
              </a:rPr>
              <a:t>, led by Banco do Brasil (BBAS3, ‑27.2%) and Bradesco (BBDC4, ‑19.3%). Besides the post-runoff sell-off, asset quality remains a headwind, with higher NPLs in Bradesco's 3Q26.</a:t>
            </a:r>
            <a:endParaRPr lang="en-US" dirty="0">
              <a:solidFill>
                <a:schemeClr val="tx1"/>
              </a:solidFill>
            </a:endParaRPr>
          </a:p>
          <a:p>
            <a:pPr marL="228600" indent="-228600">
              <a:buFont typeface="+mj-lt"/>
              <a:buAutoNum type="arabicPeriod"/>
            </a:pPr>
            <a:r>
              <a:rPr lang="en-US" b="1">
                <a:solidFill>
                  <a:schemeClr val="tx1"/>
                </a:solidFill>
              </a:rPr>
              <a:t>Metals &amp; Mining (‑11.0%)</a:t>
            </a:r>
            <a:r>
              <a:rPr lang="en-US">
                <a:solidFill>
                  <a:schemeClr val="tx1"/>
                </a:solidFill>
              </a:rPr>
              <a:t>, with Vale (VALE3, ‑12.2%) the largest negative contribution to the index (‑1.2pp). Unlike domestic names, Vale fell before the runoff (‑0.8% since October 23), as iron ore dropped 6.1%, to ~US$91/t.</a:t>
            </a:r>
            <a:endParaRPr lang="en-US" dirty="0">
              <a:solidFill>
                <a:schemeClr val="tx1"/>
              </a:solidFill>
            </a:endParaRPr>
          </a:p>
        </p:txBody>
      </p:sp>
      <p:sp>
        <p:nvSpPr>
          <p:cNvPr id="40" name="Content Placeholder 39">
            <a:extLst>
              <a:ext uri="{FF2B5EF4-FFF2-40B4-BE49-F238E27FC236}">
                <a16:creationId xmlns:a16="http://schemas.microsoft.com/office/drawing/2014/main" id="{F13D3806-F033-A6A3-81B6-9CA0C2C27E8F}"/>
              </a:ext>
            </a:extLst>
          </p:cNvPr>
          <p:cNvSpPr>
            <a:spLocks noGrp="1"/>
          </p:cNvSpPr>
          <p:nvPr>
            <p:ph sz="quarter" idx="27"/>
          </p:nvPr>
        </p:nvSpPr>
        <p:spPr>
          <a:xfrm>
            <a:off x="382829" y="5963998"/>
            <a:ext cx="6119679" cy="230832"/>
          </a:xfrm>
        </p:spPr>
        <p:txBody>
          <a:bodyPr/>
          <a:lstStyle/>
          <a:p>
            <a:r>
              <a:rPr lang="en-US" noProof="0" dirty="0"/>
              <a:t>Table 1: Ibovespa sectors performance*</a:t>
            </a:r>
          </a:p>
        </p:txBody>
      </p:sp>
      <p:sp>
        <p:nvSpPr>
          <p:cNvPr id="11" name="Text Placeholder 10">
            <a:extLst>
              <a:ext uri="{FF2B5EF4-FFF2-40B4-BE49-F238E27FC236}">
                <a16:creationId xmlns:a16="http://schemas.microsoft.com/office/drawing/2014/main" id="{C30E05E3-4DA2-D62E-1E78-215703528B3B}"/>
              </a:ext>
            </a:extLst>
          </p:cNvPr>
          <p:cNvSpPr>
            <a:spLocks noGrp="1"/>
          </p:cNvSpPr>
          <p:nvPr>
            <p:ph type="body" sz="quarter" idx="16"/>
          </p:nvPr>
        </p:nvSpPr>
        <p:spPr/>
        <p:txBody>
          <a:bodyPr/>
          <a:lstStyle/>
          <a:p>
            <a:r>
              <a:rPr lang="en-US" noProof="0" dirty="0"/>
              <a:t>XP Ray of Brazil</a:t>
            </a:r>
          </a:p>
        </p:txBody>
      </p:sp>
      <p:sp>
        <p:nvSpPr>
          <p:cNvPr id="12" name="Text Placeholder 11">
            <a:extLst>
              <a:ext uri="{FF2B5EF4-FFF2-40B4-BE49-F238E27FC236}">
                <a16:creationId xmlns:a16="http://schemas.microsoft.com/office/drawing/2014/main" id="{4987FF20-C4A6-3F35-7C00-51717F3EFA45}"/>
              </a:ext>
            </a:extLst>
          </p:cNvPr>
          <p:cNvSpPr>
            <a:spLocks noGrp="1"/>
          </p:cNvSpPr>
          <p:nvPr>
            <p:ph type="body" sz="quarter" idx="17"/>
          </p:nvPr>
        </p:nvSpPr>
        <p:spPr/>
        <p:txBody>
          <a:bodyPr/>
          <a:lstStyle/>
          <a:p>
            <a:r>
              <a:rPr lang="en-US" b="0" noProof="0" dirty="0">
                <a:solidFill>
                  <a:schemeClr val="tx1"/>
                </a:solidFill>
              </a:rPr>
              <a:t>Exporters held up as domestic sectors sold off after the runoff</a:t>
            </a:r>
          </a:p>
        </p:txBody>
      </p:sp>
      <p:sp>
        <p:nvSpPr>
          <p:cNvPr id="13" name="Text Placeholder 12">
            <a:extLst>
              <a:ext uri="{FF2B5EF4-FFF2-40B4-BE49-F238E27FC236}">
                <a16:creationId xmlns:a16="http://schemas.microsoft.com/office/drawing/2014/main" id="{01907D8C-4E2D-B4FA-D610-0D6B8E5FF9AC}"/>
              </a:ext>
            </a:extLst>
          </p:cNvPr>
          <p:cNvSpPr>
            <a:spLocks noGrp="1"/>
          </p:cNvSpPr>
          <p:nvPr>
            <p:ph type="body" sz="quarter" idx="29"/>
          </p:nvPr>
        </p:nvSpPr>
        <p:spPr/>
        <p:txBody>
          <a:bodyPr/>
          <a:lstStyle/>
          <a:p>
            <a:r>
              <a:rPr lang="en-US" b="0" noProof="0" dirty="0">
                <a:latin typeface="Roboto"/>
                <a:ea typeface="Roboto"/>
                <a:cs typeface="Roboto"/>
              </a:rPr>
              <a:t>Source: B3, Economatica, Yahoo Finance, XP Research. *Data as </a:t>
            </a:r>
            <a:r>
              <a:rPr lang="en-US" b="0" noProof="0">
                <a:latin typeface="Roboto"/>
                <a:ea typeface="Roboto"/>
                <a:cs typeface="Roboto"/>
              </a:rPr>
              <a:t>of 10/28/2026.</a:t>
            </a:r>
            <a:endParaRPr lang="en-US" noProof="0" dirty="0">
              <a:latin typeface="Roboto"/>
              <a:ea typeface="Roboto"/>
              <a:cs typeface="Roboto"/>
            </a:endParaRPr>
          </a:p>
        </p:txBody>
      </p:sp>
      <p:sp>
        <p:nvSpPr>
          <p:cNvPr id="14" name="Date Placeholder 13">
            <a:extLst>
              <a:ext uri="{FF2B5EF4-FFF2-40B4-BE49-F238E27FC236}">
                <a16:creationId xmlns:a16="http://schemas.microsoft.com/office/drawing/2014/main" id="{A9A69645-CE46-7F15-2C58-F48EA3B3AB09}"/>
              </a:ext>
            </a:extLst>
          </p:cNvPr>
          <p:cNvSpPr>
            <a:spLocks noGrp="1"/>
          </p:cNvSpPr>
          <p:nvPr>
            <p:ph type="dt" sz="half" idx="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74797C"/>
                </a:solidFill>
                <a:effectLst/>
                <a:uLnTx/>
                <a:uFillTx/>
                <a:latin typeface="Roboto Light" panose="02000000000000000000" pitchFamily="2" charset="0"/>
                <a:ea typeface="Roboto Light" panose="02000000000000000000" pitchFamily="2" charset="0"/>
                <a:cs typeface="Roboto Light" panose="02000000000000000000" pitchFamily="2" charset="0"/>
              </a:rPr>
              <a:t>October 30, 2026</a:t>
            </a:r>
          </a:p>
        </p:txBody>
      </p:sp>
      <p:graphicFrame>
        <p:nvGraphicFramePr>
          <p:cNvPr id="3" name="Table 2">
            <a:extLst>
              <a:ext uri="{FF2B5EF4-FFF2-40B4-BE49-F238E27FC236}">
                <a16:creationId xmlns:a16="http://schemas.microsoft.com/office/drawing/2014/main" id="{2A4A6289-67EB-34F0-9B5D-618989399BC6}"/>
              </a:ext>
            </a:extLst>
          </p:cNvPr>
          <p:cNvGraphicFramePr>
            <a:graphicFrameLocks noGrp="1"/>
          </p:cNvGraphicFramePr>
          <p:nvPr>
            <p:extLst>
              <p:ext uri="{D42A27DB-BD31-4B8C-83A1-F6EECF244321}">
                <p14:modId xmlns:p14="http://schemas.microsoft.com/office/powerpoint/2010/main" val="3897450027"/>
              </p:ext>
            </p:extLst>
          </p:nvPr>
        </p:nvGraphicFramePr>
        <p:xfrm>
          <a:off x="393031" y="6293417"/>
          <a:ext cx="6096669" cy="2871375"/>
        </p:xfrm>
        <a:graphic>
          <a:graphicData uri="http://schemas.openxmlformats.org/drawingml/2006/table">
            <a:tbl>
              <a:tblPr/>
              <a:tblGrid>
                <a:gridCol w="1793139">
                  <a:extLst>
                    <a:ext uri="{9D8B030D-6E8A-4147-A177-3AD203B41FA5}">
                      <a16:colId xmlns:a16="http://schemas.microsoft.com/office/drawing/2014/main" val="2425162416"/>
                    </a:ext>
                  </a:extLst>
                </a:gridCol>
                <a:gridCol w="635283">
                  <a:extLst>
                    <a:ext uri="{9D8B030D-6E8A-4147-A177-3AD203B41FA5}">
                      <a16:colId xmlns:a16="http://schemas.microsoft.com/office/drawing/2014/main" val="2352857939"/>
                    </a:ext>
                  </a:extLst>
                </a:gridCol>
                <a:gridCol w="635283">
                  <a:extLst>
                    <a:ext uri="{9D8B030D-6E8A-4147-A177-3AD203B41FA5}">
                      <a16:colId xmlns:a16="http://schemas.microsoft.com/office/drawing/2014/main" val="1383863379"/>
                    </a:ext>
                  </a:extLst>
                </a:gridCol>
                <a:gridCol w="635283">
                  <a:extLst>
                    <a:ext uri="{9D8B030D-6E8A-4147-A177-3AD203B41FA5}">
                      <a16:colId xmlns:a16="http://schemas.microsoft.com/office/drawing/2014/main" val="1301831816"/>
                    </a:ext>
                  </a:extLst>
                </a:gridCol>
                <a:gridCol w="491832">
                  <a:extLst>
                    <a:ext uri="{9D8B030D-6E8A-4147-A177-3AD203B41FA5}">
                      <a16:colId xmlns:a16="http://schemas.microsoft.com/office/drawing/2014/main" val="1560811332"/>
                    </a:ext>
                  </a:extLst>
                </a:gridCol>
                <a:gridCol w="635283">
                  <a:extLst>
                    <a:ext uri="{9D8B030D-6E8A-4147-A177-3AD203B41FA5}">
                      <a16:colId xmlns:a16="http://schemas.microsoft.com/office/drawing/2014/main" val="2712759832"/>
                    </a:ext>
                  </a:extLst>
                </a:gridCol>
                <a:gridCol w="635283">
                  <a:extLst>
                    <a:ext uri="{9D8B030D-6E8A-4147-A177-3AD203B41FA5}">
                      <a16:colId xmlns:a16="http://schemas.microsoft.com/office/drawing/2014/main" val="918286356"/>
                    </a:ext>
                  </a:extLst>
                </a:gridCol>
                <a:gridCol w="635283">
                  <a:extLst>
                    <a:ext uri="{9D8B030D-6E8A-4147-A177-3AD203B41FA5}">
                      <a16:colId xmlns:a16="http://schemas.microsoft.com/office/drawing/2014/main" val="379903063"/>
                    </a:ext>
                  </a:extLst>
                </a:gridCol>
              </a:tblGrid>
              <a:tr h="151125">
                <a:tc>
                  <a:txBody>
                    <a:bodyPr/>
                    <a:lstStyle/>
                    <a:p>
                      <a:pPr algn="ctr" fontAlgn="b">
                        <a:buNone/>
                      </a:pPr>
                      <a:r>
                        <a:rPr lang="pt-BR" sz="900" b="1" i="0" u="none" strike="noStrike" dirty="0">
                          <a:solidFill>
                            <a:srgbClr val="FFFFFF"/>
                          </a:solidFill>
                          <a:effectLst/>
                          <a:latin typeface="Roboto Light" panose="02000000000000000000" pitchFamily="2" charset="0"/>
                        </a:rPr>
                        <a:t> </a:t>
                      </a:r>
                    </a:p>
                  </a:txBody>
                  <a:tcPr marL="5151" marR="5151" marT="515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900" b="1" i="0" u="none" strike="noStrike">
                          <a:solidFill>
                            <a:srgbClr val="FFFFFF"/>
                          </a:solidFill>
                          <a:effectLst/>
                          <a:latin typeface="Roboto Light" panose="02000000000000000000" pitchFamily="2" charset="0"/>
                        </a:rPr>
                        <a:t>10Y</a:t>
                      </a:r>
                    </a:p>
                  </a:txBody>
                  <a:tcPr marL="5151" marR="5151" marT="515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900" b="1" i="0" u="none" strike="noStrike">
                          <a:solidFill>
                            <a:srgbClr val="FFFFFF"/>
                          </a:solidFill>
                          <a:effectLst/>
                          <a:latin typeface="Roboto Light" panose="02000000000000000000" pitchFamily="2" charset="0"/>
                        </a:rPr>
                        <a:t>5Y</a:t>
                      </a:r>
                    </a:p>
                  </a:txBody>
                  <a:tcPr marL="5151" marR="5151" marT="515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900" b="1" i="0" u="none" strike="noStrike">
                          <a:solidFill>
                            <a:srgbClr val="FFFFFF"/>
                          </a:solidFill>
                          <a:effectLst/>
                          <a:latin typeface="Roboto Light" panose="02000000000000000000" pitchFamily="2" charset="0"/>
                        </a:rPr>
                        <a:t>3Y</a:t>
                      </a:r>
                    </a:p>
                  </a:txBody>
                  <a:tcPr marL="5151" marR="5151" marT="515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900" b="1" i="0" u="none" strike="noStrike">
                          <a:solidFill>
                            <a:srgbClr val="FFFFFF"/>
                          </a:solidFill>
                          <a:effectLst/>
                          <a:latin typeface="Roboto Light" panose="02000000000000000000" pitchFamily="2" charset="0"/>
                        </a:rPr>
                        <a:t>1Y</a:t>
                      </a:r>
                    </a:p>
                  </a:txBody>
                  <a:tcPr marL="5151" marR="5151" marT="5151" marB="0" anchor="b">
                    <a:lnL>
                      <a:noFill/>
                    </a:lnL>
                    <a:lnR w="1270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900" b="1" i="0" u="none" strike="noStrike">
                          <a:solidFill>
                            <a:srgbClr val="FFFFFF"/>
                          </a:solidFill>
                          <a:effectLst/>
                          <a:latin typeface="Roboto Light" panose="02000000000000000000" pitchFamily="2" charset="0"/>
                        </a:rPr>
                        <a:t>2026</a:t>
                      </a:r>
                    </a:p>
                  </a:txBody>
                  <a:tcPr marL="5151" marR="5151" marT="5151" marB="0" anchor="b">
                    <a:lnL w="12700" cap="flat" cmpd="sng" algn="ctr">
                      <a:solidFill>
                        <a:srgbClr val="000000"/>
                      </a:solidFill>
                      <a:prstDash val="dash"/>
                      <a:round/>
                      <a:headEnd type="none" w="med" len="med"/>
                      <a:tailEnd type="none" w="med" len="med"/>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900" b="1" i="0" u="none" strike="noStrike">
                          <a:solidFill>
                            <a:srgbClr val="FFFFFF"/>
                          </a:solidFill>
                          <a:effectLst/>
                          <a:latin typeface="Roboto Light" panose="02000000000000000000" pitchFamily="2" charset="0"/>
                        </a:rPr>
                        <a:t> Sep</a:t>
                      </a:r>
                    </a:p>
                  </a:txBody>
                  <a:tcPr marL="5151" marR="5151" marT="5151" marB="0" anchor="b">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900" b="1" i="0" u="none" strike="noStrike">
                          <a:solidFill>
                            <a:srgbClr val="FFFFFF"/>
                          </a:solidFill>
                          <a:effectLst/>
                          <a:latin typeface="Roboto Light" panose="02000000000000000000" pitchFamily="2" charset="0"/>
                        </a:rPr>
                        <a:t> Oct</a:t>
                      </a:r>
                    </a:p>
                  </a:txBody>
                  <a:tcPr marL="5151" marR="5151" marT="5151" marB="0" anchor="b">
                    <a:lnL>
                      <a:noFill/>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extLst>
                  <a:ext uri="{0D108BD9-81ED-4DB2-BD59-A6C34878D82A}">
                    <a16:rowId xmlns:a16="http://schemas.microsoft.com/office/drawing/2014/main" val="121192233"/>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Banks</a:t>
                      </a:r>
                    </a:p>
                  </a:txBody>
                  <a:tcPr marL="5151" marR="5151" marT="5151" marB="0" anchor="b">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9.9%</a:t>
                      </a:r>
                    </a:p>
                  </a:txBody>
                  <a:tcPr marL="5151" marR="5151" marT="5151" marB="0" anchor="b">
                    <a:lnL>
                      <a:noFill/>
                    </a:lnL>
                    <a:lnR>
                      <a:noFill/>
                    </a:lnR>
                    <a:lnT w="12700" cap="flat" cmpd="sng" algn="ctr">
                      <a:solidFill>
                        <a:srgbClr val="000000"/>
                      </a:solidFill>
                      <a:prstDash val="solid"/>
                      <a:round/>
                      <a:headEnd type="none" w="med" len="med"/>
                      <a:tailEnd type="none" w="med" len="med"/>
                    </a:lnT>
                    <a:lnB>
                      <a:noFill/>
                    </a:lnB>
                    <a:solidFill>
                      <a:srgbClr val="99D4A8"/>
                    </a:solidFill>
                  </a:tcPr>
                </a:tc>
                <a:tc>
                  <a:txBody>
                    <a:bodyPr/>
                    <a:lstStyle/>
                    <a:p>
                      <a:pPr algn="ctr" fontAlgn="b">
                        <a:buNone/>
                      </a:pPr>
                      <a:r>
                        <a:rPr lang="pt-BR" sz="900" b="0" i="0" u="none" strike="noStrike">
                          <a:solidFill>
                            <a:srgbClr val="000000"/>
                          </a:solidFill>
                          <a:effectLst/>
                          <a:latin typeface="Roboto Light" panose="02000000000000000000" pitchFamily="2" charset="0"/>
                        </a:rPr>
                        <a:t>12.8%</a:t>
                      </a:r>
                    </a:p>
                  </a:txBody>
                  <a:tcPr marL="5151" marR="5151" marT="5151" marB="0" anchor="b">
                    <a:lnL>
                      <a:noFill/>
                    </a:lnL>
                    <a:lnR>
                      <a:noFill/>
                    </a:lnR>
                    <a:lnT w="12700" cap="flat" cmpd="sng" algn="ctr">
                      <a:solidFill>
                        <a:srgbClr val="000000"/>
                      </a:solidFill>
                      <a:prstDash val="solid"/>
                      <a:round/>
                      <a:headEnd type="none" w="med" len="med"/>
                      <a:tailEnd type="none" w="med" len="med"/>
                    </a:lnT>
                    <a:lnB>
                      <a:noFill/>
                    </a:lnB>
                    <a:solidFill>
                      <a:srgbClr val="7AC88F"/>
                    </a:solidFill>
                  </a:tcPr>
                </a:tc>
                <a:tc>
                  <a:txBody>
                    <a:bodyPr/>
                    <a:lstStyle/>
                    <a:p>
                      <a:pPr algn="ctr" fontAlgn="b">
                        <a:buNone/>
                      </a:pPr>
                      <a:r>
                        <a:rPr lang="pt-BR" sz="900" b="0" i="0" u="none" strike="noStrike">
                          <a:solidFill>
                            <a:srgbClr val="000000"/>
                          </a:solidFill>
                          <a:effectLst/>
                          <a:latin typeface="Roboto Light" panose="02000000000000000000" pitchFamily="2" charset="0"/>
                        </a:rPr>
                        <a:t>17.1%</a:t>
                      </a:r>
                    </a:p>
                  </a:txBody>
                  <a:tcPr marL="5151" marR="5151" marT="5151" marB="0" anchor="b">
                    <a:lnL>
                      <a:noFill/>
                    </a:lnL>
                    <a:lnR>
                      <a:noFill/>
                    </a:lnR>
                    <a:lnT w="12700" cap="flat" cmpd="sng" algn="ctr">
                      <a:solidFill>
                        <a:srgbClr val="000000"/>
                      </a:solidFill>
                      <a:prstDash val="solid"/>
                      <a:round/>
                      <a:headEnd type="none" w="med" len="med"/>
                      <a:tailEnd type="none" w="med" len="med"/>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3.9%</a:t>
                      </a:r>
                    </a:p>
                  </a:txBody>
                  <a:tcPr marL="5151" marR="5151" marT="5151" marB="0" anchor="b">
                    <a:lnL>
                      <a:noFill/>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6EEDC"/>
                    </a:solidFill>
                  </a:tcPr>
                </a:tc>
                <a:tc>
                  <a:txBody>
                    <a:bodyPr/>
                    <a:lstStyle/>
                    <a:p>
                      <a:pPr algn="ctr" fontAlgn="b">
                        <a:buNone/>
                      </a:pPr>
                      <a:r>
                        <a:rPr lang="pt-BR" sz="900" b="0" i="0" u="none" strike="noStrike">
                          <a:solidFill>
                            <a:srgbClr val="000000"/>
                          </a:solidFill>
                          <a:effectLst/>
                          <a:latin typeface="Roboto Light" panose="02000000000000000000" pitchFamily="2" charset="0"/>
                        </a:rPr>
                        <a:t>-3.7%</a:t>
                      </a:r>
                    </a:p>
                  </a:txBody>
                  <a:tcPr marL="5151" marR="5151" marT="5151" marB="0" anchor="b">
                    <a:lnL w="12700" cap="flat" cmpd="sng" algn="ctr">
                      <a:solidFill>
                        <a:srgbClr val="000000"/>
                      </a:solidFill>
                      <a:prstDash val="dash"/>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DDADA"/>
                    </a:solidFill>
                  </a:tcPr>
                </a:tc>
                <a:tc>
                  <a:txBody>
                    <a:bodyPr/>
                    <a:lstStyle/>
                    <a:p>
                      <a:pPr algn="ctr" fontAlgn="b">
                        <a:buNone/>
                      </a:pPr>
                      <a:r>
                        <a:rPr lang="pt-BR" sz="900" b="0" i="0" u="none" strike="noStrike">
                          <a:solidFill>
                            <a:srgbClr val="000000"/>
                          </a:solidFill>
                          <a:effectLst/>
                          <a:latin typeface="Roboto Light" panose="02000000000000000000" pitchFamily="2" charset="0"/>
                        </a:rPr>
                        <a:t>11.4%</a:t>
                      </a:r>
                    </a:p>
                  </a:txBody>
                  <a:tcPr marL="5151" marR="5151" marT="5151" marB="0" anchor="b">
                    <a:lnL>
                      <a:noFill/>
                    </a:lnL>
                    <a:lnR>
                      <a:noFill/>
                    </a:lnR>
                    <a:lnT w="12700" cap="flat" cmpd="sng" algn="ctr">
                      <a:solidFill>
                        <a:srgbClr val="000000"/>
                      </a:solidFill>
                      <a:prstDash val="solid"/>
                      <a:round/>
                      <a:headEnd type="none" w="med" len="med"/>
                      <a:tailEnd type="none" w="med" len="med"/>
                    </a:lnT>
                    <a:lnB>
                      <a:noFill/>
                    </a:lnB>
                    <a:solidFill>
                      <a:srgbClr val="89CE9B"/>
                    </a:solidFill>
                  </a:tcPr>
                </a:tc>
                <a:tc>
                  <a:txBody>
                    <a:bodyPr/>
                    <a:lstStyle/>
                    <a:p>
                      <a:pPr algn="ctr" fontAlgn="b">
                        <a:buNone/>
                      </a:pPr>
                      <a:r>
                        <a:rPr lang="pt-BR" sz="900" b="0" i="0" u="none" strike="noStrike">
                          <a:solidFill>
                            <a:srgbClr val="000000"/>
                          </a:solidFill>
                          <a:effectLst/>
                          <a:latin typeface="Roboto Light" panose="02000000000000000000" pitchFamily="2" charset="0"/>
                        </a:rPr>
                        <a:t>-14.6%</a:t>
                      </a:r>
                    </a:p>
                  </a:txBody>
                  <a:tcPr marL="5151" marR="5151" marT="5151" marB="0" anchor="b">
                    <a:lnL>
                      <a:noFill/>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86D6F"/>
                    </a:solidFill>
                  </a:tcPr>
                </a:tc>
                <a:extLst>
                  <a:ext uri="{0D108BD9-81ED-4DB2-BD59-A6C34878D82A}">
                    <a16:rowId xmlns:a16="http://schemas.microsoft.com/office/drawing/2014/main" val="1351695457"/>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Capital Goods</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22.5%</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16.6%</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36.3%</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11.4%</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89CE9B"/>
                    </a:solidFill>
                  </a:tcPr>
                </a:tc>
                <a:tc>
                  <a:txBody>
                    <a:bodyPr/>
                    <a:lstStyle/>
                    <a:p>
                      <a:pPr algn="ctr" fontAlgn="b">
                        <a:buNone/>
                      </a:pPr>
                      <a:r>
                        <a:rPr lang="pt-BR" sz="900" b="0" i="0" u="none" strike="noStrike">
                          <a:solidFill>
                            <a:srgbClr val="000000"/>
                          </a:solidFill>
                          <a:effectLst/>
                          <a:latin typeface="Roboto Light" panose="02000000000000000000" pitchFamily="2" charset="0"/>
                        </a:rPr>
                        <a:t>3.1%</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DFF2E4"/>
                    </a:solidFill>
                  </a:tcPr>
                </a:tc>
                <a:tc>
                  <a:txBody>
                    <a:bodyPr/>
                    <a:lstStyle/>
                    <a:p>
                      <a:pPr algn="ctr" fontAlgn="b">
                        <a:buNone/>
                      </a:pPr>
                      <a:r>
                        <a:rPr lang="pt-BR" sz="900" b="0" i="0" u="none" strike="noStrike">
                          <a:solidFill>
                            <a:srgbClr val="000000"/>
                          </a:solidFill>
                          <a:effectLst/>
                          <a:latin typeface="Roboto Light" panose="02000000000000000000" pitchFamily="2" charset="0"/>
                        </a:rPr>
                        <a:t>1.3%</a:t>
                      </a:r>
                    </a:p>
                  </a:txBody>
                  <a:tcPr marL="5151" marR="5151" marT="5151" marB="0" anchor="b">
                    <a:lnL>
                      <a:noFill/>
                    </a:lnL>
                    <a:lnR>
                      <a:noFill/>
                    </a:lnR>
                    <a:lnT>
                      <a:noFill/>
                    </a:lnT>
                    <a:lnB>
                      <a:noFill/>
                    </a:lnB>
                    <a:solidFill>
                      <a:srgbClr val="F1F9F3"/>
                    </a:solidFill>
                  </a:tcPr>
                </a:tc>
                <a:tc>
                  <a:txBody>
                    <a:bodyPr/>
                    <a:lstStyle/>
                    <a:p>
                      <a:pPr algn="ctr" fontAlgn="b">
                        <a:buNone/>
                      </a:pPr>
                      <a:r>
                        <a:rPr lang="pt-BR" sz="900" b="0" i="0" u="none" strike="noStrike">
                          <a:solidFill>
                            <a:srgbClr val="000000"/>
                          </a:solidFill>
                          <a:effectLst/>
                          <a:latin typeface="Roboto Light" panose="02000000000000000000" pitchFamily="2" charset="0"/>
                        </a:rPr>
                        <a:t>-2.3%</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EE8E8"/>
                    </a:solidFill>
                  </a:tcPr>
                </a:tc>
                <a:extLst>
                  <a:ext uri="{0D108BD9-81ED-4DB2-BD59-A6C34878D82A}">
                    <a16:rowId xmlns:a16="http://schemas.microsoft.com/office/drawing/2014/main" val="3382386016"/>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Education</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-13.1%</a:t>
                      </a:r>
                    </a:p>
                  </a:txBody>
                  <a:tcPr marL="5151" marR="5151" marT="5151" marB="0" anchor="b">
                    <a:lnL>
                      <a:noFill/>
                    </a:lnL>
                    <a:lnR>
                      <a:noFill/>
                    </a:lnR>
                    <a:lnT>
                      <a:noFill/>
                    </a:lnT>
                    <a:lnB>
                      <a:noFill/>
                    </a:lnB>
                    <a:solidFill>
                      <a:srgbClr val="F97C7E"/>
                    </a:solidFill>
                  </a:tcPr>
                </a:tc>
                <a:tc>
                  <a:txBody>
                    <a:bodyPr/>
                    <a:lstStyle/>
                    <a:p>
                      <a:pPr algn="ctr" fontAlgn="b">
                        <a:buNone/>
                      </a:pPr>
                      <a:r>
                        <a:rPr lang="pt-BR" sz="900" b="0" i="0" u="none" strike="noStrike">
                          <a:solidFill>
                            <a:srgbClr val="000000"/>
                          </a:solidFill>
                          <a:effectLst/>
                          <a:latin typeface="Roboto Light" panose="02000000000000000000" pitchFamily="2" charset="0"/>
                        </a:rPr>
                        <a:t>-9.0%</a:t>
                      </a:r>
                    </a:p>
                  </a:txBody>
                  <a:tcPr marL="5151" marR="5151" marT="5151" marB="0" anchor="b">
                    <a:lnL>
                      <a:noFill/>
                    </a:lnL>
                    <a:lnR>
                      <a:noFill/>
                    </a:lnR>
                    <a:lnT>
                      <a:noFill/>
                    </a:lnT>
                    <a:lnB>
                      <a:noFill/>
                    </a:lnB>
                    <a:solidFill>
                      <a:srgbClr val="FBA5A6"/>
                    </a:solidFill>
                  </a:tcPr>
                </a:tc>
                <a:tc>
                  <a:txBody>
                    <a:bodyPr/>
                    <a:lstStyle/>
                    <a:p>
                      <a:pPr algn="ctr" fontAlgn="b">
                        <a:buNone/>
                      </a:pPr>
                      <a:r>
                        <a:rPr lang="pt-BR" sz="900" b="0" i="0" u="none" strike="noStrike">
                          <a:solidFill>
                            <a:srgbClr val="000000"/>
                          </a:solidFill>
                          <a:effectLst/>
                          <a:latin typeface="Roboto Light" panose="02000000000000000000" pitchFamily="2" charset="0"/>
                        </a:rPr>
                        <a:t>-12.1%</a:t>
                      </a:r>
                    </a:p>
                  </a:txBody>
                  <a:tcPr marL="5151" marR="5151" marT="5151" marB="0" anchor="b">
                    <a:lnL>
                      <a:noFill/>
                    </a:lnL>
                    <a:lnR>
                      <a:noFill/>
                    </a:lnR>
                    <a:lnT>
                      <a:noFill/>
                    </a:lnT>
                    <a:lnB>
                      <a:noFill/>
                    </a:lnB>
                    <a:solidFill>
                      <a:srgbClr val="F98687"/>
                    </a:solidFill>
                  </a:tcPr>
                </a:tc>
                <a:tc>
                  <a:txBody>
                    <a:bodyPr/>
                    <a:lstStyle/>
                    <a:p>
                      <a:pPr algn="ctr" fontAlgn="b">
                        <a:buNone/>
                      </a:pPr>
                      <a:r>
                        <a:rPr lang="pt-BR" sz="900" b="0" i="0" u="none" strike="noStrike">
                          <a:solidFill>
                            <a:srgbClr val="000000"/>
                          </a:solidFill>
                          <a:effectLst/>
                          <a:latin typeface="Roboto Light" panose="02000000000000000000" pitchFamily="2" charset="0"/>
                        </a:rPr>
                        <a:t>-39.9%</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8696B"/>
                    </a:solidFill>
                  </a:tcPr>
                </a:tc>
                <a:tc>
                  <a:txBody>
                    <a:bodyPr/>
                    <a:lstStyle/>
                    <a:p>
                      <a:pPr algn="ctr" fontAlgn="b">
                        <a:buNone/>
                      </a:pPr>
                      <a:r>
                        <a:rPr lang="pt-BR" sz="900" b="0" i="0" u="none" strike="noStrike">
                          <a:solidFill>
                            <a:srgbClr val="000000"/>
                          </a:solidFill>
                          <a:effectLst/>
                          <a:latin typeface="Roboto Light" panose="02000000000000000000" pitchFamily="2" charset="0"/>
                        </a:rPr>
                        <a:t>-39.4%</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8696B"/>
                    </a:solidFill>
                  </a:tcPr>
                </a:tc>
                <a:tc>
                  <a:txBody>
                    <a:bodyPr/>
                    <a:lstStyle/>
                    <a:p>
                      <a:pPr algn="ctr" fontAlgn="b">
                        <a:buNone/>
                      </a:pPr>
                      <a:r>
                        <a:rPr lang="pt-BR" sz="900" b="0" i="0" u="none" strike="noStrike">
                          <a:solidFill>
                            <a:srgbClr val="000000"/>
                          </a:solidFill>
                          <a:effectLst/>
                          <a:latin typeface="Roboto Light" panose="02000000000000000000" pitchFamily="2" charset="0"/>
                        </a:rPr>
                        <a:t>9.6%</a:t>
                      </a:r>
                    </a:p>
                  </a:txBody>
                  <a:tcPr marL="5151" marR="5151" marT="5151" marB="0" anchor="b">
                    <a:lnL>
                      <a:noFill/>
                    </a:lnL>
                    <a:lnR>
                      <a:noFill/>
                    </a:lnR>
                    <a:lnT>
                      <a:noFill/>
                    </a:lnT>
                    <a:lnB>
                      <a:noFill/>
                    </a:lnB>
                    <a:solidFill>
                      <a:srgbClr val="9BD5AA"/>
                    </a:solidFill>
                  </a:tcPr>
                </a:tc>
                <a:tc>
                  <a:txBody>
                    <a:bodyPr/>
                    <a:lstStyle/>
                    <a:p>
                      <a:pPr algn="ctr" fontAlgn="b">
                        <a:buNone/>
                      </a:pPr>
                      <a:r>
                        <a:rPr lang="pt-BR" sz="900" b="0" i="0" u="none" strike="noStrike">
                          <a:solidFill>
                            <a:srgbClr val="000000"/>
                          </a:solidFill>
                          <a:effectLst/>
                          <a:latin typeface="Roboto Light" panose="02000000000000000000" pitchFamily="2" charset="0"/>
                        </a:rPr>
                        <a:t>-23.9%</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8696B"/>
                    </a:solidFill>
                  </a:tcPr>
                </a:tc>
                <a:extLst>
                  <a:ext uri="{0D108BD9-81ED-4DB2-BD59-A6C34878D82A}">
                    <a16:rowId xmlns:a16="http://schemas.microsoft.com/office/drawing/2014/main" val="3690591884"/>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Financials Non-Banks</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9.1%</a:t>
                      </a:r>
                    </a:p>
                  </a:txBody>
                  <a:tcPr marL="5151" marR="5151" marT="5151" marB="0" anchor="b">
                    <a:lnL>
                      <a:noFill/>
                    </a:lnL>
                    <a:lnR>
                      <a:noFill/>
                    </a:lnR>
                    <a:lnT>
                      <a:noFill/>
                    </a:lnT>
                    <a:lnB>
                      <a:noFill/>
                    </a:lnB>
                    <a:solidFill>
                      <a:srgbClr val="A1D8AF"/>
                    </a:solidFill>
                  </a:tcPr>
                </a:tc>
                <a:tc>
                  <a:txBody>
                    <a:bodyPr/>
                    <a:lstStyle/>
                    <a:p>
                      <a:pPr algn="ctr" fontAlgn="b">
                        <a:buNone/>
                      </a:pPr>
                      <a:r>
                        <a:rPr lang="pt-BR" sz="900" b="0" i="0" u="none" strike="noStrike">
                          <a:solidFill>
                            <a:srgbClr val="000000"/>
                          </a:solidFill>
                          <a:effectLst/>
                          <a:latin typeface="Roboto Light" panose="02000000000000000000" pitchFamily="2" charset="0"/>
                        </a:rPr>
                        <a:t>14.0%</a:t>
                      </a:r>
                    </a:p>
                  </a:txBody>
                  <a:tcPr marL="5151" marR="5151" marT="5151" marB="0" anchor="b">
                    <a:lnL>
                      <a:noFill/>
                    </a:lnL>
                    <a:lnR>
                      <a:noFill/>
                    </a:lnR>
                    <a:lnT>
                      <a:noFill/>
                    </a:lnT>
                    <a:lnB>
                      <a:noFill/>
                    </a:lnB>
                    <a:solidFill>
                      <a:srgbClr val="6EC284"/>
                    </a:solidFill>
                  </a:tcPr>
                </a:tc>
                <a:tc>
                  <a:txBody>
                    <a:bodyPr/>
                    <a:lstStyle/>
                    <a:p>
                      <a:pPr algn="ctr" fontAlgn="b">
                        <a:buNone/>
                      </a:pPr>
                      <a:r>
                        <a:rPr lang="pt-BR" sz="900" b="0" i="0" u="none" strike="noStrike">
                          <a:solidFill>
                            <a:srgbClr val="000000"/>
                          </a:solidFill>
                          <a:effectLst/>
                          <a:latin typeface="Roboto Light" panose="02000000000000000000" pitchFamily="2" charset="0"/>
                        </a:rPr>
                        <a:t>21.3%</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27.7%</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15.4%</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9.9%</a:t>
                      </a:r>
                    </a:p>
                  </a:txBody>
                  <a:tcPr marL="5151" marR="5151" marT="5151" marB="0" anchor="b">
                    <a:lnL>
                      <a:noFill/>
                    </a:lnL>
                    <a:lnR>
                      <a:noFill/>
                    </a:lnR>
                    <a:lnT>
                      <a:noFill/>
                    </a:lnT>
                    <a:lnB>
                      <a:noFill/>
                    </a:lnB>
                    <a:solidFill>
                      <a:srgbClr val="98D4A8"/>
                    </a:solidFill>
                  </a:tcPr>
                </a:tc>
                <a:tc>
                  <a:txBody>
                    <a:bodyPr/>
                    <a:lstStyle/>
                    <a:p>
                      <a:pPr algn="ctr" fontAlgn="b">
                        <a:buNone/>
                      </a:pPr>
                      <a:r>
                        <a:rPr lang="pt-BR" sz="900" b="0" i="0" u="none" strike="noStrike">
                          <a:solidFill>
                            <a:srgbClr val="000000"/>
                          </a:solidFill>
                          <a:effectLst/>
                          <a:latin typeface="Roboto Light" panose="02000000000000000000" pitchFamily="2" charset="0"/>
                        </a:rPr>
                        <a:t>-11.4%</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A8D8E"/>
                    </a:solidFill>
                  </a:tcPr>
                </a:tc>
                <a:extLst>
                  <a:ext uri="{0D108BD9-81ED-4DB2-BD59-A6C34878D82A}">
                    <a16:rowId xmlns:a16="http://schemas.microsoft.com/office/drawing/2014/main" val="2616653795"/>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Food &amp; Beverages</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4.6%</a:t>
                      </a:r>
                    </a:p>
                  </a:txBody>
                  <a:tcPr marL="5151" marR="5151" marT="5151" marB="0" anchor="b">
                    <a:lnL>
                      <a:noFill/>
                    </a:lnL>
                    <a:lnR>
                      <a:noFill/>
                    </a:lnR>
                    <a:lnT>
                      <a:noFill/>
                    </a:lnT>
                    <a:lnB>
                      <a:noFill/>
                    </a:lnB>
                    <a:solidFill>
                      <a:srgbClr val="D0EBD7"/>
                    </a:solidFill>
                  </a:tcPr>
                </a:tc>
                <a:tc>
                  <a:txBody>
                    <a:bodyPr/>
                    <a:lstStyle/>
                    <a:p>
                      <a:pPr algn="ctr" fontAlgn="b">
                        <a:buNone/>
                      </a:pPr>
                      <a:r>
                        <a:rPr lang="pt-BR" sz="900" b="0" i="0" u="none" strike="noStrike">
                          <a:solidFill>
                            <a:srgbClr val="000000"/>
                          </a:solidFill>
                          <a:effectLst/>
                          <a:latin typeface="Roboto Light" panose="02000000000000000000" pitchFamily="2" charset="0"/>
                        </a:rPr>
                        <a:t>4.9%</a:t>
                      </a:r>
                    </a:p>
                  </a:txBody>
                  <a:tcPr marL="5151" marR="5151" marT="5151" marB="0" anchor="b">
                    <a:lnL>
                      <a:noFill/>
                    </a:lnL>
                    <a:lnR>
                      <a:noFill/>
                    </a:lnR>
                    <a:lnT>
                      <a:noFill/>
                    </a:lnT>
                    <a:lnB>
                      <a:noFill/>
                    </a:lnB>
                    <a:solidFill>
                      <a:srgbClr val="CCEAD4"/>
                    </a:solidFill>
                  </a:tcPr>
                </a:tc>
                <a:tc>
                  <a:txBody>
                    <a:bodyPr/>
                    <a:lstStyle/>
                    <a:p>
                      <a:pPr algn="ctr" fontAlgn="b">
                        <a:buNone/>
                      </a:pPr>
                      <a:r>
                        <a:rPr lang="pt-BR" sz="900" b="0" i="0" u="none" strike="noStrike">
                          <a:solidFill>
                            <a:srgbClr val="000000"/>
                          </a:solidFill>
                          <a:effectLst/>
                          <a:latin typeface="Roboto Light" panose="02000000000000000000" pitchFamily="2" charset="0"/>
                        </a:rPr>
                        <a:t>22.8%</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20.9%</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3.3%</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DCF1E2"/>
                    </a:solidFill>
                  </a:tcPr>
                </a:tc>
                <a:tc>
                  <a:txBody>
                    <a:bodyPr/>
                    <a:lstStyle/>
                    <a:p>
                      <a:pPr algn="ctr" fontAlgn="b">
                        <a:buNone/>
                      </a:pPr>
                      <a:r>
                        <a:rPr lang="pt-BR" sz="900" b="0" i="0" u="none" strike="noStrike">
                          <a:solidFill>
                            <a:srgbClr val="000000"/>
                          </a:solidFill>
                          <a:effectLst/>
                          <a:latin typeface="Roboto Light" panose="02000000000000000000" pitchFamily="2" charset="0"/>
                        </a:rPr>
                        <a:t>0.8%</a:t>
                      </a:r>
                    </a:p>
                  </a:txBody>
                  <a:tcPr marL="5151" marR="5151" marT="5151" marB="0" anchor="b">
                    <a:lnL>
                      <a:noFill/>
                    </a:lnL>
                    <a:lnR>
                      <a:noFill/>
                    </a:lnR>
                    <a:lnT>
                      <a:noFill/>
                    </a:lnT>
                    <a:lnB>
                      <a:noFill/>
                    </a:lnB>
                    <a:solidFill>
                      <a:srgbClr val="F7FCF8"/>
                    </a:solidFill>
                  </a:tcPr>
                </a:tc>
                <a:tc>
                  <a:txBody>
                    <a:bodyPr/>
                    <a:lstStyle/>
                    <a:p>
                      <a:pPr algn="ctr" fontAlgn="b">
                        <a:buNone/>
                      </a:pPr>
                      <a:r>
                        <a:rPr lang="pt-BR" sz="900" b="0" i="0" u="none" strike="noStrike">
                          <a:solidFill>
                            <a:srgbClr val="000000"/>
                          </a:solidFill>
                          <a:effectLst/>
                          <a:latin typeface="Roboto Light" panose="02000000000000000000" pitchFamily="2" charset="0"/>
                        </a:rPr>
                        <a:t>-1.4%</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EF1F1"/>
                    </a:solidFill>
                  </a:tcPr>
                </a:tc>
                <a:extLst>
                  <a:ext uri="{0D108BD9-81ED-4DB2-BD59-A6C34878D82A}">
                    <a16:rowId xmlns:a16="http://schemas.microsoft.com/office/drawing/2014/main" val="2132130532"/>
                  </a:ext>
                </a:extLst>
              </a:tr>
              <a:tr h="151125">
                <a:tc>
                  <a:txBody>
                    <a:bodyPr/>
                    <a:lstStyle/>
                    <a:p>
                      <a:pPr algn="l" fontAlgn="b">
                        <a:buNone/>
                      </a:pPr>
                      <a:r>
                        <a:rPr lang="pt-BR" sz="900" b="0" i="0" u="none" strike="noStrike" dirty="0">
                          <a:solidFill>
                            <a:srgbClr val="000000"/>
                          </a:solidFill>
                          <a:effectLst/>
                          <a:latin typeface="Roboto Light" panose="02000000000000000000" pitchFamily="2" charset="0"/>
                        </a:rPr>
                        <a:t>Health </a:t>
                      </a:r>
                      <a:r>
                        <a:rPr lang="pt-BR" sz="900" b="0" i="0" u="none" strike="noStrike" dirty="0" err="1">
                          <a:solidFill>
                            <a:srgbClr val="000000"/>
                          </a:solidFill>
                          <a:effectLst/>
                          <a:latin typeface="Roboto Light" panose="02000000000000000000" pitchFamily="2" charset="0"/>
                        </a:rPr>
                        <a:t>Care</a:t>
                      </a:r>
                      <a:endParaRPr lang="pt-BR" sz="900" b="0" i="0" u="none" strike="noStrike" dirty="0">
                        <a:solidFill>
                          <a:srgbClr val="000000"/>
                        </a:solidFill>
                        <a:effectLst/>
                        <a:latin typeface="Roboto Light" panose="02000000000000000000" pitchFamily="2" charset="0"/>
                      </a:endParaRP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-3.1%</a:t>
                      </a:r>
                    </a:p>
                  </a:txBody>
                  <a:tcPr marL="5151" marR="5151" marT="5151" marB="0" anchor="b">
                    <a:lnL>
                      <a:noFill/>
                    </a:lnL>
                    <a:lnR>
                      <a:noFill/>
                    </a:lnR>
                    <a:lnT>
                      <a:noFill/>
                    </a:lnT>
                    <a:lnB>
                      <a:noFill/>
                    </a:lnB>
                    <a:solidFill>
                      <a:srgbClr val="FEE0E0"/>
                    </a:solidFill>
                  </a:tcPr>
                </a:tc>
                <a:tc>
                  <a:txBody>
                    <a:bodyPr/>
                    <a:lstStyle/>
                    <a:p>
                      <a:pPr algn="ctr" fontAlgn="b">
                        <a:buNone/>
                      </a:pPr>
                      <a:r>
                        <a:rPr lang="pt-BR" sz="900" b="0" i="0" u="none" strike="noStrike">
                          <a:solidFill>
                            <a:srgbClr val="000000"/>
                          </a:solidFill>
                          <a:effectLst/>
                          <a:latin typeface="Roboto Light" panose="02000000000000000000" pitchFamily="2" charset="0"/>
                        </a:rPr>
                        <a:t>-11.9%</a:t>
                      </a:r>
                    </a:p>
                  </a:txBody>
                  <a:tcPr marL="5151" marR="5151" marT="5151" marB="0" anchor="b">
                    <a:lnL>
                      <a:noFill/>
                    </a:lnL>
                    <a:lnR>
                      <a:noFill/>
                    </a:lnR>
                    <a:lnT>
                      <a:noFill/>
                    </a:lnT>
                    <a:lnB>
                      <a:noFill/>
                    </a:lnB>
                    <a:solidFill>
                      <a:srgbClr val="F9888A"/>
                    </a:solidFill>
                  </a:tcPr>
                </a:tc>
                <a:tc>
                  <a:txBody>
                    <a:bodyPr/>
                    <a:lstStyle/>
                    <a:p>
                      <a:pPr algn="ctr" fontAlgn="b">
                        <a:buNone/>
                      </a:pPr>
                      <a:r>
                        <a:rPr lang="pt-BR" sz="900" b="0" i="0" u="none" strike="noStrike">
                          <a:solidFill>
                            <a:srgbClr val="000000"/>
                          </a:solidFill>
                          <a:effectLst/>
                          <a:latin typeface="Roboto Light" panose="02000000000000000000" pitchFamily="2" charset="0"/>
                        </a:rPr>
                        <a:t>3.0%</a:t>
                      </a:r>
                    </a:p>
                  </a:txBody>
                  <a:tcPr marL="5151" marR="5151" marT="5151" marB="0" anchor="b">
                    <a:lnL>
                      <a:noFill/>
                    </a:lnL>
                    <a:lnR>
                      <a:noFill/>
                    </a:lnR>
                    <a:lnT>
                      <a:noFill/>
                    </a:lnT>
                    <a:lnB>
                      <a:noFill/>
                    </a:lnB>
                    <a:solidFill>
                      <a:srgbClr val="DFF2E4"/>
                    </a:solidFill>
                  </a:tcPr>
                </a:tc>
                <a:tc>
                  <a:txBody>
                    <a:bodyPr/>
                    <a:lstStyle/>
                    <a:p>
                      <a:pPr algn="ctr" fontAlgn="b">
                        <a:buNone/>
                      </a:pPr>
                      <a:r>
                        <a:rPr lang="pt-BR" sz="900" b="0" i="0" u="none" strike="noStrike">
                          <a:solidFill>
                            <a:srgbClr val="000000"/>
                          </a:solidFill>
                          <a:effectLst/>
                          <a:latin typeface="Roboto Light" panose="02000000000000000000" pitchFamily="2" charset="0"/>
                        </a:rPr>
                        <a:t>-14.5%</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86E70"/>
                    </a:solidFill>
                  </a:tcPr>
                </a:tc>
                <a:tc>
                  <a:txBody>
                    <a:bodyPr/>
                    <a:lstStyle/>
                    <a:p>
                      <a:pPr algn="ctr" fontAlgn="b">
                        <a:buNone/>
                      </a:pPr>
                      <a:r>
                        <a:rPr lang="pt-BR" sz="900" b="0" i="0" u="none" strike="noStrike">
                          <a:solidFill>
                            <a:srgbClr val="000000"/>
                          </a:solidFill>
                          <a:effectLst/>
                          <a:latin typeface="Roboto Light" panose="02000000000000000000" pitchFamily="2" charset="0"/>
                        </a:rPr>
                        <a:t>-10.6%</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A9597"/>
                    </a:solidFill>
                  </a:tcPr>
                </a:tc>
                <a:tc>
                  <a:txBody>
                    <a:bodyPr/>
                    <a:lstStyle/>
                    <a:p>
                      <a:pPr algn="ctr" fontAlgn="b">
                        <a:buNone/>
                      </a:pPr>
                      <a:r>
                        <a:rPr lang="pt-BR" sz="900" b="0" i="0" u="none" strike="noStrike">
                          <a:solidFill>
                            <a:srgbClr val="000000"/>
                          </a:solidFill>
                          <a:effectLst/>
                          <a:latin typeface="Roboto Light" panose="02000000000000000000" pitchFamily="2" charset="0"/>
                        </a:rPr>
                        <a:t>10.7%</a:t>
                      </a:r>
                    </a:p>
                  </a:txBody>
                  <a:tcPr marL="5151" marR="5151" marT="5151" marB="0" anchor="b">
                    <a:lnL>
                      <a:noFill/>
                    </a:lnL>
                    <a:lnR>
                      <a:noFill/>
                    </a:lnR>
                    <a:lnT>
                      <a:noFill/>
                    </a:lnT>
                    <a:lnB>
                      <a:noFill/>
                    </a:lnB>
                    <a:solidFill>
                      <a:srgbClr val="8FD0A0"/>
                    </a:solidFill>
                  </a:tcPr>
                </a:tc>
                <a:tc>
                  <a:txBody>
                    <a:bodyPr/>
                    <a:lstStyle/>
                    <a:p>
                      <a:pPr algn="ctr" fontAlgn="b">
                        <a:buNone/>
                      </a:pPr>
                      <a:r>
                        <a:rPr lang="pt-BR" sz="900" b="0" i="0" u="none" strike="noStrike">
                          <a:solidFill>
                            <a:srgbClr val="000000"/>
                          </a:solidFill>
                          <a:effectLst/>
                          <a:latin typeface="Roboto Light" panose="02000000000000000000" pitchFamily="2" charset="0"/>
                        </a:rPr>
                        <a:t>-11.2%</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A8F90"/>
                    </a:solidFill>
                  </a:tcPr>
                </a:tc>
                <a:extLst>
                  <a:ext uri="{0D108BD9-81ED-4DB2-BD59-A6C34878D82A}">
                    <a16:rowId xmlns:a16="http://schemas.microsoft.com/office/drawing/2014/main" val="566906762"/>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Homebuilders</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4.2%</a:t>
                      </a:r>
                    </a:p>
                  </a:txBody>
                  <a:tcPr marL="5151" marR="5151" marT="5151" marB="0" anchor="b">
                    <a:lnL>
                      <a:noFill/>
                    </a:lnL>
                    <a:lnR>
                      <a:noFill/>
                    </a:lnR>
                    <a:lnT>
                      <a:noFill/>
                    </a:lnT>
                    <a:lnB>
                      <a:noFill/>
                    </a:lnB>
                    <a:solidFill>
                      <a:srgbClr val="D3EDDA"/>
                    </a:solidFill>
                  </a:tcPr>
                </a:tc>
                <a:tc>
                  <a:txBody>
                    <a:bodyPr/>
                    <a:lstStyle/>
                    <a:p>
                      <a:pPr algn="ctr" fontAlgn="b">
                        <a:buNone/>
                      </a:pPr>
                      <a:r>
                        <a:rPr lang="pt-BR" sz="900" b="0" i="0" u="none" strike="noStrike">
                          <a:solidFill>
                            <a:srgbClr val="000000"/>
                          </a:solidFill>
                          <a:effectLst/>
                          <a:latin typeface="Roboto Light" panose="02000000000000000000" pitchFamily="2" charset="0"/>
                        </a:rPr>
                        <a:t>1.7%</a:t>
                      </a:r>
                    </a:p>
                  </a:txBody>
                  <a:tcPr marL="5151" marR="5151" marT="5151" marB="0" anchor="b">
                    <a:lnL>
                      <a:noFill/>
                    </a:lnL>
                    <a:lnR>
                      <a:noFill/>
                    </a:lnR>
                    <a:lnT>
                      <a:noFill/>
                    </a:lnT>
                    <a:lnB>
                      <a:noFill/>
                    </a:lnB>
                    <a:solidFill>
                      <a:srgbClr val="EDF8F0"/>
                    </a:solidFill>
                  </a:tcPr>
                </a:tc>
                <a:tc>
                  <a:txBody>
                    <a:bodyPr/>
                    <a:lstStyle/>
                    <a:p>
                      <a:pPr algn="ctr" fontAlgn="b">
                        <a:buNone/>
                      </a:pPr>
                      <a:r>
                        <a:rPr lang="pt-BR" sz="900" b="0" i="0" u="none" strike="noStrike">
                          <a:solidFill>
                            <a:srgbClr val="000000"/>
                          </a:solidFill>
                          <a:effectLst/>
                          <a:latin typeface="Roboto Light" panose="02000000000000000000" pitchFamily="2" charset="0"/>
                        </a:rPr>
                        <a:t>1.1%</a:t>
                      </a:r>
                    </a:p>
                  </a:txBody>
                  <a:tcPr marL="5151" marR="5151" marT="5151" marB="0" anchor="b">
                    <a:lnL>
                      <a:noFill/>
                    </a:lnL>
                    <a:lnR>
                      <a:noFill/>
                    </a:lnR>
                    <a:lnT>
                      <a:noFill/>
                    </a:lnT>
                    <a:lnB>
                      <a:noFill/>
                    </a:lnB>
                    <a:solidFill>
                      <a:srgbClr val="F3FAF5"/>
                    </a:solidFill>
                  </a:tcPr>
                </a:tc>
                <a:tc>
                  <a:txBody>
                    <a:bodyPr/>
                    <a:lstStyle/>
                    <a:p>
                      <a:pPr algn="ctr" fontAlgn="b">
                        <a:buNone/>
                      </a:pPr>
                      <a:r>
                        <a:rPr lang="pt-BR" sz="900" b="0" i="0" u="none" strike="noStrike">
                          <a:solidFill>
                            <a:srgbClr val="000000"/>
                          </a:solidFill>
                          <a:effectLst/>
                          <a:latin typeface="Roboto Light" panose="02000000000000000000" pitchFamily="2" charset="0"/>
                        </a:rPr>
                        <a:t>-29.0%</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8696B"/>
                    </a:solidFill>
                  </a:tcPr>
                </a:tc>
                <a:tc>
                  <a:txBody>
                    <a:bodyPr/>
                    <a:lstStyle/>
                    <a:p>
                      <a:pPr algn="ctr" fontAlgn="b">
                        <a:buNone/>
                      </a:pPr>
                      <a:r>
                        <a:rPr lang="pt-BR" sz="900" b="0" i="0" u="none" strike="noStrike">
                          <a:solidFill>
                            <a:srgbClr val="000000"/>
                          </a:solidFill>
                          <a:effectLst/>
                          <a:latin typeface="Roboto Light" panose="02000000000000000000" pitchFamily="2" charset="0"/>
                        </a:rPr>
                        <a:t>-31.6%</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8696B"/>
                    </a:solidFill>
                  </a:tcPr>
                </a:tc>
                <a:tc>
                  <a:txBody>
                    <a:bodyPr/>
                    <a:lstStyle/>
                    <a:p>
                      <a:pPr algn="ctr" fontAlgn="b">
                        <a:buNone/>
                      </a:pPr>
                      <a:r>
                        <a:rPr lang="pt-BR" sz="900" b="0" i="0" u="none" strike="noStrike">
                          <a:solidFill>
                            <a:srgbClr val="000000"/>
                          </a:solidFill>
                          <a:effectLst/>
                          <a:latin typeface="Roboto Light" panose="02000000000000000000" pitchFamily="2" charset="0"/>
                        </a:rPr>
                        <a:t>-5.6%</a:t>
                      </a:r>
                    </a:p>
                  </a:txBody>
                  <a:tcPr marL="5151" marR="5151" marT="5151" marB="0" anchor="b">
                    <a:lnL>
                      <a:noFill/>
                    </a:lnL>
                    <a:lnR>
                      <a:noFill/>
                    </a:lnR>
                    <a:lnT>
                      <a:noFill/>
                    </a:lnT>
                    <a:lnB>
                      <a:noFill/>
                    </a:lnB>
                    <a:solidFill>
                      <a:srgbClr val="FCC7C8"/>
                    </a:solidFill>
                  </a:tcPr>
                </a:tc>
                <a:tc>
                  <a:txBody>
                    <a:bodyPr/>
                    <a:lstStyle/>
                    <a:p>
                      <a:pPr algn="ctr" fontAlgn="b">
                        <a:buNone/>
                      </a:pPr>
                      <a:r>
                        <a:rPr lang="pt-BR" sz="900" b="0" i="0" u="none" strike="noStrike">
                          <a:solidFill>
                            <a:srgbClr val="000000"/>
                          </a:solidFill>
                          <a:effectLst/>
                          <a:latin typeface="Roboto Light" panose="02000000000000000000" pitchFamily="2" charset="0"/>
                        </a:rPr>
                        <a:t>-20.8%</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8696B"/>
                    </a:solidFill>
                  </a:tcPr>
                </a:tc>
                <a:extLst>
                  <a:ext uri="{0D108BD9-81ED-4DB2-BD59-A6C34878D82A}">
                    <a16:rowId xmlns:a16="http://schemas.microsoft.com/office/drawing/2014/main" val="19595387"/>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Income Properties</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4.3%</a:t>
                      </a:r>
                    </a:p>
                  </a:txBody>
                  <a:tcPr marL="5151" marR="5151" marT="5151" marB="0" anchor="b">
                    <a:lnL>
                      <a:noFill/>
                    </a:lnL>
                    <a:lnR>
                      <a:noFill/>
                    </a:lnR>
                    <a:lnT>
                      <a:noFill/>
                    </a:lnT>
                    <a:lnB>
                      <a:noFill/>
                    </a:lnB>
                    <a:solidFill>
                      <a:srgbClr val="D2ECD9"/>
                    </a:solidFill>
                  </a:tcPr>
                </a:tc>
                <a:tc>
                  <a:txBody>
                    <a:bodyPr/>
                    <a:lstStyle/>
                    <a:p>
                      <a:pPr algn="ctr" fontAlgn="b">
                        <a:buNone/>
                      </a:pPr>
                      <a:r>
                        <a:rPr lang="pt-BR" sz="900" b="0" i="0" u="none" strike="noStrike">
                          <a:solidFill>
                            <a:srgbClr val="000000"/>
                          </a:solidFill>
                          <a:effectLst/>
                          <a:latin typeface="Roboto Light" panose="02000000000000000000" pitchFamily="2" charset="0"/>
                        </a:rPr>
                        <a:t>13.6%</a:t>
                      </a:r>
                    </a:p>
                  </a:txBody>
                  <a:tcPr marL="5151" marR="5151" marT="5151" marB="0" anchor="b">
                    <a:lnL>
                      <a:noFill/>
                    </a:lnL>
                    <a:lnR>
                      <a:noFill/>
                    </a:lnR>
                    <a:lnT>
                      <a:noFill/>
                    </a:lnT>
                    <a:lnB>
                      <a:noFill/>
                    </a:lnB>
                    <a:solidFill>
                      <a:srgbClr val="72C488"/>
                    </a:solidFill>
                  </a:tcPr>
                </a:tc>
                <a:tc>
                  <a:txBody>
                    <a:bodyPr/>
                    <a:lstStyle/>
                    <a:p>
                      <a:pPr algn="ctr" fontAlgn="b">
                        <a:buNone/>
                      </a:pPr>
                      <a:r>
                        <a:rPr lang="pt-BR" sz="900" b="0" i="0" u="none" strike="noStrike">
                          <a:solidFill>
                            <a:srgbClr val="000000"/>
                          </a:solidFill>
                          <a:effectLst/>
                          <a:latin typeface="Roboto Light" panose="02000000000000000000" pitchFamily="2" charset="0"/>
                        </a:rPr>
                        <a:t>8.2%</a:t>
                      </a:r>
                    </a:p>
                  </a:txBody>
                  <a:tcPr marL="5151" marR="5151" marT="5151" marB="0" anchor="b">
                    <a:lnL>
                      <a:noFill/>
                    </a:lnL>
                    <a:lnR>
                      <a:noFill/>
                    </a:lnR>
                    <a:lnT>
                      <a:noFill/>
                    </a:lnT>
                    <a:lnB>
                      <a:noFill/>
                    </a:lnB>
                    <a:solidFill>
                      <a:srgbClr val="AADCB7"/>
                    </a:solidFill>
                  </a:tcPr>
                </a:tc>
                <a:tc>
                  <a:txBody>
                    <a:bodyPr/>
                    <a:lstStyle/>
                    <a:p>
                      <a:pPr algn="ctr" fontAlgn="b">
                        <a:buNone/>
                      </a:pPr>
                      <a:r>
                        <a:rPr lang="pt-BR" sz="900" b="0" i="0" u="none" strike="noStrike">
                          <a:solidFill>
                            <a:srgbClr val="000000"/>
                          </a:solidFill>
                          <a:effectLst/>
                          <a:latin typeface="Roboto Light" panose="02000000000000000000" pitchFamily="2" charset="0"/>
                        </a:rPr>
                        <a:t>4.2%</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D3EDDA"/>
                    </a:solidFill>
                  </a:tcPr>
                </a:tc>
                <a:tc>
                  <a:txBody>
                    <a:bodyPr/>
                    <a:lstStyle/>
                    <a:p>
                      <a:pPr algn="ctr" fontAlgn="b">
                        <a:buNone/>
                      </a:pPr>
                      <a:r>
                        <a:rPr lang="pt-BR" sz="900" b="0" i="0" u="none" strike="noStrike">
                          <a:solidFill>
                            <a:srgbClr val="000000"/>
                          </a:solidFill>
                          <a:effectLst/>
                          <a:latin typeface="Roboto Light" panose="02000000000000000000" pitchFamily="2" charset="0"/>
                        </a:rPr>
                        <a:t>-4.6%</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DD1D1"/>
                    </a:solidFill>
                  </a:tcPr>
                </a:tc>
                <a:tc>
                  <a:txBody>
                    <a:bodyPr/>
                    <a:lstStyle/>
                    <a:p>
                      <a:pPr algn="ctr" fontAlgn="b">
                        <a:buNone/>
                      </a:pPr>
                      <a:r>
                        <a:rPr lang="pt-BR" sz="900" b="0" i="0" u="none" strike="noStrike">
                          <a:solidFill>
                            <a:srgbClr val="000000"/>
                          </a:solidFill>
                          <a:effectLst/>
                          <a:latin typeface="Roboto Light" panose="02000000000000000000" pitchFamily="2" charset="0"/>
                        </a:rPr>
                        <a:t>12.0%</a:t>
                      </a:r>
                    </a:p>
                  </a:txBody>
                  <a:tcPr marL="5151" marR="5151" marT="5151" marB="0" anchor="b">
                    <a:lnL>
                      <a:noFill/>
                    </a:lnL>
                    <a:lnR>
                      <a:noFill/>
                    </a:lnR>
                    <a:lnT>
                      <a:noFill/>
                    </a:lnT>
                    <a:lnB>
                      <a:noFill/>
                    </a:lnB>
                    <a:solidFill>
                      <a:srgbClr val="82CB95"/>
                    </a:solidFill>
                  </a:tcPr>
                </a:tc>
                <a:tc>
                  <a:txBody>
                    <a:bodyPr/>
                    <a:lstStyle/>
                    <a:p>
                      <a:pPr algn="ctr" fontAlgn="b">
                        <a:buNone/>
                      </a:pPr>
                      <a:r>
                        <a:rPr lang="pt-BR" sz="900" b="0" i="0" u="none" strike="noStrike">
                          <a:solidFill>
                            <a:srgbClr val="000000"/>
                          </a:solidFill>
                          <a:effectLst/>
                          <a:latin typeface="Roboto Light" panose="02000000000000000000" pitchFamily="2" charset="0"/>
                        </a:rPr>
                        <a:t>-16.5%</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8696B"/>
                    </a:solidFill>
                  </a:tcPr>
                </a:tc>
                <a:extLst>
                  <a:ext uri="{0D108BD9-81ED-4DB2-BD59-A6C34878D82A}">
                    <a16:rowId xmlns:a16="http://schemas.microsoft.com/office/drawing/2014/main" val="2183594861"/>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Metals &amp; Mining</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18.0%</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4.5%</a:t>
                      </a:r>
                    </a:p>
                  </a:txBody>
                  <a:tcPr marL="5151" marR="5151" marT="5151" marB="0" anchor="b">
                    <a:lnL>
                      <a:noFill/>
                    </a:lnL>
                    <a:lnR>
                      <a:noFill/>
                    </a:lnR>
                    <a:lnT>
                      <a:noFill/>
                    </a:lnT>
                    <a:lnB>
                      <a:noFill/>
                    </a:lnB>
                    <a:solidFill>
                      <a:srgbClr val="D0ECD7"/>
                    </a:solidFill>
                  </a:tcPr>
                </a:tc>
                <a:tc>
                  <a:txBody>
                    <a:bodyPr/>
                    <a:lstStyle/>
                    <a:p>
                      <a:pPr algn="ctr" fontAlgn="b">
                        <a:buNone/>
                      </a:pPr>
                      <a:r>
                        <a:rPr lang="pt-BR" sz="900" b="0" i="0" u="none" strike="noStrike">
                          <a:solidFill>
                            <a:srgbClr val="000000"/>
                          </a:solidFill>
                          <a:effectLst/>
                          <a:latin typeface="Roboto Light" panose="02000000000000000000" pitchFamily="2" charset="0"/>
                        </a:rPr>
                        <a:t>6.3%</a:t>
                      </a:r>
                    </a:p>
                  </a:txBody>
                  <a:tcPr marL="5151" marR="5151" marT="5151" marB="0" anchor="b">
                    <a:lnL>
                      <a:noFill/>
                    </a:lnL>
                    <a:lnR>
                      <a:noFill/>
                    </a:lnR>
                    <a:lnT>
                      <a:noFill/>
                    </a:lnT>
                    <a:lnB>
                      <a:noFill/>
                    </a:lnB>
                    <a:solidFill>
                      <a:srgbClr val="BEE4C8"/>
                    </a:solidFill>
                  </a:tcPr>
                </a:tc>
                <a:tc>
                  <a:txBody>
                    <a:bodyPr/>
                    <a:lstStyle/>
                    <a:p>
                      <a:pPr algn="ctr" fontAlgn="b">
                        <a:buNone/>
                      </a:pPr>
                      <a:r>
                        <a:rPr lang="pt-BR" sz="900" b="0" i="0" u="none" strike="noStrike">
                          <a:solidFill>
                            <a:srgbClr val="000000"/>
                          </a:solidFill>
                          <a:effectLst/>
                          <a:latin typeface="Roboto Light" panose="02000000000000000000" pitchFamily="2" charset="0"/>
                        </a:rPr>
                        <a:t>7.8%</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AEDDBA"/>
                    </a:solidFill>
                  </a:tcPr>
                </a:tc>
                <a:tc>
                  <a:txBody>
                    <a:bodyPr/>
                    <a:lstStyle/>
                    <a:p>
                      <a:pPr algn="ctr" fontAlgn="b">
                        <a:buNone/>
                      </a:pPr>
                      <a:r>
                        <a:rPr lang="pt-BR" sz="900" b="0" i="0" u="none" strike="noStrike">
                          <a:solidFill>
                            <a:srgbClr val="000000"/>
                          </a:solidFill>
                          <a:effectLst/>
                          <a:latin typeface="Roboto Light" panose="02000000000000000000" pitchFamily="2" charset="0"/>
                        </a:rPr>
                        <a:t>-9.8%</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A9D9F"/>
                    </a:solidFill>
                  </a:tcPr>
                </a:tc>
                <a:tc>
                  <a:txBody>
                    <a:bodyPr/>
                    <a:lstStyle/>
                    <a:p>
                      <a:pPr algn="ctr" fontAlgn="b">
                        <a:buNone/>
                      </a:pPr>
                      <a:r>
                        <a:rPr lang="pt-BR" sz="900" b="0" i="0" u="none" strike="noStrike">
                          <a:solidFill>
                            <a:srgbClr val="000000"/>
                          </a:solidFill>
                          <a:effectLst/>
                          <a:latin typeface="Roboto Light" panose="02000000000000000000" pitchFamily="2" charset="0"/>
                        </a:rPr>
                        <a:t>-8.6%</a:t>
                      </a:r>
                    </a:p>
                  </a:txBody>
                  <a:tcPr marL="5151" marR="5151" marT="5151" marB="0" anchor="b">
                    <a:lnL>
                      <a:noFill/>
                    </a:lnL>
                    <a:lnR>
                      <a:noFill/>
                    </a:lnR>
                    <a:lnT>
                      <a:noFill/>
                    </a:lnT>
                    <a:lnB>
                      <a:noFill/>
                    </a:lnB>
                    <a:solidFill>
                      <a:srgbClr val="FBA9AB"/>
                    </a:solidFill>
                  </a:tcPr>
                </a:tc>
                <a:tc>
                  <a:txBody>
                    <a:bodyPr/>
                    <a:lstStyle/>
                    <a:p>
                      <a:pPr algn="ctr" fontAlgn="b">
                        <a:buNone/>
                      </a:pPr>
                      <a:r>
                        <a:rPr lang="pt-BR" sz="900" b="0" i="0" u="none" strike="noStrike">
                          <a:solidFill>
                            <a:srgbClr val="000000"/>
                          </a:solidFill>
                          <a:effectLst/>
                          <a:latin typeface="Roboto Light" panose="02000000000000000000" pitchFamily="2" charset="0"/>
                        </a:rPr>
                        <a:t>-11.0%</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A9192"/>
                    </a:solidFill>
                  </a:tcPr>
                </a:tc>
                <a:extLst>
                  <a:ext uri="{0D108BD9-81ED-4DB2-BD59-A6C34878D82A}">
                    <a16:rowId xmlns:a16="http://schemas.microsoft.com/office/drawing/2014/main" val="2354860287"/>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Oil, Gas &amp; Petrochemicals</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20.7%</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32.9%</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23.3%</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80.7%</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69.6%</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7.1%</a:t>
                      </a:r>
                    </a:p>
                  </a:txBody>
                  <a:tcPr marL="5151" marR="5151" marT="5151" marB="0" anchor="b">
                    <a:lnL>
                      <a:noFill/>
                    </a:lnL>
                    <a:lnR>
                      <a:noFill/>
                    </a:lnR>
                    <a:lnT>
                      <a:noFill/>
                    </a:lnT>
                    <a:lnB>
                      <a:noFill/>
                    </a:lnB>
                    <a:solidFill>
                      <a:srgbClr val="B6E0C1"/>
                    </a:solidFill>
                  </a:tcPr>
                </a:tc>
                <a:tc>
                  <a:txBody>
                    <a:bodyPr/>
                    <a:lstStyle/>
                    <a:p>
                      <a:pPr algn="ctr" fontAlgn="b">
                        <a:buNone/>
                      </a:pPr>
                      <a:r>
                        <a:rPr lang="pt-BR" sz="900" b="0" i="0" u="none" strike="noStrike">
                          <a:solidFill>
                            <a:srgbClr val="000000"/>
                          </a:solidFill>
                          <a:effectLst/>
                          <a:latin typeface="Roboto Light" panose="02000000000000000000" pitchFamily="2" charset="0"/>
                        </a:rPr>
                        <a:t>3.9%</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D7EEDD"/>
                    </a:solidFill>
                  </a:tcPr>
                </a:tc>
                <a:extLst>
                  <a:ext uri="{0D108BD9-81ED-4DB2-BD59-A6C34878D82A}">
                    <a16:rowId xmlns:a16="http://schemas.microsoft.com/office/drawing/2014/main" val="2397461680"/>
                  </a:ext>
                </a:extLst>
              </a:tr>
              <a:tr h="151125">
                <a:tc>
                  <a:txBody>
                    <a:bodyPr/>
                    <a:lstStyle/>
                    <a:p>
                      <a:pPr algn="l" fontAlgn="b">
                        <a:buNone/>
                      </a:pPr>
                      <a:r>
                        <a:rPr lang="pt-BR" sz="900" b="0" i="0" u="none" strike="noStrike" dirty="0">
                          <a:solidFill>
                            <a:srgbClr val="000000"/>
                          </a:solidFill>
                          <a:effectLst/>
                          <a:latin typeface="Roboto Light" panose="02000000000000000000" pitchFamily="2" charset="0"/>
                        </a:rPr>
                        <a:t>Pulp &amp; </a:t>
                      </a:r>
                      <a:r>
                        <a:rPr lang="pt-BR" sz="900" b="0" i="0" u="none" strike="noStrike" dirty="0" err="1">
                          <a:solidFill>
                            <a:srgbClr val="000000"/>
                          </a:solidFill>
                          <a:effectLst/>
                          <a:latin typeface="Roboto Light" panose="02000000000000000000" pitchFamily="2" charset="0"/>
                        </a:rPr>
                        <a:t>Paper</a:t>
                      </a:r>
                      <a:endParaRPr lang="pt-BR" sz="900" b="0" i="0" u="none" strike="noStrike" dirty="0">
                        <a:solidFill>
                          <a:srgbClr val="000000"/>
                        </a:solidFill>
                        <a:effectLst/>
                        <a:latin typeface="Roboto Light" panose="02000000000000000000" pitchFamily="2" charset="0"/>
                      </a:endParaRP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13.4%</a:t>
                      </a:r>
                    </a:p>
                  </a:txBody>
                  <a:tcPr marL="5151" marR="5151" marT="5151" marB="0" anchor="b">
                    <a:lnL>
                      <a:noFill/>
                    </a:lnL>
                    <a:lnR>
                      <a:noFill/>
                    </a:lnR>
                    <a:lnT>
                      <a:noFill/>
                    </a:lnT>
                    <a:lnB>
                      <a:noFill/>
                    </a:lnB>
                    <a:solidFill>
                      <a:srgbClr val="74C589"/>
                    </a:solidFill>
                  </a:tcPr>
                </a:tc>
                <a:tc>
                  <a:txBody>
                    <a:bodyPr/>
                    <a:lstStyle/>
                    <a:p>
                      <a:pPr algn="ctr" fontAlgn="b">
                        <a:buNone/>
                      </a:pPr>
                      <a:r>
                        <a:rPr lang="pt-BR" sz="900" b="0" i="0" u="none" strike="noStrike">
                          <a:solidFill>
                            <a:srgbClr val="000000"/>
                          </a:solidFill>
                          <a:effectLst/>
                          <a:latin typeface="Roboto Light" panose="02000000000000000000" pitchFamily="2" charset="0"/>
                        </a:rPr>
                        <a:t>1.7%</a:t>
                      </a:r>
                    </a:p>
                  </a:txBody>
                  <a:tcPr marL="5151" marR="5151" marT="5151" marB="0" anchor="b">
                    <a:lnL>
                      <a:noFill/>
                    </a:lnL>
                    <a:lnR>
                      <a:noFill/>
                    </a:lnR>
                    <a:lnT>
                      <a:noFill/>
                    </a:lnT>
                    <a:lnB>
                      <a:noFill/>
                    </a:lnB>
                    <a:solidFill>
                      <a:srgbClr val="EDF8F0"/>
                    </a:solidFill>
                  </a:tcPr>
                </a:tc>
                <a:tc>
                  <a:txBody>
                    <a:bodyPr/>
                    <a:lstStyle/>
                    <a:p>
                      <a:pPr algn="ctr" fontAlgn="b">
                        <a:buNone/>
                      </a:pPr>
                      <a:r>
                        <a:rPr lang="pt-BR" sz="900" b="0" i="0" u="none" strike="noStrike">
                          <a:solidFill>
                            <a:srgbClr val="000000"/>
                          </a:solidFill>
                          <a:effectLst/>
                          <a:latin typeface="Roboto Light" panose="02000000000000000000" pitchFamily="2" charset="0"/>
                        </a:rPr>
                        <a:t>0.8%</a:t>
                      </a:r>
                    </a:p>
                  </a:txBody>
                  <a:tcPr marL="5151" marR="5151" marT="5151" marB="0" anchor="b">
                    <a:lnL>
                      <a:noFill/>
                    </a:lnL>
                    <a:lnR>
                      <a:noFill/>
                    </a:lnR>
                    <a:lnT>
                      <a:noFill/>
                    </a:lnT>
                    <a:lnB>
                      <a:noFill/>
                    </a:lnB>
                    <a:solidFill>
                      <a:srgbClr val="F7FCF8"/>
                    </a:solidFill>
                  </a:tcPr>
                </a:tc>
                <a:tc>
                  <a:txBody>
                    <a:bodyPr/>
                    <a:lstStyle/>
                    <a:p>
                      <a:pPr algn="ctr" fontAlgn="b">
                        <a:buNone/>
                      </a:pPr>
                      <a:r>
                        <a:rPr lang="pt-BR" sz="900" b="0" i="0" u="none" strike="noStrike">
                          <a:solidFill>
                            <a:srgbClr val="000000"/>
                          </a:solidFill>
                          <a:effectLst/>
                          <a:latin typeface="Roboto Light" panose="02000000000000000000" pitchFamily="2" charset="0"/>
                        </a:rPr>
                        <a:t>0.7%</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8FCF9"/>
                    </a:solidFill>
                  </a:tcPr>
                </a:tc>
                <a:tc>
                  <a:txBody>
                    <a:bodyPr/>
                    <a:lstStyle/>
                    <a:p>
                      <a:pPr algn="ctr" fontAlgn="b">
                        <a:buNone/>
                      </a:pPr>
                      <a:r>
                        <a:rPr lang="pt-BR" sz="900" b="0" i="0" u="none" strike="noStrike">
                          <a:solidFill>
                            <a:srgbClr val="000000"/>
                          </a:solidFill>
                          <a:effectLst/>
                          <a:latin typeface="Roboto Light" panose="02000000000000000000" pitchFamily="2" charset="0"/>
                        </a:rPr>
                        <a:t>-6.6%</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CBDBD"/>
                    </a:solidFill>
                  </a:tcPr>
                </a:tc>
                <a:tc>
                  <a:txBody>
                    <a:bodyPr/>
                    <a:lstStyle/>
                    <a:p>
                      <a:pPr algn="ctr" fontAlgn="b">
                        <a:buNone/>
                      </a:pPr>
                      <a:r>
                        <a:rPr lang="pt-BR" sz="900" b="0" i="0" u="none" strike="noStrike">
                          <a:solidFill>
                            <a:srgbClr val="000000"/>
                          </a:solidFill>
                          <a:effectLst/>
                          <a:latin typeface="Roboto Light" panose="02000000000000000000" pitchFamily="2" charset="0"/>
                        </a:rPr>
                        <a:t>-3.0%</a:t>
                      </a:r>
                    </a:p>
                  </a:txBody>
                  <a:tcPr marL="5151" marR="5151" marT="5151" marB="0" anchor="b">
                    <a:lnL>
                      <a:noFill/>
                    </a:lnL>
                    <a:lnR>
                      <a:noFill/>
                    </a:lnR>
                    <a:lnT>
                      <a:noFill/>
                    </a:lnT>
                    <a:lnB>
                      <a:noFill/>
                    </a:lnB>
                    <a:solidFill>
                      <a:srgbClr val="FEE1E1"/>
                    </a:solidFill>
                  </a:tcPr>
                </a:tc>
                <a:tc>
                  <a:txBody>
                    <a:bodyPr/>
                    <a:lstStyle/>
                    <a:p>
                      <a:pPr algn="ctr" fontAlgn="b">
                        <a:buNone/>
                      </a:pPr>
                      <a:r>
                        <a:rPr lang="pt-BR" sz="900" b="0" i="0" u="none" strike="noStrike">
                          <a:solidFill>
                            <a:srgbClr val="000000"/>
                          </a:solidFill>
                          <a:effectLst/>
                          <a:latin typeface="Roboto Light" panose="02000000000000000000" pitchFamily="2" charset="0"/>
                        </a:rPr>
                        <a:t>4.5%</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D0EBD7"/>
                    </a:solidFill>
                  </a:tcPr>
                </a:tc>
                <a:extLst>
                  <a:ext uri="{0D108BD9-81ED-4DB2-BD59-A6C34878D82A}">
                    <a16:rowId xmlns:a16="http://schemas.microsoft.com/office/drawing/2014/main" val="4277827430"/>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Retail</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-8.8%</a:t>
                      </a:r>
                    </a:p>
                  </a:txBody>
                  <a:tcPr marL="5151" marR="5151" marT="5151" marB="0" anchor="b">
                    <a:lnL>
                      <a:noFill/>
                    </a:lnL>
                    <a:lnR>
                      <a:noFill/>
                    </a:lnR>
                    <a:lnT>
                      <a:noFill/>
                    </a:lnT>
                    <a:lnB>
                      <a:noFill/>
                    </a:lnB>
                    <a:solidFill>
                      <a:srgbClr val="FBA7A8"/>
                    </a:solidFill>
                  </a:tcPr>
                </a:tc>
                <a:tc>
                  <a:txBody>
                    <a:bodyPr/>
                    <a:lstStyle/>
                    <a:p>
                      <a:pPr algn="ctr" fontAlgn="b">
                        <a:buNone/>
                      </a:pPr>
                      <a:r>
                        <a:rPr lang="pt-BR" sz="900" b="0" i="0" u="none" strike="noStrike">
                          <a:solidFill>
                            <a:srgbClr val="000000"/>
                          </a:solidFill>
                          <a:effectLst/>
                          <a:latin typeface="Roboto Light" panose="02000000000000000000" pitchFamily="2" charset="0"/>
                        </a:rPr>
                        <a:t>-23.4%</a:t>
                      </a:r>
                    </a:p>
                  </a:txBody>
                  <a:tcPr marL="5151" marR="5151" marT="5151" marB="0" anchor="b">
                    <a:lnL>
                      <a:noFill/>
                    </a:lnL>
                    <a:lnR>
                      <a:noFill/>
                    </a:lnR>
                    <a:lnT>
                      <a:noFill/>
                    </a:lnT>
                    <a:lnB>
                      <a:noFill/>
                    </a:lnB>
                    <a:solidFill>
                      <a:srgbClr val="F8696B"/>
                    </a:solidFill>
                  </a:tcPr>
                </a:tc>
                <a:tc>
                  <a:txBody>
                    <a:bodyPr/>
                    <a:lstStyle/>
                    <a:p>
                      <a:pPr algn="ctr" fontAlgn="b">
                        <a:buNone/>
                      </a:pPr>
                      <a:r>
                        <a:rPr lang="pt-BR" sz="900" b="0" i="0" u="none" strike="noStrike">
                          <a:solidFill>
                            <a:srgbClr val="000000"/>
                          </a:solidFill>
                          <a:effectLst/>
                          <a:latin typeface="Roboto Light" panose="02000000000000000000" pitchFamily="2" charset="0"/>
                        </a:rPr>
                        <a:t>-13.7%</a:t>
                      </a:r>
                    </a:p>
                  </a:txBody>
                  <a:tcPr marL="5151" marR="5151" marT="5151" marB="0" anchor="b">
                    <a:lnL>
                      <a:noFill/>
                    </a:lnL>
                    <a:lnR>
                      <a:noFill/>
                    </a:lnR>
                    <a:lnT>
                      <a:noFill/>
                    </a:lnT>
                    <a:lnB>
                      <a:noFill/>
                    </a:lnB>
                    <a:solidFill>
                      <a:srgbClr val="F97678"/>
                    </a:solidFill>
                  </a:tcPr>
                </a:tc>
                <a:tc>
                  <a:txBody>
                    <a:bodyPr/>
                    <a:lstStyle/>
                    <a:p>
                      <a:pPr algn="ctr" fontAlgn="b">
                        <a:buNone/>
                      </a:pPr>
                      <a:r>
                        <a:rPr lang="pt-BR" sz="900" b="0" i="0" u="none" strike="noStrike">
                          <a:solidFill>
                            <a:srgbClr val="000000"/>
                          </a:solidFill>
                          <a:effectLst/>
                          <a:latin typeface="Roboto Light" panose="02000000000000000000" pitchFamily="2" charset="0"/>
                        </a:rPr>
                        <a:t>-25.8%</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8696B"/>
                    </a:solidFill>
                  </a:tcPr>
                </a:tc>
                <a:tc>
                  <a:txBody>
                    <a:bodyPr/>
                    <a:lstStyle/>
                    <a:p>
                      <a:pPr algn="ctr" fontAlgn="b">
                        <a:buNone/>
                      </a:pPr>
                      <a:r>
                        <a:rPr lang="pt-BR" sz="900" b="0" i="0" u="none" strike="noStrike">
                          <a:solidFill>
                            <a:srgbClr val="000000"/>
                          </a:solidFill>
                          <a:effectLst/>
                          <a:latin typeface="Roboto Light" panose="02000000000000000000" pitchFamily="2" charset="0"/>
                        </a:rPr>
                        <a:t>-28.0%</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8696B"/>
                    </a:solidFill>
                  </a:tcPr>
                </a:tc>
                <a:tc>
                  <a:txBody>
                    <a:bodyPr/>
                    <a:lstStyle/>
                    <a:p>
                      <a:pPr algn="ctr" fontAlgn="b">
                        <a:buNone/>
                      </a:pPr>
                      <a:r>
                        <a:rPr lang="pt-BR" sz="900" b="0" i="0" u="none" strike="noStrike">
                          <a:solidFill>
                            <a:srgbClr val="000000"/>
                          </a:solidFill>
                          <a:effectLst/>
                          <a:latin typeface="Roboto Light" panose="02000000000000000000" pitchFamily="2" charset="0"/>
                        </a:rPr>
                        <a:t>4.4%</a:t>
                      </a:r>
                    </a:p>
                  </a:txBody>
                  <a:tcPr marL="5151" marR="5151" marT="5151" marB="0" anchor="b">
                    <a:lnL>
                      <a:noFill/>
                    </a:lnL>
                    <a:lnR>
                      <a:noFill/>
                    </a:lnR>
                    <a:lnT>
                      <a:noFill/>
                    </a:lnT>
                    <a:lnB>
                      <a:noFill/>
                    </a:lnB>
                    <a:solidFill>
                      <a:srgbClr val="D1ECD8"/>
                    </a:solidFill>
                  </a:tcPr>
                </a:tc>
                <a:tc>
                  <a:txBody>
                    <a:bodyPr/>
                    <a:lstStyle/>
                    <a:p>
                      <a:pPr algn="ctr" fontAlgn="b">
                        <a:buNone/>
                      </a:pPr>
                      <a:r>
                        <a:rPr lang="pt-BR" sz="900" b="0" i="0" u="none" strike="noStrike">
                          <a:solidFill>
                            <a:srgbClr val="000000"/>
                          </a:solidFill>
                          <a:effectLst/>
                          <a:latin typeface="Roboto Light" panose="02000000000000000000" pitchFamily="2" charset="0"/>
                        </a:rPr>
                        <a:t>-18.8%</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8696B"/>
                    </a:solidFill>
                  </a:tcPr>
                </a:tc>
                <a:extLst>
                  <a:ext uri="{0D108BD9-81ED-4DB2-BD59-A6C34878D82A}">
                    <a16:rowId xmlns:a16="http://schemas.microsoft.com/office/drawing/2014/main" val="3541219862"/>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Sanitation</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18.2%</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32.9%</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33.8%</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2.9%</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E1F2E5"/>
                    </a:solidFill>
                  </a:tcPr>
                </a:tc>
                <a:tc>
                  <a:txBody>
                    <a:bodyPr/>
                    <a:lstStyle/>
                    <a:p>
                      <a:pPr algn="ctr" fontAlgn="b">
                        <a:buNone/>
                      </a:pPr>
                      <a:r>
                        <a:rPr lang="pt-BR" sz="900" b="0" i="0" u="none" strike="noStrike">
                          <a:solidFill>
                            <a:srgbClr val="000000"/>
                          </a:solidFill>
                          <a:effectLst/>
                          <a:latin typeface="Roboto Light" panose="02000000000000000000" pitchFamily="2" charset="0"/>
                        </a:rPr>
                        <a:t>-3.1%</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EE0E1"/>
                    </a:solidFill>
                  </a:tcPr>
                </a:tc>
                <a:tc>
                  <a:txBody>
                    <a:bodyPr/>
                    <a:lstStyle/>
                    <a:p>
                      <a:pPr algn="ctr" fontAlgn="b">
                        <a:buNone/>
                      </a:pPr>
                      <a:r>
                        <a:rPr lang="pt-BR" sz="900" b="0" i="0" u="none" strike="noStrike">
                          <a:solidFill>
                            <a:srgbClr val="000000"/>
                          </a:solidFill>
                          <a:effectLst/>
                          <a:latin typeface="Roboto Light" panose="02000000000000000000" pitchFamily="2" charset="0"/>
                        </a:rPr>
                        <a:t>7.3%</a:t>
                      </a:r>
                    </a:p>
                  </a:txBody>
                  <a:tcPr marL="5151" marR="5151" marT="5151" marB="0" anchor="b">
                    <a:lnL>
                      <a:noFill/>
                    </a:lnL>
                    <a:lnR>
                      <a:noFill/>
                    </a:lnR>
                    <a:lnT>
                      <a:noFill/>
                    </a:lnT>
                    <a:lnB>
                      <a:noFill/>
                    </a:lnB>
                    <a:solidFill>
                      <a:srgbClr val="B4E0BF"/>
                    </a:solidFill>
                  </a:tcPr>
                </a:tc>
                <a:tc>
                  <a:txBody>
                    <a:bodyPr/>
                    <a:lstStyle/>
                    <a:p>
                      <a:pPr algn="ctr" fontAlgn="b">
                        <a:buNone/>
                      </a:pPr>
                      <a:r>
                        <a:rPr lang="pt-BR" sz="900" b="0" i="0" u="none" strike="noStrike">
                          <a:solidFill>
                            <a:srgbClr val="000000"/>
                          </a:solidFill>
                          <a:effectLst/>
                          <a:latin typeface="Roboto Light" panose="02000000000000000000" pitchFamily="2" charset="0"/>
                        </a:rPr>
                        <a:t>-8.9%</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BA6A7"/>
                    </a:solidFill>
                  </a:tcPr>
                </a:tc>
                <a:extLst>
                  <a:ext uri="{0D108BD9-81ED-4DB2-BD59-A6C34878D82A}">
                    <a16:rowId xmlns:a16="http://schemas.microsoft.com/office/drawing/2014/main" val="3942888629"/>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TMT</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7.4%</a:t>
                      </a:r>
                    </a:p>
                  </a:txBody>
                  <a:tcPr marL="5151" marR="5151" marT="5151" marB="0" anchor="b">
                    <a:lnL>
                      <a:noFill/>
                    </a:lnL>
                    <a:lnR>
                      <a:noFill/>
                    </a:lnR>
                    <a:lnT>
                      <a:noFill/>
                    </a:lnT>
                    <a:lnB>
                      <a:noFill/>
                    </a:lnB>
                    <a:solidFill>
                      <a:srgbClr val="B2DFBE"/>
                    </a:solidFill>
                  </a:tcPr>
                </a:tc>
                <a:tc>
                  <a:txBody>
                    <a:bodyPr/>
                    <a:lstStyle/>
                    <a:p>
                      <a:pPr algn="ctr" fontAlgn="b">
                        <a:buNone/>
                      </a:pPr>
                      <a:r>
                        <a:rPr lang="pt-BR" sz="900" b="0" i="0" u="none" strike="noStrike">
                          <a:solidFill>
                            <a:srgbClr val="000000"/>
                          </a:solidFill>
                          <a:effectLst/>
                          <a:latin typeface="Roboto Light" panose="02000000000000000000" pitchFamily="2" charset="0"/>
                        </a:rPr>
                        <a:t>7.6%</a:t>
                      </a:r>
                    </a:p>
                  </a:txBody>
                  <a:tcPr marL="5151" marR="5151" marT="5151" marB="0" anchor="b">
                    <a:lnL>
                      <a:noFill/>
                    </a:lnL>
                    <a:lnR>
                      <a:noFill/>
                    </a:lnR>
                    <a:lnT>
                      <a:noFill/>
                    </a:lnT>
                    <a:lnB>
                      <a:noFill/>
                    </a:lnB>
                    <a:solidFill>
                      <a:srgbClr val="B0DEBC"/>
                    </a:solidFill>
                  </a:tcPr>
                </a:tc>
                <a:tc>
                  <a:txBody>
                    <a:bodyPr/>
                    <a:lstStyle/>
                    <a:p>
                      <a:pPr algn="ctr" fontAlgn="b">
                        <a:buNone/>
                      </a:pPr>
                      <a:r>
                        <a:rPr lang="pt-BR" sz="900" b="0" i="0" u="none" strike="noStrike">
                          <a:solidFill>
                            <a:srgbClr val="000000"/>
                          </a:solidFill>
                          <a:effectLst/>
                          <a:latin typeface="Roboto Light" panose="02000000000000000000" pitchFamily="2" charset="0"/>
                        </a:rPr>
                        <a:t>15.0%</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-13.7%</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97678"/>
                    </a:solidFill>
                  </a:tcPr>
                </a:tc>
                <a:tc>
                  <a:txBody>
                    <a:bodyPr/>
                    <a:lstStyle/>
                    <a:p>
                      <a:pPr algn="ctr" fontAlgn="b">
                        <a:buNone/>
                      </a:pPr>
                      <a:r>
                        <a:rPr lang="pt-BR" sz="900" b="0" i="0" u="none" strike="noStrike">
                          <a:solidFill>
                            <a:srgbClr val="000000"/>
                          </a:solidFill>
                          <a:effectLst/>
                          <a:latin typeface="Roboto Light" panose="02000000000000000000" pitchFamily="2" charset="0"/>
                        </a:rPr>
                        <a:t>-8.6%</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BA9AA"/>
                    </a:solidFill>
                  </a:tcPr>
                </a:tc>
                <a:tc>
                  <a:txBody>
                    <a:bodyPr/>
                    <a:lstStyle/>
                    <a:p>
                      <a:pPr algn="ctr" fontAlgn="b">
                        <a:buNone/>
                      </a:pPr>
                      <a:r>
                        <a:rPr lang="pt-BR" sz="900" b="0" i="0" u="none" strike="noStrike">
                          <a:solidFill>
                            <a:srgbClr val="000000"/>
                          </a:solidFill>
                          <a:effectLst/>
                          <a:latin typeface="Roboto Light" panose="02000000000000000000" pitchFamily="2" charset="0"/>
                        </a:rPr>
                        <a:t>-1.8%</a:t>
                      </a:r>
                    </a:p>
                  </a:txBody>
                  <a:tcPr marL="5151" marR="5151" marT="5151" marB="0" anchor="b">
                    <a:lnL>
                      <a:noFill/>
                    </a:lnL>
                    <a:lnR>
                      <a:noFill/>
                    </a:lnR>
                    <a:lnT>
                      <a:noFill/>
                    </a:lnT>
                    <a:lnB>
                      <a:noFill/>
                    </a:lnB>
                    <a:solidFill>
                      <a:srgbClr val="FEEDED"/>
                    </a:solidFill>
                  </a:tcPr>
                </a:tc>
                <a:tc>
                  <a:txBody>
                    <a:bodyPr/>
                    <a:lstStyle/>
                    <a:p>
                      <a:pPr algn="ctr" fontAlgn="b">
                        <a:buNone/>
                      </a:pPr>
                      <a:r>
                        <a:rPr lang="pt-BR" sz="900" b="0" i="0" u="none" strike="noStrike">
                          <a:solidFill>
                            <a:srgbClr val="000000"/>
                          </a:solidFill>
                          <a:effectLst/>
                          <a:latin typeface="Roboto Light" panose="02000000000000000000" pitchFamily="2" charset="0"/>
                        </a:rPr>
                        <a:t>3.4%</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DCF0E1"/>
                    </a:solidFill>
                  </a:tcPr>
                </a:tc>
                <a:extLst>
                  <a:ext uri="{0D108BD9-81ED-4DB2-BD59-A6C34878D82A}">
                    <a16:rowId xmlns:a16="http://schemas.microsoft.com/office/drawing/2014/main" val="252590126"/>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Transportation</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2.6%</a:t>
                      </a:r>
                    </a:p>
                  </a:txBody>
                  <a:tcPr marL="5151" marR="5151" marT="5151" marB="0" anchor="b">
                    <a:lnL>
                      <a:noFill/>
                    </a:lnL>
                    <a:lnR>
                      <a:noFill/>
                    </a:lnR>
                    <a:lnT>
                      <a:noFill/>
                    </a:lnT>
                    <a:lnB>
                      <a:noFill/>
                    </a:lnB>
                    <a:solidFill>
                      <a:srgbClr val="E4F4E8"/>
                    </a:solidFill>
                  </a:tcPr>
                </a:tc>
                <a:tc>
                  <a:txBody>
                    <a:bodyPr/>
                    <a:lstStyle/>
                    <a:p>
                      <a:pPr algn="ctr" fontAlgn="b">
                        <a:buNone/>
                      </a:pPr>
                      <a:r>
                        <a:rPr lang="pt-BR" sz="900" b="0" i="0" u="none" strike="noStrike">
                          <a:solidFill>
                            <a:srgbClr val="000000"/>
                          </a:solidFill>
                          <a:effectLst/>
                          <a:latin typeface="Roboto Light" panose="02000000000000000000" pitchFamily="2" charset="0"/>
                        </a:rPr>
                        <a:t>-3.7%</a:t>
                      </a:r>
                    </a:p>
                  </a:txBody>
                  <a:tcPr marL="5151" marR="5151" marT="5151" marB="0" anchor="b">
                    <a:lnL>
                      <a:noFill/>
                    </a:lnL>
                    <a:lnR>
                      <a:noFill/>
                    </a:lnR>
                    <a:lnT>
                      <a:noFill/>
                    </a:lnT>
                    <a:lnB>
                      <a:noFill/>
                    </a:lnB>
                    <a:solidFill>
                      <a:srgbClr val="FDDADA"/>
                    </a:solidFill>
                  </a:tcPr>
                </a:tc>
                <a:tc>
                  <a:txBody>
                    <a:bodyPr/>
                    <a:lstStyle/>
                    <a:p>
                      <a:pPr algn="ctr" fontAlgn="b">
                        <a:buNone/>
                      </a:pPr>
                      <a:r>
                        <a:rPr lang="pt-BR" sz="900" b="0" i="0" u="none" strike="noStrike">
                          <a:solidFill>
                            <a:srgbClr val="000000"/>
                          </a:solidFill>
                          <a:effectLst/>
                          <a:latin typeface="Roboto Light" panose="02000000000000000000" pitchFamily="2" charset="0"/>
                        </a:rPr>
                        <a:t>-8.3%</a:t>
                      </a:r>
                      <a:endParaRPr lang="pt-BR" sz="900" b="0" i="0" u="none" strike="noStrike" dirty="0">
                        <a:solidFill>
                          <a:srgbClr val="000000"/>
                        </a:solidFill>
                        <a:effectLst/>
                        <a:latin typeface="Roboto Light" panose="02000000000000000000" pitchFamily="2" charset="0"/>
                      </a:endParaRPr>
                    </a:p>
                  </a:txBody>
                  <a:tcPr marL="5151" marR="5151" marT="5151" marB="0" anchor="b">
                    <a:lnL>
                      <a:noFill/>
                    </a:lnL>
                    <a:lnR>
                      <a:noFill/>
                    </a:lnR>
                    <a:lnT>
                      <a:noFill/>
                    </a:lnT>
                    <a:lnB>
                      <a:noFill/>
                    </a:lnB>
                    <a:solidFill>
                      <a:srgbClr val="FBACAD"/>
                    </a:solidFill>
                  </a:tcPr>
                </a:tc>
                <a:tc>
                  <a:txBody>
                    <a:bodyPr/>
                    <a:lstStyle/>
                    <a:p>
                      <a:pPr algn="ctr" fontAlgn="b">
                        <a:buNone/>
                      </a:pPr>
                      <a:r>
                        <a:rPr lang="pt-BR" sz="900" b="0" i="0" u="none" strike="noStrike">
                          <a:solidFill>
                            <a:srgbClr val="000000"/>
                          </a:solidFill>
                          <a:effectLst/>
                          <a:latin typeface="Roboto Light" panose="02000000000000000000" pitchFamily="2" charset="0"/>
                        </a:rPr>
                        <a:t>-10.5%</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A9697"/>
                    </a:solidFill>
                  </a:tcPr>
                </a:tc>
                <a:tc>
                  <a:txBody>
                    <a:bodyPr/>
                    <a:lstStyle/>
                    <a:p>
                      <a:pPr algn="ctr" fontAlgn="b">
                        <a:buNone/>
                      </a:pPr>
                      <a:r>
                        <a:rPr lang="pt-BR" sz="900" b="0" i="0" u="none" strike="noStrike">
                          <a:solidFill>
                            <a:srgbClr val="000000"/>
                          </a:solidFill>
                          <a:effectLst/>
                          <a:latin typeface="Roboto Light" panose="02000000000000000000" pitchFamily="2" charset="0"/>
                        </a:rPr>
                        <a:t>-15.9%</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8696B"/>
                    </a:solidFill>
                  </a:tcPr>
                </a:tc>
                <a:tc>
                  <a:txBody>
                    <a:bodyPr/>
                    <a:lstStyle/>
                    <a:p>
                      <a:pPr algn="ctr" fontAlgn="b">
                        <a:buNone/>
                      </a:pPr>
                      <a:r>
                        <a:rPr lang="pt-BR" sz="900" b="0" i="0" u="none" strike="noStrike">
                          <a:solidFill>
                            <a:srgbClr val="000000"/>
                          </a:solidFill>
                          <a:effectLst/>
                          <a:latin typeface="Roboto Light" panose="02000000000000000000" pitchFamily="2" charset="0"/>
                        </a:rPr>
                        <a:t>14.6%</a:t>
                      </a:r>
                    </a:p>
                  </a:txBody>
                  <a:tcPr marL="5151" marR="5151" marT="5151" marB="0" anchor="b">
                    <a:lnL>
                      <a:noFill/>
                    </a:lnL>
                    <a:lnR>
                      <a:noFill/>
                    </a:lnR>
                    <a:lnT>
                      <a:noFill/>
                    </a:lnT>
                    <a:lnB>
                      <a:noFill/>
                    </a:lnB>
                    <a:solidFill>
                      <a:srgbClr val="67C07E"/>
                    </a:solidFill>
                  </a:tcPr>
                </a:tc>
                <a:tc>
                  <a:txBody>
                    <a:bodyPr/>
                    <a:lstStyle/>
                    <a:p>
                      <a:pPr algn="ctr" fontAlgn="b">
                        <a:buNone/>
                      </a:pPr>
                      <a:r>
                        <a:rPr lang="pt-BR" sz="900" b="0" i="0" u="none" strike="noStrike">
                          <a:solidFill>
                            <a:srgbClr val="000000"/>
                          </a:solidFill>
                          <a:effectLst/>
                          <a:latin typeface="Roboto Light" panose="02000000000000000000" pitchFamily="2" charset="0"/>
                        </a:rPr>
                        <a:t>-19.8%</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8696B"/>
                    </a:solidFill>
                  </a:tcPr>
                </a:tc>
                <a:extLst>
                  <a:ext uri="{0D108BD9-81ED-4DB2-BD59-A6C34878D82A}">
                    <a16:rowId xmlns:a16="http://schemas.microsoft.com/office/drawing/2014/main" val="319017801"/>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Utilities &amp; Energy</a:t>
                      </a:r>
                    </a:p>
                  </a:txBody>
                  <a:tcPr marL="5151" marR="5151" marT="5151" marB="0" anchor="b">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13.0%</a:t>
                      </a:r>
                    </a:p>
                  </a:txBody>
                  <a:tcPr marL="5151" marR="5151" marT="5151" marB="0" anchor="b">
                    <a:lnL>
                      <a:noFill/>
                    </a:lnL>
                    <a:lnR>
                      <a:noFill/>
                    </a:lnR>
                    <a:lnT>
                      <a:noFill/>
                    </a:lnT>
                    <a:lnB w="6350" cap="flat" cmpd="sng" algn="ctr">
                      <a:solidFill>
                        <a:srgbClr val="000000"/>
                      </a:solidFill>
                      <a:prstDash val="solid"/>
                      <a:round/>
                      <a:headEnd type="none" w="med" len="med"/>
                      <a:tailEnd type="none" w="med" len="med"/>
                    </a:lnB>
                    <a:solidFill>
                      <a:srgbClr val="78C78D"/>
                    </a:solidFill>
                  </a:tcPr>
                </a:tc>
                <a:tc>
                  <a:txBody>
                    <a:bodyPr/>
                    <a:lstStyle/>
                    <a:p>
                      <a:pPr algn="ctr" fontAlgn="b">
                        <a:buNone/>
                      </a:pPr>
                      <a:r>
                        <a:rPr lang="pt-BR" sz="900" b="0" i="0" u="none" strike="noStrike">
                          <a:solidFill>
                            <a:srgbClr val="000000"/>
                          </a:solidFill>
                          <a:effectLst/>
                          <a:latin typeface="Roboto Light" panose="02000000000000000000" pitchFamily="2" charset="0"/>
                        </a:rPr>
                        <a:t>14.4%</a:t>
                      </a:r>
                    </a:p>
                  </a:txBody>
                  <a:tcPr marL="5151" marR="5151" marT="5151" marB="0" anchor="b">
                    <a:lnL>
                      <a:noFill/>
                    </a:lnL>
                    <a:lnR>
                      <a:noFill/>
                    </a:lnR>
                    <a:lnT>
                      <a:noFill/>
                    </a:lnT>
                    <a:lnB w="6350" cap="flat" cmpd="sng" algn="ctr">
                      <a:solidFill>
                        <a:srgbClr val="000000"/>
                      </a:solidFill>
                      <a:prstDash val="solid"/>
                      <a:round/>
                      <a:headEnd type="none" w="med" len="med"/>
                      <a:tailEnd type="none" w="med" len="med"/>
                    </a:lnB>
                    <a:solidFill>
                      <a:srgbClr val="69C180"/>
                    </a:solidFill>
                  </a:tcPr>
                </a:tc>
                <a:tc>
                  <a:txBody>
                    <a:bodyPr/>
                    <a:lstStyle/>
                    <a:p>
                      <a:pPr algn="ctr" fontAlgn="b">
                        <a:buNone/>
                      </a:pPr>
                      <a:r>
                        <a:rPr lang="pt-BR" sz="900" b="0" i="0" u="none" strike="noStrike">
                          <a:solidFill>
                            <a:srgbClr val="000000"/>
                          </a:solidFill>
                          <a:effectLst/>
                          <a:latin typeface="Roboto Light" panose="02000000000000000000" pitchFamily="2" charset="0"/>
                        </a:rPr>
                        <a:t>20.2%</a:t>
                      </a:r>
                    </a:p>
                  </a:txBody>
                  <a:tcPr marL="5151" marR="5151" marT="5151" marB="0" anchor="b">
                    <a:lnL>
                      <a:noFill/>
                    </a:lnL>
                    <a:lnR>
                      <a:noFill/>
                    </a:lnR>
                    <a:lnT>
                      <a:noFill/>
                    </a:lnT>
                    <a:lnB w="6350" cap="flat" cmpd="sng" algn="ctr">
                      <a:solidFill>
                        <a:srgbClr val="000000"/>
                      </a:solidFill>
                      <a:prstDash val="solid"/>
                      <a:round/>
                      <a:headEnd type="none" w="med" len="med"/>
                      <a:tailEnd type="none" w="med" len="med"/>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15.7%</a:t>
                      </a:r>
                    </a:p>
                  </a:txBody>
                  <a:tcPr marL="5151" marR="5151" marT="5151" marB="0" anchor="b">
                    <a:lnL>
                      <a:noFill/>
                    </a:lnL>
                    <a:lnR w="12700" cap="flat" cmpd="sng" algn="ctr">
                      <a:solidFill>
                        <a:srgbClr val="000000"/>
                      </a:solidFill>
                      <a:prstDash val="dash"/>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1.5%</a:t>
                      </a:r>
                    </a:p>
                  </a:txBody>
                  <a:tcPr marL="5151" marR="5151" marT="5151" marB="0" anchor="b">
                    <a:lnL w="12700" cap="flat" cmpd="sng" algn="ctr">
                      <a:solidFill>
                        <a:srgbClr val="000000"/>
                      </a:solidFill>
                      <a:prstDash val="dash"/>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FF8F2"/>
                    </a:solidFill>
                  </a:tcPr>
                </a:tc>
                <a:tc>
                  <a:txBody>
                    <a:bodyPr/>
                    <a:lstStyle/>
                    <a:p>
                      <a:pPr algn="ctr" fontAlgn="b">
                        <a:buNone/>
                      </a:pPr>
                      <a:r>
                        <a:rPr lang="pt-BR" sz="900" b="0" i="0" u="none" strike="noStrike">
                          <a:solidFill>
                            <a:srgbClr val="000000"/>
                          </a:solidFill>
                          <a:effectLst/>
                          <a:latin typeface="Roboto Light" panose="02000000000000000000" pitchFamily="2" charset="0"/>
                        </a:rPr>
                        <a:t>6.1%</a:t>
                      </a:r>
                    </a:p>
                  </a:txBody>
                  <a:tcPr marL="5151" marR="5151" marT="5151" marB="0" anchor="b">
                    <a:lnL>
                      <a:noFill/>
                    </a:lnL>
                    <a:lnR>
                      <a:noFill/>
                    </a:lnR>
                    <a:lnT>
                      <a:noFill/>
                    </a:lnT>
                    <a:lnB w="6350" cap="flat" cmpd="sng" algn="ctr">
                      <a:solidFill>
                        <a:srgbClr val="000000"/>
                      </a:solidFill>
                      <a:prstDash val="solid"/>
                      <a:round/>
                      <a:headEnd type="none" w="med" len="med"/>
                      <a:tailEnd type="none" w="med" len="med"/>
                    </a:lnB>
                    <a:solidFill>
                      <a:srgbClr val="BFE4C9"/>
                    </a:solidFill>
                  </a:tcPr>
                </a:tc>
                <a:tc>
                  <a:txBody>
                    <a:bodyPr/>
                    <a:lstStyle/>
                    <a:p>
                      <a:pPr algn="ctr" fontAlgn="b">
                        <a:buNone/>
                      </a:pPr>
                      <a:r>
                        <a:rPr lang="pt-BR" sz="900" b="0" i="0" u="none" strike="noStrike">
                          <a:solidFill>
                            <a:srgbClr val="000000"/>
                          </a:solidFill>
                          <a:effectLst/>
                          <a:latin typeface="Roboto Light" panose="02000000000000000000" pitchFamily="2" charset="0"/>
                        </a:rPr>
                        <a:t>-10.6%</a:t>
                      </a:r>
                    </a:p>
                  </a:txBody>
                  <a:tcPr marL="5151" marR="5151" marT="5151" marB="0" anchor="b">
                    <a:lnL>
                      <a:noFill/>
                    </a:lnL>
                    <a:lnR w="12700" cap="flat" cmpd="sng" algn="ctr">
                      <a:solidFill>
                        <a:srgbClr val="000000"/>
                      </a:solidFill>
                      <a:prstDash val="dash"/>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A9596"/>
                    </a:solidFill>
                  </a:tcPr>
                </a:tc>
                <a:extLst>
                  <a:ext uri="{0D108BD9-81ED-4DB2-BD59-A6C34878D82A}">
                    <a16:rowId xmlns:a16="http://schemas.microsoft.com/office/drawing/2014/main" val="1785880453"/>
                  </a:ext>
                </a:extLst>
              </a:tr>
              <a:tr h="151125">
                <a:tc>
                  <a:txBody>
                    <a:bodyPr/>
                    <a:lstStyle/>
                    <a:p>
                      <a:pPr algn="l" fontAlgn="b">
                        <a:buNone/>
                      </a:pPr>
                      <a:r>
                        <a:rPr lang="pt-BR" sz="900" b="1" i="0" u="none" strike="noStrike">
                          <a:solidFill>
                            <a:srgbClr val="000000"/>
                          </a:solidFill>
                          <a:effectLst/>
                          <a:latin typeface="Roboto Light" panose="02000000000000000000" pitchFamily="2" charset="0"/>
                        </a:rPr>
                        <a:t>Ibovespa</a:t>
                      </a:r>
                    </a:p>
                  </a:txBody>
                  <a:tcPr marL="5151" marR="5151" marT="5151"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pt-BR" sz="900" b="1" i="0" u="none" strike="noStrike">
                          <a:solidFill>
                            <a:srgbClr val="000000"/>
                          </a:solidFill>
                          <a:effectLst/>
                          <a:latin typeface="Roboto Light" panose="02000000000000000000" pitchFamily="2" charset="0"/>
                        </a:rPr>
                        <a:t>10.3%</a:t>
                      </a:r>
                    </a:p>
                  </a:txBody>
                  <a:tcPr marL="5151" marR="5151" marT="5151" marB="0" anchor="b">
                    <a:lnL>
                      <a:noFill/>
                    </a:lnL>
                    <a:lnR>
                      <a:noFill/>
                    </a:lnR>
                    <a:lnT w="6350" cap="flat" cmpd="sng" algn="ctr">
                      <a:solidFill>
                        <a:srgbClr val="000000"/>
                      </a:solidFill>
                      <a:prstDash val="solid"/>
                      <a:round/>
                      <a:headEnd type="none" w="med" len="med"/>
                      <a:tailEnd type="none" w="med" len="med"/>
                    </a:lnT>
                    <a:lnB>
                      <a:noFill/>
                    </a:lnB>
                    <a:solidFill>
                      <a:srgbClr val="94D2A5"/>
                    </a:solidFill>
                  </a:tcPr>
                </a:tc>
                <a:tc>
                  <a:txBody>
                    <a:bodyPr/>
                    <a:lstStyle/>
                    <a:p>
                      <a:pPr algn="ctr" fontAlgn="b">
                        <a:buNone/>
                      </a:pPr>
                      <a:r>
                        <a:rPr lang="pt-BR" sz="900" b="1" i="0" u="none" strike="noStrike">
                          <a:solidFill>
                            <a:srgbClr val="000000"/>
                          </a:solidFill>
                          <a:effectLst/>
                          <a:latin typeface="Roboto Light" panose="02000000000000000000" pitchFamily="2" charset="0"/>
                        </a:rPr>
                        <a:t>10.1%</a:t>
                      </a:r>
                    </a:p>
                  </a:txBody>
                  <a:tcPr marL="5151" marR="5151" marT="5151" marB="0" anchor="b">
                    <a:lnL>
                      <a:noFill/>
                    </a:lnL>
                    <a:lnR>
                      <a:noFill/>
                    </a:lnR>
                    <a:lnT w="6350" cap="flat" cmpd="sng" algn="ctr">
                      <a:solidFill>
                        <a:srgbClr val="000000"/>
                      </a:solidFill>
                      <a:prstDash val="solid"/>
                      <a:round/>
                      <a:headEnd type="none" w="med" len="med"/>
                      <a:tailEnd type="none" w="med" len="med"/>
                    </a:lnT>
                    <a:lnB>
                      <a:noFill/>
                    </a:lnB>
                    <a:solidFill>
                      <a:srgbClr val="96D3A6"/>
                    </a:solidFill>
                  </a:tcPr>
                </a:tc>
                <a:tc>
                  <a:txBody>
                    <a:bodyPr/>
                    <a:lstStyle/>
                    <a:p>
                      <a:pPr algn="ctr" fontAlgn="b">
                        <a:buNone/>
                      </a:pPr>
                      <a:r>
                        <a:rPr lang="pt-BR" sz="900" b="1" i="0" u="none" strike="noStrike">
                          <a:solidFill>
                            <a:srgbClr val="000000"/>
                          </a:solidFill>
                          <a:effectLst/>
                          <a:latin typeface="Roboto Light" panose="02000000000000000000" pitchFamily="2" charset="0"/>
                        </a:rPr>
                        <a:t>14.7%</a:t>
                      </a:r>
                    </a:p>
                  </a:txBody>
                  <a:tcPr marL="5151" marR="5151" marT="5151" marB="0" anchor="b">
                    <a:lnL>
                      <a:noFill/>
                    </a:lnL>
                    <a:lnR>
                      <a:noFill/>
                    </a:lnR>
                    <a:lnT w="6350" cap="flat" cmpd="sng" algn="ctr">
                      <a:solidFill>
                        <a:srgbClr val="000000"/>
                      </a:solidFill>
                      <a:prstDash val="solid"/>
                      <a:round/>
                      <a:headEnd type="none" w="med" len="med"/>
                      <a:tailEnd type="none" w="med" len="med"/>
                    </a:lnT>
                    <a:lnB>
                      <a:noFill/>
                    </a:lnB>
                    <a:solidFill>
                      <a:srgbClr val="66BF7E"/>
                    </a:solidFill>
                  </a:tcPr>
                </a:tc>
                <a:tc>
                  <a:txBody>
                    <a:bodyPr/>
                    <a:lstStyle/>
                    <a:p>
                      <a:pPr algn="ctr" fontAlgn="b">
                        <a:buNone/>
                      </a:pPr>
                      <a:r>
                        <a:rPr lang="pt-BR" sz="900" b="1" i="0" u="none" strike="noStrike">
                          <a:solidFill>
                            <a:srgbClr val="000000"/>
                          </a:solidFill>
                          <a:effectLst/>
                          <a:latin typeface="Roboto Light" panose="02000000000000000000" pitchFamily="2" charset="0"/>
                        </a:rPr>
                        <a:t>16.0%</a:t>
                      </a:r>
                    </a:p>
                  </a:txBody>
                  <a:tcPr marL="5151" marR="5151" marT="5151" marB="0" anchor="b">
                    <a:lnL>
                      <a:noFill/>
                    </a:lnL>
                    <a:lnR w="1270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63BE7B"/>
                    </a:solidFill>
                  </a:tcPr>
                </a:tc>
                <a:tc>
                  <a:txBody>
                    <a:bodyPr/>
                    <a:lstStyle/>
                    <a:p>
                      <a:pPr algn="ctr" fontAlgn="b">
                        <a:buNone/>
                      </a:pPr>
                      <a:r>
                        <a:rPr lang="pt-BR" sz="900" b="1" i="0" u="none" strike="noStrike">
                          <a:solidFill>
                            <a:srgbClr val="000000"/>
                          </a:solidFill>
                          <a:effectLst/>
                          <a:latin typeface="Roboto Light" panose="02000000000000000000" pitchFamily="2" charset="0"/>
                        </a:rPr>
                        <a:t>6.1%</a:t>
                      </a:r>
                    </a:p>
                  </a:txBody>
                  <a:tcPr marL="5151" marR="5151" marT="5151" marB="0" anchor="b">
                    <a:lnL w="12700" cap="flat" cmpd="sng" algn="ctr">
                      <a:solidFill>
                        <a:srgbClr val="000000"/>
                      </a:solidFill>
                      <a:prstDash val="dash"/>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BFE4C9"/>
                    </a:solidFill>
                  </a:tcPr>
                </a:tc>
                <a:tc>
                  <a:txBody>
                    <a:bodyPr/>
                    <a:lstStyle/>
                    <a:p>
                      <a:pPr algn="ctr" fontAlgn="b">
                        <a:buNone/>
                      </a:pPr>
                      <a:r>
                        <a:rPr lang="pt-BR" sz="900" b="1" i="0" u="none" strike="noStrike">
                          <a:solidFill>
                            <a:srgbClr val="000000"/>
                          </a:solidFill>
                          <a:effectLst/>
                          <a:latin typeface="Roboto Light" panose="02000000000000000000" pitchFamily="2" charset="0"/>
                        </a:rPr>
                        <a:t>5.0%</a:t>
                      </a:r>
                    </a:p>
                  </a:txBody>
                  <a:tcPr marL="5151" marR="5151" marT="5151" marB="0" anchor="b">
                    <a:lnL>
                      <a:noFill/>
                    </a:lnL>
                    <a:lnR>
                      <a:noFill/>
                    </a:lnR>
                    <a:lnT w="6350" cap="flat" cmpd="sng" algn="ctr">
                      <a:solidFill>
                        <a:srgbClr val="000000"/>
                      </a:solidFill>
                      <a:prstDash val="solid"/>
                      <a:round/>
                      <a:headEnd type="none" w="med" len="med"/>
                      <a:tailEnd type="none" w="med" len="med"/>
                    </a:lnT>
                    <a:lnB>
                      <a:noFill/>
                    </a:lnB>
                    <a:solidFill>
                      <a:srgbClr val="CBE9D3"/>
                    </a:solidFill>
                  </a:tcPr>
                </a:tc>
                <a:tc>
                  <a:txBody>
                    <a:bodyPr/>
                    <a:lstStyle/>
                    <a:p>
                      <a:pPr algn="ctr" fontAlgn="b">
                        <a:buNone/>
                      </a:pPr>
                      <a:r>
                        <a:rPr lang="pt-BR" sz="900" b="1" i="0" u="none" strike="noStrike">
                          <a:solidFill>
                            <a:srgbClr val="000000"/>
                          </a:solidFill>
                          <a:effectLst/>
                          <a:latin typeface="Roboto Light" panose="02000000000000000000" pitchFamily="2" charset="0"/>
                        </a:rPr>
                        <a:t>-8.2%</a:t>
                      </a:r>
                      <a:endParaRPr lang="pt-BR" sz="900" b="1" i="0" u="none" strike="noStrike" dirty="0">
                        <a:solidFill>
                          <a:srgbClr val="000000"/>
                        </a:solidFill>
                        <a:effectLst/>
                        <a:latin typeface="Roboto Light" panose="02000000000000000000" pitchFamily="2" charset="0"/>
                      </a:endParaRPr>
                    </a:p>
                  </a:txBody>
                  <a:tcPr marL="5151" marR="5151" marT="5151" marB="0" anchor="b">
                    <a:lnL>
                      <a:noFill/>
                    </a:lnL>
                    <a:lnR w="1270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BADAE"/>
                    </a:solidFill>
                  </a:tcPr>
                </a:tc>
                <a:extLst>
                  <a:ext uri="{0D108BD9-81ED-4DB2-BD59-A6C34878D82A}">
                    <a16:rowId xmlns:a16="http://schemas.microsoft.com/office/drawing/2014/main" val="2492075765"/>
                  </a:ext>
                </a:extLst>
              </a:tr>
              <a:tr h="151125">
                <a:tc>
                  <a:txBody>
                    <a:bodyPr/>
                    <a:lstStyle/>
                    <a:p>
                      <a:pPr algn="l" fontAlgn="b">
                        <a:buNone/>
                      </a:pPr>
                      <a:r>
                        <a:rPr lang="pt-BR" sz="900" b="1" i="0" u="none" strike="noStrike">
                          <a:solidFill>
                            <a:srgbClr val="000000"/>
                          </a:solidFill>
                          <a:effectLst/>
                          <a:latin typeface="Roboto Light" panose="02000000000000000000" pitchFamily="2" charset="0"/>
                        </a:rPr>
                        <a:t>SMLL</a:t>
                      </a:r>
                    </a:p>
                  </a:txBody>
                  <a:tcPr marL="5151" marR="5151" marT="5151"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pt-BR" sz="900" b="1" i="0" u="none" strike="noStrike">
                          <a:solidFill>
                            <a:srgbClr val="000000"/>
                          </a:solidFill>
                          <a:effectLst/>
                          <a:latin typeface="Roboto Light" panose="02000000000000000000" pitchFamily="2" charset="0"/>
                        </a:rPr>
                        <a:t>4.8%</a:t>
                      </a:r>
                    </a:p>
                  </a:txBody>
                  <a:tcPr marL="5151" marR="5151" marT="5151" marB="0" anchor="b">
                    <a:lnL>
                      <a:noFill/>
                    </a:lnL>
                    <a:lnR>
                      <a:noFill/>
                    </a:lnR>
                    <a:lnT>
                      <a:noFill/>
                    </a:lnT>
                    <a:lnB w="12700" cap="flat" cmpd="sng" algn="ctr">
                      <a:solidFill>
                        <a:srgbClr val="000000"/>
                      </a:solidFill>
                      <a:prstDash val="solid"/>
                      <a:round/>
                      <a:headEnd type="none" w="med" len="med"/>
                      <a:tailEnd type="none" w="med" len="med"/>
                    </a:lnB>
                    <a:solidFill>
                      <a:srgbClr val="CDEAD5"/>
                    </a:solidFill>
                  </a:tcPr>
                </a:tc>
                <a:tc>
                  <a:txBody>
                    <a:bodyPr/>
                    <a:lstStyle/>
                    <a:p>
                      <a:pPr algn="ctr" fontAlgn="b">
                        <a:buNone/>
                      </a:pPr>
                      <a:r>
                        <a:rPr lang="pt-BR" sz="900" b="1" i="0" u="none" strike="noStrike">
                          <a:solidFill>
                            <a:srgbClr val="000000"/>
                          </a:solidFill>
                          <a:effectLst/>
                          <a:latin typeface="Roboto Light" panose="02000000000000000000" pitchFamily="2" charset="0"/>
                        </a:rPr>
                        <a:t>-4.0%</a:t>
                      </a:r>
                    </a:p>
                  </a:txBody>
                  <a:tcPr marL="5151" marR="5151" marT="5151" marB="0" anchor="b">
                    <a:lnL>
                      <a:noFill/>
                    </a:lnL>
                    <a:lnR>
                      <a:noFill/>
                    </a:lnR>
                    <a:lnT>
                      <a:noFill/>
                    </a:lnT>
                    <a:lnB w="12700" cap="flat" cmpd="sng" algn="ctr">
                      <a:solidFill>
                        <a:srgbClr val="000000"/>
                      </a:solidFill>
                      <a:prstDash val="solid"/>
                      <a:round/>
                      <a:headEnd type="none" w="med" len="med"/>
                      <a:tailEnd type="none" w="med" len="med"/>
                    </a:lnB>
                    <a:solidFill>
                      <a:srgbClr val="FDD7D8"/>
                    </a:solidFill>
                  </a:tcPr>
                </a:tc>
                <a:tc>
                  <a:txBody>
                    <a:bodyPr/>
                    <a:lstStyle/>
                    <a:p>
                      <a:pPr algn="ctr" fontAlgn="b">
                        <a:buNone/>
                      </a:pPr>
                      <a:r>
                        <a:rPr lang="pt-BR" sz="900" b="1" i="0" u="none" strike="noStrike">
                          <a:solidFill>
                            <a:srgbClr val="000000"/>
                          </a:solidFill>
                          <a:effectLst/>
                          <a:latin typeface="Roboto Light" panose="02000000000000000000" pitchFamily="2" charset="0"/>
                        </a:rPr>
                        <a:t>-0.4%</a:t>
                      </a:r>
                    </a:p>
                  </a:txBody>
                  <a:tcPr marL="5151" marR="5151" marT="5151" marB="0" anchor="b">
                    <a:lnL>
                      <a:noFill/>
                    </a:lnL>
                    <a:lnR>
                      <a:noFill/>
                    </a:lnR>
                    <a:lnT>
                      <a:noFill/>
                    </a:lnT>
                    <a:lnB w="12700" cap="flat" cmpd="sng" algn="ctr">
                      <a:solidFill>
                        <a:srgbClr val="000000"/>
                      </a:solidFill>
                      <a:prstDash val="solid"/>
                      <a:round/>
                      <a:headEnd type="none" w="med" len="med"/>
                      <a:tailEnd type="none" w="med" len="med"/>
                    </a:lnB>
                    <a:solidFill>
                      <a:srgbClr val="FFFBFB"/>
                    </a:solidFill>
                  </a:tcPr>
                </a:tc>
                <a:tc>
                  <a:txBody>
                    <a:bodyPr/>
                    <a:lstStyle/>
                    <a:p>
                      <a:pPr algn="ctr" fontAlgn="b">
                        <a:buNone/>
                      </a:pPr>
                      <a:r>
                        <a:rPr lang="pt-BR" sz="900" b="1" i="0" u="none" strike="noStrike">
                          <a:solidFill>
                            <a:srgbClr val="000000"/>
                          </a:solidFill>
                          <a:effectLst/>
                          <a:latin typeface="Roboto Light" panose="02000000000000000000" pitchFamily="2" charset="0"/>
                        </a:rPr>
                        <a:t>-12.4%</a:t>
                      </a:r>
                    </a:p>
                  </a:txBody>
                  <a:tcPr marL="5151" marR="5151" marT="5151" marB="0" anchor="b">
                    <a:lnL>
                      <a:noFill/>
                    </a:lnL>
                    <a:lnR w="12700" cap="flat" cmpd="sng" algn="ctr">
                      <a:solidFill>
                        <a:srgbClr val="000000"/>
                      </a:solidFill>
                      <a:prstDash val="dash"/>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98385"/>
                    </a:solidFill>
                  </a:tcPr>
                </a:tc>
                <a:tc>
                  <a:txBody>
                    <a:bodyPr/>
                    <a:lstStyle/>
                    <a:p>
                      <a:pPr algn="ctr" fontAlgn="b">
                        <a:buNone/>
                      </a:pPr>
                      <a:r>
                        <a:rPr lang="pt-BR" sz="900" b="1" i="0" u="none" strike="noStrike">
                          <a:solidFill>
                            <a:srgbClr val="000000"/>
                          </a:solidFill>
                          <a:effectLst/>
                          <a:latin typeface="Roboto Light" panose="02000000000000000000" pitchFamily="2" charset="0"/>
                        </a:rPr>
                        <a:t>-15.9%</a:t>
                      </a:r>
                    </a:p>
                  </a:txBody>
                  <a:tcPr marL="5151" marR="5151" marT="5151" marB="0" anchor="b">
                    <a:lnL w="12700" cap="flat" cmpd="sng" algn="ctr">
                      <a:solidFill>
                        <a:srgbClr val="000000"/>
                      </a:solidFill>
                      <a:prstDash val="dash"/>
                      <a:round/>
                      <a:headEnd type="none" w="med" len="med"/>
                      <a:tailEnd type="none" w="med" len="med"/>
                    </a:lnL>
                    <a:lnR>
                      <a:noFill/>
                    </a:lnR>
                    <a:lnT>
                      <a:noFill/>
                    </a:lnT>
                    <a:lnB w="12700" cap="flat" cmpd="sng" algn="ctr">
                      <a:solidFill>
                        <a:srgbClr val="000000"/>
                      </a:solidFill>
                      <a:prstDash val="dash"/>
                      <a:round/>
                      <a:headEnd type="none" w="med" len="med"/>
                      <a:tailEnd type="none" w="med" len="med"/>
                    </a:lnB>
                    <a:solidFill>
                      <a:srgbClr val="F8696B"/>
                    </a:solidFill>
                  </a:tcPr>
                </a:tc>
                <a:tc>
                  <a:txBody>
                    <a:bodyPr/>
                    <a:lstStyle/>
                    <a:p>
                      <a:pPr algn="ctr" fontAlgn="b">
                        <a:buNone/>
                      </a:pPr>
                      <a:r>
                        <a:rPr lang="pt-BR" sz="900" b="1" i="0" u="none" strike="noStrike">
                          <a:solidFill>
                            <a:srgbClr val="000000"/>
                          </a:solidFill>
                          <a:effectLst/>
                          <a:latin typeface="Roboto Light" panose="02000000000000000000" pitchFamily="2" charset="0"/>
                        </a:rPr>
                        <a:t>5.2%</a:t>
                      </a:r>
                    </a:p>
                  </a:txBody>
                  <a:tcPr marL="5151" marR="5151" marT="5151" marB="0" anchor="b">
                    <a:lnL>
                      <a:noFill/>
                    </a:lnL>
                    <a:lnR>
                      <a:noFill/>
                    </a:lnR>
                    <a:lnT>
                      <a:noFill/>
                    </a:lnT>
                    <a:lnB w="12700" cap="flat" cmpd="sng" algn="ctr">
                      <a:solidFill>
                        <a:srgbClr val="000000"/>
                      </a:solidFill>
                      <a:prstDash val="dash"/>
                      <a:round/>
                      <a:headEnd type="none" w="med" len="med"/>
                      <a:tailEnd type="none" w="med" len="med"/>
                    </a:lnB>
                    <a:solidFill>
                      <a:srgbClr val="C9E8D1"/>
                    </a:solidFill>
                  </a:tcPr>
                </a:tc>
                <a:tc>
                  <a:txBody>
                    <a:bodyPr/>
                    <a:lstStyle/>
                    <a:p>
                      <a:pPr algn="ctr" fontAlgn="b">
                        <a:buNone/>
                      </a:pPr>
                      <a:r>
                        <a:rPr lang="pt-BR" sz="900" b="1" i="0" u="none" strike="noStrike">
                          <a:solidFill>
                            <a:srgbClr val="000000"/>
                          </a:solidFill>
                          <a:effectLst/>
                          <a:latin typeface="Roboto Light" panose="02000000000000000000" pitchFamily="2" charset="0"/>
                        </a:rPr>
                        <a:t>-14.5%</a:t>
                      </a:r>
                      <a:endParaRPr lang="pt-BR" sz="900" b="1" i="0" u="none" strike="noStrike" dirty="0">
                        <a:solidFill>
                          <a:srgbClr val="000000"/>
                        </a:solidFill>
                        <a:effectLst/>
                        <a:latin typeface="Roboto Light" panose="02000000000000000000" pitchFamily="2" charset="0"/>
                      </a:endParaRPr>
                    </a:p>
                  </a:txBody>
                  <a:tcPr marL="5151" marR="5151" marT="5151" marB="0" anchor="b">
                    <a:lnL>
                      <a:noFill/>
                    </a:lnL>
                    <a:lnR w="12700" cap="flat" cmpd="sng" algn="ctr">
                      <a:solidFill>
                        <a:srgbClr val="000000"/>
                      </a:solidFill>
                      <a:prstDash val="dash"/>
                      <a:round/>
                      <a:headEnd type="none" w="med" len="med"/>
                      <a:tailEnd type="none" w="med" len="med"/>
                    </a:lnR>
                    <a:lnT>
                      <a:noFill/>
                    </a:lnT>
                    <a:lnB w="12700" cap="flat" cmpd="sng" algn="ctr">
                      <a:solidFill>
                        <a:srgbClr val="000000"/>
                      </a:solidFill>
                      <a:prstDash val="dash"/>
                      <a:round/>
                      <a:headEnd type="none" w="med" len="med"/>
                      <a:tailEnd type="none" w="med" len="med"/>
                    </a:lnB>
                    <a:solidFill>
                      <a:srgbClr val="F86E70"/>
                    </a:solidFill>
                  </a:tcPr>
                </a:tc>
                <a:extLst>
                  <a:ext uri="{0D108BD9-81ED-4DB2-BD59-A6C34878D82A}">
                    <a16:rowId xmlns:a16="http://schemas.microsoft.com/office/drawing/2014/main" val="4219507970"/>
                  </a:ext>
                </a:extLst>
              </a:tr>
            </a:tbl>
          </a:graphicData>
        </a:graphic>
      </p:graphicFrame>
    </p:spTree>
    <p:extLst>
      <p:ext uri="{BB962C8B-B14F-4D97-AF65-F5344CB8AC3E}">
        <p14:creationId xmlns:p14="http://schemas.microsoft.com/office/powerpoint/2010/main" val="2822656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B9ACD-1A78-C7B1-F642-1B0CF806220F}"/>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93DEFA00-3DCF-15E7-C031-F3EA0238FFF7}"/>
              </a:ext>
            </a:extLst>
          </p:cNvPr>
          <p:cNvSpPr>
            <a:spLocks noGrp="1"/>
          </p:cNvSpPr>
          <p:nvPr>
            <p:ph type="body" sz="quarter" idx="20"/>
          </p:nvPr>
        </p:nvSpPr>
        <p:spPr>
          <a:xfrm>
            <a:off x="382829" y="1497013"/>
            <a:ext cx="2923563" cy="4097134"/>
          </a:xfrm>
          <a:noFill/>
        </p:spPr>
        <p:txBody>
          <a:bodyPr/>
          <a:lstStyle/>
          <a:p>
            <a:pPr fontAlgn="t">
              <a:lnSpc>
                <a:spcPct val="122000"/>
              </a:lnSpc>
            </a:pPr>
            <a:r>
              <a:rPr lang="en-US" b="0" dirty="0">
                <a:solidFill>
                  <a:schemeClr val="tx1"/>
                </a:solidFill>
              </a:rPr>
              <a:t>Looking at factor performance in October, we highlight:</a:t>
            </a:r>
          </a:p>
          <a:p>
            <a:pPr marL="228600" indent="-228600" fontAlgn="t">
              <a:lnSpc>
                <a:spcPct val="122000"/>
              </a:lnSpc>
              <a:buFont typeface="+mj-lt"/>
              <a:buAutoNum type="arabicPeriod"/>
            </a:pPr>
            <a:r>
              <a:rPr lang="en-US" b="1">
                <a:solidFill>
                  <a:schemeClr val="tx1"/>
                </a:solidFill>
              </a:rPr>
              <a:t>A round trip for risk.</a:t>
            </a:r>
            <a:r>
              <a:rPr lang="en-US" b="0">
                <a:solidFill>
                  <a:schemeClr val="tx1"/>
                </a:solidFill>
              </a:rPr>
              <a:t> High-risk stocks and past losers led the rally into the runoff, with the Low Risk factor down 20.2% and Momentum down 18.0% through October 23. The election result reversed it in a single session (+25.6% and +19.3% on October 26), leaving both close to flat in the month (+0.2% and ‑2.3%).</a:t>
            </a:r>
          </a:p>
          <a:p>
            <a:pPr marL="228600" indent="-228600" fontAlgn="t">
              <a:lnSpc>
                <a:spcPct val="122000"/>
              </a:lnSpc>
              <a:buFont typeface="+mj-lt"/>
              <a:buAutoNum type="arabicPeriod"/>
            </a:pPr>
            <a:r>
              <a:rPr lang="en-US" b="1" dirty="0">
                <a:solidFill>
                  <a:schemeClr val="tx1"/>
                </a:solidFill>
              </a:rPr>
              <a:t>Value (+1.1%)</a:t>
            </a:r>
            <a:r>
              <a:rPr lang="en-US" b="0" dirty="0">
                <a:solidFill>
                  <a:schemeClr val="tx1"/>
                </a:solidFill>
              </a:rPr>
              <a:t> was the best factor in October. Low Risk remains the best-performing factor year-to-date (+34.5%), followed by Value (+33.1%).</a:t>
            </a:r>
          </a:p>
          <a:p>
            <a:pPr fontAlgn="t">
              <a:lnSpc>
                <a:spcPct val="122000"/>
              </a:lnSpc>
            </a:pPr>
            <a:r>
              <a:rPr lang="en-US" b="0" dirty="0">
                <a:solidFill>
                  <a:schemeClr val="tx1"/>
                </a:solidFill>
              </a:rPr>
              <a:t>Turning to our proprietary baskets, </a:t>
            </a:r>
            <a:r>
              <a:rPr lang="en-US" b="1" dirty="0">
                <a:solidFill>
                  <a:schemeClr val="tx1"/>
                </a:solidFill>
              </a:rPr>
              <a:t>High USD Exposure</a:t>
            </a:r>
            <a:r>
              <a:rPr lang="en-US" b="0" dirty="0">
                <a:solidFill>
                  <a:schemeClr val="tx1"/>
                </a:solidFill>
              </a:rPr>
              <a:t>, </a:t>
            </a:r>
            <a:r>
              <a:rPr lang="en-US" b="1" dirty="0">
                <a:solidFill>
                  <a:schemeClr val="tx1"/>
                </a:solidFill>
              </a:rPr>
              <a:t>Fiscal Deterioration </a:t>
            </a:r>
            <a:r>
              <a:rPr lang="en-US" b="0" dirty="0">
                <a:solidFill>
                  <a:schemeClr val="tx1"/>
                </a:solidFill>
              </a:rPr>
              <a:t>and </a:t>
            </a:r>
            <a:r>
              <a:rPr lang="en-US" b="1" dirty="0">
                <a:solidFill>
                  <a:schemeClr val="tx1"/>
                </a:solidFill>
              </a:rPr>
              <a:t>Foreign Flows </a:t>
            </a:r>
            <a:r>
              <a:rPr lang="en-US" b="0" dirty="0">
                <a:solidFill>
                  <a:schemeClr val="tx1"/>
                </a:solidFill>
              </a:rPr>
              <a:t>were the only ones to rise in October, while </a:t>
            </a:r>
            <a:r>
              <a:rPr lang="en-US" b="1" dirty="0">
                <a:solidFill>
                  <a:schemeClr val="tx1"/>
                </a:solidFill>
              </a:rPr>
              <a:t>High Risk </a:t>
            </a:r>
            <a:r>
              <a:rPr lang="en-US" b="0" dirty="0">
                <a:solidFill>
                  <a:schemeClr val="tx1"/>
                </a:solidFill>
              </a:rPr>
              <a:t>and </a:t>
            </a:r>
            <a:r>
              <a:rPr lang="en-US" b="1" dirty="0">
                <a:solidFill>
                  <a:schemeClr val="tx1"/>
                </a:solidFill>
              </a:rPr>
              <a:t>Low USD Exposure </a:t>
            </a:r>
            <a:r>
              <a:rPr lang="en-US" b="0" dirty="0">
                <a:solidFill>
                  <a:schemeClr val="tx1"/>
                </a:solidFill>
              </a:rPr>
              <a:t>were the weakest. After the runoff, Fiscal Deterioration gained 2.8%, while </a:t>
            </a:r>
            <a:r>
              <a:rPr lang="en-US" b="1" dirty="0">
                <a:solidFill>
                  <a:schemeClr val="tx1"/>
                </a:solidFill>
              </a:rPr>
              <a:t>Alternative Policy </a:t>
            </a:r>
            <a:r>
              <a:rPr lang="en-US" b="0" dirty="0">
                <a:solidFill>
                  <a:schemeClr val="tx1"/>
                </a:solidFill>
              </a:rPr>
              <a:t>lost 26.9%.</a:t>
            </a:r>
            <a:endParaRPr lang="pt-BR" dirty="0">
              <a:solidFill>
                <a:schemeClr val="tx1"/>
              </a:solidFill>
            </a:endParaRPr>
          </a:p>
        </p:txBody>
      </p:sp>
      <p:sp>
        <p:nvSpPr>
          <p:cNvPr id="40" name="Content Placeholder 39">
            <a:extLst>
              <a:ext uri="{FF2B5EF4-FFF2-40B4-BE49-F238E27FC236}">
                <a16:creationId xmlns:a16="http://schemas.microsoft.com/office/drawing/2014/main" id="{AE402E89-6940-775B-69D7-D024545C18D7}"/>
              </a:ext>
            </a:extLst>
          </p:cNvPr>
          <p:cNvSpPr>
            <a:spLocks noGrp="1"/>
          </p:cNvSpPr>
          <p:nvPr>
            <p:ph sz="quarter" idx="27"/>
          </p:nvPr>
        </p:nvSpPr>
        <p:spPr>
          <a:xfrm>
            <a:off x="382829" y="5675724"/>
            <a:ext cx="6119679" cy="230832"/>
          </a:xfrm>
        </p:spPr>
        <p:txBody>
          <a:bodyPr/>
          <a:lstStyle/>
          <a:p>
            <a:r>
              <a:rPr lang="en-US" noProof="0" dirty="0"/>
              <a:t>Table 2: XP proprietary baskets performance </a:t>
            </a:r>
          </a:p>
        </p:txBody>
      </p:sp>
      <p:sp>
        <p:nvSpPr>
          <p:cNvPr id="11" name="Text Placeholder 10">
            <a:extLst>
              <a:ext uri="{FF2B5EF4-FFF2-40B4-BE49-F238E27FC236}">
                <a16:creationId xmlns:a16="http://schemas.microsoft.com/office/drawing/2014/main" id="{AA48B78A-98D7-1EFA-9887-104565924EF0}"/>
              </a:ext>
            </a:extLst>
          </p:cNvPr>
          <p:cNvSpPr>
            <a:spLocks noGrp="1"/>
          </p:cNvSpPr>
          <p:nvPr>
            <p:ph type="body" sz="quarter" idx="16"/>
          </p:nvPr>
        </p:nvSpPr>
        <p:spPr/>
        <p:txBody>
          <a:bodyPr/>
          <a:lstStyle/>
          <a:p>
            <a:r>
              <a:rPr lang="en-US" noProof="0" dirty="0"/>
              <a:t>XP Ray of Brazil</a:t>
            </a:r>
          </a:p>
        </p:txBody>
      </p:sp>
      <p:sp>
        <p:nvSpPr>
          <p:cNvPr id="12" name="Text Placeholder 11">
            <a:extLst>
              <a:ext uri="{FF2B5EF4-FFF2-40B4-BE49-F238E27FC236}">
                <a16:creationId xmlns:a16="http://schemas.microsoft.com/office/drawing/2014/main" id="{E56CC114-2D34-34ED-229E-6DBDE10E6FF7}"/>
              </a:ext>
            </a:extLst>
          </p:cNvPr>
          <p:cNvSpPr>
            <a:spLocks noGrp="1"/>
          </p:cNvSpPr>
          <p:nvPr>
            <p:ph type="body" sz="quarter" idx="17"/>
          </p:nvPr>
        </p:nvSpPr>
        <p:spPr/>
        <p:txBody>
          <a:bodyPr/>
          <a:lstStyle/>
          <a:p>
            <a:r>
              <a:rPr lang="en-US" dirty="0">
                <a:solidFill>
                  <a:schemeClr val="tx1"/>
                </a:solidFill>
              </a:rPr>
              <a:t>Factor and Baskets Performance</a:t>
            </a:r>
            <a:endParaRPr lang="en-US" noProof="0" dirty="0">
              <a:solidFill>
                <a:schemeClr val="tx1"/>
              </a:solidFill>
            </a:endParaRPr>
          </a:p>
        </p:txBody>
      </p:sp>
      <p:sp>
        <p:nvSpPr>
          <p:cNvPr id="13" name="Text Placeholder 12">
            <a:extLst>
              <a:ext uri="{FF2B5EF4-FFF2-40B4-BE49-F238E27FC236}">
                <a16:creationId xmlns:a16="http://schemas.microsoft.com/office/drawing/2014/main" id="{7A15FC29-3C7B-A795-0FA3-C517455DD736}"/>
              </a:ext>
            </a:extLst>
          </p:cNvPr>
          <p:cNvSpPr>
            <a:spLocks noGrp="1"/>
          </p:cNvSpPr>
          <p:nvPr>
            <p:ph type="body" sz="quarter" idx="29"/>
          </p:nvPr>
        </p:nvSpPr>
        <p:spPr/>
        <p:txBody>
          <a:bodyPr/>
          <a:lstStyle/>
          <a:p>
            <a:r>
              <a:rPr lang="en-US" b="0" noProof="0" dirty="0">
                <a:latin typeface="Roboto"/>
                <a:ea typeface="Roboto"/>
                <a:cs typeface="Roboto"/>
              </a:rPr>
              <a:t>Source: Economatica, XP Research. Data as of 10/26/2026.</a:t>
            </a:r>
          </a:p>
        </p:txBody>
      </p:sp>
      <p:sp>
        <p:nvSpPr>
          <p:cNvPr id="14" name="Date Placeholder 13">
            <a:extLst>
              <a:ext uri="{FF2B5EF4-FFF2-40B4-BE49-F238E27FC236}">
                <a16:creationId xmlns:a16="http://schemas.microsoft.com/office/drawing/2014/main" id="{6093F851-6884-BE5E-4E02-1D3A4FB2A02A}"/>
              </a:ext>
            </a:extLst>
          </p:cNvPr>
          <p:cNvSpPr>
            <a:spLocks noGrp="1"/>
          </p:cNvSpPr>
          <p:nvPr>
            <p:ph type="dt" sz="half" idx="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74797C"/>
                </a:solidFill>
                <a:effectLst/>
                <a:uLnTx/>
                <a:uFillTx/>
                <a:latin typeface="Roboto Light" panose="02000000000000000000" pitchFamily="2" charset="0"/>
                <a:ea typeface="Roboto Light" panose="02000000000000000000" pitchFamily="2" charset="0"/>
                <a:cs typeface="Roboto Light" panose="02000000000000000000" pitchFamily="2" charset="0"/>
              </a:rPr>
              <a:t>October 30, 2026</a:t>
            </a:r>
          </a:p>
        </p:txBody>
      </p:sp>
      <p:sp>
        <p:nvSpPr>
          <p:cNvPr id="6" name="Content Placeholder 3">
            <a:extLst>
              <a:ext uri="{FF2B5EF4-FFF2-40B4-BE49-F238E27FC236}">
                <a16:creationId xmlns:a16="http://schemas.microsoft.com/office/drawing/2014/main" id="{939B4CCF-D972-DF2E-2880-5050D2ACF067}"/>
              </a:ext>
            </a:extLst>
          </p:cNvPr>
          <p:cNvSpPr txBox="1">
            <a:spLocks/>
          </p:cNvSpPr>
          <p:nvPr/>
        </p:nvSpPr>
        <p:spPr>
          <a:xfrm>
            <a:off x="3560074" y="1560731"/>
            <a:ext cx="2949758"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Chart 4: Long/Short factor performance </a:t>
            </a:r>
          </a:p>
        </p:txBody>
      </p:sp>
      <p:graphicFrame>
        <p:nvGraphicFramePr>
          <p:cNvPr id="2" name="Chart 2">
            <a:extLst>
              <a:ext uri="{FF2B5EF4-FFF2-40B4-BE49-F238E27FC236}">
                <a16:creationId xmlns:a16="http://schemas.microsoft.com/office/drawing/2014/main" id="{0A541BF4-E6F5-0943-9D15-BB5ECDBF70B4}"/>
              </a:ext>
            </a:extLst>
          </p:cNvPr>
          <p:cNvGraphicFramePr>
            <a:graphicFrameLocks/>
          </p:cNvGraphicFramePr>
          <p:nvPr>
            <p:extLst>
              <p:ext uri="{D42A27DB-BD31-4B8C-83A1-F6EECF244321}">
                <p14:modId xmlns:p14="http://schemas.microsoft.com/office/powerpoint/2010/main" val="4253248853"/>
              </p:ext>
            </p:extLst>
          </p:nvPr>
        </p:nvGraphicFramePr>
        <p:xfrm>
          <a:off x="3551610" y="1853515"/>
          <a:ext cx="2938088" cy="353716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Table 3">
            <a:extLst>
              <a:ext uri="{FF2B5EF4-FFF2-40B4-BE49-F238E27FC236}">
                <a16:creationId xmlns:a16="http://schemas.microsoft.com/office/drawing/2014/main" id="{3AED8CB2-5E53-58A6-D00F-EBE771ACD30B}"/>
              </a:ext>
            </a:extLst>
          </p:cNvPr>
          <p:cNvGraphicFramePr>
            <a:graphicFrameLocks noGrp="1"/>
          </p:cNvGraphicFramePr>
          <p:nvPr>
            <p:extLst>
              <p:ext uri="{D42A27DB-BD31-4B8C-83A1-F6EECF244321}">
                <p14:modId xmlns:p14="http://schemas.microsoft.com/office/powerpoint/2010/main" val="1388558979"/>
              </p:ext>
            </p:extLst>
          </p:nvPr>
        </p:nvGraphicFramePr>
        <p:xfrm>
          <a:off x="382828" y="5954546"/>
          <a:ext cx="6106868" cy="3200400"/>
        </p:xfrm>
        <a:graphic>
          <a:graphicData uri="http://schemas.openxmlformats.org/drawingml/2006/table">
            <a:tbl>
              <a:tblPr/>
              <a:tblGrid>
                <a:gridCol w="2109144">
                  <a:extLst>
                    <a:ext uri="{9D8B030D-6E8A-4147-A177-3AD203B41FA5}">
                      <a16:colId xmlns:a16="http://schemas.microsoft.com/office/drawing/2014/main" val="3210477919"/>
                    </a:ext>
                  </a:extLst>
                </a:gridCol>
                <a:gridCol w="1998862">
                  <a:extLst>
                    <a:ext uri="{9D8B030D-6E8A-4147-A177-3AD203B41FA5}">
                      <a16:colId xmlns:a16="http://schemas.microsoft.com/office/drawing/2014/main" val="1621263411"/>
                    </a:ext>
                  </a:extLst>
                </a:gridCol>
                <a:gridCol w="1998862">
                  <a:extLst>
                    <a:ext uri="{9D8B030D-6E8A-4147-A177-3AD203B41FA5}">
                      <a16:colId xmlns:a16="http://schemas.microsoft.com/office/drawing/2014/main" val="2373513029"/>
                    </a:ext>
                  </a:extLst>
                </a:gridCol>
              </a:tblGrid>
              <a:tr h="150923">
                <a:tc>
                  <a:txBody>
                    <a:bodyPr/>
                    <a:lstStyle/>
                    <a:p>
                      <a:pPr algn="ctr" fontAlgn="ctr">
                        <a:buNone/>
                      </a:pPr>
                      <a:r>
                        <a:rPr lang="pt-BR" sz="1000" b="1" i="0" u="none" strike="noStrike" dirty="0" err="1">
                          <a:solidFill>
                            <a:srgbClr val="FFFFFF"/>
                          </a:solidFill>
                          <a:effectLst/>
                          <a:latin typeface="Roboto Light" panose="02000000000000000000" pitchFamily="2" charset="0"/>
                        </a:rPr>
                        <a:t>Basket</a:t>
                      </a:r>
                      <a:endParaRPr lang="pt-BR" sz="1000" b="1" i="0" u="none" strike="noStrike" dirty="0">
                        <a:solidFill>
                          <a:srgbClr val="FFFFFF"/>
                        </a:solidFill>
                        <a:effectLst/>
                        <a:latin typeface="Roboto Light" panose="02000000000000000000" pitchFamily="2" charset="0"/>
                      </a:endParaRPr>
                    </a:p>
                  </a:txBody>
                  <a:tcPr marL="7620" marR="7620" marT="7620" marB="0" anchor="ctr">
                    <a:lnL>
                      <a:noFill/>
                    </a:lnL>
                    <a:lnR>
                      <a:noFill/>
                    </a:lnR>
                    <a:lnT>
                      <a:noFill/>
                    </a:lnT>
                    <a:lnB>
                      <a:noFill/>
                    </a:lnB>
                    <a:solidFill>
                      <a:srgbClr val="1F2F44"/>
                    </a:solidFill>
                  </a:tcPr>
                </a:tc>
                <a:tc>
                  <a:txBody>
                    <a:bodyPr/>
                    <a:lstStyle/>
                    <a:p>
                      <a:pPr algn="ctr" fontAlgn="ctr">
                        <a:buNone/>
                      </a:pPr>
                      <a:r>
                        <a:rPr lang="pt-BR" sz="1000" b="1" i="0" u="none" strike="noStrike">
                          <a:solidFill>
                            <a:srgbClr val="FFFFFF"/>
                          </a:solidFill>
                          <a:effectLst/>
                          <a:latin typeface="Roboto Light" panose="02000000000000000000" pitchFamily="2" charset="0"/>
                        </a:rPr>
                        <a:t>MTD Performance </a:t>
                      </a:r>
                    </a:p>
                  </a:txBody>
                  <a:tcPr marL="7620" marR="7620" marT="7620" marB="0" anchor="ctr">
                    <a:lnL>
                      <a:noFill/>
                    </a:lnL>
                    <a:lnR>
                      <a:noFill/>
                    </a:lnR>
                    <a:lnT>
                      <a:noFill/>
                    </a:lnT>
                    <a:lnB>
                      <a:noFill/>
                    </a:lnB>
                    <a:solidFill>
                      <a:srgbClr val="1F2F44"/>
                    </a:solidFill>
                  </a:tcPr>
                </a:tc>
                <a:tc>
                  <a:txBody>
                    <a:bodyPr/>
                    <a:lstStyle/>
                    <a:p>
                      <a:pPr algn="ctr" fontAlgn="ctr">
                        <a:buNone/>
                      </a:pPr>
                      <a:r>
                        <a:rPr lang="pt-BR" sz="1000" b="1" i="0" u="none" strike="noStrike">
                          <a:solidFill>
                            <a:srgbClr val="FFFFFF"/>
                          </a:solidFill>
                          <a:effectLst/>
                          <a:latin typeface="Roboto Light" panose="02000000000000000000" pitchFamily="2" charset="0"/>
                        </a:rPr>
                        <a:t>YTD Performance</a:t>
                      </a:r>
                    </a:p>
                  </a:txBody>
                  <a:tcPr marL="7620" marR="7620" marT="7620" marB="0" anchor="ctr">
                    <a:lnL>
                      <a:noFill/>
                    </a:lnL>
                    <a:lnR>
                      <a:noFill/>
                    </a:lnR>
                    <a:lnT>
                      <a:noFill/>
                    </a:lnT>
                    <a:lnB>
                      <a:noFill/>
                    </a:lnB>
                    <a:solidFill>
                      <a:srgbClr val="1F2F44"/>
                    </a:solidFill>
                  </a:tcPr>
                </a:tc>
                <a:extLst>
                  <a:ext uri="{0D108BD9-81ED-4DB2-BD59-A6C34878D82A}">
                    <a16:rowId xmlns:a16="http://schemas.microsoft.com/office/drawing/2014/main" val="1777222750"/>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High USD Exposure</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5.9%</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8.8%</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1203897567"/>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Fiscal deterioration</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3.0%</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32.9%</a:t>
                      </a:r>
                    </a:p>
                  </a:txBody>
                  <a:tcPr marL="7620" marR="7620" marT="7620" marB="0" anchor="ctr">
                    <a:lnL>
                      <a:noFill/>
                    </a:lnL>
                    <a:lnR>
                      <a:noFill/>
                    </a:lnR>
                    <a:lnT>
                      <a:noFill/>
                    </a:lnT>
                    <a:lnB>
                      <a:noFill/>
                    </a:lnB>
                    <a:noFill/>
                  </a:tcPr>
                </a:tc>
                <a:extLst>
                  <a:ext uri="{0D108BD9-81ED-4DB2-BD59-A6C34878D82A}">
                    <a16:rowId xmlns:a16="http://schemas.microsoft.com/office/drawing/2014/main" val="523745240"/>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Foreign flows</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1.9%</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9.3%</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1766441045"/>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Low Risk</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-2.5%</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5.9%</a:t>
                      </a:r>
                    </a:p>
                  </a:txBody>
                  <a:tcPr marL="7620" marR="7620" marT="7620" marB="0" anchor="ctr">
                    <a:lnL>
                      <a:noFill/>
                    </a:lnL>
                    <a:lnR>
                      <a:noFill/>
                    </a:lnR>
                    <a:lnT>
                      <a:noFill/>
                    </a:lnT>
                    <a:lnB>
                      <a:noFill/>
                    </a:lnB>
                    <a:noFill/>
                  </a:tcPr>
                </a:tc>
                <a:extLst>
                  <a:ext uri="{0D108BD9-81ED-4DB2-BD59-A6C34878D82A}">
                    <a16:rowId xmlns:a16="http://schemas.microsoft.com/office/drawing/2014/main" val="1496348474"/>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Low Leverage</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-4.1%</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-0.7%</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2853611388"/>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High Momentum</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-4.8%</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-4.2%</a:t>
                      </a:r>
                    </a:p>
                  </a:txBody>
                  <a:tcPr marL="7620" marR="7620" marT="7620" marB="0" anchor="ctr">
                    <a:lnL>
                      <a:noFill/>
                    </a:lnL>
                    <a:lnR>
                      <a:noFill/>
                    </a:lnR>
                    <a:lnT>
                      <a:noFill/>
                    </a:lnT>
                    <a:lnB>
                      <a:noFill/>
                    </a:lnB>
                    <a:noFill/>
                  </a:tcPr>
                </a:tc>
                <a:extLst>
                  <a:ext uri="{0D108BD9-81ED-4DB2-BD59-A6C34878D82A}">
                    <a16:rowId xmlns:a16="http://schemas.microsoft.com/office/drawing/2014/main" val="1634072671"/>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Large Caps</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-4.9%</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0.7%</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2150365658"/>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High Short Interest</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-6.7%</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-5.1%</a:t>
                      </a:r>
                    </a:p>
                  </a:txBody>
                  <a:tcPr marL="7620" marR="7620" marT="7620" marB="0" anchor="ctr">
                    <a:lnL>
                      <a:noFill/>
                    </a:lnL>
                    <a:lnR>
                      <a:noFill/>
                    </a:lnR>
                    <a:lnT>
                      <a:noFill/>
                    </a:lnT>
                    <a:lnB>
                      <a:noFill/>
                    </a:lnB>
                    <a:noFill/>
                  </a:tcPr>
                </a:tc>
                <a:extLst>
                  <a:ext uri="{0D108BD9-81ED-4DB2-BD59-A6C34878D82A}">
                    <a16:rowId xmlns:a16="http://schemas.microsoft.com/office/drawing/2014/main" val="2388874720"/>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Low Short Interest</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-6.8%</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-18.8%</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3538877061"/>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High Quality</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-7.3%</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-2.8%</a:t>
                      </a:r>
                    </a:p>
                  </a:txBody>
                  <a:tcPr marL="7620" marR="7620" marT="7620" marB="0" anchor="ctr">
                    <a:lnL>
                      <a:noFill/>
                    </a:lnL>
                    <a:lnR>
                      <a:noFill/>
                    </a:lnR>
                    <a:lnT>
                      <a:noFill/>
                    </a:lnT>
                    <a:lnB>
                      <a:noFill/>
                    </a:lnB>
                    <a:noFill/>
                  </a:tcPr>
                </a:tc>
                <a:extLst>
                  <a:ext uri="{0D108BD9-81ED-4DB2-BD59-A6C34878D82A}">
                    <a16:rowId xmlns:a16="http://schemas.microsoft.com/office/drawing/2014/main" val="3825842698"/>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Low Quality</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-7.4%</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-23.0%</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3208683330"/>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High Valuation</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-8.6%</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-25.0%</a:t>
                      </a:r>
                    </a:p>
                  </a:txBody>
                  <a:tcPr marL="7620" marR="7620" marT="7620" marB="0" anchor="ctr">
                    <a:lnL>
                      <a:noFill/>
                    </a:lnL>
                    <a:lnR>
                      <a:noFill/>
                    </a:lnR>
                    <a:lnT>
                      <a:noFill/>
                    </a:lnT>
                    <a:lnB>
                      <a:noFill/>
                    </a:lnB>
                    <a:noFill/>
                  </a:tcPr>
                </a:tc>
                <a:extLst>
                  <a:ext uri="{0D108BD9-81ED-4DB2-BD59-A6C34878D82A}">
                    <a16:rowId xmlns:a16="http://schemas.microsoft.com/office/drawing/2014/main" val="934123130"/>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Low Valuation</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-9.1%</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-1.4%</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3433802098"/>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Small Caps</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-11.6%</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-27.4%</a:t>
                      </a:r>
                    </a:p>
                  </a:txBody>
                  <a:tcPr marL="7620" marR="7620" marT="7620" marB="0" anchor="ctr">
                    <a:lnL>
                      <a:noFill/>
                    </a:lnL>
                    <a:lnR>
                      <a:noFill/>
                    </a:lnR>
                    <a:lnT>
                      <a:noFill/>
                    </a:lnT>
                    <a:lnB>
                      <a:noFill/>
                    </a:lnB>
                    <a:noFill/>
                  </a:tcPr>
                </a:tc>
                <a:extLst>
                  <a:ext uri="{0D108BD9-81ED-4DB2-BD59-A6C34878D82A}">
                    <a16:rowId xmlns:a16="http://schemas.microsoft.com/office/drawing/2014/main" val="2064331867"/>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Alternative Policy</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-12.0%</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8.5%</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246055652"/>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High Leverage</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-12.2%</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-22.2%</a:t>
                      </a:r>
                    </a:p>
                  </a:txBody>
                  <a:tcPr marL="7620" marR="7620" marT="7620" marB="0" anchor="ctr">
                    <a:lnL>
                      <a:noFill/>
                    </a:lnL>
                    <a:lnR>
                      <a:noFill/>
                    </a:lnR>
                    <a:lnT>
                      <a:noFill/>
                    </a:lnT>
                    <a:lnB>
                      <a:noFill/>
                    </a:lnB>
                    <a:noFill/>
                  </a:tcPr>
                </a:tc>
                <a:extLst>
                  <a:ext uri="{0D108BD9-81ED-4DB2-BD59-A6C34878D82A}">
                    <a16:rowId xmlns:a16="http://schemas.microsoft.com/office/drawing/2014/main" val="3824757440"/>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Low Momentum</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-12.8%</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-20.3%</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1938921122"/>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Low USD Exposure</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-14.1%</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-6.0%</a:t>
                      </a:r>
                    </a:p>
                  </a:txBody>
                  <a:tcPr marL="7620" marR="7620" marT="7620" marB="0" anchor="ctr">
                    <a:lnL>
                      <a:noFill/>
                    </a:lnL>
                    <a:lnR>
                      <a:noFill/>
                    </a:lnR>
                    <a:lnT>
                      <a:noFill/>
                    </a:lnT>
                    <a:lnB>
                      <a:noFill/>
                    </a:lnB>
                    <a:noFill/>
                  </a:tcPr>
                </a:tc>
                <a:extLst>
                  <a:ext uri="{0D108BD9-81ED-4DB2-BD59-A6C34878D82A}">
                    <a16:rowId xmlns:a16="http://schemas.microsoft.com/office/drawing/2014/main" val="2962833863"/>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High Risk</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-15.3%</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-34.5%</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394886630"/>
                  </a:ext>
                </a:extLst>
              </a:tr>
            </a:tbl>
          </a:graphicData>
        </a:graphic>
      </p:graphicFrame>
    </p:spTree>
    <p:extLst>
      <p:ext uri="{BB962C8B-B14F-4D97-AF65-F5344CB8AC3E}">
        <p14:creationId xmlns:p14="http://schemas.microsoft.com/office/powerpoint/2010/main" val="3334696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F0A37C-B539-582F-3DFC-ADE5EA09AB03}"/>
              </a:ext>
            </a:extLst>
          </p:cNvPr>
          <p:cNvSpPr>
            <a:spLocks noGrp="1"/>
          </p:cNvSpPr>
          <p:nvPr>
            <p:ph type="body" sz="quarter" idx="11"/>
          </p:nvPr>
        </p:nvSpPr>
        <p:spPr>
          <a:xfrm>
            <a:off x="368299" y="1928155"/>
            <a:ext cx="5903914" cy="458908"/>
          </a:xfrm>
        </p:spPr>
        <p:txBody>
          <a:bodyPr/>
          <a:lstStyle/>
          <a:p>
            <a:r>
              <a:rPr lang="en-US" b="0" dirty="0"/>
              <a:t>Three macro challenges for Brazilian equities</a:t>
            </a:r>
            <a:endParaRPr lang="en-US" noProof="0" dirty="0"/>
          </a:p>
        </p:txBody>
      </p:sp>
      <p:sp>
        <p:nvSpPr>
          <p:cNvPr id="3" name="Text Placeholder 2">
            <a:extLst>
              <a:ext uri="{FF2B5EF4-FFF2-40B4-BE49-F238E27FC236}">
                <a16:creationId xmlns:a16="http://schemas.microsoft.com/office/drawing/2014/main" id="{9ED212BB-E7DE-D0F8-87B4-450CF84A2860}"/>
              </a:ext>
            </a:extLst>
          </p:cNvPr>
          <p:cNvSpPr>
            <a:spLocks noGrp="1"/>
          </p:cNvSpPr>
          <p:nvPr>
            <p:ph type="body" sz="quarter" idx="12"/>
          </p:nvPr>
        </p:nvSpPr>
        <p:spPr/>
        <p:txBody>
          <a:bodyPr/>
          <a:lstStyle/>
          <a:p>
            <a:r>
              <a:rPr lang="en-US" b="0" noProof="0"/>
              <a:t>XP Ray of Brazil</a:t>
            </a:r>
          </a:p>
        </p:txBody>
      </p:sp>
    </p:spTree>
    <p:extLst>
      <p:ext uri="{BB962C8B-B14F-4D97-AF65-F5344CB8AC3E}">
        <p14:creationId xmlns:p14="http://schemas.microsoft.com/office/powerpoint/2010/main" val="1439089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a:xfrm>
            <a:off x="384048" y="1499615"/>
            <a:ext cx="6099048" cy="2552419"/>
          </a:xfrm>
          <a:noFill/>
        </p:spPr>
        <p:txBody>
          <a:bodyPr/>
          <a:lstStyle/>
          <a:p>
            <a:r>
              <a:rPr lang="en-US" dirty="0"/>
              <a:t>In our last thematic report, we laid out the Bull Case Scenario for Brazilian equities. Following the recent market sell-off and rising macro concerns, however, in this XP-Ray we highlight the macro challenges ahead for local markets and how to position accordingly.</a:t>
            </a:r>
            <a:endParaRPr lang="pt-BR" dirty="0"/>
          </a:p>
          <a:p>
            <a:r>
              <a:rPr lang="en-US" b="1" dirty="0"/>
              <a:t>We see three main challenges for Brazilian equities.</a:t>
            </a:r>
          </a:p>
          <a:p>
            <a:pPr marL="228600" indent="-228600">
              <a:buFont typeface="+mj-lt"/>
              <a:buAutoNum type="arabicPeriod"/>
            </a:pPr>
            <a:r>
              <a:rPr lang="en-US" b="1" dirty="0"/>
              <a:t>Increased fiscal concerns. </a:t>
            </a:r>
            <a:r>
              <a:rPr lang="en-US" dirty="0"/>
              <a:t>We built a </a:t>
            </a:r>
            <a:r>
              <a:rPr lang="en-US" b="1" dirty="0"/>
              <a:t>Local Assets Stress Index</a:t>
            </a:r>
            <a:r>
              <a:rPr lang="en-US" dirty="0"/>
              <a:t>, which combines the USD, fixed-rate bonds and 5-year CDS through a z-score, to track how Brazilian markets behave in periods of macro stress. Since 2002, the index has flagged 11 episodes of fiscal-driven stress, which took about 25 trading days on average to fade. On October 26, it recorded its largest one-day jump on record, from -1.3 to 2.1. From the signal until the stress faded, the Ibovespa fell 2.1% on average and small caps 1.0%, both underperforming the CDI (+1.1%), while the USD rose 1.4% and short inflation-linked bonds (IMA‑B 5) gained in every episode. By sector, exporters such as Metals &amp; Mining and Pulp &amp; Paper, along with Utilities, outperformed, while TMT, Retail and Oil &amp; Gas lagged.</a:t>
            </a:r>
            <a:endParaRPr lang="pt-BR" dirty="0"/>
          </a:p>
        </p:txBody>
      </p:sp>
      <p:sp>
        <p:nvSpPr>
          <p:cNvPr id="13" name="Text Placeholder 12"/>
          <p:cNvSpPr>
            <a:spLocks noGrp="1"/>
          </p:cNvSpPr>
          <p:nvPr>
            <p:ph type="body" sz="quarter" idx="16"/>
          </p:nvPr>
        </p:nvSpPr>
        <p:spPr/>
        <p:txBody>
          <a:bodyPr/>
          <a:lstStyle/>
          <a:p>
            <a:r>
              <a:rPr lang="en-US" dirty="0"/>
              <a:t>Three macro challenges for Brazilian equities</a:t>
            </a:r>
          </a:p>
        </p:txBody>
      </p:sp>
      <p:sp>
        <p:nvSpPr>
          <p:cNvPr id="14" name="Text Placeholder 13"/>
          <p:cNvSpPr>
            <a:spLocks noGrp="1"/>
          </p:cNvSpPr>
          <p:nvPr>
            <p:ph type="body" sz="quarter" idx="17"/>
          </p:nvPr>
        </p:nvSpPr>
        <p:spPr/>
        <p:txBody>
          <a:bodyPr/>
          <a:lstStyle/>
          <a:p>
            <a:r>
              <a:rPr lang="en-US" dirty="0"/>
              <a:t>Fiscal concerns return to center stage</a:t>
            </a:r>
            <a:endParaRPr dirty="0"/>
          </a:p>
        </p:txBody>
      </p:sp>
      <p:sp>
        <p:nvSpPr>
          <p:cNvPr id="15" name="Text Placeholder 14"/>
          <p:cNvSpPr>
            <a:spLocks noGrp="1"/>
          </p:cNvSpPr>
          <p:nvPr>
            <p:ph type="body" sz="quarter" idx="31"/>
          </p:nvPr>
        </p:nvSpPr>
        <p:spPr/>
        <p:txBody>
          <a:bodyPr/>
          <a:lstStyle/>
          <a:p>
            <a:r>
              <a:rPr dirty="0" err="1"/>
              <a:t>Source</a:t>
            </a:r>
            <a:r>
              <a:rPr dirty="0"/>
              <a:t>: B3, Economatica, Bloomberg, XP </a:t>
            </a:r>
            <a:r>
              <a:rPr dirty="0" err="1"/>
              <a:t>Research</a:t>
            </a:r>
            <a:r>
              <a:rPr dirty="0"/>
              <a:t>. </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r>
              <a:t>October 30, 2026</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nvSpPr>
        <p:spPr>
          <a:xfrm>
            <a:off x="384048" y="4084373"/>
            <a:ext cx="6099048"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Chart 1: Oct-26 </a:t>
            </a:r>
            <a:r>
              <a:rPr lang="pt-BR" dirty="0" err="1"/>
              <a:t>was</a:t>
            </a:r>
            <a:r>
              <a:rPr lang="pt-BR" dirty="0"/>
              <a:t> </a:t>
            </a:r>
            <a:r>
              <a:rPr lang="pt-BR" dirty="0" err="1"/>
              <a:t>the</a:t>
            </a:r>
            <a:r>
              <a:rPr lang="pt-BR" dirty="0"/>
              <a:t> </a:t>
            </a:r>
            <a:r>
              <a:rPr lang="pt-BR" dirty="0" err="1"/>
              <a:t>largest</a:t>
            </a:r>
            <a:r>
              <a:rPr lang="pt-BR" dirty="0"/>
              <a:t> </a:t>
            </a:r>
            <a:r>
              <a:rPr lang="pt-BR" dirty="0" err="1"/>
              <a:t>one-day</a:t>
            </a:r>
            <a:r>
              <a:rPr lang="pt-BR" dirty="0"/>
              <a:t> jump </a:t>
            </a:r>
            <a:r>
              <a:rPr lang="pt-BR" dirty="0" err="1"/>
              <a:t>since</a:t>
            </a:r>
            <a:r>
              <a:rPr lang="pt-BR" dirty="0"/>
              <a:t> 2002 in </a:t>
            </a:r>
            <a:r>
              <a:rPr lang="pt-BR" dirty="0" err="1"/>
              <a:t>our</a:t>
            </a:r>
            <a:r>
              <a:rPr lang="pt-BR" dirty="0"/>
              <a:t> Local </a:t>
            </a:r>
            <a:r>
              <a:rPr lang="pt-BR" dirty="0" err="1"/>
              <a:t>Assets</a:t>
            </a:r>
            <a:r>
              <a:rPr lang="pt-BR" dirty="0"/>
              <a:t> Stress Index</a:t>
            </a:r>
          </a:p>
        </p:txBody>
      </p:sp>
      <p:sp>
        <p:nvSpPr>
          <p:cNvPr id="37" name="TextBox 36"/>
          <p:cNvSpPr txBox="1"/>
          <p:nvPr/>
        </p:nvSpPr>
        <p:spPr>
          <a:xfrm>
            <a:off x="384048" y="4358692"/>
            <a:ext cx="6099048" cy="123111"/>
          </a:xfrm>
          <a:prstGeom prst="rect">
            <a:avLst/>
          </a:prstGeom>
          <a:noFill/>
        </p:spPr>
        <p:txBody>
          <a:bodyPr wrap="square" lIns="0" tIns="0" rIns="0" bIns="0">
            <a:spAutoFit/>
          </a:bodyPr>
          <a:lstStyle/>
          <a:p>
            <a:r>
              <a:rPr sz="800" i="1" dirty="0">
                <a:solidFill>
                  <a:srgbClr val="595959"/>
                </a:solidFill>
                <a:latin typeface="Roboto Light"/>
              </a:rPr>
              <a:t>Brazil Local Assets Stress Index</a:t>
            </a:r>
          </a:p>
        </p:txBody>
      </p:sp>
      <p:sp>
        <p:nvSpPr>
          <p:cNvPr id="3" name="Espaço Reservado para Conteúdo 14">
            <a:extLst>
              <a:ext uri="{FF2B5EF4-FFF2-40B4-BE49-F238E27FC236}">
                <a16:creationId xmlns:a16="http://schemas.microsoft.com/office/drawing/2014/main" id="{F03016C5-25C3-487A-A063-9D5AE9126411}"/>
              </a:ext>
            </a:extLst>
          </p:cNvPr>
          <p:cNvSpPr>
            <a:spLocks noGrp="1"/>
          </p:cNvSpPr>
          <p:nvPr/>
        </p:nvSpPr>
        <p:spPr>
          <a:xfrm>
            <a:off x="384048" y="6463055"/>
            <a:ext cx="292608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en-US" dirty="0"/>
              <a:t>Chart 2</a:t>
            </a:r>
            <a:r>
              <a:rPr lang="en-US"/>
              <a:t>: Local assets avg. return until stress fades</a:t>
            </a:r>
            <a:endParaRPr lang="pt-BR" dirty="0"/>
          </a:p>
        </p:txBody>
      </p:sp>
      <p:sp>
        <p:nvSpPr>
          <p:cNvPr id="5" name="Espaço Reservado para Conteúdo 14">
            <a:extLst>
              <a:ext uri="{FF2B5EF4-FFF2-40B4-BE49-F238E27FC236}">
                <a16:creationId xmlns:a16="http://schemas.microsoft.com/office/drawing/2014/main" id="{F03016C5-25C3-487A-A063-9D5AE9126411}"/>
              </a:ext>
            </a:extLst>
          </p:cNvPr>
          <p:cNvSpPr>
            <a:spLocks noGrp="1"/>
          </p:cNvSpPr>
          <p:nvPr/>
        </p:nvSpPr>
        <p:spPr>
          <a:xfrm>
            <a:off x="3557016" y="6463055"/>
            <a:ext cx="292608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en-US" dirty="0"/>
              <a:t>Chart 4</a:t>
            </a:r>
            <a:r>
              <a:rPr lang="en-US"/>
              <a:t>: Sectors avg. excess until stress fades</a:t>
            </a:r>
            <a:endParaRPr lang="pt-BR" dirty="0"/>
          </a:p>
        </p:txBody>
      </p:sp>
      <p:graphicFrame>
        <p:nvGraphicFramePr>
          <p:cNvPr id="6" name="Chart L1">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2315963980"/>
              </p:ext>
            </p:extLst>
          </p:nvPr>
        </p:nvGraphicFramePr>
        <p:xfrm>
          <a:off x="379476" y="4509234"/>
          <a:ext cx="6099048" cy="192148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6" name="Chart A1">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50856468"/>
              </p:ext>
            </p:extLst>
          </p:nvPr>
        </p:nvGraphicFramePr>
        <p:xfrm>
          <a:off x="384046" y="6780006"/>
          <a:ext cx="2926080" cy="24902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F5">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2997586811"/>
              </p:ext>
            </p:extLst>
          </p:nvPr>
        </p:nvGraphicFramePr>
        <p:xfrm>
          <a:off x="3557013" y="6780006"/>
          <a:ext cx="2926080" cy="269807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90314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a:xfrm>
            <a:off x="384048" y="1499616"/>
            <a:ext cx="2926080" cy="2889503"/>
          </a:xfrm>
          <a:noFill/>
        </p:spPr>
        <p:txBody>
          <a:bodyPr/>
          <a:lstStyle/>
          <a:p>
            <a:pPr marL="228600" indent="-228600">
              <a:buFont typeface="+mj-lt"/>
              <a:buAutoNum type="arabicPeriod" startAt="2"/>
            </a:pPr>
            <a:r>
              <a:rPr b="1" dirty="0"/>
              <a:t>High rates and inflation. </a:t>
            </a:r>
            <a:r>
              <a:rPr lang="en-US" dirty="0"/>
              <a:t>Our rates and inflation regime model for Brazil currently points to an </a:t>
            </a:r>
            <a:r>
              <a:rPr lang="en-US" b="1" i="1" dirty="0"/>
              <a:t>Inflation Down, Rates Up </a:t>
            </a:r>
            <a:r>
              <a:rPr lang="en-US" dirty="0"/>
              <a:t>environment. But as the market prices in higher inflation in the coming months (Chart 3), we should soon move to </a:t>
            </a:r>
            <a:r>
              <a:rPr lang="en-US" b="1" i="1" dirty="0"/>
              <a:t>Inflation Up, Rates Up</a:t>
            </a:r>
            <a:r>
              <a:rPr lang="en-US" dirty="0"/>
              <a:t>, a regime that historically has lasted 14 months on average. Since 2002, this has been the worst regime for equities, with the Ibovespa posting an average real return of -17.5% a year. </a:t>
            </a:r>
            <a:r>
              <a:rPr lang="en-US" b="1" dirty="0"/>
              <a:t>Utilities</a:t>
            </a:r>
            <a:r>
              <a:rPr lang="en-US" dirty="0"/>
              <a:t> and </a:t>
            </a:r>
            <a:r>
              <a:rPr lang="en-US" b="1" dirty="0"/>
              <a:t>Agri, Food &amp; Beverages </a:t>
            </a:r>
            <a:r>
              <a:rPr lang="en-US" dirty="0"/>
              <a:t>outperformed the index by 14 to 15 p.p. a year, while rate-sensitive sectors such as </a:t>
            </a:r>
            <a:r>
              <a:rPr lang="en-US" b="1" dirty="0"/>
              <a:t>Education</a:t>
            </a:r>
            <a:r>
              <a:rPr lang="en-US" dirty="0"/>
              <a:t> and </a:t>
            </a:r>
            <a:r>
              <a:rPr lang="en-US" b="1" dirty="0"/>
              <a:t>Real Estate</a:t>
            </a:r>
            <a:r>
              <a:rPr lang="en-US" dirty="0"/>
              <a:t> lagged by 16 to 18 p.p.</a:t>
            </a:r>
            <a:endParaRPr dirty="0"/>
          </a:p>
        </p:txBody>
      </p:sp>
      <p:sp>
        <p:nvSpPr>
          <p:cNvPr id="13" name="Text Placeholder 12"/>
          <p:cNvSpPr>
            <a:spLocks noGrp="1"/>
          </p:cNvSpPr>
          <p:nvPr>
            <p:ph type="body" sz="quarter" idx="16"/>
          </p:nvPr>
        </p:nvSpPr>
        <p:spPr/>
        <p:txBody>
          <a:bodyPr/>
          <a:lstStyle/>
          <a:p>
            <a:r>
              <a:rPr lang="en-US" dirty="0"/>
              <a:t>Three macro challenges for Brazilian equities</a:t>
            </a:r>
          </a:p>
        </p:txBody>
      </p:sp>
      <p:sp>
        <p:nvSpPr>
          <p:cNvPr id="14" name="Text Placeholder 13"/>
          <p:cNvSpPr>
            <a:spLocks noGrp="1"/>
          </p:cNvSpPr>
          <p:nvPr>
            <p:ph type="body" sz="quarter" idx="17"/>
          </p:nvPr>
        </p:nvSpPr>
        <p:spPr/>
        <p:txBody>
          <a:bodyPr/>
          <a:lstStyle/>
          <a:p>
            <a:r>
              <a:rPr lang="en-US" dirty="0"/>
              <a:t>Rates and inflation point to a weaker backdrop for equities</a:t>
            </a:r>
            <a:endParaRPr dirty="0"/>
          </a:p>
        </p:txBody>
      </p:sp>
      <p:sp>
        <p:nvSpPr>
          <p:cNvPr id="15" name="Text Placeholder 14"/>
          <p:cNvSpPr>
            <a:spLocks noGrp="1"/>
          </p:cNvSpPr>
          <p:nvPr>
            <p:ph type="body" sz="quarter" idx="31"/>
          </p:nvPr>
        </p:nvSpPr>
        <p:spPr/>
        <p:txBody>
          <a:bodyPr/>
          <a:lstStyle/>
          <a:p>
            <a:r>
              <a:rPr dirty="0" err="1"/>
              <a:t>Source</a:t>
            </a:r>
            <a:r>
              <a:rPr dirty="0"/>
              <a:t>: B3, Economatica, ANBIMA, BCB, IBGE, XP </a:t>
            </a:r>
            <a:r>
              <a:rPr dirty="0" err="1"/>
              <a:t>Research</a:t>
            </a:r>
            <a:r>
              <a:rPr dirty="0"/>
              <a:t>. </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r>
              <a:t>October 30, 2026</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nvSpPr>
        <p:spPr>
          <a:xfrm>
            <a:off x="3557016" y="1499616"/>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1: Inflation/Rate regimes: transition diagram</a:t>
            </a:r>
          </a:p>
        </p:txBody>
      </p:sp>
      <p:sp>
        <p:nvSpPr>
          <p:cNvPr id="37" name="TextBox 36"/>
          <p:cNvSpPr txBox="1"/>
          <p:nvPr/>
        </p:nvSpPr>
        <p:spPr>
          <a:xfrm>
            <a:off x="3557016" y="1773936"/>
            <a:ext cx="2926080" cy="173736"/>
          </a:xfrm>
          <a:prstGeom prst="rect">
            <a:avLst/>
          </a:prstGeom>
          <a:noFill/>
        </p:spPr>
        <p:txBody>
          <a:bodyPr wrap="square" lIns="0" tIns="0" rIns="0" bIns="0">
            <a:spAutoFit/>
          </a:bodyPr>
          <a:lstStyle/>
          <a:p>
            <a:r>
              <a:rPr sz="800" i="1">
                <a:solidFill>
                  <a:srgbClr val="595959"/>
                </a:solidFill>
                <a:latin typeface="Roboto Light"/>
              </a:rPr>
              <a:t>With % of times each transition occurred historically</a:t>
            </a:r>
          </a:p>
        </p:txBody>
      </p:sp>
      <p:sp>
        <p:nvSpPr>
          <p:cNvPr id="38" name="Oval 37"/>
          <p:cNvSpPr/>
          <p:nvPr/>
        </p:nvSpPr>
        <p:spPr>
          <a:xfrm>
            <a:off x="3965388" y="2162600"/>
            <a:ext cx="749985" cy="749985"/>
          </a:xfrm>
          <a:prstGeom prst="ellipse">
            <a:avLst/>
          </a:prstGeom>
          <a:solidFill>
            <a:srgbClr val="B8C9DF"/>
          </a:solidFill>
          <a:ln w="35155">
            <a:solidFill>
              <a:srgbClr val="F9C113"/>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30">
                <a:solidFill>
                  <a:srgbClr val="262626"/>
                </a:solidFill>
                <a:latin typeface="Roboto Light"/>
              </a:rPr>
              <a:t>Inflation </a:t>
            </a:r>
            <a:r>
              <a:rPr sz="830">
                <a:solidFill>
                  <a:srgbClr val="C00000"/>
                </a:solidFill>
                <a:latin typeface="Roboto Light"/>
              </a:rPr>
              <a:t>down</a:t>
            </a:r>
            <a:r>
              <a:rPr sz="830">
                <a:solidFill>
                  <a:srgbClr val="262626"/>
                </a:solidFill>
                <a:latin typeface="Roboto Light"/>
              </a:rPr>
              <a:t>,</a:t>
            </a:r>
          </a:p>
          <a:p>
            <a:pPr algn="ctr"/>
            <a:r>
              <a:rPr sz="830">
                <a:solidFill>
                  <a:srgbClr val="262626"/>
                </a:solidFill>
                <a:latin typeface="Roboto Light"/>
              </a:rPr>
              <a:t>Rates </a:t>
            </a:r>
            <a:r>
              <a:rPr sz="830">
                <a:solidFill>
                  <a:srgbClr val="008000"/>
                </a:solidFill>
                <a:latin typeface="Roboto Light"/>
              </a:rPr>
              <a:t>up</a:t>
            </a:r>
          </a:p>
        </p:txBody>
      </p:sp>
      <p:sp>
        <p:nvSpPr>
          <p:cNvPr id="39" name="Oval 38"/>
          <p:cNvSpPr/>
          <p:nvPr/>
        </p:nvSpPr>
        <p:spPr>
          <a:xfrm>
            <a:off x="5313019" y="2162600"/>
            <a:ext cx="749985" cy="749985"/>
          </a:xfrm>
          <a:prstGeom prst="ellipse">
            <a:avLst/>
          </a:prstGeom>
          <a:solidFill>
            <a:srgbClr val="FDE6A1"/>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30">
                <a:solidFill>
                  <a:srgbClr val="262626"/>
                </a:solidFill>
                <a:latin typeface="Roboto Light"/>
              </a:rPr>
              <a:t>Inflation </a:t>
            </a:r>
            <a:r>
              <a:rPr sz="830">
                <a:solidFill>
                  <a:srgbClr val="008000"/>
                </a:solidFill>
                <a:latin typeface="Roboto Light"/>
              </a:rPr>
              <a:t>up</a:t>
            </a:r>
            <a:r>
              <a:rPr sz="830">
                <a:solidFill>
                  <a:srgbClr val="262626"/>
                </a:solidFill>
                <a:latin typeface="Roboto Light"/>
              </a:rPr>
              <a:t>,</a:t>
            </a:r>
          </a:p>
          <a:p>
            <a:pPr algn="ctr"/>
            <a:r>
              <a:rPr sz="830">
                <a:solidFill>
                  <a:srgbClr val="262626"/>
                </a:solidFill>
                <a:latin typeface="Roboto Light"/>
              </a:rPr>
              <a:t>Rates </a:t>
            </a:r>
            <a:r>
              <a:rPr sz="830">
                <a:solidFill>
                  <a:srgbClr val="008000"/>
                </a:solidFill>
                <a:latin typeface="Roboto Light"/>
              </a:rPr>
              <a:t>up</a:t>
            </a:r>
          </a:p>
        </p:txBody>
      </p:sp>
      <p:sp>
        <p:nvSpPr>
          <p:cNvPr id="40" name="Oval 39"/>
          <p:cNvSpPr/>
          <p:nvPr/>
        </p:nvSpPr>
        <p:spPr>
          <a:xfrm>
            <a:off x="3965388" y="3545386"/>
            <a:ext cx="749985" cy="749985"/>
          </a:xfrm>
          <a:prstGeom prst="ellipse">
            <a:avLst/>
          </a:prstGeom>
          <a:solidFill>
            <a:srgbClr val="C5CAC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30">
                <a:solidFill>
                  <a:srgbClr val="262626"/>
                </a:solidFill>
                <a:latin typeface="Roboto Light"/>
              </a:rPr>
              <a:t>Inflation </a:t>
            </a:r>
            <a:r>
              <a:rPr sz="830">
                <a:solidFill>
                  <a:srgbClr val="C00000"/>
                </a:solidFill>
                <a:latin typeface="Roboto Light"/>
              </a:rPr>
              <a:t>down</a:t>
            </a:r>
            <a:r>
              <a:rPr sz="830">
                <a:solidFill>
                  <a:srgbClr val="262626"/>
                </a:solidFill>
                <a:latin typeface="Roboto Light"/>
              </a:rPr>
              <a:t>,</a:t>
            </a:r>
          </a:p>
          <a:p>
            <a:pPr algn="ctr"/>
            <a:r>
              <a:rPr sz="830">
                <a:solidFill>
                  <a:srgbClr val="262626"/>
                </a:solidFill>
                <a:latin typeface="Roboto Light"/>
              </a:rPr>
              <a:t>Rates </a:t>
            </a:r>
            <a:r>
              <a:rPr sz="830">
                <a:solidFill>
                  <a:srgbClr val="C00000"/>
                </a:solidFill>
                <a:latin typeface="Roboto Light"/>
              </a:rPr>
              <a:t>down</a:t>
            </a:r>
          </a:p>
        </p:txBody>
      </p:sp>
      <p:sp>
        <p:nvSpPr>
          <p:cNvPr id="41" name="Oval 40"/>
          <p:cNvSpPr/>
          <p:nvPr/>
        </p:nvSpPr>
        <p:spPr>
          <a:xfrm>
            <a:off x="5313019" y="3545386"/>
            <a:ext cx="749985" cy="749985"/>
          </a:xfrm>
          <a:prstGeom prst="ellipse">
            <a:avLst/>
          </a:prstGeom>
          <a:solidFill>
            <a:srgbClr val="D2E1F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30">
                <a:solidFill>
                  <a:srgbClr val="262626"/>
                </a:solidFill>
                <a:latin typeface="Roboto Light"/>
              </a:rPr>
              <a:t>Inflation </a:t>
            </a:r>
            <a:r>
              <a:rPr sz="830">
                <a:solidFill>
                  <a:srgbClr val="008000"/>
                </a:solidFill>
                <a:latin typeface="Roboto Light"/>
              </a:rPr>
              <a:t>up</a:t>
            </a:r>
            <a:r>
              <a:rPr sz="830">
                <a:solidFill>
                  <a:srgbClr val="262626"/>
                </a:solidFill>
                <a:latin typeface="Roboto Light"/>
              </a:rPr>
              <a:t>,</a:t>
            </a:r>
          </a:p>
          <a:p>
            <a:pPr algn="ctr"/>
            <a:r>
              <a:rPr sz="830">
                <a:solidFill>
                  <a:srgbClr val="262626"/>
                </a:solidFill>
                <a:latin typeface="Roboto Light"/>
              </a:rPr>
              <a:t>Rates </a:t>
            </a:r>
            <a:r>
              <a:rPr sz="830">
                <a:solidFill>
                  <a:srgbClr val="C00000"/>
                </a:solidFill>
                <a:latin typeface="Roboto Light"/>
              </a:rPr>
              <a:t>down</a:t>
            </a:r>
          </a:p>
        </p:txBody>
      </p:sp>
      <p:sp>
        <p:nvSpPr>
          <p:cNvPr id="3" name="Freeform 2"/>
          <p:cNvSpPr/>
          <p:nvPr/>
        </p:nvSpPr>
        <p:spPr>
          <a:xfrm>
            <a:off x="4710686" y="2289160"/>
            <a:ext cx="660925" cy="154684"/>
          </a:xfrm>
          <a:custGeom>
            <a:avLst/>
            <a:gdLst/>
            <a:ahLst/>
            <a:cxnLst/>
            <a:rect l="l" t="t" r="r" b="b"/>
            <a:pathLst>
              <a:path w="660925" h="154684">
                <a:moveTo>
                  <a:pt x="0" y="154684"/>
                </a:moveTo>
                <a:lnTo>
                  <a:pt x="24170" y="129978"/>
                </a:lnTo>
                <a:lnTo>
                  <a:pt x="48632" y="107420"/>
                </a:lnTo>
                <a:lnTo>
                  <a:pt x="73388" y="87010"/>
                </a:lnTo>
                <a:lnTo>
                  <a:pt x="98436" y="68749"/>
                </a:lnTo>
                <a:lnTo>
                  <a:pt x="123777" y="52636"/>
                </a:lnTo>
                <a:lnTo>
                  <a:pt x="149412" y="38671"/>
                </a:lnTo>
                <a:lnTo>
                  <a:pt x="175339" y="26855"/>
                </a:lnTo>
                <a:lnTo>
                  <a:pt x="201559" y="17187"/>
                </a:lnTo>
                <a:lnTo>
                  <a:pt x="228072" y="9668"/>
                </a:lnTo>
                <a:lnTo>
                  <a:pt x="254878" y="4297"/>
                </a:lnTo>
                <a:lnTo>
                  <a:pt x="281977" y="1074"/>
                </a:lnTo>
                <a:lnTo>
                  <a:pt x="309369" y="0"/>
                </a:lnTo>
                <a:lnTo>
                  <a:pt x="337055" y="1074"/>
                </a:lnTo>
                <a:lnTo>
                  <a:pt x="365032" y="4297"/>
                </a:lnTo>
                <a:lnTo>
                  <a:pt x="393303" y="9668"/>
                </a:lnTo>
                <a:lnTo>
                  <a:pt x="421867" y="17187"/>
                </a:lnTo>
                <a:lnTo>
                  <a:pt x="450724" y="26855"/>
                </a:lnTo>
                <a:lnTo>
                  <a:pt x="479874" y="38671"/>
                </a:lnTo>
                <a:lnTo>
                  <a:pt x="509317" y="52636"/>
                </a:lnTo>
                <a:lnTo>
                  <a:pt x="539053" y="68749"/>
                </a:lnTo>
                <a:lnTo>
                  <a:pt x="569081" y="87010"/>
                </a:lnTo>
                <a:lnTo>
                  <a:pt x="599403" y="107420"/>
                </a:lnTo>
                <a:lnTo>
                  <a:pt x="630018" y="129978"/>
                </a:lnTo>
                <a:lnTo>
                  <a:pt x="660925" y="154684"/>
                </a:lnTo>
              </a:path>
            </a:pathLst>
          </a:custGeom>
          <a:noFill/>
          <a:ln w="23437">
            <a:solidFill>
              <a:srgbClr val="1F2F44"/>
            </a:solidFill>
            <a:tailEnd type="arrow"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855996" y="2120413"/>
            <a:ext cx="328118" cy="140622"/>
          </a:xfrm>
          <a:prstGeom prst="rect">
            <a:avLst/>
          </a:prstGeom>
          <a:noFill/>
        </p:spPr>
        <p:txBody>
          <a:bodyPr wrap="none" lIns="0" tIns="0" rIns="0" bIns="0" anchor="ctr">
            <a:spAutoFit/>
          </a:bodyPr>
          <a:lstStyle/>
          <a:p>
            <a:pPr algn="ctr"/>
            <a:r>
              <a:rPr sz="784" b="1">
                <a:solidFill>
                  <a:srgbClr val="404040"/>
                </a:solidFill>
                <a:latin typeface="Roboto"/>
              </a:rPr>
              <a:t>66.7%</a:t>
            </a:r>
          </a:p>
        </p:txBody>
      </p:sp>
      <p:sp>
        <p:nvSpPr>
          <p:cNvPr id="4" name="Freeform 3"/>
          <p:cNvSpPr/>
          <p:nvPr/>
        </p:nvSpPr>
        <p:spPr>
          <a:xfrm>
            <a:off x="4710686" y="2570405"/>
            <a:ext cx="660925" cy="166403"/>
          </a:xfrm>
          <a:custGeom>
            <a:avLst/>
            <a:gdLst/>
            <a:ahLst/>
            <a:cxnLst/>
            <a:rect l="l" t="t" r="r" b="b"/>
            <a:pathLst>
              <a:path w="660925" h="166403">
                <a:moveTo>
                  <a:pt x="660925" y="0"/>
                </a:moveTo>
                <a:lnTo>
                  <a:pt x="630018" y="26041"/>
                </a:lnTo>
                <a:lnTo>
                  <a:pt x="599403" y="49868"/>
                </a:lnTo>
                <a:lnTo>
                  <a:pt x="569081" y="71483"/>
                </a:lnTo>
                <a:lnTo>
                  <a:pt x="539053" y="90883"/>
                </a:lnTo>
                <a:lnTo>
                  <a:pt x="509317" y="108070"/>
                </a:lnTo>
                <a:lnTo>
                  <a:pt x="479874" y="123044"/>
                </a:lnTo>
                <a:lnTo>
                  <a:pt x="450724" y="135804"/>
                </a:lnTo>
                <a:lnTo>
                  <a:pt x="421867" y="146351"/>
                </a:lnTo>
                <a:lnTo>
                  <a:pt x="393303" y="154684"/>
                </a:lnTo>
                <a:lnTo>
                  <a:pt x="365032" y="160804"/>
                </a:lnTo>
                <a:lnTo>
                  <a:pt x="337055" y="164710"/>
                </a:lnTo>
                <a:lnTo>
                  <a:pt x="309369" y="166403"/>
                </a:lnTo>
                <a:lnTo>
                  <a:pt x="281977" y="165882"/>
                </a:lnTo>
                <a:lnTo>
                  <a:pt x="254878" y="163147"/>
                </a:lnTo>
                <a:lnTo>
                  <a:pt x="228072" y="158200"/>
                </a:lnTo>
                <a:lnTo>
                  <a:pt x="201559" y="151038"/>
                </a:lnTo>
                <a:lnTo>
                  <a:pt x="175339" y="141663"/>
                </a:lnTo>
                <a:lnTo>
                  <a:pt x="149412" y="130075"/>
                </a:lnTo>
                <a:lnTo>
                  <a:pt x="123777" y="116273"/>
                </a:lnTo>
                <a:lnTo>
                  <a:pt x="98436" y="100258"/>
                </a:lnTo>
                <a:lnTo>
                  <a:pt x="73388" y="82029"/>
                </a:lnTo>
                <a:lnTo>
                  <a:pt x="48632" y="61587"/>
                </a:lnTo>
                <a:lnTo>
                  <a:pt x="24170" y="38931"/>
                </a:lnTo>
                <a:lnTo>
                  <a:pt x="0" y="14062"/>
                </a:lnTo>
              </a:path>
            </a:pathLst>
          </a:custGeom>
          <a:noFill/>
          <a:ln w="23437">
            <a:solidFill>
              <a:srgbClr val="F9C113"/>
            </a:solidFill>
            <a:tailEnd type="arrow"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878261" y="2753214"/>
            <a:ext cx="328118" cy="140622"/>
          </a:xfrm>
          <a:prstGeom prst="rect">
            <a:avLst/>
          </a:prstGeom>
          <a:noFill/>
        </p:spPr>
        <p:txBody>
          <a:bodyPr wrap="none" lIns="0" tIns="0" rIns="0" bIns="0" anchor="ctr">
            <a:spAutoFit/>
          </a:bodyPr>
          <a:lstStyle/>
          <a:p>
            <a:pPr algn="ctr"/>
            <a:r>
              <a:rPr sz="784" b="1">
                <a:solidFill>
                  <a:srgbClr val="404040"/>
                </a:solidFill>
                <a:latin typeface="Roboto"/>
              </a:rPr>
              <a:t>42.9%</a:t>
            </a:r>
          </a:p>
        </p:txBody>
      </p:sp>
      <p:sp>
        <p:nvSpPr>
          <p:cNvPr id="5" name="Freeform 4"/>
          <p:cNvSpPr/>
          <p:nvPr/>
        </p:nvSpPr>
        <p:spPr>
          <a:xfrm>
            <a:off x="4204251" y="2877430"/>
            <a:ext cx="154880" cy="733579"/>
          </a:xfrm>
          <a:custGeom>
            <a:avLst/>
            <a:gdLst/>
            <a:ahLst/>
            <a:cxnLst/>
            <a:rect l="l" t="t" r="r" b="b"/>
            <a:pathLst>
              <a:path w="154880" h="733579">
                <a:moveTo>
                  <a:pt x="126755" y="733579"/>
                </a:moveTo>
                <a:lnTo>
                  <a:pt x="105467" y="702452"/>
                </a:lnTo>
                <a:lnTo>
                  <a:pt x="86131" y="671374"/>
                </a:lnTo>
                <a:lnTo>
                  <a:pt x="68749" y="640344"/>
                </a:lnTo>
                <a:lnTo>
                  <a:pt x="53319" y="609363"/>
                </a:lnTo>
                <a:lnTo>
                  <a:pt x="39843" y="578431"/>
                </a:lnTo>
                <a:lnTo>
                  <a:pt x="28320" y="547548"/>
                </a:lnTo>
                <a:lnTo>
                  <a:pt x="18750" y="516714"/>
                </a:lnTo>
                <a:lnTo>
                  <a:pt x="11132" y="485928"/>
                </a:lnTo>
                <a:lnTo>
                  <a:pt x="5469" y="455191"/>
                </a:lnTo>
                <a:lnTo>
                  <a:pt x="1758" y="424503"/>
                </a:lnTo>
                <a:lnTo>
                  <a:pt x="0" y="393864"/>
                </a:lnTo>
                <a:lnTo>
                  <a:pt x="195" y="363274"/>
                </a:lnTo>
                <a:lnTo>
                  <a:pt x="2344" y="332733"/>
                </a:lnTo>
                <a:lnTo>
                  <a:pt x="6445" y="302240"/>
                </a:lnTo>
                <a:lnTo>
                  <a:pt x="12500" y="271796"/>
                </a:lnTo>
                <a:lnTo>
                  <a:pt x="20507" y="241401"/>
                </a:lnTo>
                <a:lnTo>
                  <a:pt x="30468" y="211055"/>
                </a:lnTo>
                <a:lnTo>
                  <a:pt x="42382" y="180758"/>
                </a:lnTo>
                <a:lnTo>
                  <a:pt x="56249" y="150510"/>
                </a:lnTo>
                <a:lnTo>
                  <a:pt x="72069" y="120310"/>
                </a:lnTo>
                <a:lnTo>
                  <a:pt x="89842" y="90159"/>
                </a:lnTo>
                <a:lnTo>
                  <a:pt x="109568" y="60057"/>
                </a:lnTo>
                <a:lnTo>
                  <a:pt x="131247" y="30004"/>
                </a:lnTo>
                <a:lnTo>
                  <a:pt x="154880" y="0"/>
                </a:lnTo>
              </a:path>
            </a:pathLst>
          </a:custGeom>
          <a:noFill/>
          <a:ln w="23437">
            <a:solidFill>
              <a:srgbClr val="707971"/>
            </a:solidFill>
            <a:tailEnd type="arrow"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824766" y="3161018"/>
            <a:ext cx="328118" cy="140622"/>
          </a:xfrm>
          <a:prstGeom prst="rect">
            <a:avLst/>
          </a:prstGeom>
          <a:noFill/>
        </p:spPr>
        <p:txBody>
          <a:bodyPr wrap="none" lIns="0" tIns="0" rIns="0" bIns="0" anchor="ctr">
            <a:spAutoFit/>
          </a:bodyPr>
          <a:lstStyle/>
          <a:p>
            <a:pPr algn="ctr"/>
            <a:r>
              <a:rPr sz="784" b="1">
                <a:solidFill>
                  <a:srgbClr val="404040"/>
                </a:solidFill>
                <a:latin typeface="Roboto"/>
              </a:rPr>
              <a:t>58.3%</a:t>
            </a:r>
          </a:p>
        </p:txBody>
      </p:sp>
      <p:sp>
        <p:nvSpPr>
          <p:cNvPr id="6" name="Freeform 5"/>
          <p:cNvSpPr/>
          <p:nvPr/>
        </p:nvSpPr>
        <p:spPr>
          <a:xfrm>
            <a:off x="4457566" y="2865711"/>
            <a:ext cx="160414" cy="714830"/>
          </a:xfrm>
          <a:custGeom>
            <a:avLst/>
            <a:gdLst/>
            <a:ahLst/>
            <a:cxnLst/>
            <a:rect l="l" t="t" r="r" b="b"/>
            <a:pathLst>
              <a:path w="160414" h="714830">
                <a:moveTo>
                  <a:pt x="112498" y="0"/>
                </a:moveTo>
                <a:lnTo>
                  <a:pt x="123159" y="28849"/>
                </a:lnTo>
                <a:lnTo>
                  <a:pt x="132485" y="57779"/>
                </a:lnTo>
                <a:lnTo>
                  <a:pt x="140476" y="86791"/>
                </a:lnTo>
                <a:lnTo>
                  <a:pt x="147133" y="115884"/>
                </a:lnTo>
                <a:lnTo>
                  <a:pt x="152455" y="145058"/>
                </a:lnTo>
                <a:lnTo>
                  <a:pt x="156443" y="174313"/>
                </a:lnTo>
                <a:lnTo>
                  <a:pt x="159096" y="203650"/>
                </a:lnTo>
                <a:lnTo>
                  <a:pt x="160414" y="233069"/>
                </a:lnTo>
                <a:lnTo>
                  <a:pt x="160398" y="262569"/>
                </a:lnTo>
                <a:lnTo>
                  <a:pt x="159047" y="292150"/>
                </a:lnTo>
                <a:lnTo>
                  <a:pt x="156361" y="321812"/>
                </a:lnTo>
                <a:lnTo>
                  <a:pt x="152341" y="351556"/>
                </a:lnTo>
                <a:lnTo>
                  <a:pt x="146986" y="381381"/>
                </a:lnTo>
                <a:lnTo>
                  <a:pt x="140297" y="411288"/>
                </a:lnTo>
                <a:lnTo>
                  <a:pt x="132273" y="441276"/>
                </a:lnTo>
                <a:lnTo>
                  <a:pt x="122915" y="471345"/>
                </a:lnTo>
                <a:lnTo>
                  <a:pt x="112221" y="501496"/>
                </a:lnTo>
                <a:lnTo>
                  <a:pt x="100194" y="531728"/>
                </a:lnTo>
                <a:lnTo>
                  <a:pt x="86831" y="562042"/>
                </a:lnTo>
                <a:lnTo>
                  <a:pt x="72134" y="592437"/>
                </a:lnTo>
                <a:lnTo>
                  <a:pt x="56103" y="622913"/>
                </a:lnTo>
                <a:lnTo>
                  <a:pt x="38737" y="653471"/>
                </a:lnTo>
                <a:lnTo>
                  <a:pt x="20036" y="684110"/>
                </a:lnTo>
                <a:lnTo>
                  <a:pt x="0" y="714830"/>
                </a:lnTo>
              </a:path>
            </a:pathLst>
          </a:custGeom>
          <a:noFill/>
          <a:ln w="23437">
            <a:solidFill>
              <a:srgbClr val="1F2F44"/>
            </a:solidFill>
            <a:tailEnd type="arrow"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56781" y="3161018"/>
            <a:ext cx="328118" cy="140622"/>
          </a:xfrm>
          <a:prstGeom prst="rect">
            <a:avLst/>
          </a:prstGeom>
          <a:noFill/>
        </p:spPr>
        <p:txBody>
          <a:bodyPr wrap="none" lIns="0" tIns="0" rIns="0" bIns="0" anchor="ctr">
            <a:spAutoFit/>
          </a:bodyPr>
          <a:lstStyle/>
          <a:p>
            <a:pPr algn="ctr"/>
            <a:r>
              <a:rPr sz="784" b="1">
                <a:solidFill>
                  <a:srgbClr val="404040"/>
                </a:solidFill>
                <a:latin typeface="Roboto"/>
              </a:rPr>
              <a:t>33.3%</a:t>
            </a:r>
          </a:p>
        </p:txBody>
      </p:sp>
      <p:sp>
        <p:nvSpPr>
          <p:cNvPr id="7" name="Freeform 6"/>
          <p:cNvSpPr/>
          <p:nvPr/>
        </p:nvSpPr>
        <p:spPr>
          <a:xfrm>
            <a:off x="5440458" y="2893836"/>
            <a:ext cx="156149" cy="731236"/>
          </a:xfrm>
          <a:custGeom>
            <a:avLst/>
            <a:gdLst/>
            <a:ahLst/>
            <a:cxnLst/>
            <a:rect l="l" t="t" r="r" b="b"/>
            <a:pathLst>
              <a:path w="156149" h="731236">
                <a:moveTo>
                  <a:pt x="99900" y="731236"/>
                </a:moveTo>
                <a:lnTo>
                  <a:pt x="82029" y="697773"/>
                </a:lnTo>
                <a:lnTo>
                  <a:pt x="65916" y="664570"/>
                </a:lnTo>
                <a:lnTo>
                  <a:pt x="51561" y="631628"/>
                </a:lnTo>
                <a:lnTo>
                  <a:pt x="38964" y="598947"/>
                </a:lnTo>
                <a:lnTo>
                  <a:pt x="28124" y="566525"/>
                </a:lnTo>
                <a:lnTo>
                  <a:pt x="19042" y="534365"/>
                </a:lnTo>
                <a:lnTo>
                  <a:pt x="11718" y="502464"/>
                </a:lnTo>
                <a:lnTo>
                  <a:pt x="6152" y="470824"/>
                </a:lnTo>
                <a:lnTo>
                  <a:pt x="2343" y="439444"/>
                </a:lnTo>
                <a:lnTo>
                  <a:pt x="293" y="408325"/>
                </a:lnTo>
                <a:lnTo>
                  <a:pt x="0" y="377466"/>
                </a:lnTo>
                <a:lnTo>
                  <a:pt x="1464" y="346868"/>
                </a:lnTo>
                <a:lnTo>
                  <a:pt x="4687" y="316530"/>
                </a:lnTo>
                <a:lnTo>
                  <a:pt x="9667" y="286453"/>
                </a:lnTo>
                <a:lnTo>
                  <a:pt x="16405" y="256635"/>
                </a:lnTo>
                <a:lnTo>
                  <a:pt x="24901" y="227079"/>
                </a:lnTo>
                <a:lnTo>
                  <a:pt x="35155" y="197782"/>
                </a:lnTo>
                <a:lnTo>
                  <a:pt x="47167" y="168747"/>
                </a:lnTo>
                <a:lnTo>
                  <a:pt x="60936" y="139971"/>
                </a:lnTo>
                <a:lnTo>
                  <a:pt x="76463" y="111456"/>
                </a:lnTo>
                <a:lnTo>
                  <a:pt x="93748" y="83201"/>
                </a:lnTo>
                <a:lnTo>
                  <a:pt x="112790" y="55207"/>
                </a:lnTo>
                <a:lnTo>
                  <a:pt x="133591" y="27473"/>
                </a:lnTo>
                <a:lnTo>
                  <a:pt x="156149" y="0"/>
                </a:lnTo>
              </a:path>
            </a:pathLst>
          </a:custGeom>
          <a:noFill/>
          <a:ln w="23437">
            <a:solidFill>
              <a:srgbClr val="8EB3DF"/>
            </a:solidFill>
            <a:tailEnd type="arrow"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066930" y="3161018"/>
            <a:ext cx="328118" cy="140622"/>
          </a:xfrm>
          <a:prstGeom prst="rect">
            <a:avLst/>
          </a:prstGeom>
          <a:noFill/>
        </p:spPr>
        <p:txBody>
          <a:bodyPr wrap="none" lIns="0" tIns="0" rIns="0" bIns="0" anchor="ctr">
            <a:spAutoFit/>
          </a:bodyPr>
          <a:lstStyle/>
          <a:p>
            <a:pPr algn="ctr"/>
            <a:r>
              <a:rPr sz="784" b="1">
                <a:solidFill>
                  <a:srgbClr val="404040"/>
                </a:solidFill>
                <a:latin typeface="Roboto"/>
              </a:rPr>
              <a:t>11.1%</a:t>
            </a:r>
          </a:p>
        </p:txBody>
      </p:sp>
      <p:sp>
        <p:nvSpPr>
          <p:cNvPr id="8" name="Freeform 7"/>
          <p:cNvSpPr/>
          <p:nvPr/>
        </p:nvSpPr>
        <p:spPr>
          <a:xfrm>
            <a:off x="5695042" y="2865711"/>
            <a:ext cx="142185" cy="714830"/>
          </a:xfrm>
          <a:custGeom>
            <a:avLst/>
            <a:gdLst/>
            <a:ahLst/>
            <a:cxnLst/>
            <a:rect l="l" t="t" r="r" b="b"/>
            <a:pathLst>
              <a:path w="142185" h="714830">
                <a:moveTo>
                  <a:pt x="56249" y="0"/>
                </a:moveTo>
                <a:lnTo>
                  <a:pt x="71874" y="28849"/>
                </a:lnTo>
                <a:lnTo>
                  <a:pt x="85936" y="57779"/>
                </a:lnTo>
                <a:lnTo>
                  <a:pt x="98436" y="86791"/>
                </a:lnTo>
                <a:lnTo>
                  <a:pt x="109373" y="115884"/>
                </a:lnTo>
                <a:lnTo>
                  <a:pt x="118748" y="145058"/>
                </a:lnTo>
                <a:lnTo>
                  <a:pt x="126561" y="174313"/>
                </a:lnTo>
                <a:lnTo>
                  <a:pt x="132810" y="203650"/>
                </a:lnTo>
                <a:lnTo>
                  <a:pt x="137498" y="233069"/>
                </a:lnTo>
                <a:lnTo>
                  <a:pt x="140623" y="262569"/>
                </a:lnTo>
                <a:lnTo>
                  <a:pt x="142185" y="292150"/>
                </a:lnTo>
                <a:lnTo>
                  <a:pt x="142185" y="321812"/>
                </a:lnTo>
                <a:lnTo>
                  <a:pt x="140623" y="351556"/>
                </a:lnTo>
                <a:lnTo>
                  <a:pt x="137498" y="381381"/>
                </a:lnTo>
                <a:lnTo>
                  <a:pt x="132810" y="411288"/>
                </a:lnTo>
                <a:lnTo>
                  <a:pt x="126561" y="441276"/>
                </a:lnTo>
                <a:lnTo>
                  <a:pt x="118748" y="471345"/>
                </a:lnTo>
                <a:lnTo>
                  <a:pt x="109373" y="501496"/>
                </a:lnTo>
                <a:lnTo>
                  <a:pt x="98436" y="531728"/>
                </a:lnTo>
                <a:lnTo>
                  <a:pt x="85936" y="562042"/>
                </a:lnTo>
                <a:lnTo>
                  <a:pt x="71874" y="592437"/>
                </a:lnTo>
                <a:lnTo>
                  <a:pt x="56249" y="622913"/>
                </a:lnTo>
                <a:lnTo>
                  <a:pt x="39062" y="653471"/>
                </a:lnTo>
                <a:lnTo>
                  <a:pt x="20313" y="684110"/>
                </a:lnTo>
                <a:lnTo>
                  <a:pt x="0" y="714830"/>
                </a:lnTo>
              </a:path>
            </a:pathLst>
          </a:custGeom>
          <a:noFill/>
          <a:ln w="23437">
            <a:solidFill>
              <a:srgbClr val="F9C113"/>
            </a:solidFill>
            <a:tailEnd type="arrow"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898945" y="3161018"/>
            <a:ext cx="328118" cy="140622"/>
          </a:xfrm>
          <a:prstGeom prst="rect">
            <a:avLst/>
          </a:prstGeom>
          <a:noFill/>
        </p:spPr>
        <p:txBody>
          <a:bodyPr wrap="none" lIns="0" tIns="0" rIns="0" bIns="0" anchor="ctr">
            <a:spAutoFit/>
          </a:bodyPr>
          <a:lstStyle/>
          <a:p>
            <a:pPr algn="ctr"/>
            <a:r>
              <a:rPr sz="784" b="1">
                <a:solidFill>
                  <a:srgbClr val="404040"/>
                </a:solidFill>
                <a:latin typeface="Roboto"/>
              </a:rPr>
              <a:t>57.1%</a:t>
            </a:r>
          </a:p>
        </p:txBody>
      </p:sp>
      <p:sp>
        <p:nvSpPr>
          <p:cNvPr id="9" name="Freeform 8"/>
          <p:cNvSpPr/>
          <p:nvPr/>
        </p:nvSpPr>
        <p:spPr>
          <a:xfrm>
            <a:off x="4696624" y="3709445"/>
            <a:ext cx="674987" cy="140622"/>
          </a:xfrm>
          <a:custGeom>
            <a:avLst/>
            <a:gdLst/>
            <a:ahLst/>
            <a:cxnLst/>
            <a:rect l="l" t="t" r="r" b="b"/>
            <a:pathLst>
              <a:path w="674987" h="140622">
                <a:moveTo>
                  <a:pt x="0" y="140622"/>
                </a:moveTo>
                <a:lnTo>
                  <a:pt x="25879" y="118699"/>
                </a:lnTo>
                <a:lnTo>
                  <a:pt x="51952" y="98631"/>
                </a:lnTo>
                <a:lnTo>
                  <a:pt x="78221" y="80418"/>
                </a:lnTo>
                <a:lnTo>
                  <a:pt x="104686" y="64061"/>
                </a:lnTo>
                <a:lnTo>
                  <a:pt x="131345" y="49560"/>
                </a:lnTo>
                <a:lnTo>
                  <a:pt x="158200" y="36913"/>
                </a:lnTo>
                <a:lnTo>
                  <a:pt x="185251" y="26123"/>
                </a:lnTo>
                <a:lnTo>
                  <a:pt x="212496" y="17187"/>
                </a:lnTo>
                <a:lnTo>
                  <a:pt x="239937" y="10107"/>
                </a:lnTo>
                <a:lnTo>
                  <a:pt x="267573" y="4883"/>
                </a:lnTo>
                <a:lnTo>
                  <a:pt x="295405" y="1514"/>
                </a:lnTo>
                <a:lnTo>
                  <a:pt x="323431" y="0"/>
                </a:lnTo>
                <a:lnTo>
                  <a:pt x="351654" y="342"/>
                </a:lnTo>
                <a:lnTo>
                  <a:pt x="380071" y="2539"/>
                </a:lnTo>
                <a:lnTo>
                  <a:pt x="408684" y="6592"/>
                </a:lnTo>
                <a:lnTo>
                  <a:pt x="437492" y="12500"/>
                </a:lnTo>
                <a:lnTo>
                  <a:pt x="466495" y="20263"/>
                </a:lnTo>
                <a:lnTo>
                  <a:pt x="495694" y="29882"/>
                </a:lnTo>
                <a:lnTo>
                  <a:pt x="525088" y="41357"/>
                </a:lnTo>
                <a:lnTo>
                  <a:pt x="554677" y="54687"/>
                </a:lnTo>
                <a:lnTo>
                  <a:pt x="584462" y="69872"/>
                </a:lnTo>
                <a:lnTo>
                  <a:pt x="614442" y="86912"/>
                </a:lnTo>
                <a:lnTo>
                  <a:pt x="644617" y="105809"/>
                </a:lnTo>
                <a:lnTo>
                  <a:pt x="674987" y="126560"/>
                </a:lnTo>
              </a:path>
            </a:pathLst>
          </a:custGeom>
          <a:noFill/>
          <a:ln w="23437">
            <a:solidFill>
              <a:srgbClr val="707971"/>
            </a:solidFill>
            <a:tailEnd type="arrow"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884121" y="3520777"/>
            <a:ext cx="328118" cy="140622"/>
          </a:xfrm>
          <a:prstGeom prst="rect">
            <a:avLst/>
          </a:prstGeom>
          <a:noFill/>
        </p:spPr>
        <p:txBody>
          <a:bodyPr wrap="none" lIns="0" tIns="0" rIns="0" bIns="0" anchor="ctr">
            <a:spAutoFit/>
          </a:bodyPr>
          <a:lstStyle/>
          <a:p>
            <a:pPr algn="ctr"/>
            <a:r>
              <a:rPr sz="784" b="1">
                <a:solidFill>
                  <a:srgbClr val="404040"/>
                </a:solidFill>
                <a:latin typeface="Roboto"/>
              </a:rPr>
              <a:t>41.7%</a:t>
            </a:r>
          </a:p>
        </p:txBody>
      </p:sp>
      <p:sp>
        <p:nvSpPr>
          <p:cNvPr id="10" name="Freeform 9"/>
          <p:cNvSpPr/>
          <p:nvPr/>
        </p:nvSpPr>
        <p:spPr>
          <a:xfrm>
            <a:off x="4696624" y="3990690"/>
            <a:ext cx="646863" cy="126560"/>
          </a:xfrm>
          <a:custGeom>
            <a:avLst/>
            <a:gdLst/>
            <a:ahLst/>
            <a:cxnLst/>
            <a:rect l="l" t="t" r="r" b="b"/>
            <a:pathLst>
              <a:path w="646863" h="126560">
                <a:moveTo>
                  <a:pt x="646863" y="0"/>
                </a:moveTo>
                <a:lnTo>
                  <a:pt x="619910" y="19677"/>
                </a:lnTo>
                <a:lnTo>
                  <a:pt x="592958" y="37694"/>
                </a:lnTo>
                <a:lnTo>
                  <a:pt x="566005" y="54051"/>
                </a:lnTo>
                <a:lnTo>
                  <a:pt x="539052" y="68748"/>
                </a:lnTo>
                <a:lnTo>
                  <a:pt x="512100" y="81785"/>
                </a:lnTo>
                <a:lnTo>
                  <a:pt x="485147" y="93162"/>
                </a:lnTo>
                <a:lnTo>
                  <a:pt x="458195" y="102879"/>
                </a:lnTo>
                <a:lnTo>
                  <a:pt x="431242" y="110935"/>
                </a:lnTo>
                <a:lnTo>
                  <a:pt x="404289" y="117331"/>
                </a:lnTo>
                <a:lnTo>
                  <a:pt x="377337" y="122068"/>
                </a:lnTo>
                <a:lnTo>
                  <a:pt x="350384" y="125144"/>
                </a:lnTo>
                <a:lnTo>
                  <a:pt x="323431" y="126560"/>
                </a:lnTo>
                <a:lnTo>
                  <a:pt x="296479" y="126316"/>
                </a:lnTo>
                <a:lnTo>
                  <a:pt x="269526" y="124411"/>
                </a:lnTo>
                <a:lnTo>
                  <a:pt x="242574" y="120847"/>
                </a:lnTo>
                <a:lnTo>
                  <a:pt x="215621" y="115622"/>
                </a:lnTo>
                <a:lnTo>
                  <a:pt x="188668" y="108738"/>
                </a:lnTo>
                <a:lnTo>
                  <a:pt x="161716" y="100193"/>
                </a:lnTo>
                <a:lnTo>
                  <a:pt x="134763" y="89988"/>
                </a:lnTo>
                <a:lnTo>
                  <a:pt x="107811" y="78123"/>
                </a:lnTo>
                <a:lnTo>
                  <a:pt x="80858" y="64598"/>
                </a:lnTo>
                <a:lnTo>
                  <a:pt x="53905" y="49413"/>
                </a:lnTo>
                <a:lnTo>
                  <a:pt x="26953" y="32567"/>
                </a:lnTo>
                <a:lnTo>
                  <a:pt x="0" y="14062"/>
                </a:lnTo>
              </a:path>
            </a:pathLst>
          </a:custGeom>
          <a:noFill/>
          <a:ln w="23437">
            <a:solidFill>
              <a:srgbClr val="8EB3DF"/>
            </a:solidFill>
            <a:tailEnd type="arrow"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889980" y="4215685"/>
            <a:ext cx="328118" cy="140622"/>
          </a:xfrm>
          <a:prstGeom prst="rect">
            <a:avLst/>
          </a:prstGeom>
          <a:noFill/>
        </p:spPr>
        <p:txBody>
          <a:bodyPr wrap="none" lIns="0" tIns="0" rIns="0" bIns="0" anchor="ctr">
            <a:spAutoFit/>
          </a:bodyPr>
          <a:lstStyle/>
          <a:p>
            <a:pPr algn="ctr"/>
            <a:r>
              <a:rPr sz="784" b="1">
                <a:solidFill>
                  <a:srgbClr val="404040"/>
                </a:solidFill>
                <a:latin typeface="Roboto"/>
              </a:rPr>
              <a:t>88.9%</a:t>
            </a:r>
          </a:p>
        </p:txBody>
      </p:sp>
      <p:sp>
        <p:nvSpPr>
          <p:cNvPr id="50" name="TextBox 49"/>
          <p:cNvSpPr txBox="1"/>
          <p:nvPr/>
        </p:nvSpPr>
        <p:spPr>
          <a:xfrm>
            <a:off x="3965388" y="1986822"/>
            <a:ext cx="749985" cy="152340"/>
          </a:xfrm>
          <a:prstGeom prst="rect">
            <a:avLst/>
          </a:prstGeom>
          <a:noFill/>
        </p:spPr>
        <p:txBody>
          <a:bodyPr wrap="none" lIns="0" tIns="0" rIns="0" bIns="0">
            <a:spAutoFit/>
          </a:bodyPr>
          <a:lstStyle/>
          <a:p>
            <a:pPr algn="ctr"/>
            <a:r>
              <a:rPr sz="784" b="1">
                <a:solidFill>
                  <a:srgbClr val="8C8C8C"/>
                </a:solidFill>
                <a:latin typeface="Roboto"/>
              </a:rPr>
              <a:t>Current regime</a:t>
            </a:r>
          </a:p>
        </p:txBody>
      </p:sp>
      <p:sp>
        <p:nvSpPr>
          <p:cNvPr id="11" name="Espaço Reservado para Conteúdo 14">
            <a:extLst>
              <a:ext uri="{FF2B5EF4-FFF2-40B4-BE49-F238E27FC236}">
                <a16:creationId xmlns:a16="http://schemas.microsoft.com/office/drawing/2014/main" id="{F03016C5-25C3-487A-A063-9D5AE9126411}"/>
              </a:ext>
            </a:extLst>
          </p:cNvPr>
          <p:cNvSpPr>
            <a:spLocks noGrp="1"/>
          </p:cNvSpPr>
          <p:nvPr/>
        </p:nvSpPr>
        <p:spPr>
          <a:xfrm>
            <a:off x="384048" y="4507991"/>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2: 360-day Swap Pré-DI (%) vs rates regimes</a:t>
            </a:r>
          </a:p>
        </p:txBody>
      </p:sp>
      <p:sp>
        <p:nvSpPr>
          <p:cNvPr id="12" name="Espaço Reservado para Conteúdo 14">
            <a:extLst>
              <a:ext uri="{FF2B5EF4-FFF2-40B4-BE49-F238E27FC236}">
                <a16:creationId xmlns:a16="http://schemas.microsoft.com/office/drawing/2014/main" id="{F03016C5-25C3-487A-A063-9D5AE9126411}"/>
              </a:ext>
            </a:extLst>
          </p:cNvPr>
          <p:cNvSpPr>
            <a:spLocks noGrp="1"/>
          </p:cNvSpPr>
          <p:nvPr/>
        </p:nvSpPr>
        <p:spPr>
          <a:xfrm>
            <a:off x="3557016" y="4507991"/>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3: IPCA expectations (breakeven pricing)</a:t>
            </a:r>
          </a:p>
        </p:txBody>
      </p:sp>
      <p:sp>
        <p:nvSpPr>
          <p:cNvPr id="16" name="Espaço Reservado para Conteúdo 14">
            <a:extLst>
              <a:ext uri="{FF2B5EF4-FFF2-40B4-BE49-F238E27FC236}">
                <a16:creationId xmlns:a16="http://schemas.microsoft.com/office/drawing/2014/main" id="{F03016C5-25C3-487A-A063-9D5AE9126411}"/>
              </a:ext>
            </a:extLst>
          </p:cNvPr>
          <p:cNvSpPr>
            <a:spLocks noGrp="1"/>
          </p:cNvSpPr>
          <p:nvPr/>
        </p:nvSpPr>
        <p:spPr>
          <a:xfrm>
            <a:off x="384048" y="6656831"/>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Chart 4: Ibovespa </a:t>
            </a:r>
            <a:r>
              <a:rPr lang="pt-BR" dirty="0" err="1"/>
              <a:t>ann</a:t>
            </a:r>
            <a:r>
              <a:rPr lang="pt-BR" dirty="0"/>
              <a:t>. real </a:t>
            </a:r>
            <a:r>
              <a:rPr lang="pt-BR" dirty="0" err="1"/>
              <a:t>return</a:t>
            </a:r>
            <a:r>
              <a:rPr lang="pt-BR" dirty="0"/>
              <a:t> </a:t>
            </a:r>
            <a:r>
              <a:rPr lang="pt-BR" dirty="0" err="1"/>
              <a:t>by</a:t>
            </a:r>
            <a:r>
              <a:rPr lang="pt-BR" dirty="0"/>
              <a:t> regime</a:t>
            </a:r>
          </a:p>
        </p:txBody>
      </p:sp>
      <p:sp>
        <p:nvSpPr>
          <p:cNvPr id="17" name="Espaço Reservado para Conteúdo 14">
            <a:extLst>
              <a:ext uri="{FF2B5EF4-FFF2-40B4-BE49-F238E27FC236}">
                <a16:creationId xmlns:a16="http://schemas.microsoft.com/office/drawing/2014/main" id="{F03016C5-25C3-487A-A063-9D5AE9126411}"/>
              </a:ext>
            </a:extLst>
          </p:cNvPr>
          <p:cNvSpPr>
            <a:spLocks noGrp="1"/>
          </p:cNvSpPr>
          <p:nvPr/>
        </p:nvSpPr>
        <p:spPr>
          <a:xfrm>
            <a:off x="3557016" y="6656831"/>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5: XP sectors in Inflation up, Rates up</a:t>
            </a:r>
          </a:p>
        </p:txBody>
      </p:sp>
      <p:sp>
        <p:nvSpPr>
          <p:cNvPr id="54" name="TextBox 53"/>
          <p:cNvSpPr txBox="1"/>
          <p:nvPr/>
        </p:nvSpPr>
        <p:spPr>
          <a:xfrm>
            <a:off x="3557016" y="6931151"/>
            <a:ext cx="2926080" cy="173736"/>
          </a:xfrm>
          <a:prstGeom prst="rect">
            <a:avLst/>
          </a:prstGeom>
          <a:noFill/>
        </p:spPr>
        <p:txBody>
          <a:bodyPr wrap="square" lIns="0" tIns="0" rIns="0" bIns="0">
            <a:spAutoFit/>
          </a:bodyPr>
          <a:lstStyle/>
          <a:p>
            <a:r>
              <a:rPr sz="800" i="1" dirty="0">
                <a:solidFill>
                  <a:srgbClr val="595959"/>
                </a:solidFill>
                <a:latin typeface="Roboto Light"/>
              </a:rPr>
              <a:t>Annualized excess return over the Ibovespa (%)</a:t>
            </a:r>
          </a:p>
        </p:txBody>
      </p:sp>
      <p:graphicFrame>
        <p:nvGraphicFramePr>
          <p:cNvPr id="18" name="Chart R2">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2732655402"/>
              </p:ext>
            </p:extLst>
          </p:nvPr>
        </p:nvGraphicFramePr>
        <p:xfrm>
          <a:off x="384047" y="4811923"/>
          <a:ext cx="2926080" cy="17260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9" name="Chart R3">
            <a:extLst>
              <a:ext uri="{FF2B5EF4-FFF2-40B4-BE49-F238E27FC236}">
                <a16:creationId xmlns:a16="http://schemas.microsoft.com/office/drawing/2014/main" id="{00000000-0008-0000-0200-000002000000}"/>
              </a:ext>
            </a:extLst>
          </p:cNvPr>
          <p:cNvGraphicFramePr>
            <a:graphicFrameLocks/>
          </p:cNvGraphicFramePr>
          <p:nvPr>
            <p:extLst>
              <p:ext uri="{D42A27DB-BD31-4B8C-83A1-F6EECF244321}">
                <p14:modId xmlns:p14="http://schemas.microsoft.com/office/powerpoint/2010/main" val="504287934"/>
              </p:ext>
            </p:extLst>
          </p:nvPr>
        </p:nvGraphicFramePr>
        <p:xfrm>
          <a:off x="3557015" y="4811923"/>
          <a:ext cx="2926080" cy="172603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R1">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2202830792"/>
              </p:ext>
            </p:extLst>
          </p:nvPr>
        </p:nvGraphicFramePr>
        <p:xfrm>
          <a:off x="384047" y="6931151"/>
          <a:ext cx="2926080" cy="241649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1" name="Chart R4">
            <a:extLst>
              <a:ext uri="{FF2B5EF4-FFF2-40B4-BE49-F238E27FC236}">
                <a16:creationId xmlns:a16="http://schemas.microsoft.com/office/drawing/2014/main" id="{00000000-0008-0000-0300-000002000000}"/>
              </a:ext>
            </a:extLst>
          </p:cNvPr>
          <p:cNvGraphicFramePr>
            <a:graphicFrameLocks/>
          </p:cNvGraphicFramePr>
          <p:nvPr>
            <p:extLst>
              <p:ext uri="{D42A27DB-BD31-4B8C-83A1-F6EECF244321}">
                <p14:modId xmlns:p14="http://schemas.microsoft.com/office/powerpoint/2010/main" val="3457696633"/>
              </p:ext>
            </p:extLst>
          </p:nvPr>
        </p:nvGraphicFramePr>
        <p:xfrm>
          <a:off x="3557015" y="7128104"/>
          <a:ext cx="2926080" cy="221954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328658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a:xfrm>
            <a:off x="384048" y="1499616"/>
            <a:ext cx="2926080" cy="2459735"/>
          </a:xfrm>
          <a:noFill/>
        </p:spPr>
        <p:txBody>
          <a:bodyPr/>
          <a:lstStyle/>
          <a:p>
            <a:pPr marL="228600" indent="-228600">
              <a:buFont typeface="+mj-lt"/>
              <a:buAutoNum type="arabicPeriod" startAt="3"/>
            </a:pPr>
            <a:r>
              <a:rPr lang="en-US" b="1" dirty="0"/>
              <a:t>Slowing economy and earnings risks. </a:t>
            </a:r>
            <a:r>
              <a:rPr lang="en-US" dirty="0"/>
              <a:t>Our macro team and the market consensus both expect the economy to slow in 2027 (Chart 2), while high interest rates should keep pressuring company results (Chart 3). Together, these factors put earnings at risk in the coming months and especially in 2027, and consensus estimates do not seem to reflect it fully (Chart 1). In Table 1, we run a bear case for Ibovespa earnings and see a potential 13% downside to 2027e net income. In this scenario, the Ibovespa P/E would be 9.3x, instead of 8.1x.</a:t>
            </a:r>
            <a:endParaRPr dirty="0"/>
          </a:p>
        </p:txBody>
      </p:sp>
      <p:sp>
        <p:nvSpPr>
          <p:cNvPr id="13" name="Text Placeholder 12"/>
          <p:cNvSpPr>
            <a:spLocks noGrp="1"/>
          </p:cNvSpPr>
          <p:nvPr>
            <p:ph type="body" sz="quarter" idx="16"/>
          </p:nvPr>
        </p:nvSpPr>
        <p:spPr/>
        <p:txBody>
          <a:bodyPr/>
          <a:lstStyle/>
          <a:p>
            <a:r>
              <a:rPr lang="en-US" dirty="0"/>
              <a:t>Three macro challenges for Brazilian equities</a:t>
            </a:r>
          </a:p>
        </p:txBody>
      </p:sp>
      <p:sp>
        <p:nvSpPr>
          <p:cNvPr id="14" name="Text Placeholder 13"/>
          <p:cNvSpPr>
            <a:spLocks noGrp="1"/>
          </p:cNvSpPr>
          <p:nvPr>
            <p:ph type="body" sz="quarter" idx="17"/>
          </p:nvPr>
        </p:nvSpPr>
        <p:spPr/>
        <p:txBody>
          <a:bodyPr/>
          <a:lstStyle/>
          <a:p>
            <a:r>
              <a:rPr lang="en-US" dirty="0"/>
              <a:t>Earnings risk increases amid elevated rates and a slowing economy</a:t>
            </a:r>
          </a:p>
        </p:txBody>
      </p:sp>
      <p:sp>
        <p:nvSpPr>
          <p:cNvPr id="15" name="Text Placeholder 14"/>
          <p:cNvSpPr>
            <a:spLocks noGrp="1"/>
          </p:cNvSpPr>
          <p:nvPr>
            <p:ph type="body" sz="quarter" idx="31"/>
          </p:nvPr>
        </p:nvSpPr>
        <p:spPr/>
        <p:txBody>
          <a:bodyPr/>
          <a:lstStyle/>
          <a:p>
            <a:r>
              <a:rPr lang="pt-BR" dirty="0" err="1"/>
              <a:t>Source</a:t>
            </a:r>
            <a:r>
              <a:rPr lang="pt-BR" dirty="0"/>
              <a:t>: BCB, Bloomberg, CVM</a:t>
            </a:r>
            <a:r>
              <a:rPr dirty="0"/>
              <a:t>, Economatica, ANBIMA, XP </a:t>
            </a:r>
            <a:r>
              <a:rPr dirty="0" err="1"/>
              <a:t>Research</a:t>
            </a:r>
            <a:r>
              <a:rPr dirty="0"/>
              <a:t>. </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r>
              <a:t>October 30, 2026</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nvSpPr>
        <p:spPr>
          <a:xfrm>
            <a:off x="3557016" y="1499616"/>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1: Ibovespa vs. ex-Commodities 12M fwd EPS</a:t>
            </a:r>
          </a:p>
        </p:txBody>
      </p:sp>
      <p:sp>
        <p:nvSpPr>
          <p:cNvPr id="37" name="TextBox 36"/>
          <p:cNvSpPr txBox="1"/>
          <p:nvPr/>
        </p:nvSpPr>
        <p:spPr>
          <a:xfrm>
            <a:off x="3557016" y="1773936"/>
            <a:ext cx="2926080" cy="123111"/>
          </a:xfrm>
          <a:prstGeom prst="rect">
            <a:avLst/>
          </a:prstGeom>
          <a:noFill/>
        </p:spPr>
        <p:txBody>
          <a:bodyPr wrap="square" lIns="0" tIns="0" rIns="0" bIns="0">
            <a:spAutoFit/>
          </a:bodyPr>
          <a:lstStyle/>
          <a:p>
            <a:r>
              <a:rPr sz="800" i="1">
                <a:solidFill>
                  <a:srgbClr val="595959"/>
                </a:solidFill>
                <a:latin typeface="Roboto Light"/>
              </a:rPr>
              <a:t>100 = </a:t>
            </a:r>
            <a:r>
              <a:rPr lang="pt-BR" sz="800" i="1">
                <a:solidFill>
                  <a:srgbClr val="595959"/>
                </a:solidFill>
                <a:latin typeface="Roboto Light"/>
              </a:rPr>
              <a:t>Sep-23</a:t>
            </a:r>
            <a:endParaRPr sz="800" i="1">
              <a:solidFill>
                <a:srgbClr val="595959"/>
              </a:solidFill>
              <a:latin typeface="Roboto Light"/>
            </a:endParaRPr>
          </a:p>
        </p:txBody>
      </p:sp>
      <p:sp>
        <p:nvSpPr>
          <p:cNvPr id="3" name="Espaço Reservado para Conteúdo 14">
            <a:extLst>
              <a:ext uri="{FF2B5EF4-FFF2-40B4-BE49-F238E27FC236}">
                <a16:creationId xmlns:a16="http://schemas.microsoft.com/office/drawing/2014/main" id="{F03016C5-25C3-487A-A063-9D5AE9126411}"/>
              </a:ext>
            </a:extLst>
          </p:cNvPr>
          <p:cNvSpPr>
            <a:spLocks noGrp="1"/>
          </p:cNvSpPr>
          <p:nvPr/>
        </p:nvSpPr>
        <p:spPr>
          <a:xfrm>
            <a:off x="384048" y="4078223"/>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2: Brazil 2027 GDP estimates revisions</a:t>
            </a:r>
          </a:p>
        </p:txBody>
      </p:sp>
      <p:sp>
        <p:nvSpPr>
          <p:cNvPr id="38" name="TextBox 37"/>
          <p:cNvSpPr txBox="1"/>
          <p:nvPr/>
        </p:nvSpPr>
        <p:spPr>
          <a:xfrm>
            <a:off x="384048" y="4352543"/>
            <a:ext cx="2926080" cy="123111"/>
          </a:xfrm>
          <a:prstGeom prst="rect">
            <a:avLst/>
          </a:prstGeom>
          <a:noFill/>
        </p:spPr>
        <p:txBody>
          <a:bodyPr wrap="square" lIns="0" tIns="0" rIns="0" bIns="0">
            <a:spAutoFit/>
          </a:bodyPr>
          <a:lstStyle/>
          <a:p>
            <a:r>
              <a:rPr lang="pt-BR" sz="800" i="1">
                <a:solidFill>
                  <a:srgbClr val="595959"/>
                </a:solidFill>
                <a:latin typeface="Roboto Light"/>
              </a:rPr>
              <a:t>%; Market = Focus median, XP = XP Economics</a:t>
            </a:r>
            <a:endParaRPr sz="800" i="1">
              <a:solidFill>
                <a:srgbClr val="595959"/>
              </a:solidFill>
              <a:latin typeface="Roboto Light"/>
            </a:endParaRPr>
          </a:p>
        </p:txBody>
      </p:sp>
      <p:sp>
        <p:nvSpPr>
          <p:cNvPr id="4" name="Espaço Reservado para Conteúdo 14">
            <a:extLst>
              <a:ext uri="{FF2B5EF4-FFF2-40B4-BE49-F238E27FC236}">
                <a16:creationId xmlns:a16="http://schemas.microsoft.com/office/drawing/2014/main" id="{F03016C5-25C3-487A-A063-9D5AE9126411}"/>
              </a:ext>
            </a:extLst>
          </p:cNvPr>
          <p:cNvSpPr>
            <a:spLocks noGrp="1"/>
          </p:cNvSpPr>
          <p:nvPr/>
        </p:nvSpPr>
        <p:spPr>
          <a:xfrm>
            <a:off x="3557016" y="4078223"/>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Chart 3: </a:t>
            </a:r>
            <a:r>
              <a:rPr lang="pt-BR" dirty="0" err="1"/>
              <a:t>Interest</a:t>
            </a:r>
            <a:r>
              <a:rPr lang="pt-BR" dirty="0"/>
              <a:t> </a:t>
            </a:r>
            <a:r>
              <a:rPr lang="pt-BR" dirty="0" err="1"/>
              <a:t>paid</a:t>
            </a:r>
            <a:r>
              <a:rPr lang="pt-BR" dirty="0"/>
              <a:t> / EBIT</a:t>
            </a:r>
          </a:p>
        </p:txBody>
      </p:sp>
      <p:sp>
        <p:nvSpPr>
          <p:cNvPr id="39" name="TextBox 38"/>
          <p:cNvSpPr txBox="1"/>
          <p:nvPr/>
        </p:nvSpPr>
        <p:spPr>
          <a:xfrm>
            <a:off x="3557016" y="4352543"/>
            <a:ext cx="2926080" cy="173736"/>
          </a:xfrm>
          <a:prstGeom prst="rect">
            <a:avLst/>
          </a:prstGeom>
          <a:noFill/>
        </p:spPr>
        <p:txBody>
          <a:bodyPr wrap="square" lIns="0" tIns="0" rIns="0" bIns="0">
            <a:spAutoFit/>
          </a:bodyPr>
          <a:lstStyle/>
          <a:p>
            <a:r>
              <a:rPr sz="800" i="1">
                <a:solidFill>
                  <a:srgbClr val="595959"/>
                </a:solidFill>
                <a:latin typeface="Roboto Light"/>
              </a:rPr>
              <a:t>%, non-financial Ibovespa members</a:t>
            </a:r>
          </a:p>
        </p:txBody>
      </p:sp>
      <p:sp>
        <p:nvSpPr>
          <p:cNvPr id="5" name="Espaço Reservado para Conteúdo 14">
            <a:extLst>
              <a:ext uri="{FF2B5EF4-FFF2-40B4-BE49-F238E27FC236}">
                <a16:creationId xmlns:a16="http://schemas.microsoft.com/office/drawing/2014/main" id="{F03016C5-25C3-487A-A063-9D5AE9126411}"/>
              </a:ext>
            </a:extLst>
          </p:cNvPr>
          <p:cNvSpPr>
            <a:spLocks noGrp="1"/>
          </p:cNvSpPr>
          <p:nvPr/>
        </p:nvSpPr>
        <p:spPr>
          <a:xfrm>
            <a:off x="384048" y="6592823"/>
            <a:ext cx="6099048"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Table 1: Bear case for Ibovespa 2027 earnings</a:t>
            </a:r>
          </a:p>
        </p:txBody>
      </p:sp>
      <p:graphicFrame>
        <p:nvGraphicFramePr>
          <p:cNvPr id="9" name="Chart E1">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1223310270"/>
              </p:ext>
            </p:extLst>
          </p:nvPr>
        </p:nvGraphicFramePr>
        <p:xfrm>
          <a:off x="3557014" y="1975104"/>
          <a:ext cx="2926080" cy="198424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E4">
            <a:extLst>
              <a:ext uri="{FF2B5EF4-FFF2-40B4-BE49-F238E27FC236}">
                <a16:creationId xmlns:a16="http://schemas.microsoft.com/office/drawing/2014/main" id="{00000000-0008-0000-0300-000002000000}"/>
              </a:ext>
            </a:extLst>
          </p:cNvPr>
          <p:cNvGraphicFramePr>
            <a:graphicFrameLocks/>
          </p:cNvGraphicFramePr>
          <p:nvPr>
            <p:extLst>
              <p:ext uri="{D42A27DB-BD31-4B8C-83A1-F6EECF244321}">
                <p14:modId xmlns:p14="http://schemas.microsoft.com/office/powerpoint/2010/main" val="3075984337"/>
              </p:ext>
            </p:extLst>
          </p:nvPr>
        </p:nvGraphicFramePr>
        <p:xfrm>
          <a:off x="384045" y="4553709"/>
          <a:ext cx="2926080" cy="1920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E3">
            <a:extLst>
              <a:ext uri="{FF2B5EF4-FFF2-40B4-BE49-F238E27FC236}">
                <a16:creationId xmlns:a16="http://schemas.microsoft.com/office/drawing/2014/main" id="{00000000-0008-0000-0200-000002000000}"/>
              </a:ext>
            </a:extLst>
          </p:cNvPr>
          <p:cNvGraphicFramePr>
            <a:graphicFrameLocks/>
          </p:cNvGraphicFramePr>
          <p:nvPr>
            <p:extLst>
              <p:ext uri="{D42A27DB-BD31-4B8C-83A1-F6EECF244321}">
                <p14:modId xmlns:p14="http://schemas.microsoft.com/office/powerpoint/2010/main" val="695783116"/>
              </p:ext>
            </p:extLst>
          </p:nvPr>
        </p:nvGraphicFramePr>
        <p:xfrm>
          <a:off x="3557014" y="4553710"/>
          <a:ext cx="2926080" cy="19202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Table 40">
            <a:extLst>
              <a:ext uri="{FF2B5EF4-FFF2-40B4-BE49-F238E27FC236}">
                <a16:creationId xmlns:a16="http://schemas.microsoft.com/office/drawing/2014/main" id="{B7EF3017-5264-32E5-FD2F-02130E004B46}"/>
              </a:ext>
            </a:extLst>
          </p:cNvPr>
          <p:cNvGraphicFramePr>
            <a:graphicFrameLocks noGrp="1"/>
          </p:cNvGraphicFramePr>
          <p:nvPr>
            <p:extLst>
              <p:ext uri="{D42A27DB-BD31-4B8C-83A1-F6EECF244321}">
                <p14:modId xmlns:p14="http://schemas.microsoft.com/office/powerpoint/2010/main" val="4149531178"/>
              </p:ext>
            </p:extLst>
          </p:nvPr>
        </p:nvGraphicFramePr>
        <p:xfrm>
          <a:off x="384048" y="7067803"/>
          <a:ext cx="6098538" cy="2258568"/>
        </p:xfrm>
        <a:graphic>
          <a:graphicData uri="http://schemas.openxmlformats.org/drawingml/2006/table">
            <a:tbl>
              <a:tblPr>
                <a:tableStyleId>{2D5ABB26-0587-4C30-8999-92F81FD0307C}</a:tableStyleId>
              </a:tblPr>
              <a:tblGrid>
                <a:gridCol w="1422992">
                  <a:extLst>
                    <a:ext uri="{9D8B030D-6E8A-4147-A177-3AD203B41FA5}">
                      <a16:colId xmlns:a16="http://schemas.microsoft.com/office/drawing/2014/main" val="20000"/>
                    </a:ext>
                  </a:extLst>
                </a:gridCol>
                <a:gridCol w="660675">
                  <a:extLst>
                    <a:ext uri="{9D8B030D-6E8A-4147-A177-3AD203B41FA5}">
                      <a16:colId xmlns:a16="http://schemas.microsoft.com/office/drawing/2014/main" val="20001"/>
                    </a:ext>
                  </a:extLst>
                </a:gridCol>
                <a:gridCol w="660675">
                  <a:extLst>
                    <a:ext uri="{9D8B030D-6E8A-4147-A177-3AD203B41FA5}">
                      <a16:colId xmlns:a16="http://schemas.microsoft.com/office/drawing/2014/main" val="20002"/>
                    </a:ext>
                  </a:extLst>
                </a:gridCol>
                <a:gridCol w="431979">
                  <a:extLst>
                    <a:ext uri="{9D8B030D-6E8A-4147-A177-3AD203B41FA5}">
                      <a16:colId xmlns:a16="http://schemas.microsoft.com/office/drawing/2014/main" val="20003"/>
                    </a:ext>
                  </a:extLst>
                </a:gridCol>
                <a:gridCol w="2922217">
                  <a:extLst>
                    <a:ext uri="{9D8B030D-6E8A-4147-A177-3AD203B41FA5}">
                      <a16:colId xmlns:a16="http://schemas.microsoft.com/office/drawing/2014/main" val="20004"/>
                    </a:ext>
                  </a:extLst>
                </a:gridCol>
              </a:tblGrid>
              <a:tr h="173736">
                <a:tc>
                  <a:txBody>
                    <a:bodyPr/>
                    <a:lstStyle/>
                    <a:p>
                      <a:pPr algn="l">
                        <a:defRPr sz="900"/>
                      </a:pPr>
                      <a:r>
                        <a:rPr sz="900" b="1">
                          <a:solidFill>
                            <a:srgbClr val="FFFFFF"/>
                          </a:solidFill>
                          <a:latin typeface="Roboto"/>
                        </a:rPr>
                        <a:t>Ibovespa 2027</a:t>
                      </a:r>
                    </a:p>
                  </a:txBody>
                  <a:tcPr marL="36000" marR="36000" marT="7200" marB="7200" anchor="ctr">
                    <a:solidFill>
                      <a:srgbClr val="1F2F44"/>
                    </a:solidFill>
                  </a:tcPr>
                </a:tc>
                <a:tc>
                  <a:txBody>
                    <a:bodyPr/>
                    <a:lstStyle/>
                    <a:p>
                      <a:pPr algn="ctr">
                        <a:defRPr sz="900"/>
                      </a:pPr>
                      <a:r>
                        <a:rPr sz="900" b="1">
                          <a:solidFill>
                            <a:srgbClr val="FFFFFF"/>
                          </a:solidFill>
                          <a:latin typeface="Roboto"/>
                        </a:rPr>
                        <a:t>Base Case</a:t>
                      </a:r>
                    </a:p>
                  </a:txBody>
                  <a:tcPr marL="36000" marR="36000" marT="7200" marB="7200" anchor="ctr">
                    <a:solidFill>
                      <a:srgbClr val="1F2F44"/>
                    </a:solidFill>
                  </a:tcPr>
                </a:tc>
                <a:tc>
                  <a:txBody>
                    <a:bodyPr/>
                    <a:lstStyle/>
                    <a:p>
                      <a:pPr algn="ctr">
                        <a:defRPr sz="900"/>
                      </a:pPr>
                      <a:r>
                        <a:rPr sz="900" b="1">
                          <a:solidFill>
                            <a:srgbClr val="FFFFFF"/>
                          </a:solidFill>
                          <a:latin typeface="Roboto"/>
                        </a:rPr>
                        <a:t>Bear Case</a:t>
                      </a:r>
                    </a:p>
                  </a:txBody>
                  <a:tcPr marL="36000" marR="36000" marT="7200" marB="7200" anchor="ctr">
                    <a:solidFill>
                      <a:srgbClr val="1F2F44"/>
                    </a:solidFill>
                  </a:tcPr>
                </a:tc>
                <a:tc>
                  <a:txBody>
                    <a:bodyPr/>
                    <a:lstStyle/>
                    <a:p>
                      <a:pPr algn="ctr">
                        <a:defRPr sz="900"/>
                      </a:pPr>
                      <a:r>
                        <a:rPr sz="900" b="1">
                          <a:solidFill>
                            <a:srgbClr val="FFFFFF"/>
                          </a:solidFill>
                          <a:latin typeface="Roboto"/>
                        </a:rPr>
                        <a:t>Chg.</a:t>
                      </a:r>
                    </a:p>
                  </a:txBody>
                  <a:tcPr marL="36000" marR="36000" marT="7200" marB="7200" anchor="ctr">
                    <a:solidFill>
                      <a:srgbClr val="1F2F44"/>
                    </a:solidFill>
                  </a:tcPr>
                </a:tc>
                <a:tc>
                  <a:txBody>
                    <a:bodyPr/>
                    <a:lstStyle/>
                    <a:p>
                      <a:pPr algn="l">
                        <a:defRPr sz="900"/>
                      </a:pPr>
                      <a:r>
                        <a:rPr sz="900" b="1">
                          <a:solidFill>
                            <a:srgbClr val="FFFFFF"/>
                          </a:solidFill>
                          <a:latin typeface="Roboto"/>
                        </a:rPr>
                        <a:t>Comments</a:t>
                      </a:r>
                    </a:p>
                  </a:txBody>
                  <a:tcPr marL="36000" marR="36000" marT="7200" marB="7200" anchor="ctr">
                    <a:solidFill>
                      <a:srgbClr val="1F2F44"/>
                    </a:solidFill>
                  </a:tcPr>
                </a:tc>
                <a:extLst>
                  <a:ext uri="{0D108BD9-81ED-4DB2-BD59-A6C34878D82A}">
                    <a16:rowId xmlns:a16="http://schemas.microsoft.com/office/drawing/2014/main" val="10000"/>
                  </a:ext>
                </a:extLst>
              </a:tr>
              <a:tr h="173736">
                <a:tc>
                  <a:txBody>
                    <a:bodyPr/>
                    <a:lstStyle/>
                    <a:p>
                      <a:pPr algn="l">
                        <a:defRPr sz="900"/>
                      </a:pPr>
                      <a:r>
                        <a:rPr sz="900" b="1">
                          <a:solidFill>
                            <a:srgbClr val="000000"/>
                          </a:solidFill>
                          <a:latin typeface="Roboto"/>
                        </a:rPr>
                        <a:t>Revenues</a:t>
                      </a:r>
                    </a:p>
                  </a:txBody>
                  <a:tcPr marL="36000" marR="36000" marT="7200" marB="7200" anchor="ctr">
                    <a:lnB w="9525" cap="flat" cmpd="sng" algn="ctr">
                      <a:solidFill>
                        <a:srgbClr val="BFBFBF"/>
                      </a:solidFill>
                      <a:prstDash val="dash"/>
                    </a:lnB>
                    <a:noFill/>
                  </a:tcPr>
                </a:tc>
                <a:tc>
                  <a:txBody>
                    <a:bodyPr/>
                    <a:lstStyle/>
                    <a:p>
                      <a:pPr algn="ctr">
                        <a:defRPr sz="900"/>
                      </a:pPr>
                      <a:r>
                        <a:rPr sz="900" b="0">
                          <a:solidFill>
                            <a:srgbClr val="000000"/>
                          </a:solidFill>
                          <a:latin typeface="Roboto"/>
                        </a:rPr>
                        <a:t>138,107</a:t>
                      </a:r>
                    </a:p>
                  </a:txBody>
                  <a:tcPr marL="36000" marR="36000" marT="7200" marB="7200" anchor="ctr">
                    <a:lnB w="9525" cap="flat" cmpd="sng" algn="ctr">
                      <a:solidFill>
                        <a:srgbClr val="BFBFBF"/>
                      </a:solidFill>
                      <a:prstDash val="dash"/>
                    </a:lnB>
                    <a:noFill/>
                  </a:tcPr>
                </a:tc>
                <a:tc>
                  <a:txBody>
                    <a:bodyPr/>
                    <a:lstStyle/>
                    <a:p>
                      <a:pPr algn="ctr">
                        <a:defRPr sz="900"/>
                      </a:pPr>
                      <a:r>
                        <a:rPr sz="900" b="0">
                          <a:solidFill>
                            <a:srgbClr val="000000"/>
                          </a:solidFill>
                          <a:latin typeface="Roboto"/>
                        </a:rPr>
                        <a:t>135,345</a:t>
                      </a:r>
                    </a:p>
                  </a:txBody>
                  <a:tcPr marL="36000" marR="36000" marT="7200" marB="7200" anchor="ctr">
                    <a:lnB w="9525" cap="flat" cmpd="sng" algn="ctr">
                      <a:solidFill>
                        <a:srgbClr val="BFBFBF"/>
                      </a:solidFill>
                      <a:prstDash val="dash"/>
                    </a:lnB>
                    <a:noFill/>
                  </a:tcPr>
                </a:tc>
                <a:tc>
                  <a:txBody>
                    <a:bodyPr/>
                    <a:lstStyle/>
                    <a:p>
                      <a:pPr algn="ctr">
                        <a:defRPr sz="900"/>
                      </a:pPr>
                      <a:r>
                        <a:rPr sz="900" b="0">
                          <a:solidFill>
                            <a:srgbClr val="000000"/>
                          </a:solidFill>
                          <a:latin typeface="Roboto"/>
                        </a:rPr>
                        <a:t>-2%</a:t>
                      </a:r>
                    </a:p>
                  </a:txBody>
                  <a:tcPr marL="36000" marR="36000" marT="7200" marB="7200" anchor="ctr">
                    <a:lnB w="9525" cap="flat" cmpd="sng" algn="ctr">
                      <a:solidFill>
                        <a:srgbClr val="BFBFBF"/>
                      </a:solidFill>
                      <a:prstDash val="dash"/>
                    </a:lnB>
                    <a:noFill/>
                  </a:tcPr>
                </a:tc>
                <a:tc>
                  <a:txBody>
                    <a:bodyPr/>
                    <a:lstStyle/>
                    <a:p>
                      <a:pPr algn="l">
                        <a:defRPr sz="900"/>
                      </a:pPr>
                      <a:r>
                        <a:rPr sz="900" b="0">
                          <a:solidFill>
                            <a:srgbClr val="000000"/>
                          </a:solidFill>
                          <a:latin typeface="Roboto"/>
                        </a:rPr>
                        <a:t>2% below 2027 consensus</a:t>
                      </a:r>
                    </a:p>
                  </a:txBody>
                  <a:tcPr marL="36000" marR="36000" marT="7200" marB="7200" anchor="ctr">
                    <a:lnB w="9525" cap="flat" cmpd="sng" algn="ctr">
                      <a:solidFill>
                        <a:srgbClr val="BFBFBF"/>
                      </a:solidFill>
                      <a:prstDash val="dash"/>
                    </a:lnB>
                    <a:noFill/>
                  </a:tcPr>
                </a:tc>
                <a:extLst>
                  <a:ext uri="{0D108BD9-81ED-4DB2-BD59-A6C34878D82A}">
                    <a16:rowId xmlns:a16="http://schemas.microsoft.com/office/drawing/2014/main" val="10001"/>
                  </a:ext>
                </a:extLst>
              </a:tr>
              <a:tr h="173736">
                <a:tc>
                  <a:txBody>
                    <a:bodyPr/>
                    <a:lstStyle/>
                    <a:p>
                      <a:pPr algn="l">
                        <a:defRPr sz="900"/>
                      </a:pPr>
                      <a:r>
                        <a:rPr sz="900" b="1">
                          <a:solidFill>
                            <a:srgbClr val="000000"/>
                          </a:solidFill>
                          <a:latin typeface="Roboto"/>
                        </a:rPr>
                        <a:t>EBITDA</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39,286</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37,038</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-6%</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defRPr sz="900"/>
                      </a:pPr>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02"/>
                  </a:ext>
                </a:extLst>
              </a:tr>
              <a:tr h="173736">
                <a:tc>
                  <a:txBody>
                    <a:bodyPr/>
                    <a:lstStyle/>
                    <a:p>
                      <a:pPr algn="l">
                        <a:defRPr sz="900"/>
                      </a:pPr>
                      <a:r>
                        <a:rPr sz="900" b="1">
                          <a:solidFill>
                            <a:srgbClr val="000000"/>
                          </a:solidFill>
                          <a:latin typeface="Roboto"/>
                        </a:rPr>
                        <a:t>EBITDA Mg %</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28.4%</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27.4%</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defRPr sz="900"/>
                      </a:pPr>
                      <a:r>
                        <a:rPr sz="900" b="0">
                          <a:solidFill>
                            <a:srgbClr val="000000"/>
                          </a:solidFill>
                          <a:latin typeface="Roboto"/>
                        </a:rPr>
                        <a:t>Back to 2021-25 average</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03"/>
                  </a:ext>
                </a:extLst>
              </a:tr>
              <a:tr h="173736">
                <a:tc>
                  <a:txBody>
                    <a:bodyPr/>
                    <a:lstStyle/>
                    <a:p>
                      <a:pPr algn="l">
                        <a:defRPr sz="900"/>
                      </a:pPr>
                      <a:r>
                        <a:rPr sz="900" b="1">
                          <a:solidFill>
                            <a:srgbClr val="000000"/>
                          </a:solidFill>
                          <a:latin typeface="Roboto"/>
                        </a:rPr>
                        <a:t>D&amp;A</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-11,953</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-11,953</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defRPr sz="900"/>
                      </a:pPr>
                      <a:r>
                        <a:rPr sz="900" b="0">
                          <a:solidFill>
                            <a:srgbClr val="000000"/>
                          </a:solidFill>
                          <a:latin typeface="Roboto"/>
                        </a:rPr>
                        <a:t>Unchanged</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04"/>
                  </a:ext>
                </a:extLst>
              </a:tr>
              <a:tr h="173736">
                <a:tc>
                  <a:txBody>
                    <a:bodyPr/>
                    <a:lstStyle/>
                    <a:p>
                      <a:pPr algn="l">
                        <a:defRPr sz="900"/>
                      </a:pPr>
                      <a:r>
                        <a:rPr sz="900" b="1">
                          <a:solidFill>
                            <a:srgbClr val="000000"/>
                          </a:solidFill>
                          <a:latin typeface="Roboto"/>
                        </a:rPr>
                        <a:t>EBIT</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27,332</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25,085</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-8%</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defRPr sz="900"/>
                      </a:pPr>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05"/>
                  </a:ext>
                </a:extLst>
              </a:tr>
              <a:tr h="173736">
                <a:tc>
                  <a:txBody>
                    <a:bodyPr/>
                    <a:lstStyle/>
                    <a:p>
                      <a:pPr algn="l">
                        <a:defRPr sz="900"/>
                      </a:pPr>
                      <a:r>
                        <a:rPr sz="900" b="1">
                          <a:solidFill>
                            <a:srgbClr val="000000"/>
                          </a:solidFill>
                          <a:latin typeface="Roboto"/>
                        </a:rPr>
                        <a:t>Interest Expense</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-6,357</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-6,831</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+7%</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defRPr sz="900"/>
                      </a:pPr>
                      <a:r>
                        <a:rPr sz="900" b="0">
                          <a:solidFill>
                            <a:srgbClr val="000000"/>
                          </a:solidFill>
                          <a:latin typeface="Roboto"/>
                        </a:rPr>
                        <a:t>Cost of debt +94bp (Oct 26 curve)</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06"/>
                  </a:ext>
                </a:extLst>
              </a:tr>
              <a:tr h="173736">
                <a:tc>
                  <a:txBody>
                    <a:bodyPr/>
                    <a:lstStyle/>
                    <a:p>
                      <a:pPr algn="l">
                        <a:defRPr sz="900"/>
                      </a:pPr>
                      <a:r>
                        <a:rPr sz="900" b="1">
                          <a:solidFill>
                            <a:srgbClr val="000000"/>
                          </a:solidFill>
                          <a:latin typeface="Roboto"/>
                        </a:rPr>
                        <a:t>% Interest to Sales</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4.6%</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5.0%</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defRPr sz="900"/>
                      </a:pPr>
                      <a:r>
                        <a:rPr sz="900" b="0">
                          <a:solidFill>
                            <a:srgbClr val="000000"/>
                          </a:solidFill>
                          <a:latin typeface="Roboto"/>
                        </a:rPr>
                        <a:t>2027 CDI +229bp, breakeven +100bp vs. Oct 23</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07"/>
                  </a:ext>
                </a:extLst>
              </a:tr>
              <a:tr h="173736">
                <a:tc>
                  <a:txBody>
                    <a:bodyPr/>
                    <a:lstStyle/>
                    <a:p>
                      <a:pPr algn="l">
                        <a:defRPr sz="900"/>
                      </a:pPr>
                      <a:r>
                        <a:rPr sz="900" b="1">
                          <a:solidFill>
                            <a:srgbClr val="000000"/>
                          </a:solidFill>
                          <a:latin typeface="Roboto"/>
                        </a:rPr>
                        <a:t>Tax</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-5,551</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-4,868</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defRPr sz="900"/>
                      </a:pPr>
                      <a:r>
                        <a:rPr sz="900" b="0">
                          <a:solidFill>
                            <a:srgbClr val="000000"/>
                          </a:solidFill>
                          <a:latin typeface="Roboto"/>
                        </a:rPr>
                        <a:t>Same effective tax rate</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08"/>
                  </a:ext>
                </a:extLst>
              </a:tr>
              <a:tr h="173736">
                <a:tc>
                  <a:txBody>
                    <a:bodyPr/>
                    <a:lstStyle/>
                    <a:p>
                      <a:pPr algn="l">
                        <a:defRPr sz="900"/>
                      </a:pPr>
                      <a:r>
                        <a:rPr sz="900" b="1">
                          <a:solidFill>
                            <a:srgbClr val="000000"/>
                          </a:solidFill>
                          <a:latin typeface="Roboto"/>
                        </a:rPr>
                        <a:t>Net Income ex-Financials</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15,425</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13,386</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-13%</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defRPr sz="900"/>
                      </a:pPr>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09"/>
                  </a:ext>
                </a:extLst>
              </a:tr>
              <a:tr h="173736">
                <a:tc>
                  <a:txBody>
                    <a:bodyPr/>
                    <a:lstStyle/>
                    <a:p>
                      <a:pPr algn="l">
                        <a:defRPr sz="900"/>
                      </a:pPr>
                      <a:r>
                        <a:rPr sz="900" b="1">
                          <a:solidFill>
                            <a:srgbClr val="000000"/>
                          </a:solidFill>
                          <a:latin typeface="Roboto"/>
                        </a:rPr>
                        <a:t>Financials Net Income</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6,448</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5,585</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ctr">
                        <a:defRPr sz="900"/>
                      </a:pPr>
                      <a:r>
                        <a:rPr sz="900" b="0">
                          <a:solidFill>
                            <a:srgbClr val="000000"/>
                          </a:solidFill>
                          <a:latin typeface="Roboto"/>
                        </a:rPr>
                        <a:t>-13%</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defRPr sz="900"/>
                      </a:pPr>
                      <a:r>
                        <a:rPr sz="900" b="0">
                          <a:solidFill>
                            <a:srgbClr val="000000"/>
                          </a:solidFill>
                          <a:latin typeface="Roboto"/>
                        </a:rPr>
                        <a:t>Revenues -2%; cost of risk does not fall in 2027</a:t>
                      </a: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10"/>
                  </a:ext>
                </a:extLst>
              </a:tr>
              <a:tr h="173736">
                <a:tc>
                  <a:txBody>
                    <a:bodyPr/>
                    <a:lstStyle/>
                    <a:p>
                      <a:pPr algn="l">
                        <a:defRPr sz="900"/>
                      </a:pPr>
                      <a:r>
                        <a:rPr sz="900" b="1">
                          <a:solidFill>
                            <a:srgbClr val="000000"/>
                          </a:solidFill>
                          <a:latin typeface="Roboto"/>
                        </a:rPr>
                        <a:t>Ibovespa Net Income</a:t>
                      </a:r>
                    </a:p>
                  </a:txBody>
                  <a:tcPr marL="36000" marR="36000" marT="7200" marB="7200" anchor="ctr">
                    <a:lnL w="12700" cap="flat" cmpd="sng" algn="ctr">
                      <a:solidFill>
                        <a:srgbClr val="1F2F44"/>
                      </a:solidFill>
                      <a:prstDash val="dash"/>
                    </a:lnL>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ctr">
                        <a:defRPr sz="900"/>
                      </a:pPr>
                      <a:r>
                        <a:rPr sz="900" b="1">
                          <a:solidFill>
                            <a:srgbClr val="000000"/>
                          </a:solidFill>
                          <a:latin typeface="Roboto"/>
                        </a:rPr>
                        <a:t>21,873</a:t>
                      </a: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ctr">
                        <a:defRPr sz="900"/>
                      </a:pPr>
                      <a:r>
                        <a:rPr sz="900" b="1">
                          <a:solidFill>
                            <a:srgbClr val="000000"/>
                          </a:solidFill>
                          <a:latin typeface="Roboto"/>
                        </a:rPr>
                        <a:t>18,971</a:t>
                      </a: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ctr">
                        <a:defRPr sz="900"/>
                      </a:pPr>
                      <a:r>
                        <a:rPr sz="900" b="1">
                          <a:solidFill>
                            <a:srgbClr val="000000"/>
                          </a:solidFill>
                          <a:latin typeface="Roboto"/>
                        </a:rPr>
                        <a:t>-13%</a:t>
                      </a: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l">
                        <a:defRPr sz="900"/>
                      </a:pPr>
                      <a:endParaRPr/>
                    </a:p>
                  </a:txBody>
                  <a:tcPr marL="36000" marR="36000" marT="7200" marB="7200" anchor="ctr">
                    <a:lnR w="12700" cap="flat" cmpd="sng" algn="ctr">
                      <a:solidFill>
                        <a:srgbClr val="1F2F44"/>
                      </a:solidFill>
                      <a:prstDash val="dash"/>
                    </a:ln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extLst>
                  <a:ext uri="{0D108BD9-81ED-4DB2-BD59-A6C34878D82A}">
                    <a16:rowId xmlns:a16="http://schemas.microsoft.com/office/drawing/2014/main" val="10011"/>
                  </a:ext>
                </a:extLst>
              </a:tr>
              <a:tr h="173736">
                <a:tc>
                  <a:txBody>
                    <a:bodyPr/>
                    <a:lstStyle/>
                    <a:p>
                      <a:pPr algn="l">
                        <a:defRPr sz="900"/>
                      </a:pPr>
                      <a:r>
                        <a:rPr sz="900" b="1">
                          <a:solidFill>
                            <a:srgbClr val="000000"/>
                          </a:solidFill>
                          <a:latin typeface="Roboto"/>
                        </a:rPr>
                        <a:t>Ibovespa P/E</a:t>
                      </a:r>
                    </a:p>
                  </a:txBody>
                  <a:tcPr marL="36000" marR="36000" marT="7200" marB="7200" anchor="ctr">
                    <a:lnL w="12700" cap="flat" cmpd="sng" algn="ctr">
                      <a:solidFill>
                        <a:srgbClr val="1F2F44"/>
                      </a:solidFill>
                      <a:prstDash val="dash"/>
                    </a:lnL>
                    <a:lnT w="12700" cap="flat" cmpd="sng" algn="ctr">
                      <a:solidFill>
                        <a:srgbClr val="1F2F44"/>
                      </a:solidFill>
                      <a:prstDash val="dash"/>
                    </a:lnT>
                    <a:lnB w="12700" cap="flat" cmpd="sng" algn="ctr">
                      <a:solidFill>
                        <a:srgbClr val="1F2F44"/>
                      </a:solidFill>
                      <a:prstDash val="dash"/>
                    </a:lnB>
                    <a:solidFill>
                      <a:srgbClr val="F2F2F2"/>
                    </a:solidFill>
                  </a:tcPr>
                </a:tc>
                <a:tc>
                  <a:txBody>
                    <a:bodyPr/>
                    <a:lstStyle/>
                    <a:p>
                      <a:pPr algn="ctr">
                        <a:defRPr sz="900"/>
                      </a:pPr>
                      <a:r>
                        <a:rPr sz="900" b="1">
                          <a:solidFill>
                            <a:srgbClr val="000000"/>
                          </a:solidFill>
                          <a:latin typeface="Roboto"/>
                        </a:rPr>
                        <a:t>8.1x</a:t>
                      </a:r>
                    </a:p>
                  </a:txBody>
                  <a:tcPr marL="36000" marR="36000" marT="7200" marB="7200" anchor="ctr">
                    <a:lnT w="12700" cap="flat" cmpd="sng" algn="ctr">
                      <a:solidFill>
                        <a:srgbClr val="1F2F44"/>
                      </a:solidFill>
                      <a:prstDash val="dash"/>
                    </a:lnT>
                    <a:lnB w="12700" cap="flat" cmpd="sng" algn="ctr">
                      <a:solidFill>
                        <a:srgbClr val="1F2F44"/>
                      </a:solidFill>
                      <a:prstDash val="dash"/>
                    </a:lnB>
                    <a:solidFill>
                      <a:srgbClr val="F2F2F2"/>
                    </a:solidFill>
                  </a:tcPr>
                </a:tc>
                <a:tc>
                  <a:txBody>
                    <a:bodyPr/>
                    <a:lstStyle/>
                    <a:p>
                      <a:pPr algn="ctr">
                        <a:defRPr sz="900"/>
                      </a:pPr>
                      <a:r>
                        <a:rPr sz="900" b="1">
                          <a:solidFill>
                            <a:srgbClr val="000000"/>
                          </a:solidFill>
                          <a:latin typeface="Roboto"/>
                        </a:rPr>
                        <a:t>9.3x</a:t>
                      </a:r>
                    </a:p>
                  </a:txBody>
                  <a:tcPr marL="36000" marR="36000" marT="7200" marB="7200" anchor="ctr">
                    <a:lnT w="12700" cap="flat" cmpd="sng" algn="ctr">
                      <a:solidFill>
                        <a:srgbClr val="1F2F44"/>
                      </a:solidFill>
                      <a:prstDash val="dash"/>
                    </a:lnT>
                    <a:lnB w="12700" cap="flat" cmpd="sng" algn="ctr">
                      <a:solidFill>
                        <a:srgbClr val="1F2F44"/>
                      </a:solidFill>
                      <a:prstDash val="dash"/>
                    </a:lnB>
                    <a:solidFill>
                      <a:srgbClr val="F2F2F2"/>
                    </a:solidFill>
                  </a:tcPr>
                </a:tc>
                <a:tc>
                  <a:txBody>
                    <a:bodyPr/>
                    <a:lstStyle/>
                    <a:p>
                      <a:pPr algn="ctr">
                        <a:defRPr sz="900"/>
                      </a:pPr>
                      <a:endParaRPr/>
                    </a:p>
                  </a:txBody>
                  <a:tcPr marL="36000" marR="36000" marT="7200" marB="7200" anchor="ctr">
                    <a:lnT w="12700" cap="flat" cmpd="sng" algn="ctr">
                      <a:solidFill>
                        <a:srgbClr val="1F2F44"/>
                      </a:solidFill>
                      <a:prstDash val="dash"/>
                    </a:lnT>
                    <a:lnB w="12700" cap="flat" cmpd="sng" algn="ctr">
                      <a:solidFill>
                        <a:srgbClr val="1F2F44"/>
                      </a:solidFill>
                      <a:prstDash val="dash"/>
                    </a:lnB>
                    <a:solidFill>
                      <a:srgbClr val="F2F2F2"/>
                    </a:solidFill>
                  </a:tcPr>
                </a:tc>
                <a:tc>
                  <a:txBody>
                    <a:bodyPr/>
                    <a:lstStyle/>
                    <a:p>
                      <a:pPr algn="l">
                        <a:defRPr sz="900"/>
                      </a:pPr>
                      <a:r>
                        <a:rPr sz="900" b="1">
                          <a:solidFill>
                            <a:srgbClr val="000000"/>
                          </a:solidFill>
                          <a:latin typeface="Roboto"/>
                        </a:rPr>
                        <a:t>At Oct 26 prices (176,608 pts)</a:t>
                      </a:r>
                    </a:p>
                  </a:txBody>
                  <a:tcPr marL="36000" marR="36000" marT="7200" marB="7200" anchor="ctr">
                    <a:lnR w="12700" cap="flat" cmpd="sng" algn="ctr">
                      <a:solidFill>
                        <a:srgbClr val="1F2F44"/>
                      </a:solidFill>
                      <a:prstDash val="dash"/>
                    </a:lnR>
                    <a:lnT w="12700" cap="flat" cmpd="sng" algn="ctr">
                      <a:solidFill>
                        <a:srgbClr val="1F2F44"/>
                      </a:solidFill>
                      <a:prstDash val="dash"/>
                    </a:lnT>
                    <a:lnB w="12700" cap="flat" cmpd="sng" algn="ctr">
                      <a:solidFill>
                        <a:srgbClr val="1F2F44"/>
                      </a:solidFill>
                      <a:prstDash val="dash"/>
                    </a:lnB>
                    <a:solidFill>
                      <a:srgbClr val="F2F2F2"/>
                    </a:solidFill>
                  </a:tcPr>
                </a:tc>
                <a:extLst>
                  <a:ext uri="{0D108BD9-81ED-4DB2-BD59-A6C34878D82A}">
                    <a16:rowId xmlns:a16="http://schemas.microsoft.com/office/drawing/2014/main" val="10012"/>
                  </a:ext>
                </a:extLst>
              </a:tr>
            </a:tbl>
          </a:graphicData>
        </a:graphic>
      </p:graphicFrame>
      <p:sp>
        <p:nvSpPr>
          <p:cNvPr id="8" name="TextBox Table 1">
            <a:extLst>
              <a:ext uri="{FF2B5EF4-FFF2-40B4-BE49-F238E27FC236}">
                <a16:creationId xmlns:a16="http://schemas.microsoft.com/office/drawing/2014/main" id="{50BDE315-ECCC-96B8-88A2-E218FB90D4A0}"/>
              </a:ext>
            </a:extLst>
          </p:cNvPr>
          <p:cNvSpPr txBox="1"/>
          <p:nvPr/>
        </p:nvSpPr>
        <p:spPr>
          <a:xfrm>
            <a:off x="384048" y="6867143"/>
            <a:ext cx="6099048" cy="123111"/>
          </a:xfrm>
          <a:prstGeom prst="rect">
            <a:avLst/>
          </a:prstGeom>
          <a:noFill/>
        </p:spPr>
        <p:txBody>
          <a:bodyPr wrap="square" lIns="0" tIns="0" rIns="0" bIns="0">
            <a:spAutoFit/>
          </a:bodyPr>
          <a:lstStyle/>
          <a:p>
            <a:r>
              <a:rPr lang="en-US" sz="800" i="1">
                <a:solidFill>
                  <a:srgbClr val="595959"/>
                </a:solidFill>
                <a:latin typeface="Roboto Light"/>
              </a:rPr>
              <a:t>Ibovespa index points; P&amp;L lines for non-financial members</a:t>
            </a:r>
            <a:endParaRPr sz="800" i="1">
              <a:solidFill>
                <a:srgbClr val="595959"/>
              </a:solidFill>
              <a:latin typeface="Roboto Light"/>
            </a:endParaRPr>
          </a:p>
        </p:txBody>
      </p:sp>
    </p:spTree>
    <p:extLst>
      <p:ext uri="{BB962C8B-B14F-4D97-AF65-F5344CB8AC3E}">
        <p14:creationId xmlns:p14="http://schemas.microsoft.com/office/powerpoint/2010/main" val="372537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a:xfrm>
            <a:off x="384048" y="1499615"/>
            <a:ext cx="2926080" cy="2615184"/>
          </a:xfrm>
          <a:noFill/>
        </p:spPr>
        <p:txBody>
          <a:bodyPr/>
          <a:lstStyle/>
          <a:p>
            <a:r>
              <a:rPr lang="en-US" b="1" dirty="0"/>
              <a:t>On the other hand, from a technical standpoint, prices have corrected sharply and quickly.</a:t>
            </a:r>
            <a:r>
              <a:rPr lang="en-US" dirty="0"/>
              <a:t> </a:t>
            </a:r>
          </a:p>
          <a:p>
            <a:r>
              <a:rPr lang="en-US" b="1" dirty="0"/>
              <a:t>Our proprietary XP Sentiment Index</a:t>
            </a:r>
            <a:r>
              <a:rPr lang="en-US"/>
              <a:t>, which hit extreme optimism (100) on October 9, </a:t>
            </a:r>
            <a:r>
              <a:rPr lang="en-US" dirty="0"/>
              <a:t>fell from 80 on October 23 to 38 on October 26. Historically, the index has worked as a contrarian indicator at its extremes: the Ibovespa rose 6.9% on average in the 60 sessions after extreme pessimism (0), against a 3.5% fall after extreme optimism (100) (Table 1). </a:t>
            </a:r>
          </a:p>
          <a:p>
            <a:r>
              <a:rPr lang="en-US" dirty="0"/>
              <a:t>The indicator aggregates technical, sentiment and flow measures, standardized through z-scores.</a:t>
            </a:r>
            <a:endParaRPr dirty="0"/>
          </a:p>
        </p:txBody>
      </p:sp>
      <p:sp>
        <p:nvSpPr>
          <p:cNvPr id="13" name="Text Placeholder 12"/>
          <p:cNvSpPr>
            <a:spLocks noGrp="1"/>
          </p:cNvSpPr>
          <p:nvPr>
            <p:ph type="body" sz="quarter" idx="16"/>
          </p:nvPr>
        </p:nvSpPr>
        <p:spPr/>
        <p:txBody>
          <a:bodyPr/>
          <a:lstStyle/>
          <a:p>
            <a:r>
              <a:rPr lang="en-US" dirty="0"/>
              <a:t>Three macro challenges for Brazilian equities</a:t>
            </a:r>
          </a:p>
        </p:txBody>
      </p:sp>
      <p:sp>
        <p:nvSpPr>
          <p:cNvPr id="14" name="Text Placeholder 13"/>
          <p:cNvSpPr>
            <a:spLocks noGrp="1"/>
          </p:cNvSpPr>
          <p:nvPr>
            <p:ph type="body" sz="quarter" idx="17"/>
          </p:nvPr>
        </p:nvSpPr>
        <p:spPr/>
        <p:txBody>
          <a:bodyPr/>
          <a:lstStyle/>
          <a:p>
            <a:r>
              <a:rPr lang="en-US" dirty="0"/>
              <a:t>Sentiment just had its sharpest drop on record</a:t>
            </a:r>
            <a:endParaRPr dirty="0"/>
          </a:p>
        </p:txBody>
      </p:sp>
      <p:sp>
        <p:nvSpPr>
          <p:cNvPr id="15" name="Text Placeholder 14"/>
          <p:cNvSpPr>
            <a:spLocks noGrp="1"/>
          </p:cNvSpPr>
          <p:nvPr>
            <p:ph type="body" sz="quarter" idx="31"/>
          </p:nvPr>
        </p:nvSpPr>
        <p:spPr/>
        <p:txBody>
          <a:bodyPr/>
          <a:lstStyle/>
          <a:p>
            <a:r>
              <a:rPr lang="en-US" dirty="0"/>
              <a:t>Source: B3, Bloomberg, </a:t>
            </a:r>
            <a:r>
              <a:rPr lang="en-US" dirty="0" err="1"/>
              <a:t>Economatica</a:t>
            </a:r>
            <a:r>
              <a:rPr lang="en-US" dirty="0"/>
              <a:t>, XP Research. </a:t>
            </a:r>
            <a:endParaRPr dirty="0"/>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r>
              <a:t>October 30, 2026</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nvSpPr>
        <p:spPr>
          <a:xfrm>
            <a:off x="3557016" y="1499616"/>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en-US"/>
              <a:t>Chart 1: XP Sentiment Speedometer</a:t>
            </a:r>
            <a:endParaRPr lang="pt-BR"/>
          </a:p>
        </p:txBody>
      </p:sp>
      <p:sp>
        <p:nvSpPr>
          <p:cNvPr id="37" name="TextBox 36"/>
          <p:cNvSpPr txBox="1"/>
          <p:nvPr/>
        </p:nvSpPr>
        <p:spPr>
          <a:xfrm>
            <a:off x="3557016" y="1773936"/>
            <a:ext cx="2926080" cy="123111"/>
          </a:xfrm>
          <a:prstGeom prst="rect">
            <a:avLst/>
          </a:prstGeom>
          <a:noFill/>
        </p:spPr>
        <p:txBody>
          <a:bodyPr wrap="square" lIns="0" tIns="0" rIns="0" bIns="0">
            <a:spAutoFit/>
          </a:bodyPr>
          <a:lstStyle/>
          <a:p>
            <a:r>
              <a:rPr lang="en-US" sz="800" i="1">
                <a:solidFill>
                  <a:srgbClr val="595959"/>
                </a:solidFill>
                <a:latin typeface="Roboto Light"/>
              </a:rPr>
              <a:t>0-100 scale on the raw index; 100 = Extreme Bullish</a:t>
            </a:r>
            <a:endParaRPr sz="800" i="1">
              <a:solidFill>
                <a:srgbClr val="595959"/>
              </a:solidFill>
              <a:latin typeface="Roboto Light"/>
            </a:endParaRPr>
          </a:p>
        </p:txBody>
      </p:sp>
      <p:pic>
        <p:nvPicPr>
          <p:cNvPr id="7" name="Speedometer">
            <a:extLst>
              <a:ext uri="{FF2B5EF4-FFF2-40B4-BE49-F238E27FC236}">
                <a16:creationId xmlns:a16="http://schemas.microsoft.com/office/drawing/2014/main" id="{8818E510-C1C8-14FC-2DED-E98F9E5DD89C}"/>
              </a:ext>
            </a:extLst>
          </p:cNvPr>
          <p:cNvPicPr>
            <a:picLocks noChangeAspect="1"/>
          </p:cNvPicPr>
          <p:nvPr/>
        </p:nvPicPr>
        <p:blipFill>
          <a:blip r:embed="rId2"/>
          <a:srcRect l="8048" r="6278" b="40800"/>
          <a:stretch>
            <a:fillRect/>
          </a:stretch>
        </p:blipFill>
        <p:spPr>
          <a:xfrm>
            <a:off x="3547874" y="1917445"/>
            <a:ext cx="2970283" cy="1548000"/>
          </a:xfrm>
          <a:prstGeom prst="rect">
            <a:avLst/>
          </a:prstGeom>
        </p:spPr>
      </p:pic>
      <p:sp>
        <p:nvSpPr>
          <p:cNvPr id="8" name="Espaço Reservado para Conteúdo 14">
            <a:extLst>
              <a:ext uri="{FF2B5EF4-FFF2-40B4-BE49-F238E27FC236}">
                <a16:creationId xmlns:a16="http://schemas.microsoft.com/office/drawing/2014/main" id="{DC396782-564D-A8E8-283E-E38E82D86EDB}"/>
              </a:ext>
            </a:extLst>
          </p:cNvPr>
          <p:cNvSpPr>
            <a:spLocks noGrp="1"/>
          </p:cNvSpPr>
          <p:nvPr/>
        </p:nvSpPr>
        <p:spPr>
          <a:xfrm>
            <a:off x="384048" y="4224528"/>
            <a:ext cx="6099048"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en-US"/>
              <a:t>Chart 2: XP Sentiment Index (raw and shifted &amp; smoothed) vs. Ibovespa</a:t>
            </a:r>
            <a:endParaRPr lang="pt-BR"/>
          </a:p>
        </p:txBody>
      </p:sp>
      <p:sp>
        <p:nvSpPr>
          <p:cNvPr id="18" name="Espaço Reservado para Conteúdo 14">
            <a:extLst>
              <a:ext uri="{FF2B5EF4-FFF2-40B4-BE49-F238E27FC236}">
                <a16:creationId xmlns:a16="http://schemas.microsoft.com/office/drawing/2014/main" id="{4D8057CB-B892-1B4F-FA40-A58AFC2CAE81}"/>
              </a:ext>
            </a:extLst>
          </p:cNvPr>
          <p:cNvSpPr>
            <a:spLocks noGrp="1"/>
          </p:cNvSpPr>
          <p:nvPr/>
        </p:nvSpPr>
        <p:spPr>
          <a:xfrm>
            <a:off x="384048" y="6839712"/>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en-US"/>
              <a:t>Chart 3: Ibovespa after sentiment extremes</a:t>
            </a:r>
            <a:endParaRPr lang="pt-BR"/>
          </a:p>
        </p:txBody>
      </p:sp>
      <p:graphicFrame>
        <p:nvGraphicFramePr>
          <p:cNvPr id="20" name="Chart S2">
            <a:extLst>
              <a:ext uri="{FF2B5EF4-FFF2-40B4-BE49-F238E27FC236}">
                <a16:creationId xmlns:a16="http://schemas.microsoft.com/office/drawing/2014/main" id="{93586D6B-02F6-BF16-5846-D64C6FB1D91D}"/>
              </a:ext>
            </a:extLst>
          </p:cNvPr>
          <p:cNvGraphicFramePr>
            <a:graphicFrameLocks noGrp="1"/>
          </p:cNvGraphicFramePr>
          <p:nvPr>
            <p:extLst>
              <p:ext uri="{D42A27DB-BD31-4B8C-83A1-F6EECF244321}">
                <p14:modId xmlns:p14="http://schemas.microsoft.com/office/powerpoint/2010/main" val="990104409"/>
              </p:ext>
            </p:extLst>
          </p:nvPr>
        </p:nvGraphicFramePr>
        <p:xfrm>
          <a:off x="384048" y="4547045"/>
          <a:ext cx="6099048" cy="2164651"/>
        </p:xfrm>
        <a:graphic>
          <a:graphicData uri="http://schemas.openxmlformats.org/drawingml/2006/chart">
            <c:chart xmlns:c="http://schemas.openxmlformats.org/drawingml/2006/chart" xmlns:r="http://schemas.openxmlformats.org/officeDocument/2006/relationships" r:id="rId3"/>
          </a:graphicData>
        </a:graphic>
      </p:graphicFrame>
      <p:sp>
        <p:nvSpPr>
          <p:cNvPr id="21" name="Espaço Reservado para Conteúdo 14">
            <a:extLst>
              <a:ext uri="{FF2B5EF4-FFF2-40B4-BE49-F238E27FC236}">
                <a16:creationId xmlns:a16="http://schemas.microsoft.com/office/drawing/2014/main" id="{2F5D9A39-6430-AE36-CFD9-2444393C81DB}"/>
              </a:ext>
            </a:extLst>
          </p:cNvPr>
          <p:cNvSpPr>
            <a:spLocks noGrp="1"/>
          </p:cNvSpPr>
          <p:nvPr/>
        </p:nvSpPr>
        <p:spPr>
          <a:xfrm>
            <a:off x="3557016" y="6839712"/>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en-US" dirty="0"/>
              <a:t>Table 1: Ibovespa 60 sessions after the extremes</a:t>
            </a:r>
            <a:endParaRPr lang="pt-BR" dirty="0"/>
          </a:p>
        </p:txBody>
      </p:sp>
      <p:graphicFrame>
        <p:nvGraphicFramePr>
          <p:cNvPr id="23" name="Chart S3">
            <a:extLst>
              <a:ext uri="{FF2B5EF4-FFF2-40B4-BE49-F238E27FC236}">
                <a16:creationId xmlns:a16="http://schemas.microsoft.com/office/drawing/2014/main" id="{0AB0394F-806B-AD4D-C4FA-496D4023F72E}"/>
              </a:ext>
            </a:extLst>
          </p:cNvPr>
          <p:cNvGraphicFramePr>
            <a:graphicFrameLocks noGrp="1"/>
          </p:cNvGraphicFramePr>
          <p:nvPr>
            <p:extLst>
              <p:ext uri="{D42A27DB-BD31-4B8C-83A1-F6EECF244321}">
                <p14:modId xmlns:p14="http://schemas.microsoft.com/office/powerpoint/2010/main" val="1691327213"/>
              </p:ext>
            </p:extLst>
          </p:nvPr>
        </p:nvGraphicFramePr>
        <p:xfrm>
          <a:off x="384048" y="7162230"/>
          <a:ext cx="2926080" cy="231095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5" name="Table S1">
            <a:extLst>
              <a:ext uri="{FF2B5EF4-FFF2-40B4-BE49-F238E27FC236}">
                <a16:creationId xmlns:a16="http://schemas.microsoft.com/office/drawing/2014/main" id="{F20893A5-E4E6-6146-EFFA-418D752EC8F5}"/>
              </a:ext>
            </a:extLst>
          </p:cNvPr>
          <p:cNvGraphicFramePr>
            <a:graphicFrameLocks noGrp="1"/>
          </p:cNvGraphicFramePr>
          <p:nvPr>
            <p:extLst>
              <p:ext uri="{D42A27DB-BD31-4B8C-83A1-F6EECF244321}">
                <p14:modId xmlns:p14="http://schemas.microsoft.com/office/powerpoint/2010/main" val="105272846"/>
              </p:ext>
            </p:extLst>
          </p:nvPr>
        </p:nvGraphicFramePr>
        <p:xfrm>
          <a:off x="3557016" y="7162230"/>
          <a:ext cx="2926079" cy="944969"/>
        </p:xfrm>
        <a:graphic>
          <a:graphicData uri="http://schemas.openxmlformats.org/drawingml/2006/table">
            <a:tbl>
              <a:tblPr>
                <a:tableStyleId>{2D5ABB26-0587-4C30-8999-92F81FD0307C}</a:tableStyleId>
              </a:tblPr>
              <a:tblGrid>
                <a:gridCol w="1402672">
                  <a:extLst>
                    <a:ext uri="{9D8B030D-6E8A-4147-A177-3AD203B41FA5}">
                      <a16:colId xmlns:a16="http://schemas.microsoft.com/office/drawing/2014/main" val="20000"/>
                    </a:ext>
                  </a:extLst>
                </a:gridCol>
                <a:gridCol w="443883">
                  <a:extLst>
                    <a:ext uri="{9D8B030D-6E8A-4147-A177-3AD203B41FA5}">
                      <a16:colId xmlns:a16="http://schemas.microsoft.com/office/drawing/2014/main" val="20001"/>
                    </a:ext>
                  </a:extLst>
                </a:gridCol>
                <a:gridCol w="539762">
                  <a:extLst>
                    <a:ext uri="{9D8B030D-6E8A-4147-A177-3AD203B41FA5}">
                      <a16:colId xmlns:a16="http://schemas.microsoft.com/office/drawing/2014/main" val="20002"/>
                    </a:ext>
                  </a:extLst>
                </a:gridCol>
                <a:gridCol w="539762">
                  <a:extLst>
                    <a:ext uri="{9D8B030D-6E8A-4147-A177-3AD203B41FA5}">
                      <a16:colId xmlns:a16="http://schemas.microsoft.com/office/drawing/2014/main" val="20003"/>
                    </a:ext>
                  </a:extLst>
                </a:gridCol>
              </a:tblGrid>
              <a:tr h="300671">
                <a:tc>
                  <a:txBody>
                    <a:bodyPr/>
                    <a:lstStyle/>
                    <a:p>
                      <a:pPr algn="l"/>
                      <a:endParaRPr dirty="0"/>
                    </a:p>
                  </a:txBody>
                  <a:tcPr marL="36000" marR="36000" marT="7200" marB="7200" anchor="ctr">
                    <a:solidFill>
                      <a:srgbClr val="1F2F44"/>
                    </a:solidFill>
                  </a:tcPr>
                </a:tc>
                <a:tc>
                  <a:txBody>
                    <a:bodyPr/>
                    <a:lstStyle/>
                    <a:p>
                      <a:pPr algn="ctr"/>
                      <a:r>
                        <a:rPr sz="900" b="1" dirty="0">
                          <a:solidFill>
                            <a:srgbClr val="FFFFFF"/>
                          </a:solidFill>
                          <a:latin typeface="Roboto"/>
                        </a:rPr>
                        <a:t>Events</a:t>
                      </a:r>
                    </a:p>
                  </a:txBody>
                  <a:tcPr marL="36000" marR="36000" marT="7200" marB="7200" anchor="ctr">
                    <a:solidFill>
                      <a:srgbClr val="1F2F44"/>
                    </a:solidFill>
                  </a:tcPr>
                </a:tc>
                <a:tc>
                  <a:txBody>
                    <a:bodyPr/>
                    <a:lstStyle/>
                    <a:p>
                      <a:pPr algn="ctr"/>
                      <a:r>
                        <a:rPr sz="900" b="1">
                          <a:solidFill>
                            <a:srgbClr val="FFFFFF"/>
                          </a:solidFill>
                          <a:latin typeface="Roboto"/>
                        </a:rPr>
                        <a:t>Average</a:t>
                      </a:r>
                    </a:p>
                  </a:txBody>
                  <a:tcPr marL="36000" marR="36000" marT="7200" marB="7200" anchor="ctr">
                    <a:solidFill>
                      <a:srgbClr val="1F2F44"/>
                    </a:solidFill>
                  </a:tcPr>
                </a:tc>
                <a:tc>
                  <a:txBody>
                    <a:bodyPr/>
                    <a:lstStyle/>
                    <a:p>
                      <a:pPr algn="ctr"/>
                      <a:r>
                        <a:rPr sz="900" b="1">
                          <a:solidFill>
                            <a:srgbClr val="FFFFFF"/>
                          </a:solidFill>
                          <a:latin typeface="Roboto"/>
                        </a:rPr>
                        <a:t>Hit ratio</a:t>
                      </a:r>
                    </a:p>
                  </a:txBody>
                  <a:tcPr marL="36000" marR="36000" marT="7200" marB="7200" anchor="ctr">
                    <a:solidFill>
                      <a:srgbClr val="1F2F44"/>
                    </a:solidFill>
                  </a:tcPr>
                </a:tc>
                <a:extLst>
                  <a:ext uri="{0D108BD9-81ED-4DB2-BD59-A6C34878D82A}">
                    <a16:rowId xmlns:a16="http://schemas.microsoft.com/office/drawing/2014/main" val="10000"/>
                  </a:ext>
                </a:extLst>
              </a:tr>
              <a:tr h="322149">
                <a:tc>
                  <a:txBody>
                    <a:bodyPr/>
                    <a:lstStyle/>
                    <a:p>
                      <a:pPr algn="l"/>
                      <a:r>
                        <a:rPr lang="pt-BR" sz="900" b="1">
                          <a:solidFill>
                            <a:srgbClr val="000000"/>
                          </a:solidFill>
                          <a:latin typeface="Roboto"/>
                        </a:rPr>
                        <a:t>Extreme pessimism (0)</a:t>
                      </a:r>
                      <a:endParaRPr sz="900" b="1">
                        <a:solidFill>
                          <a:srgbClr val="000000"/>
                        </a:solidFill>
                        <a:latin typeface="Roboto"/>
                      </a:endParaRPr>
                    </a:p>
                  </a:txBody>
                  <a:tcPr marL="36000" marR="36000" marT="7200" marB="7200" anchor="ctr">
                    <a:lnL w="12700" cap="flat" cmpd="sng" algn="ctr">
                      <a:solidFill>
                        <a:srgbClr val="1F2F44"/>
                      </a:solidFill>
                      <a:prstDash val="dash"/>
                    </a:lnL>
                    <a:lnB w="12700" cap="flat" cmpd="sng" algn="ctr">
                      <a:solidFill>
                        <a:srgbClr val="1F2F44"/>
                      </a:solidFill>
                      <a:prstDash val="dash"/>
                    </a:lnB>
                    <a:solidFill>
                      <a:srgbClr val="F2F2F2"/>
                    </a:solidFill>
                  </a:tcPr>
                </a:tc>
                <a:tc>
                  <a:txBody>
                    <a:bodyPr/>
                    <a:lstStyle/>
                    <a:p>
                      <a:pPr algn="ctr"/>
                      <a:r>
                        <a:rPr lang="pt-BR" sz="900" b="1">
                          <a:solidFill>
                            <a:srgbClr val="000000"/>
                          </a:solidFill>
                          <a:latin typeface="Roboto"/>
                        </a:rPr>
                        <a:t>20</a:t>
                      </a:r>
                      <a:endParaRPr sz="900" b="1">
                        <a:solidFill>
                          <a:srgbClr val="000000"/>
                        </a:solidFill>
                        <a:latin typeface="Roboto"/>
                      </a:endParaRPr>
                    </a:p>
                  </a:txBody>
                  <a:tcPr marL="36000" marR="36000" marT="7200" marB="7200" anchor="ctr">
                    <a:lnB w="12700" cap="flat" cmpd="sng" algn="ctr">
                      <a:solidFill>
                        <a:srgbClr val="1F2F44"/>
                      </a:solidFill>
                      <a:prstDash val="dash"/>
                      <a:round/>
                      <a:headEnd type="none" w="med" len="med"/>
                      <a:tailEnd type="none" w="med" len="med"/>
                    </a:lnB>
                    <a:solidFill>
                      <a:srgbClr val="F2F2F2"/>
                    </a:solidFill>
                  </a:tcPr>
                </a:tc>
                <a:tc>
                  <a:txBody>
                    <a:bodyPr/>
                    <a:lstStyle/>
                    <a:p>
                      <a:pPr algn="ctr"/>
                      <a:r>
                        <a:rPr lang="pt-BR" sz="900" b="1">
                          <a:solidFill>
                            <a:srgbClr val="000000"/>
                          </a:solidFill>
                          <a:latin typeface="Roboto"/>
                        </a:rPr>
                        <a:t>+6.9%</a:t>
                      </a:r>
                      <a:endParaRPr sz="900" b="1">
                        <a:solidFill>
                          <a:srgbClr val="000000"/>
                        </a:solidFill>
                        <a:latin typeface="Roboto"/>
                      </a:endParaRPr>
                    </a:p>
                  </a:txBody>
                  <a:tcPr marL="36000" marR="36000" marT="7200" marB="7200" anchor="ctr">
                    <a:lnB w="12700" cap="flat" cmpd="sng" algn="ctr">
                      <a:solidFill>
                        <a:srgbClr val="1F2F44"/>
                      </a:solidFill>
                      <a:prstDash val="dash"/>
                    </a:lnB>
                    <a:solidFill>
                      <a:srgbClr val="F2F2F2"/>
                    </a:solidFill>
                  </a:tcPr>
                </a:tc>
                <a:tc>
                  <a:txBody>
                    <a:bodyPr/>
                    <a:lstStyle/>
                    <a:p>
                      <a:pPr algn="ctr"/>
                      <a:r>
                        <a:rPr lang="pt-BR" sz="900" b="1">
                          <a:solidFill>
                            <a:srgbClr val="000000"/>
                          </a:solidFill>
                          <a:latin typeface="Roboto"/>
                        </a:rPr>
                        <a:t>72%</a:t>
                      </a:r>
                      <a:endParaRPr sz="900" b="1">
                        <a:solidFill>
                          <a:srgbClr val="000000"/>
                        </a:solidFill>
                        <a:latin typeface="Roboto"/>
                      </a:endParaRPr>
                    </a:p>
                  </a:txBody>
                  <a:tcPr marL="36000" marR="36000" marT="7200" marB="7200" anchor="ctr">
                    <a:lnR w="12700" cap="flat" cmpd="sng" algn="ctr">
                      <a:solidFill>
                        <a:srgbClr val="1F2F44"/>
                      </a:solidFill>
                      <a:prstDash val="dash"/>
                    </a:lnR>
                    <a:lnB w="12700" cap="flat" cmpd="sng" algn="ctr">
                      <a:solidFill>
                        <a:srgbClr val="1F2F44"/>
                      </a:solidFill>
                      <a:prstDash val="dash"/>
                    </a:lnB>
                    <a:solidFill>
                      <a:srgbClr val="F2F2F2"/>
                    </a:solidFill>
                  </a:tcPr>
                </a:tc>
                <a:extLst>
                  <a:ext uri="{0D108BD9-81ED-4DB2-BD59-A6C34878D82A}">
                    <a16:rowId xmlns:a16="http://schemas.microsoft.com/office/drawing/2014/main" val="10001"/>
                  </a:ext>
                </a:extLst>
              </a:tr>
              <a:tr h="322149">
                <a:tc>
                  <a:txBody>
                    <a:bodyPr/>
                    <a:lstStyle/>
                    <a:p>
                      <a:pPr algn="l"/>
                      <a:r>
                        <a:rPr lang="pt-BR" sz="900" b="1" dirty="0">
                          <a:solidFill>
                            <a:srgbClr val="000000"/>
                          </a:solidFill>
                          <a:latin typeface="Roboto"/>
                        </a:rPr>
                        <a:t>Extreme </a:t>
                      </a:r>
                      <a:r>
                        <a:rPr lang="pt-BR" sz="900" b="1" dirty="0" err="1">
                          <a:solidFill>
                            <a:srgbClr val="000000"/>
                          </a:solidFill>
                          <a:latin typeface="Roboto"/>
                        </a:rPr>
                        <a:t>optimism</a:t>
                      </a:r>
                      <a:r>
                        <a:rPr lang="pt-BR" sz="900" b="1" dirty="0">
                          <a:solidFill>
                            <a:srgbClr val="000000"/>
                          </a:solidFill>
                          <a:latin typeface="Roboto"/>
                        </a:rPr>
                        <a:t> (100)</a:t>
                      </a:r>
                      <a:endParaRPr sz="900" b="1" dirty="0">
                        <a:solidFill>
                          <a:srgbClr val="000000"/>
                        </a:solidFill>
                        <a:latin typeface="Roboto"/>
                      </a:endParaRPr>
                    </a:p>
                  </a:txBody>
                  <a:tcPr marL="36000" marR="36000" marT="7200" marB="7200" anchor="ctr">
                    <a:lnT w="12700" cap="flat" cmpd="sng" algn="ctr">
                      <a:solidFill>
                        <a:srgbClr val="1F2F44"/>
                      </a:solidFill>
                      <a:prstDash val="dash"/>
                      <a:round/>
                      <a:headEnd type="none" w="med" len="med"/>
                      <a:tailEnd type="none" w="med" len="med"/>
                    </a:lnT>
                    <a:noFill/>
                  </a:tcPr>
                </a:tc>
                <a:tc>
                  <a:txBody>
                    <a:bodyPr/>
                    <a:lstStyle/>
                    <a:p>
                      <a:pPr algn="ctr"/>
                      <a:r>
                        <a:rPr lang="pt-BR" sz="900" b="0" dirty="0">
                          <a:solidFill>
                            <a:srgbClr val="000000"/>
                          </a:solidFill>
                          <a:latin typeface="Roboto"/>
                        </a:rPr>
                        <a:t>11</a:t>
                      </a:r>
                      <a:endParaRPr sz="900" b="0" dirty="0">
                        <a:solidFill>
                          <a:srgbClr val="000000"/>
                        </a:solidFill>
                        <a:latin typeface="Roboto"/>
                      </a:endParaRPr>
                    </a:p>
                  </a:txBody>
                  <a:tcPr marL="36000" marR="36000" marT="7200" marB="7200" anchor="ctr">
                    <a:lnT w="12700" cap="flat" cmpd="sng" algn="ctr">
                      <a:solidFill>
                        <a:srgbClr val="1F2F44"/>
                      </a:solidFill>
                      <a:prstDash val="dash"/>
                      <a:round/>
                      <a:headEnd type="none" w="med" len="med"/>
                      <a:tailEnd type="none" w="med" len="med"/>
                    </a:lnT>
                    <a:noFill/>
                  </a:tcPr>
                </a:tc>
                <a:tc>
                  <a:txBody>
                    <a:bodyPr/>
                    <a:lstStyle/>
                    <a:p>
                      <a:pPr algn="ctr"/>
                      <a:r>
                        <a:rPr lang="pt-BR" sz="900" b="0">
                          <a:solidFill>
                            <a:srgbClr val="000000"/>
                          </a:solidFill>
                          <a:latin typeface="Roboto"/>
                        </a:rPr>
                        <a:t>-3.5%</a:t>
                      </a:r>
                      <a:endParaRPr sz="900" b="0">
                        <a:solidFill>
                          <a:srgbClr val="000000"/>
                        </a:solidFill>
                        <a:latin typeface="Roboto"/>
                      </a:endParaRPr>
                    </a:p>
                  </a:txBody>
                  <a:tcPr marL="36000" marR="36000" marT="7200" marB="7200" anchor="ctr">
                    <a:lnT w="12700" cap="flat" cmpd="sng" algn="ctr">
                      <a:solidFill>
                        <a:srgbClr val="1F2F44"/>
                      </a:solidFill>
                      <a:prstDash val="dash"/>
                      <a:round/>
                      <a:headEnd type="none" w="med" len="med"/>
                      <a:tailEnd type="none" w="med" len="med"/>
                    </a:lnT>
                    <a:noFill/>
                  </a:tcPr>
                </a:tc>
                <a:tc>
                  <a:txBody>
                    <a:bodyPr/>
                    <a:lstStyle/>
                    <a:p>
                      <a:pPr algn="ctr"/>
                      <a:r>
                        <a:rPr lang="pt-BR" sz="900" b="0" dirty="0">
                          <a:solidFill>
                            <a:srgbClr val="000000"/>
                          </a:solidFill>
                          <a:latin typeface="Roboto"/>
                        </a:rPr>
                        <a:t>36%</a:t>
                      </a:r>
                      <a:endParaRPr sz="900" b="0" dirty="0">
                        <a:solidFill>
                          <a:srgbClr val="000000"/>
                        </a:solidFill>
                        <a:latin typeface="Roboto"/>
                      </a:endParaRPr>
                    </a:p>
                  </a:txBody>
                  <a:tcPr marL="36000" marR="36000" marT="7200" marB="7200" anchor="ctr">
                    <a:lnT w="12700" cap="flat" cmpd="sng" algn="ctr">
                      <a:solidFill>
                        <a:srgbClr val="1F2F44"/>
                      </a:solidFill>
                      <a:prstDash val="dash"/>
                      <a:round/>
                      <a:headEnd type="none" w="med" len="med"/>
                      <a:tailEnd type="none" w="med" len="med"/>
                    </a:lnT>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11021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F0A37C-B539-582F-3DFC-ADE5EA09AB03}"/>
              </a:ext>
            </a:extLst>
          </p:cNvPr>
          <p:cNvSpPr>
            <a:spLocks noGrp="1"/>
          </p:cNvSpPr>
          <p:nvPr>
            <p:ph type="body" sz="quarter" idx="11"/>
          </p:nvPr>
        </p:nvSpPr>
        <p:spPr>
          <a:xfrm>
            <a:off x="368299" y="1928155"/>
            <a:ext cx="5903914" cy="458908"/>
          </a:xfrm>
        </p:spPr>
        <p:txBody>
          <a:bodyPr/>
          <a:lstStyle/>
          <a:p>
            <a:r>
              <a:rPr lang="en-US" b="0" dirty="0"/>
              <a:t>How to Position?</a:t>
            </a:r>
            <a:endParaRPr lang="en-US" noProof="0" dirty="0"/>
          </a:p>
        </p:txBody>
      </p:sp>
      <p:sp>
        <p:nvSpPr>
          <p:cNvPr id="3" name="Text Placeholder 2">
            <a:extLst>
              <a:ext uri="{FF2B5EF4-FFF2-40B4-BE49-F238E27FC236}">
                <a16:creationId xmlns:a16="http://schemas.microsoft.com/office/drawing/2014/main" id="{9ED212BB-E7DE-D0F8-87B4-450CF84A2860}"/>
              </a:ext>
            </a:extLst>
          </p:cNvPr>
          <p:cNvSpPr>
            <a:spLocks noGrp="1"/>
          </p:cNvSpPr>
          <p:nvPr>
            <p:ph type="body" sz="quarter" idx="12"/>
          </p:nvPr>
        </p:nvSpPr>
        <p:spPr/>
        <p:txBody>
          <a:bodyPr/>
          <a:lstStyle/>
          <a:p>
            <a:r>
              <a:rPr lang="en-US" b="0" noProof="0"/>
              <a:t>XP Ray of Brazil</a:t>
            </a:r>
          </a:p>
        </p:txBody>
      </p:sp>
    </p:spTree>
    <p:extLst>
      <p:ext uri="{BB962C8B-B14F-4D97-AF65-F5344CB8AC3E}">
        <p14:creationId xmlns:p14="http://schemas.microsoft.com/office/powerpoint/2010/main" val="2587158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a:noFill/>
        </p:spPr>
        <p:txBody>
          <a:bodyPr/>
          <a:lstStyle/>
          <a:p>
            <a:r>
              <a:rPr lang="en-US" b="1" dirty="0"/>
              <a:t>Given that scenario, how to position?</a:t>
            </a:r>
            <a:r>
              <a:rPr lang="en-US" dirty="0"/>
              <a:t> In this section, we move down to the sector and stock level to explore the valuation picture and our preferences after the market correction. While domestic cyclicals look very attractive on valuation, we reinforce our positioning in high-quality, low-leverage names with strong balance sheets, given the deterioration in the macro fundamentals.</a:t>
            </a:r>
            <a:endParaRPr lang="en-US" b="1" dirty="0"/>
          </a:p>
          <a:p>
            <a:r>
              <a:rPr lang="en-US" b="1" dirty="0"/>
              <a:t>Cyclicals are still the cheapest segment.</a:t>
            </a:r>
            <a:r>
              <a:rPr lang="en-US" dirty="0"/>
              <a:t> In terms of multiples, Cyclicals trade at 10.3x 12m forward P/E, 1.6 std. dev. below their 10-year average of 17.9x and at their lowest level in 10 years (Chart 4). Commodities also trade at a discount, at 6.4x, 0.4 std. dev. below their average of 7.4x (Chart 5).</a:t>
            </a:r>
          </a:p>
          <a:p>
            <a:r>
              <a:rPr lang="en-US" b="1" dirty="0"/>
              <a:t>Financials and Defensives no longer trade above their history.</a:t>
            </a:r>
            <a:r>
              <a:rPr lang="en-US" dirty="0"/>
              <a:t> After the market sell-off, Financials fell from 9.8x, almost one standard deviation above its 10-year average, to 7.6x (−0.6 std. dev.) and Defensives from 14.5x to 12.0x (−0.7 std. dev.). Finally, the </a:t>
            </a:r>
            <a:r>
              <a:rPr lang="en-US" b="1" dirty="0"/>
              <a:t>Ibovespa</a:t>
            </a:r>
            <a:r>
              <a:rPr lang="en-US" dirty="0"/>
              <a:t> trades at 8.2x, 0.7 std. dev. below its average of 10.0x.</a:t>
            </a:r>
          </a:p>
        </p:txBody>
      </p:sp>
      <p:sp>
        <p:nvSpPr>
          <p:cNvPr id="5" name="Content Placeholder 4"/>
          <p:cNvSpPr>
            <a:spLocks noGrp="1"/>
          </p:cNvSpPr>
          <p:nvPr>
            <p:ph sz="quarter" idx="23"/>
          </p:nvPr>
        </p:nvSpPr>
        <p:spPr/>
        <p:txBody>
          <a:bodyPr/>
          <a:lstStyle/>
          <a:p>
            <a:r>
              <a:t>Chart 4: Cyclicals - 12m forward P/E (x)</a:t>
            </a:r>
          </a:p>
        </p:txBody>
      </p:sp>
      <p:sp>
        <p:nvSpPr>
          <p:cNvPr id="6" name="Content Placeholder 5"/>
          <p:cNvSpPr>
            <a:spLocks noGrp="1"/>
          </p:cNvSpPr>
          <p:nvPr>
            <p:ph sz="quarter" idx="24"/>
          </p:nvPr>
        </p:nvSpPr>
        <p:spPr/>
        <p:txBody>
          <a:bodyPr/>
          <a:lstStyle/>
          <a:p>
            <a:r>
              <a:t>Chart 5: Commodities - 12m forward P/E (x)</a:t>
            </a:r>
          </a:p>
        </p:txBody>
      </p:sp>
      <p:sp>
        <p:nvSpPr>
          <p:cNvPr id="9" name="Content Placeholder 8"/>
          <p:cNvSpPr>
            <a:spLocks noGrp="1"/>
          </p:cNvSpPr>
          <p:nvPr>
            <p:ph sz="quarter" idx="27"/>
          </p:nvPr>
        </p:nvSpPr>
        <p:spPr/>
        <p:txBody>
          <a:bodyPr/>
          <a:lstStyle/>
          <a:p>
            <a:r>
              <a:t>Chart 2: Financials - 12m forward P/E (x)</a:t>
            </a:r>
          </a:p>
        </p:txBody>
      </p:sp>
      <p:sp>
        <p:nvSpPr>
          <p:cNvPr id="10" name="Content Placeholder 9"/>
          <p:cNvSpPr>
            <a:spLocks noGrp="1"/>
          </p:cNvSpPr>
          <p:nvPr>
            <p:ph sz="quarter" idx="28"/>
          </p:nvPr>
        </p:nvSpPr>
        <p:spPr/>
        <p:txBody>
          <a:bodyPr/>
          <a:lstStyle/>
          <a:p>
            <a:r>
              <a:t>Chart 3: Defensives - 12m forward P/E (x)</a:t>
            </a:r>
          </a:p>
        </p:txBody>
      </p:sp>
      <p:sp>
        <p:nvSpPr>
          <p:cNvPr id="12" name="Content Placeholder 11"/>
          <p:cNvSpPr>
            <a:spLocks noGrp="1"/>
          </p:cNvSpPr>
          <p:nvPr>
            <p:ph sz="quarter" idx="30"/>
          </p:nvPr>
        </p:nvSpPr>
        <p:spPr>
          <a:xfrm>
            <a:off x="382829" y="3820832"/>
            <a:ext cx="6099547" cy="246221"/>
          </a:xfrm>
        </p:spPr>
        <p:txBody>
          <a:bodyPr/>
          <a:lstStyle/>
          <a:p>
            <a:r>
              <a:t>Chart 1: Ibovespa - 12m forward P/E (x)</a:t>
            </a:r>
          </a:p>
        </p:txBody>
      </p:sp>
      <p:sp>
        <p:nvSpPr>
          <p:cNvPr id="13" name="Text Placeholder 12"/>
          <p:cNvSpPr>
            <a:spLocks noGrp="1"/>
          </p:cNvSpPr>
          <p:nvPr>
            <p:ph type="body" sz="quarter" idx="16"/>
          </p:nvPr>
        </p:nvSpPr>
        <p:spPr/>
        <p:txBody>
          <a:bodyPr/>
          <a:lstStyle/>
          <a:p>
            <a:r>
              <a:rPr lang="pt-BR" dirty="0" err="1"/>
              <a:t>How</a:t>
            </a:r>
            <a:r>
              <a:rPr lang="pt-BR" dirty="0"/>
              <a:t> </a:t>
            </a:r>
            <a:r>
              <a:rPr lang="pt-BR" dirty="0" err="1"/>
              <a:t>to</a:t>
            </a:r>
            <a:r>
              <a:rPr lang="pt-BR" dirty="0"/>
              <a:t> Position?</a:t>
            </a:r>
          </a:p>
          <a:p>
            <a:endParaRPr dirty="0"/>
          </a:p>
        </p:txBody>
      </p:sp>
      <p:sp>
        <p:nvSpPr>
          <p:cNvPr id="14" name="Text Placeholder 13"/>
          <p:cNvSpPr>
            <a:spLocks noGrp="1"/>
          </p:cNvSpPr>
          <p:nvPr>
            <p:ph type="body" sz="quarter" idx="17"/>
          </p:nvPr>
        </p:nvSpPr>
        <p:spPr/>
        <p:txBody>
          <a:bodyPr/>
          <a:lstStyle/>
          <a:p>
            <a:r>
              <a:rPr dirty="0" err="1"/>
              <a:t>After</a:t>
            </a:r>
            <a:r>
              <a:rPr dirty="0"/>
              <a:t> </a:t>
            </a:r>
            <a:r>
              <a:rPr dirty="0" err="1"/>
              <a:t>the</a:t>
            </a:r>
            <a:r>
              <a:rPr dirty="0"/>
              <a:t> </a:t>
            </a:r>
            <a:r>
              <a:rPr dirty="0" err="1"/>
              <a:t>sell</a:t>
            </a:r>
            <a:r>
              <a:rPr dirty="0"/>
              <a:t>-off, </a:t>
            </a:r>
            <a:r>
              <a:rPr dirty="0" err="1"/>
              <a:t>every</a:t>
            </a:r>
            <a:r>
              <a:rPr dirty="0"/>
              <a:t> </a:t>
            </a:r>
            <a:r>
              <a:rPr dirty="0" err="1"/>
              <a:t>segment</a:t>
            </a:r>
            <a:r>
              <a:rPr dirty="0"/>
              <a:t> trades </a:t>
            </a:r>
            <a:r>
              <a:rPr dirty="0" err="1"/>
              <a:t>below</a:t>
            </a:r>
            <a:r>
              <a:rPr dirty="0"/>
              <a:t> its </a:t>
            </a:r>
            <a:r>
              <a:rPr dirty="0" err="1"/>
              <a:t>average</a:t>
            </a:r>
            <a:r>
              <a:rPr dirty="0"/>
              <a:t> </a:t>
            </a:r>
            <a:r>
              <a:rPr dirty="0" err="1"/>
              <a:t>multiple</a:t>
            </a:r>
            <a:endParaRPr dirty="0"/>
          </a:p>
        </p:txBody>
      </p:sp>
      <p:sp>
        <p:nvSpPr>
          <p:cNvPr id="15" name="Text Placeholder 14"/>
          <p:cNvSpPr>
            <a:spLocks noGrp="1"/>
          </p:cNvSpPr>
          <p:nvPr>
            <p:ph type="body" sz="quarter" idx="31"/>
          </p:nvPr>
        </p:nvSpPr>
        <p:spPr/>
        <p:txBody>
          <a:bodyPr/>
          <a:lstStyle/>
          <a:p>
            <a:r>
              <a:rPr dirty="0" err="1"/>
              <a:t>Source</a:t>
            </a:r>
            <a:r>
              <a:rPr dirty="0"/>
              <a:t>: Bloomberg, XP </a:t>
            </a:r>
            <a:r>
              <a:rPr dirty="0" err="1"/>
              <a:t>Research</a:t>
            </a:r>
            <a:r>
              <a:rPr dirty="0"/>
              <a:t>. </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r>
              <a:t>October 30, 2026</a:t>
            </a:r>
          </a:p>
        </p:txBody>
      </p:sp>
      <p:graphicFrame>
        <p:nvGraphicFramePr>
          <p:cNvPr id="3" name="Chart P1">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1544199602"/>
              </p:ext>
            </p:extLst>
          </p:nvPr>
        </p:nvGraphicFramePr>
        <p:xfrm>
          <a:off x="382829" y="4162303"/>
          <a:ext cx="6105737" cy="14575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P2">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1203383638"/>
              </p:ext>
            </p:extLst>
          </p:nvPr>
        </p:nvGraphicFramePr>
        <p:xfrm>
          <a:off x="377825" y="5908439"/>
          <a:ext cx="2938221" cy="157883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P3">
            <a:extLst>
              <a:ext uri="{FF2B5EF4-FFF2-40B4-BE49-F238E27FC236}">
                <a16:creationId xmlns:a16="http://schemas.microsoft.com/office/drawing/2014/main" id="{00000000-0008-0000-0200-000002000000}"/>
              </a:ext>
            </a:extLst>
          </p:cNvPr>
          <p:cNvGraphicFramePr>
            <a:graphicFrameLocks/>
          </p:cNvGraphicFramePr>
          <p:nvPr>
            <p:extLst>
              <p:ext uri="{D42A27DB-BD31-4B8C-83A1-F6EECF244321}">
                <p14:modId xmlns:p14="http://schemas.microsoft.com/office/powerpoint/2010/main" val="3317666011"/>
              </p:ext>
            </p:extLst>
          </p:nvPr>
        </p:nvGraphicFramePr>
        <p:xfrm>
          <a:off x="3531947" y="5908439"/>
          <a:ext cx="2965558" cy="157883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P4">
            <a:extLst>
              <a:ext uri="{FF2B5EF4-FFF2-40B4-BE49-F238E27FC236}">
                <a16:creationId xmlns:a16="http://schemas.microsoft.com/office/drawing/2014/main" id="{00000000-0008-0000-0300-000002000000}"/>
              </a:ext>
            </a:extLst>
          </p:cNvPr>
          <p:cNvGraphicFramePr>
            <a:graphicFrameLocks/>
          </p:cNvGraphicFramePr>
          <p:nvPr>
            <p:extLst>
              <p:ext uri="{D42A27DB-BD31-4B8C-83A1-F6EECF244321}">
                <p14:modId xmlns:p14="http://schemas.microsoft.com/office/powerpoint/2010/main" val="522320312"/>
              </p:ext>
            </p:extLst>
          </p:nvPr>
        </p:nvGraphicFramePr>
        <p:xfrm>
          <a:off x="382829" y="7896455"/>
          <a:ext cx="2938221" cy="155710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P5">
            <a:extLst>
              <a:ext uri="{FF2B5EF4-FFF2-40B4-BE49-F238E27FC236}">
                <a16:creationId xmlns:a16="http://schemas.microsoft.com/office/drawing/2014/main" id="{00000000-0008-0000-0400-000002000000}"/>
              </a:ext>
            </a:extLst>
          </p:cNvPr>
          <p:cNvGraphicFramePr>
            <a:graphicFrameLocks/>
          </p:cNvGraphicFramePr>
          <p:nvPr>
            <p:extLst>
              <p:ext uri="{D42A27DB-BD31-4B8C-83A1-F6EECF244321}">
                <p14:modId xmlns:p14="http://schemas.microsoft.com/office/powerpoint/2010/main" val="158629499"/>
              </p:ext>
            </p:extLst>
          </p:nvPr>
        </p:nvGraphicFramePr>
        <p:xfrm>
          <a:off x="3536951" y="7896455"/>
          <a:ext cx="2965558" cy="1557108"/>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342819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a:xfrm>
            <a:off x="382829" y="1498177"/>
            <a:ext cx="6063034" cy="2219450"/>
          </a:xfrm>
          <a:noFill/>
        </p:spPr>
        <p:txBody>
          <a:bodyPr/>
          <a:lstStyle/>
          <a:p>
            <a:r>
              <a:rPr lang="en-US" b="1"/>
              <a:t>The Ibovespa ERP improved, but remains below its historical average.</a:t>
            </a:r>
            <a:r>
              <a:rPr lang="en-US"/>
              <a:t> The P/E de-rated more than real rates rose, widening the premium in every segment but Commodities.</a:t>
            </a:r>
            <a:endParaRPr lang="en-US" dirty="0"/>
          </a:p>
          <a:p>
            <a:r>
              <a:rPr lang="en-US"/>
              <a:t>At 4.5%, the Ibovespa equity risk premium (12m forward earnings yield minus the 5-year real rate) stands 0.5 std. dev. below its 10-year average of 5.3% (Chart 1), up from 3.7% after the first round. The real rate rose 95bp, to 7.8%, offsetting about half of the de-rating.</a:t>
            </a:r>
            <a:endParaRPr lang="en-US" dirty="0"/>
          </a:p>
          <a:p>
            <a:r>
              <a:rPr lang="en-US"/>
              <a:t>Financials gained the most (3.4% to 5.4%, still −0.9 std. dev.), and Cyclicals (0.9% to 2.0%) remain the only segment above its history (+1.5 std. dev.); Defensives barely moved (0.5%, −1.3 std. dev.). </a:t>
            </a:r>
            <a:r>
              <a:rPr lang="en-US" b="1"/>
              <a:t>Commodities are the exception:</a:t>
            </a:r>
            <a:r>
              <a:rPr lang="en-US"/>
              <a:t> as exporters held up, their P/E was unchanged and the premium fell from 8.7% to 7.7%.</a:t>
            </a:r>
            <a:endParaRPr lang="en-US" dirty="0"/>
          </a:p>
          <a:p>
            <a:r>
              <a:rPr lang="en-US" b="1" dirty="0"/>
              <a:t>The lower the ERP, the more expensive equities are relative to long dated real rates (NTN-B bonds).</a:t>
            </a:r>
            <a:r>
              <a:rPr lang="en-US" dirty="0"/>
              <a:t> </a:t>
            </a:r>
            <a:endParaRPr dirty="0"/>
          </a:p>
        </p:txBody>
      </p:sp>
      <p:sp>
        <p:nvSpPr>
          <p:cNvPr id="5" name="Content Placeholder 4"/>
          <p:cNvSpPr>
            <a:spLocks noGrp="1"/>
          </p:cNvSpPr>
          <p:nvPr>
            <p:ph sz="quarter" idx="23"/>
          </p:nvPr>
        </p:nvSpPr>
        <p:spPr>
          <a:xfrm>
            <a:off x="382829" y="7623226"/>
            <a:ext cx="2938221" cy="230832"/>
          </a:xfrm>
        </p:spPr>
        <p:txBody>
          <a:bodyPr/>
          <a:lstStyle/>
          <a:p>
            <a:r>
              <a:rPr lang="en-US"/>
              <a:t>Chart 4: Cyclicals - equity risk premium (%)</a:t>
            </a:r>
            <a:endParaRPr/>
          </a:p>
        </p:txBody>
      </p:sp>
      <p:sp>
        <p:nvSpPr>
          <p:cNvPr id="6" name="Content Placeholder 5"/>
          <p:cNvSpPr>
            <a:spLocks noGrp="1"/>
          </p:cNvSpPr>
          <p:nvPr>
            <p:ph sz="quarter" idx="24"/>
          </p:nvPr>
        </p:nvSpPr>
        <p:spPr>
          <a:xfrm>
            <a:off x="3552750" y="7623226"/>
            <a:ext cx="2949758" cy="230832"/>
          </a:xfrm>
        </p:spPr>
        <p:txBody>
          <a:bodyPr/>
          <a:lstStyle/>
          <a:p>
            <a:r>
              <a:rPr lang="en-US"/>
              <a:t>Chart 5: Commodities - equity risk premium (%)</a:t>
            </a:r>
            <a:endParaRPr/>
          </a:p>
        </p:txBody>
      </p:sp>
      <p:sp>
        <p:nvSpPr>
          <p:cNvPr id="9" name="Content Placeholder 8"/>
          <p:cNvSpPr>
            <a:spLocks noGrp="1"/>
          </p:cNvSpPr>
          <p:nvPr>
            <p:ph sz="quarter" idx="27"/>
          </p:nvPr>
        </p:nvSpPr>
        <p:spPr>
          <a:xfrm>
            <a:off x="377825" y="5635210"/>
            <a:ext cx="2938221" cy="230832"/>
          </a:xfrm>
        </p:spPr>
        <p:txBody>
          <a:bodyPr/>
          <a:lstStyle/>
          <a:p>
            <a:r>
              <a:rPr lang="en-US"/>
              <a:t>Chart 2: Financials - equity risk premium (%)</a:t>
            </a:r>
            <a:endParaRPr/>
          </a:p>
        </p:txBody>
      </p:sp>
      <p:sp>
        <p:nvSpPr>
          <p:cNvPr id="10" name="Content Placeholder 9"/>
          <p:cNvSpPr>
            <a:spLocks noGrp="1"/>
          </p:cNvSpPr>
          <p:nvPr>
            <p:ph sz="quarter" idx="28"/>
          </p:nvPr>
        </p:nvSpPr>
        <p:spPr>
          <a:xfrm>
            <a:off x="3547746" y="5635210"/>
            <a:ext cx="2949758" cy="230832"/>
          </a:xfrm>
        </p:spPr>
        <p:txBody>
          <a:bodyPr/>
          <a:lstStyle/>
          <a:p>
            <a:r>
              <a:rPr lang="en-US"/>
              <a:t>Chart 3: Defensives - equity risk premium (%)</a:t>
            </a:r>
            <a:endParaRPr/>
          </a:p>
        </p:txBody>
      </p:sp>
      <p:sp>
        <p:nvSpPr>
          <p:cNvPr id="12" name="Content Placeholder 11"/>
          <p:cNvSpPr>
            <a:spLocks noGrp="1"/>
          </p:cNvSpPr>
          <p:nvPr>
            <p:ph sz="quarter" idx="30"/>
          </p:nvPr>
        </p:nvSpPr>
        <p:spPr>
          <a:xfrm>
            <a:off x="382829" y="3760024"/>
            <a:ext cx="6099547" cy="230832"/>
          </a:xfrm>
        </p:spPr>
        <p:txBody>
          <a:bodyPr/>
          <a:lstStyle/>
          <a:p>
            <a:r>
              <a:rPr lang="en-US" dirty="0"/>
              <a:t>Chart 1: Ibovespa - equity risk premium (%)</a:t>
            </a:r>
            <a:endParaRPr dirty="0"/>
          </a:p>
        </p:txBody>
      </p:sp>
      <p:sp>
        <p:nvSpPr>
          <p:cNvPr id="13" name="Text Placeholder 12"/>
          <p:cNvSpPr>
            <a:spLocks noGrp="1"/>
          </p:cNvSpPr>
          <p:nvPr>
            <p:ph type="body" sz="quarter" idx="16"/>
          </p:nvPr>
        </p:nvSpPr>
        <p:spPr/>
        <p:txBody>
          <a:bodyPr/>
          <a:lstStyle/>
          <a:p>
            <a:r>
              <a:rPr lang="pt-BR" dirty="0" err="1"/>
              <a:t>How</a:t>
            </a:r>
            <a:r>
              <a:rPr lang="pt-BR" dirty="0"/>
              <a:t> </a:t>
            </a:r>
            <a:r>
              <a:rPr lang="pt-BR" dirty="0" err="1"/>
              <a:t>to</a:t>
            </a:r>
            <a:r>
              <a:rPr lang="pt-BR" dirty="0"/>
              <a:t> Position?</a:t>
            </a:r>
          </a:p>
        </p:txBody>
      </p:sp>
      <p:sp>
        <p:nvSpPr>
          <p:cNvPr id="14" name="Text Placeholder 13"/>
          <p:cNvSpPr>
            <a:spLocks noGrp="1"/>
          </p:cNvSpPr>
          <p:nvPr>
            <p:ph type="body" sz="quarter" idx="17"/>
          </p:nvPr>
        </p:nvSpPr>
        <p:spPr/>
        <p:txBody>
          <a:bodyPr/>
          <a:lstStyle/>
          <a:p>
            <a:r>
              <a:rPr lang="en-US"/>
              <a:t>The sell-off widened the risk premium, except in Commodities</a:t>
            </a:r>
            <a:endParaRPr dirty="0"/>
          </a:p>
        </p:txBody>
      </p:sp>
      <p:sp>
        <p:nvSpPr>
          <p:cNvPr id="15" name="Text Placeholder 14"/>
          <p:cNvSpPr>
            <a:spLocks noGrp="1"/>
          </p:cNvSpPr>
          <p:nvPr>
            <p:ph type="body" sz="quarter" idx="31"/>
          </p:nvPr>
        </p:nvSpPr>
        <p:spPr/>
        <p:txBody>
          <a:bodyPr/>
          <a:lstStyle/>
          <a:p>
            <a:r>
              <a:rPr lang="en-US" dirty="0"/>
              <a:t>Source: Bloomberg, XP Research. </a:t>
            </a:r>
            <a:endParaRPr dirty="0"/>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r>
              <a:t>October 30, 2026</a:t>
            </a:r>
          </a:p>
        </p:txBody>
      </p:sp>
      <p:graphicFrame>
        <p:nvGraphicFramePr>
          <p:cNvPr id="16" name="Chart E1">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3878365613"/>
              </p:ext>
            </p:extLst>
          </p:nvPr>
        </p:nvGraphicFramePr>
        <p:xfrm>
          <a:off x="382829" y="4033253"/>
          <a:ext cx="6105737" cy="157883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7" name="Chart E2">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4167234180"/>
              </p:ext>
            </p:extLst>
          </p:nvPr>
        </p:nvGraphicFramePr>
        <p:xfrm>
          <a:off x="377825" y="5908439"/>
          <a:ext cx="2938221" cy="157883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Chart E3">
            <a:extLst>
              <a:ext uri="{FF2B5EF4-FFF2-40B4-BE49-F238E27FC236}">
                <a16:creationId xmlns:a16="http://schemas.microsoft.com/office/drawing/2014/main" id="{00000000-0008-0000-0200-000002000000}"/>
              </a:ext>
            </a:extLst>
          </p:cNvPr>
          <p:cNvGraphicFramePr>
            <a:graphicFrameLocks/>
          </p:cNvGraphicFramePr>
          <p:nvPr>
            <p:extLst>
              <p:ext uri="{D42A27DB-BD31-4B8C-83A1-F6EECF244321}">
                <p14:modId xmlns:p14="http://schemas.microsoft.com/office/powerpoint/2010/main" val="2985626393"/>
              </p:ext>
            </p:extLst>
          </p:nvPr>
        </p:nvGraphicFramePr>
        <p:xfrm>
          <a:off x="3531947" y="5908439"/>
          <a:ext cx="2965558" cy="157883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9" name="Chart E4">
            <a:extLst>
              <a:ext uri="{FF2B5EF4-FFF2-40B4-BE49-F238E27FC236}">
                <a16:creationId xmlns:a16="http://schemas.microsoft.com/office/drawing/2014/main" id="{00000000-0008-0000-0300-000002000000}"/>
              </a:ext>
            </a:extLst>
          </p:cNvPr>
          <p:cNvGraphicFramePr>
            <a:graphicFrameLocks/>
          </p:cNvGraphicFramePr>
          <p:nvPr>
            <p:extLst>
              <p:ext uri="{D42A27DB-BD31-4B8C-83A1-F6EECF244321}">
                <p14:modId xmlns:p14="http://schemas.microsoft.com/office/powerpoint/2010/main" val="728862690"/>
              </p:ext>
            </p:extLst>
          </p:nvPr>
        </p:nvGraphicFramePr>
        <p:xfrm>
          <a:off x="382829" y="7896455"/>
          <a:ext cx="2938221" cy="155710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0" name="Chart E5">
            <a:extLst>
              <a:ext uri="{FF2B5EF4-FFF2-40B4-BE49-F238E27FC236}">
                <a16:creationId xmlns:a16="http://schemas.microsoft.com/office/drawing/2014/main" id="{00000000-0008-0000-0400-000002000000}"/>
              </a:ext>
            </a:extLst>
          </p:cNvPr>
          <p:cNvGraphicFramePr>
            <a:graphicFrameLocks/>
          </p:cNvGraphicFramePr>
          <p:nvPr>
            <p:extLst>
              <p:ext uri="{D42A27DB-BD31-4B8C-83A1-F6EECF244321}">
                <p14:modId xmlns:p14="http://schemas.microsoft.com/office/powerpoint/2010/main" val="1369131699"/>
              </p:ext>
            </p:extLst>
          </p:nvPr>
        </p:nvGraphicFramePr>
        <p:xfrm>
          <a:off x="3536951" y="7896455"/>
          <a:ext cx="2965558" cy="1557108"/>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999673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a:xfrm>
            <a:off x="384048" y="1498599"/>
            <a:ext cx="6099048" cy="3854797"/>
          </a:xfrm>
          <a:noFill/>
        </p:spPr>
        <p:txBody>
          <a:bodyPr/>
          <a:lstStyle/>
          <a:p>
            <a:r>
              <a:rPr lang="en-US" dirty="0"/>
              <a:t>Given the meaningful shift in the domestic backdrop after the election runoff, we update our analysis of how sectors under our coverage are exposed to different macro drivers, and how investors can position across scenarios going forward.</a:t>
            </a:r>
          </a:p>
          <a:p>
            <a:r>
              <a:rPr lang="en-US" dirty="0"/>
              <a:t>We divide the potential macro scenarios ahead into four: </a:t>
            </a:r>
            <a:r>
              <a:rPr lang="en-US" b="1" dirty="0"/>
              <a:t>(</a:t>
            </a:r>
            <a:r>
              <a:rPr lang="en-US" b="1" dirty="0" err="1"/>
              <a:t>i</a:t>
            </a:r>
            <a:r>
              <a:rPr lang="en-US" b="1" dirty="0"/>
              <a:t>) global risk-on</a:t>
            </a:r>
            <a:r>
              <a:rPr lang="en-US" dirty="0"/>
              <a:t>; </a:t>
            </a:r>
            <a:r>
              <a:rPr lang="en-US" b="1" dirty="0"/>
              <a:t>(ii) global risk-off</a:t>
            </a:r>
            <a:r>
              <a:rPr lang="en-US" dirty="0"/>
              <a:t>; </a:t>
            </a:r>
            <a:r>
              <a:rPr lang="en-US" b="1" dirty="0"/>
              <a:t>(iii) domestic risk-off</a:t>
            </a:r>
            <a:r>
              <a:rPr lang="en-US" dirty="0"/>
              <a:t>; and </a:t>
            </a:r>
            <a:r>
              <a:rPr lang="en-US" b="1" dirty="0"/>
              <a:t>(iv) domestic risk-on</a:t>
            </a:r>
            <a:r>
              <a:rPr lang="en-US" dirty="0"/>
              <a:t>.</a:t>
            </a:r>
          </a:p>
          <a:p>
            <a:r>
              <a:rPr lang="en-US" dirty="0"/>
              <a:t>We then combine sector betas to global variables (S&amp;P 500, 10-year US Treasury yields, and commodity prices) with sector betas to domestic variables (long-term real yields, short-term nominal yields, and FX), estimated over two years of weekly returns, to build a sector-level exposure map to these two sets of drivers, shown in Chart 1 on the next page. </a:t>
            </a:r>
          </a:p>
          <a:p>
            <a:r>
              <a:rPr lang="en-US" dirty="0"/>
              <a:t>Our conclusions on the sectors that tend to outperform under each scenario are as follows:</a:t>
            </a:r>
          </a:p>
          <a:p>
            <a:pPr marL="228600" lvl="1" indent="-228600">
              <a:lnSpc>
                <a:spcPct val="125000"/>
              </a:lnSpc>
              <a:spcBef>
                <a:spcPts val="600"/>
              </a:spcBef>
              <a:buFont typeface="Arial" panose="020B0604020202020204" pitchFamily="34" charset="0"/>
              <a:buAutoNum type="arabicPeriod"/>
            </a:pPr>
            <a:r>
              <a:rPr lang="en-US" sz="1000" i="1" dirty="0">
                <a:solidFill>
                  <a:srgbClr val="000000"/>
                </a:solidFill>
                <a:latin typeface="Roboto Light" panose="02000000000000000000" pitchFamily="2" charset="0"/>
              </a:rPr>
              <a:t>Global risk-off, Domestic risk-off</a:t>
            </a:r>
            <a:r>
              <a:rPr lang="en-US" sz="1000" dirty="0">
                <a:solidFill>
                  <a:srgbClr val="000000"/>
                </a:solidFill>
                <a:latin typeface="Roboto Light" panose="02000000000000000000" pitchFamily="2" charset="0"/>
              </a:rPr>
              <a:t>: </a:t>
            </a:r>
            <a:r>
              <a:rPr lang="en-US" sz="1000" b="1" dirty="0">
                <a:solidFill>
                  <a:srgbClr val="000000"/>
                </a:solidFill>
                <a:latin typeface="Roboto Light" panose="02000000000000000000" pitchFamily="2" charset="0"/>
              </a:rPr>
              <a:t>Oil &amp; Gas</a:t>
            </a:r>
            <a:r>
              <a:rPr lang="en-US" sz="1000" dirty="0">
                <a:solidFill>
                  <a:srgbClr val="000000"/>
                </a:solidFill>
                <a:latin typeface="Roboto Light" panose="02000000000000000000" pitchFamily="2" charset="0"/>
              </a:rPr>
              <a:t>, </a:t>
            </a:r>
            <a:r>
              <a:rPr lang="en-US" sz="1000" b="1" dirty="0">
                <a:solidFill>
                  <a:srgbClr val="000000"/>
                </a:solidFill>
                <a:latin typeface="Roboto Light" panose="02000000000000000000" pitchFamily="2" charset="0"/>
              </a:rPr>
              <a:t>Food &amp; Beverages</a:t>
            </a:r>
            <a:r>
              <a:rPr lang="en-US" sz="1000" dirty="0">
                <a:solidFill>
                  <a:srgbClr val="000000"/>
                </a:solidFill>
                <a:latin typeface="Roboto Light" panose="02000000000000000000" pitchFamily="2" charset="0"/>
              </a:rPr>
              <a:t>, </a:t>
            </a:r>
            <a:r>
              <a:rPr lang="en-US" sz="1000" b="1" dirty="0">
                <a:solidFill>
                  <a:srgbClr val="000000"/>
                </a:solidFill>
                <a:latin typeface="Roboto Light" panose="02000000000000000000" pitchFamily="2" charset="0"/>
              </a:rPr>
              <a:t>Agribusiness</a:t>
            </a:r>
            <a:r>
              <a:rPr lang="en-US" sz="1000" dirty="0">
                <a:solidFill>
                  <a:srgbClr val="000000"/>
                </a:solidFill>
                <a:latin typeface="Roboto Light" panose="02000000000000000000" pitchFamily="2" charset="0"/>
              </a:rPr>
              <a:t>, and </a:t>
            </a:r>
            <a:r>
              <a:rPr lang="en-US" sz="1000" b="1" dirty="0">
                <a:solidFill>
                  <a:srgbClr val="000000"/>
                </a:solidFill>
                <a:latin typeface="Roboto Light" panose="02000000000000000000" pitchFamily="2" charset="0"/>
              </a:rPr>
              <a:t>Banks</a:t>
            </a:r>
            <a:r>
              <a:rPr lang="en-US" sz="1000" dirty="0">
                <a:solidFill>
                  <a:srgbClr val="000000"/>
                </a:solidFill>
                <a:latin typeface="Roboto Light" panose="02000000000000000000" pitchFamily="2" charset="0"/>
              </a:rPr>
              <a:t>;</a:t>
            </a:r>
          </a:p>
          <a:p>
            <a:pPr marL="228600" lvl="1" indent="-228600">
              <a:lnSpc>
                <a:spcPct val="125000"/>
              </a:lnSpc>
              <a:spcBef>
                <a:spcPts val="600"/>
              </a:spcBef>
              <a:buFont typeface="Arial" panose="020B0604020202020204" pitchFamily="34" charset="0"/>
              <a:buAutoNum type="arabicPeriod"/>
            </a:pPr>
            <a:r>
              <a:rPr lang="en-US" sz="1000" i="1" dirty="0">
                <a:solidFill>
                  <a:srgbClr val="000000"/>
                </a:solidFill>
                <a:latin typeface="Roboto Light" panose="02000000000000000000" pitchFamily="2" charset="0"/>
              </a:rPr>
              <a:t>Global risk-on, Domestic risk-off</a:t>
            </a:r>
            <a:r>
              <a:rPr lang="en-US" sz="1000" dirty="0">
                <a:solidFill>
                  <a:srgbClr val="000000"/>
                </a:solidFill>
                <a:latin typeface="Roboto Light" panose="02000000000000000000" pitchFamily="2" charset="0"/>
              </a:rPr>
              <a:t>: </a:t>
            </a:r>
            <a:r>
              <a:rPr lang="en-US" sz="1000" b="1" dirty="0">
                <a:solidFill>
                  <a:srgbClr val="000000"/>
                </a:solidFill>
                <a:latin typeface="Roboto Light" panose="02000000000000000000" pitchFamily="2" charset="0"/>
              </a:rPr>
              <a:t>Metals &amp; Mining</a:t>
            </a:r>
            <a:r>
              <a:rPr lang="en-US" sz="1000" dirty="0">
                <a:solidFill>
                  <a:srgbClr val="000000"/>
                </a:solidFill>
                <a:latin typeface="Roboto Light" panose="02000000000000000000" pitchFamily="2" charset="0"/>
              </a:rPr>
              <a:t>, </a:t>
            </a:r>
            <a:r>
              <a:rPr lang="en-US" sz="1000" b="1" dirty="0">
                <a:solidFill>
                  <a:srgbClr val="000000"/>
                </a:solidFill>
                <a:latin typeface="Roboto Light" panose="02000000000000000000" pitchFamily="2" charset="0"/>
              </a:rPr>
              <a:t>Capital Goods</a:t>
            </a:r>
            <a:r>
              <a:rPr lang="en-US" sz="1000" dirty="0">
                <a:solidFill>
                  <a:srgbClr val="000000"/>
                </a:solidFill>
                <a:latin typeface="Roboto Light" panose="02000000000000000000" pitchFamily="2" charset="0"/>
              </a:rPr>
              <a:t>, and </a:t>
            </a:r>
            <a:r>
              <a:rPr lang="en-US" sz="1000" b="1" dirty="0">
                <a:solidFill>
                  <a:srgbClr val="000000"/>
                </a:solidFill>
                <a:latin typeface="Roboto Light" panose="02000000000000000000" pitchFamily="2" charset="0"/>
              </a:rPr>
              <a:t>Pulp &amp; Paper</a:t>
            </a:r>
            <a:r>
              <a:rPr lang="en-US" sz="1000" dirty="0">
                <a:solidFill>
                  <a:srgbClr val="000000"/>
                </a:solidFill>
                <a:latin typeface="Roboto Light" panose="02000000000000000000" pitchFamily="2" charset="0"/>
              </a:rPr>
              <a:t>;</a:t>
            </a:r>
          </a:p>
          <a:p>
            <a:pPr marL="228600" lvl="1" indent="-228600">
              <a:lnSpc>
                <a:spcPct val="125000"/>
              </a:lnSpc>
              <a:spcBef>
                <a:spcPts val="600"/>
              </a:spcBef>
              <a:buFont typeface="Arial" panose="020B0604020202020204" pitchFamily="34" charset="0"/>
              <a:buAutoNum type="arabicPeriod"/>
            </a:pPr>
            <a:r>
              <a:rPr lang="en-US" sz="1000" i="1" dirty="0">
                <a:solidFill>
                  <a:srgbClr val="000000"/>
                </a:solidFill>
                <a:latin typeface="Roboto Light" panose="02000000000000000000" pitchFamily="2" charset="0"/>
              </a:rPr>
              <a:t>Global risk-off, Domestic risk-on</a:t>
            </a:r>
            <a:r>
              <a:rPr lang="en-US" sz="1000" dirty="0">
                <a:solidFill>
                  <a:srgbClr val="000000"/>
                </a:solidFill>
                <a:latin typeface="Roboto Light" panose="02000000000000000000" pitchFamily="2" charset="0"/>
              </a:rPr>
              <a:t>: </a:t>
            </a:r>
            <a:r>
              <a:rPr lang="en-US" sz="1000" b="1" dirty="0">
                <a:solidFill>
                  <a:srgbClr val="000000"/>
                </a:solidFill>
                <a:latin typeface="Roboto Light" panose="02000000000000000000" pitchFamily="2" charset="0"/>
              </a:rPr>
              <a:t>Transportation</a:t>
            </a:r>
            <a:r>
              <a:rPr lang="en-US" sz="1000" dirty="0">
                <a:solidFill>
                  <a:srgbClr val="000000"/>
                </a:solidFill>
                <a:latin typeface="Roboto Light" panose="02000000000000000000" pitchFamily="2" charset="0"/>
              </a:rPr>
              <a:t>, </a:t>
            </a:r>
            <a:r>
              <a:rPr lang="en-US" sz="1000" b="1" dirty="0">
                <a:solidFill>
                  <a:srgbClr val="000000"/>
                </a:solidFill>
                <a:latin typeface="Roboto Light" panose="02000000000000000000" pitchFamily="2" charset="0"/>
              </a:rPr>
              <a:t>Retail</a:t>
            </a:r>
            <a:r>
              <a:rPr lang="en-US" sz="1000" dirty="0">
                <a:solidFill>
                  <a:srgbClr val="000000"/>
                </a:solidFill>
                <a:latin typeface="Roboto Light" panose="02000000000000000000" pitchFamily="2" charset="0"/>
              </a:rPr>
              <a:t>, and </a:t>
            </a:r>
            <a:r>
              <a:rPr lang="en-US" sz="1000" b="1" dirty="0">
                <a:solidFill>
                  <a:srgbClr val="000000"/>
                </a:solidFill>
                <a:latin typeface="Roboto Light" panose="02000000000000000000" pitchFamily="2" charset="0"/>
              </a:rPr>
              <a:t>Health Care</a:t>
            </a:r>
            <a:r>
              <a:rPr lang="en-US" sz="1000" dirty="0">
                <a:solidFill>
                  <a:srgbClr val="000000"/>
                </a:solidFill>
                <a:latin typeface="Roboto Light" panose="02000000000000000000" pitchFamily="2" charset="0"/>
              </a:rPr>
              <a:t>;</a:t>
            </a:r>
          </a:p>
          <a:p>
            <a:pPr marL="228600" lvl="1" indent="-228600">
              <a:lnSpc>
                <a:spcPct val="125000"/>
              </a:lnSpc>
              <a:spcBef>
                <a:spcPts val="600"/>
              </a:spcBef>
              <a:buFont typeface="Arial" panose="020B0604020202020204" pitchFamily="34" charset="0"/>
              <a:buAutoNum type="arabicPeriod"/>
            </a:pPr>
            <a:r>
              <a:rPr lang="en-US" sz="1000" i="1" dirty="0">
                <a:solidFill>
                  <a:srgbClr val="000000"/>
                </a:solidFill>
                <a:latin typeface="Roboto Light" panose="02000000000000000000" pitchFamily="2" charset="0"/>
              </a:rPr>
              <a:t>Global risk-on, Domestic risk-on</a:t>
            </a:r>
            <a:r>
              <a:rPr lang="en-US" sz="1000" dirty="0">
                <a:solidFill>
                  <a:srgbClr val="000000"/>
                </a:solidFill>
                <a:latin typeface="Roboto Light" panose="02000000000000000000" pitchFamily="2" charset="0"/>
              </a:rPr>
              <a:t>: </a:t>
            </a:r>
            <a:r>
              <a:rPr lang="en-US" sz="1000" b="1" dirty="0">
                <a:solidFill>
                  <a:srgbClr val="000000"/>
                </a:solidFill>
                <a:latin typeface="Roboto Light" panose="02000000000000000000" pitchFamily="2" charset="0"/>
              </a:rPr>
              <a:t>Homebuilders</a:t>
            </a:r>
            <a:r>
              <a:rPr lang="en-US" sz="1000" dirty="0">
                <a:solidFill>
                  <a:srgbClr val="000000"/>
                </a:solidFill>
                <a:latin typeface="Roboto Light" panose="02000000000000000000" pitchFamily="2" charset="0"/>
              </a:rPr>
              <a:t>, </a:t>
            </a:r>
            <a:r>
              <a:rPr lang="en-US" sz="1000" b="1" dirty="0">
                <a:solidFill>
                  <a:srgbClr val="000000"/>
                </a:solidFill>
                <a:latin typeface="Roboto Light" panose="02000000000000000000" pitchFamily="2" charset="0"/>
              </a:rPr>
              <a:t>Education</a:t>
            </a:r>
            <a:r>
              <a:rPr lang="en-US" sz="1000" dirty="0">
                <a:solidFill>
                  <a:srgbClr val="000000"/>
                </a:solidFill>
                <a:latin typeface="Roboto Light" panose="02000000000000000000" pitchFamily="2" charset="0"/>
              </a:rPr>
              <a:t>, and </a:t>
            </a:r>
            <a:r>
              <a:rPr lang="en-US" sz="1000" b="1" dirty="0">
                <a:solidFill>
                  <a:srgbClr val="000000"/>
                </a:solidFill>
                <a:latin typeface="Roboto Light" panose="02000000000000000000" pitchFamily="2" charset="0"/>
              </a:rPr>
              <a:t>Income Properties</a:t>
            </a:r>
            <a:r>
              <a:rPr lang="en-US" sz="1000" dirty="0">
                <a:solidFill>
                  <a:srgbClr val="000000"/>
                </a:solidFill>
                <a:latin typeface="Roboto Light" panose="02000000000000000000" pitchFamily="2" charset="0"/>
              </a:rPr>
              <a:t>.</a:t>
            </a:r>
          </a:p>
          <a:p>
            <a:r>
              <a:rPr lang="en-US" b="1" dirty="0"/>
              <a:t>The map held up after the recent market sell-off</a:t>
            </a:r>
            <a:r>
              <a:rPr lang="en-US" dirty="0"/>
              <a:t>: in the two sessions after October 25, the global risk-on/domestic risk-off sectors rose 2%, while the Ibovespa declined 14%.</a:t>
            </a:r>
            <a:endParaRPr dirty="0"/>
          </a:p>
        </p:txBody>
      </p:sp>
      <p:sp>
        <p:nvSpPr>
          <p:cNvPr id="13" name="Text Placeholder 12"/>
          <p:cNvSpPr>
            <a:spLocks noGrp="1"/>
          </p:cNvSpPr>
          <p:nvPr>
            <p:ph type="body" sz="quarter" idx="16"/>
          </p:nvPr>
        </p:nvSpPr>
        <p:spPr/>
        <p:txBody>
          <a:bodyPr/>
          <a:lstStyle/>
          <a:p>
            <a:r>
              <a:rPr lang="pt-BR" dirty="0" err="1"/>
              <a:t>How</a:t>
            </a:r>
            <a:r>
              <a:rPr lang="pt-BR" dirty="0"/>
              <a:t> </a:t>
            </a:r>
            <a:r>
              <a:rPr lang="pt-BR" dirty="0" err="1"/>
              <a:t>to</a:t>
            </a:r>
            <a:r>
              <a:rPr lang="pt-BR" dirty="0"/>
              <a:t> Position?</a:t>
            </a:r>
          </a:p>
        </p:txBody>
      </p:sp>
      <p:sp>
        <p:nvSpPr>
          <p:cNvPr id="14" name="Text Placeholder 13"/>
          <p:cNvSpPr>
            <a:spLocks noGrp="1"/>
          </p:cNvSpPr>
          <p:nvPr>
            <p:ph type="body" sz="quarter" idx="17"/>
          </p:nvPr>
        </p:nvSpPr>
        <p:spPr/>
        <p:txBody>
          <a:bodyPr/>
          <a:lstStyle/>
          <a:p>
            <a:r>
              <a:rPr dirty="0"/>
              <a:t>Mapping </a:t>
            </a:r>
            <a:r>
              <a:rPr dirty="0" err="1"/>
              <a:t>sensitivity</a:t>
            </a:r>
            <a:r>
              <a:rPr dirty="0"/>
              <a:t> </a:t>
            </a:r>
            <a:r>
              <a:rPr dirty="0" err="1"/>
              <a:t>to</a:t>
            </a:r>
            <a:r>
              <a:rPr dirty="0"/>
              <a:t> global </a:t>
            </a:r>
            <a:r>
              <a:rPr dirty="0" err="1"/>
              <a:t>and</a:t>
            </a:r>
            <a:r>
              <a:rPr dirty="0"/>
              <a:t> local drivers</a:t>
            </a:r>
          </a:p>
        </p:txBody>
      </p:sp>
      <p:sp>
        <p:nvSpPr>
          <p:cNvPr id="15" name="Text Placeholder 14"/>
          <p:cNvSpPr>
            <a:spLocks noGrp="1"/>
          </p:cNvSpPr>
          <p:nvPr>
            <p:ph type="body" sz="quarter" idx="31"/>
          </p:nvPr>
        </p:nvSpPr>
        <p:spPr/>
        <p:txBody>
          <a:bodyPr/>
          <a:lstStyle/>
          <a:p>
            <a:r>
              <a:rPr lang="en-US" dirty="0"/>
              <a:t>Source: </a:t>
            </a:r>
            <a:r>
              <a:rPr lang="en-US" dirty="0" err="1"/>
              <a:t>Economatica</a:t>
            </a:r>
            <a:r>
              <a:rPr lang="en-US" dirty="0"/>
              <a:t>, </a:t>
            </a:r>
            <a:r>
              <a:rPr lang="en-US" dirty="0" err="1"/>
              <a:t>Anbima</a:t>
            </a:r>
            <a:r>
              <a:rPr lang="en-US" dirty="0"/>
              <a:t>, XP Research. </a:t>
            </a:r>
            <a:endParaRPr dirty="0"/>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r>
              <a:t>October 30, 2026</a:t>
            </a:r>
            <a:endParaRPr lang="en-US"/>
          </a:p>
        </p:txBody>
      </p:sp>
      <p:sp>
        <p:nvSpPr>
          <p:cNvPr id="3" name="Espaço Reservado para Conteúdo 14">
            <a:extLst>
              <a:ext uri="{FF2B5EF4-FFF2-40B4-BE49-F238E27FC236}">
                <a16:creationId xmlns:a16="http://schemas.microsoft.com/office/drawing/2014/main" id="{F03016C5-25C3-487A-A063-9D5AE9126411}"/>
              </a:ext>
            </a:extLst>
          </p:cNvPr>
          <p:cNvSpPr>
            <a:spLocks noGrp="1"/>
          </p:cNvSpPr>
          <p:nvPr/>
        </p:nvSpPr>
        <p:spPr>
          <a:xfrm>
            <a:off x="384048" y="5272229"/>
            <a:ext cx="6099048"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en-US" dirty="0"/>
              <a:t>Table 1: Sector betas to key macro factors</a:t>
            </a:r>
            <a:endParaRPr lang="pt-BR" dirty="0"/>
          </a:p>
        </p:txBody>
      </p:sp>
      <p:graphicFrame>
        <p:nvGraphicFramePr>
          <p:cNvPr id="86" name="Table 85">
            <a:extLst>
              <a:ext uri="{FF2B5EF4-FFF2-40B4-BE49-F238E27FC236}">
                <a16:creationId xmlns:a16="http://schemas.microsoft.com/office/drawing/2014/main" id="{8E00FAC2-9AFE-03AE-B8CD-ACB47619C452}"/>
              </a:ext>
            </a:extLst>
          </p:cNvPr>
          <p:cNvGraphicFramePr>
            <a:graphicFrameLocks noGrp="1"/>
          </p:cNvGraphicFramePr>
          <p:nvPr>
            <p:extLst>
              <p:ext uri="{D42A27DB-BD31-4B8C-83A1-F6EECF244321}">
                <p14:modId xmlns:p14="http://schemas.microsoft.com/office/powerpoint/2010/main" val="3234572694"/>
              </p:ext>
            </p:extLst>
          </p:nvPr>
        </p:nvGraphicFramePr>
        <p:xfrm>
          <a:off x="384048" y="5577029"/>
          <a:ext cx="6093864" cy="3133624"/>
        </p:xfrm>
        <a:graphic>
          <a:graphicData uri="http://schemas.openxmlformats.org/drawingml/2006/table">
            <a:tbl>
              <a:tblPr>
                <a:tableStyleId>{2D5ABB26-0587-4C30-8999-92F81FD0307C}</a:tableStyleId>
              </a:tblPr>
              <a:tblGrid>
                <a:gridCol w="1197864">
                  <a:extLst>
                    <a:ext uri="{9D8B030D-6E8A-4147-A177-3AD203B41FA5}">
                      <a16:colId xmlns:a16="http://schemas.microsoft.com/office/drawing/2014/main" val="20000"/>
                    </a:ext>
                  </a:extLst>
                </a:gridCol>
                <a:gridCol w="612000">
                  <a:extLst>
                    <a:ext uri="{9D8B030D-6E8A-4147-A177-3AD203B41FA5}">
                      <a16:colId xmlns:a16="http://schemas.microsoft.com/office/drawing/2014/main" val="20001"/>
                    </a:ext>
                  </a:extLst>
                </a:gridCol>
                <a:gridCol w="612000">
                  <a:extLst>
                    <a:ext uri="{9D8B030D-6E8A-4147-A177-3AD203B41FA5}">
                      <a16:colId xmlns:a16="http://schemas.microsoft.com/office/drawing/2014/main" val="20002"/>
                    </a:ext>
                  </a:extLst>
                </a:gridCol>
                <a:gridCol w="612000">
                  <a:extLst>
                    <a:ext uri="{9D8B030D-6E8A-4147-A177-3AD203B41FA5}">
                      <a16:colId xmlns:a16="http://schemas.microsoft.com/office/drawing/2014/main" val="20003"/>
                    </a:ext>
                  </a:extLst>
                </a:gridCol>
                <a:gridCol w="612000">
                  <a:extLst>
                    <a:ext uri="{9D8B030D-6E8A-4147-A177-3AD203B41FA5}">
                      <a16:colId xmlns:a16="http://schemas.microsoft.com/office/drawing/2014/main" val="20004"/>
                    </a:ext>
                  </a:extLst>
                </a:gridCol>
                <a:gridCol w="612000">
                  <a:extLst>
                    <a:ext uri="{9D8B030D-6E8A-4147-A177-3AD203B41FA5}">
                      <a16:colId xmlns:a16="http://schemas.microsoft.com/office/drawing/2014/main" val="20005"/>
                    </a:ext>
                  </a:extLst>
                </a:gridCol>
                <a:gridCol w="502743">
                  <a:extLst>
                    <a:ext uri="{9D8B030D-6E8A-4147-A177-3AD203B41FA5}">
                      <a16:colId xmlns:a16="http://schemas.microsoft.com/office/drawing/2014/main" val="20006"/>
                    </a:ext>
                  </a:extLst>
                </a:gridCol>
                <a:gridCol w="674254">
                  <a:extLst>
                    <a:ext uri="{9D8B030D-6E8A-4147-A177-3AD203B41FA5}">
                      <a16:colId xmlns:a16="http://schemas.microsoft.com/office/drawing/2014/main" val="20007"/>
                    </a:ext>
                  </a:extLst>
                </a:gridCol>
                <a:gridCol w="659003">
                  <a:extLst>
                    <a:ext uri="{9D8B030D-6E8A-4147-A177-3AD203B41FA5}">
                      <a16:colId xmlns:a16="http://schemas.microsoft.com/office/drawing/2014/main" val="20008"/>
                    </a:ext>
                  </a:extLst>
                </a:gridCol>
              </a:tblGrid>
              <a:tr h="380182">
                <a:tc>
                  <a:txBody>
                    <a:bodyPr/>
                    <a:lstStyle/>
                    <a:p>
                      <a:pPr algn="ctr"/>
                      <a:r>
                        <a:rPr sz="800" b="1" dirty="0">
                          <a:solidFill>
                            <a:srgbClr val="FFFFFF"/>
                          </a:solidFill>
                          <a:latin typeface="Roboto"/>
                        </a:rPr>
                        <a:t>Sector</a:t>
                      </a:r>
                    </a:p>
                  </a:txBody>
                  <a:tcPr marL="9144" marR="9144" marT="0" marB="0" anchor="ctr">
                    <a:lnL w="6350" cap="flat" cmpd="sng" algn="ctr">
                      <a:solidFill>
                        <a:srgbClr val="1F2F44"/>
                      </a:solidFill>
                      <a:prstDash val="solid"/>
                    </a:lnL>
                    <a:lnR w="6350" cap="flat" cmpd="sng" algn="ctr">
                      <a:solidFill>
                        <a:srgbClr val="1F2F44"/>
                      </a:solidFill>
                      <a:prstDash val="solid"/>
                    </a:lnR>
                    <a:lnT w="6350" cap="flat" cmpd="sng" algn="ctr">
                      <a:solidFill>
                        <a:srgbClr val="1F2F44"/>
                      </a:solidFill>
                      <a:prstDash val="solid"/>
                    </a:lnT>
                    <a:lnB w="6350" cap="flat" cmpd="sng" algn="ctr">
                      <a:solidFill>
                        <a:srgbClr val="1F2F44"/>
                      </a:solidFill>
                      <a:prstDash val="solid"/>
                    </a:lnB>
                    <a:solidFill>
                      <a:srgbClr val="1F2F44"/>
                    </a:solidFill>
                  </a:tcPr>
                </a:tc>
                <a:tc>
                  <a:txBody>
                    <a:bodyPr/>
                    <a:lstStyle/>
                    <a:p>
                      <a:pPr algn="ctr"/>
                      <a:r>
                        <a:rPr sz="800" b="1" dirty="0">
                          <a:solidFill>
                            <a:srgbClr val="FFFFFF"/>
                          </a:solidFill>
                          <a:latin typeface="Roboto"/>
                        </a:rPr>
                        <a:t>Ibovespa</a:t>
                      </a:r>
                    </a:p>
                  </a:txBody>
                  <a:tcPr marL="9144" marR="9144" marT="0" marB="0" anchor="ctr">
                    <a:lnL w="6350" cap="flat" cmpd="sng" algn="ctr">
                      <a:solidFill>
                        <a:srgbClr val="1F2F44"/>
                      </a:solidFill>
                      <a:prstDash val="solid"/>
                    </a:lnL>
                    <a:lnR w="6350" cap="flat" cmpd="sng" algn="ctr">
                      <a:solidFill>
                        <a:srgbClr val="1F2F44"/>
                      </a:solidFill>
                      <a:prstDash val="solid"/>
                    </a:lnR>
                    <a:lnT w="6350" cap="flat" cmpd="sng" algn="ctr">
                      <a:solidFill>
                        <a:srgbClr val="1F2F44"/>
                      </a:solidFill>
                      <a:prstDash val="solid"/>
                    </a:lnT>
                    <a:lnB w="6350" cap="flat" cmpd="sng" algn="ctr">
                      <a:solidFill>
                        <a:srgbClr val="1F2F44"/>
                      </a:solidFill>
                      <a:prstDash val="solid"/>
                    </a:lnB>
                    <a:solidFill>
                      <a:srgbClr val="1F2F44"/>
                    </a:solidFill>
                  </a:tcPr>
                </a:tc>
                <a:tc>
                  <a:txBody>
                    <a:bodyPr/>
                    <a:lstStyle/>
                    <a:p>
                      <a:pPr algn="ctr"/>
                      <a:r>
                        <a:rPr sz="800" b="1">
                          <a:solidFill>
                            <a:srgbClr val="FFFFFF"/>
                          </a:solidFill>
                          <a:latin typeface="Roboto"/>
                        </a:rPr>
                        <a:t>S&amp;P 500</a:t>
                      </a:r>
                    </a:p>
                  </a:txBody>
                  <a:tcPr marL="9144" marR="9144" marT="0" marB="0" anchor="ctr">
                    <a:lnL w="6350" cap="flat" cmpd="sng" algn="ctr">
                      <a:solidFill>
                        <a:srgbClr val="1F2F44"/>
                      </a:solidFill>
                      <a:prstDash val="solid"/>
                    </a:lnL>
                    <a:lnR w="6350" cap="flat" cmpd="sng" algn="ctr">
                      <a:solidFill>
                        <a:srgbClr val="1F2F44"/>
                      </a:solidFill>
                      <a:prstDash val="solid"/>
                    </a:lnR>
                    <a:lnT w="6350" cap="flat" cmpd="sng" algn="ctr">
                      <a:solidFill>
                        <a:srgbClr val="1F2F44"/>
                      </a:solidFill>
                      <a:prstDash val="solid"/>
                    </a:lnT>
                    <a:lnB w="6350" cap="flat" cmpd="sng" algn="ctr">
                      <a:solidFill>
                        <a:srgbClr val="1F2F44"/>
                      </a:solidFill>
                      <a:prstDash val="solid"/>
                    </a:lnB>
                    <a:solidFill>
                      <a:srgbClr val="1F2F44"/>
                    </a:solidFill>
                  </a:tcPr>
                </a:tc>
                <a:tc>
                  <a:txBody>
                    <a:bodyPr/>
                    <a:lstStyle/>
                    <a:p>
                      <a:pPr algn="ctr"/>
                      <a:r>
                        <a:rPr sz="800" b="1" dirty="0">
                          <a:solidFill>
                            <a:srgbClr val="FFFFFF"/>
                          </a:solidFill>
                          <a:latin typeface="Roboto"/>
                        </a:rPr>
                        <a:t>UST 10Y</a:t>
                      </a:r>
                    </a:p>
                  </a:txBody>
                  <a:tcPr marL="9144" marR="9144" marT="0" marB="0" anchor="ctr">
                    <a:lnL w="6350" cap="flat" cmpd="sng" algn="ctr">
                      <a:solidFill>
                        <a:srgbClr val="1F2F44"/>
                      </a:solidFill>
                      <a:prstDash val="solid"/>
                    </a:lnL>
                    <a:lnR w="6350" cap="flat" cmpd="sng" algn="ctr">
                      <a:solidFill>
                        <a:srgbClr val="1F2F44"/>
                      </a:solidFill>
                      <a:prstDash val="solid"/>
                    </a:lnR>
                    <a:lnT w="6350" cap="flat" cmpd="sng" algn="ctr">
                      <a:solidFill>
                        <a:srgbClr val="1F2F44"/>
                      </a:solidFill>
                      <a:prstDash val="solid"/>
                    </a:lnT>
                    <a:lnB w="6350" cap="flat" cmpd="sng" algn="ctr">
                      <a:solidFill>
                        <a:srgbClr val="1F2F44"/>
                      </a:solidFill>
                      <a:prstDash val="solid"/>
                    </a:lnB>
                    <a:solidFill>
                      <a:srgbClr val="1F2F44"/>
                    </a:solidFill>
                  </a:tcPr>
                </a:tc>
                <a:tc>
                  <a:txBody>
                    <a:bodyPr/>
                    <a:lstStyle/>
                    <a:p>
                      <a:pPr algn="ctr"/>
                      <a:r>
                        <a:rPr lang="pt-BR" sz="800" b="1" dirty="0">
                          <a:solidFill>
                            <a:srgbClr val="FFFFFF"/>
                          </a:solidFill>
                          <a:latin typeface="Roboto"/>
                        </a:rPr>
                        <a:t>LT</a:t>
                      </a:r>
                      <a:endParaRPr sz="800" b="1" dirty="0">
                        <a:solidFill>
                          <a:srgbClr val="FFFFFF"/>
                        </a:solidFill>
                        <a:latin typeface="Roboto"/>
                      </a:endParaRPr>
                    </a:p>
                    <a:p>
                      <a:pPr algn="ctr"/>
                      <a:r>
                        <a:rPr sz="800" b="1" dirty="0">
                          <a:solidFill>
                            <a:srgbClr val="FFFFFF"/>
                          </a:solidFill>
                          <a:latin typeface="Roboto"/>
                        </a:rPr>
                        <a:t>Real Yield</a:t>
                      </a:r>
                    </a:p>
                  </a:txBody>
                  <a:tcPr marL="9144" marR="9144" marT="0" marB="0" anchor="ctr">
                    <a:lnL w="6350" cap="flat" cmpd="sng" algn="ctr">
                      <a:solidFill>
                        <a:srgbClr val="1F2F44"/>
                      </a:solidFill>
                      <a:prstDash val="solid"/>
                    </a:lnL>
                    <a:lnR w="6350" cap="flat" cmpd="sng" algn="ctr">
                      <a:solidFill>
                        <a:srgbClr val="1F2F44"/>
                      </a:solidFill>
                      <a:prstDash val="solid"/>
                    </a:lnR>
                    <a:lnT w="6350" cap="flat" cmpd="sng" algn="ctr">
                      <a:solidFill>
                        <a:srgbClr val="1F2F44"/>
                      </a:solidFill>
                      <a:prstDash val="solid"/>
                    </a:lnT>
                    <a:lnB w="6350" cap="flat" cmpd="sng" algn="ctr">
                      <a:solidFill>
                        <a:srgbClr val="1F2F44"/>
                      </a:solidFill>
                      <a:prstDash val="solid"/>
                    </a:lnB>
                    <a:solidFill>
                      <a:srgbClr val="1F2F44"/>
                    </a:solidFill>
                  </a:tcPr>
                </a:tc>
                <a:tc>
                  <a:txBody>
                    <a:bodyPr/>
                    <a:lstStyle/>
                    <a:p>
                      <a:pPr algn="ctr"/>
                      <a:r>
                        <a:rPr sz="800" b="1">
                          <a:solidFill>
                            <a:srgbClr val="FFFFFF"/>
                          </a:solidFill>
                          <a:latin typeface="Roboto"/>
                        </a:rPr>
                        <a:t>USD/BRL</a:t>
                      </a:r>
                    </a:p>
                  </a:txBody>
                  <a:tcPr marL="9144" marR="9144" marT="0" marB="0" anchor="ctr">
                    <a:lnL w="6350" cap="flat" cmpd="sng" algn="ctr">
                      <a:solidFill>
                        <a:srgbClr val="1F2F44"/>
                      </a:solidFill>
                      <a:prstDash val="solid"/>
                    </a:lnL>
                    <a:lnR w="6350" cap="flat" cmpd="sng" algn="ctr">
                      <a:solidFill>
                        <a:srgbClr val="1F2F44"/>
                      </a:solidFill>
                      <a:prstDash val="solid"/>
                    </a:lnR>
                    <a:lnT w="6350" cap="flat" cmpd="sng" algn="ctr">
                      <a:solidFill>
                        <a:srgbClr val="1F2F44"/>
                      </a:solidFill>
                      <a:prstDash val="solid"/>
                    </a:lnT>
                    <a:lnB w="6350" cap="flat" cmpd="sng" algn="ctr">
                      <a:solidFill>
                        <a:srgbClr val="1F2F44"/>
                      </a:solidFill>
                      <a:prstDash val="solid"/>
                    </a:lnB>
                    <a:solidFill>
                      <a:srgbClr val="1F2F44"/>
                    </a:solidFill>
                  </a:tcPr>
                </a:tc>
                <a:tc>
                  <a:txBody>
                    <a:bodyPr/>
                    <a:lstStyle/>
                    <a:p>
                      <a:pPr algn="ctr"/>
                      <a:r>
                        <a:rPr sz="800" b="1" dirty="0">
                          <a:solidFill>
                            <a:srgbClr val="FFFFFF"/>
                          </a:solidFill>
                          <a:latin typeface="Roboto"/>
                        </a:rPr>
                        <a:t>MSCI </a:t>
                      </a:r>
                      <a:endParaRPr lang="pt-BR" sz="800" b="1" dirty="0">
                        <a:solidFill>
                          <a:srgbClr val="FFFFFF"/>
                        </a:solidFill>
                        <a:latin typeface="Roboto"/>
                      </a:endParaRPr>
                    </a:p>
                    <a:p>
                      <a:pPr algn="ctr"/>
                      <a:r>
                        <a:rPr sz="800" b="1" dirty="0">
                          <a:solidFill>
                            <a:srgbClr val="FFFFFF"/>
                          </a:solidFill>
                          <a:latin typeface="Roboto"/>
                        </a:rPr>
                        <a:t>EM</a:t>
                      </a:r>
                    </a:p>
                  </a:txBody>
                  <a:tcPr marL="9144" marR="9144" marT="0" marB="0" anchor="ctr">
                    <a:lnL w="6350" cap="flat" cmpd="sng" algn="ctr">
                      <a:solidFill>
                        <a:srgbClr val="1F2F44"/>
                      </a:solidFill>
                      <a:prstDash val="solid"/>
                    </a:lnL>
                    <a:lnR w="6350" cap="flat" cmpd="sng" algn="ctr">
                      <a:solidFill>
                        <a:srgbClr val="1F2F44"/>
                      </a:solidFill>
                      <a:prstDash val="solid"/>
                    </a:lnR>
                    <a:lnT w="6350" cap="flat" cmpd="sng" algn="ctr">
                      <a:solidFill>
                        <a:srgbClr val="1F2F44"/>
                      </a:solidFill>
                      <a:prstDash val="solid"/>
                    </a:lnT>
                    <a:lnB w="6350" cap="flat" cmpd="sng" algn="ctr">
                      <a:solidFill>
                        <a:srgbClr val="1F2F44"/>
                      </a:solidFill>
                      <a:prstDash val="solid"/>
                    </a:lnB>
                    <a:solidFill>
                      <a:srgbClr val="1F2F44"/>
                    </a:solidFill>
                  </a:tcPr>
                </a:tc>
                <a:tc>
                  <a:txBody>
                    <a:bodyPr/>
                    <a:lstStyle/>
                    <a:p>
                      <a:pPr algn="ctr"/>
                      <a:r>
                        <a:rPr lang="pt-BR" sz="800" b="1" dirty="0">
                          <a:solidFill>
                            <a:srgbClr val="FFFFFF"/>
                          </a:solidFill>
                          <a:latin typeface="Roboto"/>
                        </a:rPr>
                        <a:t>ST</a:t>
                      </a:r>
                      <a:endParaRPr sz="800" b="1" dirty="0">
                        <a:solidFill>
                          <a:srgbClr val="FFFFFF"/>
                        </a:solidFill>
                        <a:latin typeface="Roboto"/>
                      </a:endParaRPr>
                    </a:p>
                    <a:p>
                      <a:pPr algn="ctr"/>
                      <a:r>
                        <a:rPr sz="800" b="1" dirty="0">
                          <a:solidFill>
                            <a:srgbClr val="FFFFFF"/>
                          </a:solidFill>
                          <a:latin typeface="Roboto"/>
                        </a:rPr>
                        <a:t>Nominal Yield</a:t>
                      </a:r>
                    </a:p>
                  </a:txBody>
                  <a:tcPr marL="9144" marR="9144" marT="0" marB="0" anchor="ctr">
                    <a:lnL w="6350" cap="flat" cmpd="sng" algn="ctr">
                      <a:solidFill>
                        <a:srgbClr val="1F2F44"/>
                      </a:solidFill>
                      <a:prstDash val="solid"/>
                    </a:lnL>
                    <a:lnR w="6350" cap="flat" cmpd="sng" algn="ctr">
                      <a:solidFill>
                        <a:srgbClr val="1F2F44"/>
                      </a:solidFill>
                      <a:prstDash val="solid"/>
                    </a:lnR>
                    <a:lnT w="6350" cap="flat" cmpd="sng" algn="ctr">
                      <a:solidFill>
                        <a:srgbClr val="1F2F44"/>
                      </a:solidFill>
                      <a:prstDash val="solid"/>
                    </a:lnT>
                    <a:lnB w="6350" cap="flat" cmpd="sng" algn="ctr">
                      <a:solidFill>
                        <a:srgbClr val="1F2F44"/>
                      </a:solidFill>
                      <a:prstDash val="solid"/>
                    </a:lnB>
                    <a:solidFill>
                      <a:srgbClr val="1F2F44"/>
                    </a:solidFill>
                  </a:tcPr>
                </a:tc>
                <a:tc>
                  <a:txBody>
                    <a:bodyPr/>
                    <a:lstStyle/>
                    <a:p>
                      <a:pPr algn="ctr"/>
                      <a:r>
                        <a:rPr sz="800" b="1" dirty="0">
                          <a:solidFill>
                            <a:srgbClr val="FFFFFF"/>
                          </a:solidFill>
                          <a:latin typeface="Roboto"/>
                        </a:rPr>
                        <a:t>Commodities</a:t>
                      </a:r>
                    </a:p>
                  </a:txBody>
                  <a:tcPr marL="9144" marR="9144" marT="0" marB="0" anchor="ctr">
                    <a:lnL w="6350" cap="flat" cmpd="sng" algn="ctr">
                      <a:solidFill>
                        <a:srgbClr val="1F2F44"/>
                      </a:solidFill>
                      <a:prstDash val="solid"/>
                    </a:lnL>
                    <a:lnR w="6350" cap="flat" cmpd="sng" algn="ctr">
                      <a:solidFill>
                        <a:srgbClr val="1F2F44"/>
                      </a:solidFill>
                      <a:prstDash val="solid"/>
                    </a:lnR>
                    <a:lnT w="6350" cap="flat" cmpd="sng" algn="ctr">
                      <a:solidFill>
                        <a:srgbClr val="1F2F44"/>
                      </a:solidFill>
                      <a:prstDash val="solid"/>
                    </a:lnT>
                    <a:lnB w="6350" cap="flat" cmpd="sng" algn="ctr">
                      <a:solidFill>
                        <a:srgbClr val="1F2F44"/>
                      </a:solidFill>
                      <a:prstDash val="solid"/>
                    </a:lnB>
                    <a:solidFill>
                      <a:srgbClr val="1F2F44"/>
                    </a:solidFill>
                  </a:tcPr>
                </a:tc>
                <a:extLst>
                  <a:ext uri="{0D108BD9-81ED-4DB2-BD59-A6C34878D82A}">
                    <a16:rowId xmlns:a16="http://schemas.microsoft.com/office/drawing/2014/main" val="10000"/>
                  </a:ext>
                </a:extLst>
              </a:tr>
              <a:tr h="152969">
                <a:tc>
                  <a:txBody>
                    <a:bodyPr/>
                    <a:lstStyle/>
                    <a:p>
                      <a:pPr algn="l"/>
                      <a:r>
                        <a:rPr sz="900" b="0">
                          <a:solidFill>
                            <a:srgbClr val="000000"/>
                          </a:solidFill>
                          <a:latin typeface="Roboto Light"/>
                        </a:rPr>
                        <a:t>Agribusiness</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1F2F44"/>
                      </a:solidFill>
                      <a:prstDash val="solid"/>
                      <a:round/>
                      <a:headEnd type="none" w="med" len="med"/>
                      <a:tailEnd type="none" w="med" len="me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0.69</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1F2F44"/>
                      </a:solidFill>
                      <a:prstDash val="solid"/>
                      <a:round/>
                      <a:headEnd type="none" w="med" len="med"/>
                      <a:tailEnd type="none" w="med" len="med"/>
                    </a:lnT>
                    <a:lnB w="6350" cap="flat" cmpd="sng" algn="ctr">
                      <a:solidFill>
                        <a:srgbClr val="FFFFFF"/>
                      </a:solidFill>
                      <a:prstDash val="solid"/>
                    </a:lnB>
                    <a:solidFill>
                      <a:srgbClr val="FAB4B7"/>
                    </a:solidFill>
                  </a:tcPr>
                </a:tc>
                <a:tc>
                  <a:txBody>
                    <a:bodyPr/>
                    <a:lstStyle/>
                    <a:p>
                      <a:pPr algn="ctr"/>
                      <a:r>
                        <a:rPr sz="900" b="0">
                          <a:solidFill>
                            <a:srgbClr val="000000"/>
                          </a:solidFill>
                          <a:latin typeface="Roboto Light"/>
                        </a:rPr>
                        <a:t>-0.18</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1F2F44"/>
                      </a:solidFill>
                      <a:prstDash val="solid"/>
                      <a:round/>
                      <a:headEnd type="none" w="med" len="med"/>
                      <a:tailEnd type="none" w="med" len="med"/>
                    </a:lnT>
                    <a:lnB w="6350" cap="flat" cmpd="sng" algn="ctr">
                      <a:solidFill>
                        <a:srgbClr val="FFFFFF"/>
                      </a:solidFill>
                      <a:prstDash val="solid"/>
                    </a:lnB>
                    <a:solidFill>
                      <a:srgbClr val="FAB8BB"/>
                    </a:solidFill>
                  </a:tcPr>
                </a:tc>
                <a:tc>
                  <a:txBody>
                    <a:bodyPr/>
                    <a:lstStyle/>
                    <a:p>
                      <a:pPr algn="ctr"/>
                      <a:r>
                        <a:rPr sz="900" b="0">
                          <a:solidFill>
                            <a:srgbClr val="000000"/>
                          </a:solidFill>
                          <a:latin typeface="Roboto Light"/>
                        </a:rPr>
                        <a:t>0.06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1F2F44"/>
                      </a:solidFill>
                      <a:prstDash val="solid"/>
                      <a:round/>
                      <a:headEnd type="none" w="med" len="med"/>
                      <a:tailEnd type="none" w="med" len="med"/>
                    </a:lnT>
                    <a:lnB w="6350" cap="flat" cmpd="sng" algn="ctr">
                      <a:solidFill>
                        <a:srgbClr val="FFFFFF"/>
                      </a:solidFill>
                      <a:prstDash val="solid"/>
                    </a:lnB>
                    <a:solidFill>
                      <a:srgbClr val="5A8AC6"/>
                    </a:solidFill>
                  </a:tcPr>
                </a:tc>
                <a:tc>
                  <a:txBody>
                    <a:bodyPr/>
                    <a:lstStyle/>
                    <a:p>
                      <a:pPr algn="ctr"/>
                      <a:r>
                        <a:rPr sz="900" b="0">
                          <a:solidFill>
                            <a:srgbClr val="000000"/>
                          </a:solidFill>
                          <a:latin typeface="Roboto Light"/>
                        </a:rPr>
                        <a:t>-0.04</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1F2F44"/>
                      </a:solidFill>
                      <a:prstDash val="solid"/>
                      <a:round/>
                      <a:headEnd type="none" w="med" len="med"/>
                      <a:tailEnd type="none" w="med" len="med"/>
                    </a:lnT>
                    <a:lnB w="6350" cap="flat" cmpd="sng" algn="ctr">
                      <a:solidFill>
                        <a:srgbClr val="FFFFFF"/>
                      </a:solidFill>
                      <a:prstDash val="solid"/>
                    </a:lnB>
                    <a:solidFill>
                      <a:srgbClr val="FBDFE2"/>
                    </a:solidFill>
                  </a:tcPr>
                </a:tc>
                <a:tc>
                  <a:txBody>
                    <a:bodyPr/>
                    <a:lstStyle/>
                    <a:p>
                      <a:pPr algn="ctr"/>
                      <a:r>
                        <a:rPr sz="900" b="0">
                          <a:solidFill>
                            <a:srgbClr val="000000"/>
                          </a:solidFill>
                          <a:latin typeface="Roboto Light"/>
                        </a:rPr>
                        <a:t>-0.02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1F2F44"/>
                      </a:solidFill>
                      <a:prstDash val="solid"/>
                      <a:round/>
                      <a:headEnd type="none" w="med" len="med"/>
                      <a:tailEnd type="none" w="med" len="med"/>
                    </a:lnT>
                    <a:lnB w="6350" cap="flat" cmpd="sng" algn="ctr">
                      <a:solidFill>
                        <a:srgbClr val="FFFFFF"/>
                      </a:solidFill>
                      <a:prstDash val="solid"/>
                    </a:lnB>
                    <a:solidFill>
                      <a:srgbClr val="CCDAEE"/>
                    </a:solidFill>
                  </a:tcPr>
                </a:tc>
                <a:tc>
                  <a:txBody>
                    <a:bodyPr/>
                    <a:lstStyle/>
                    <a:p>
                      <a:pPr algn="ctr"/>
                      <a:r>
                        <a:rPr sz="900" b="0">
                          <a:solidFill>
                            <a:srgbClr val="000000"/>
                          </a:solidFill>
                          <a:latin typeface="Roboto Light"/>
                        </a:rPr>
                        <a:t>-0.20</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1F2F44"/>
                      </a:solidFill>
                      <a:prstDash val="solid"/>
                      <a:round/>
                      <a:headEnd type="none" w="med" len="med"/>
                      <a:tailEnd type="none" w="med" len="med"/>
                    </a:lnT>
                    <a:lnB w="6350" cap="flat" cmpd="sng" algn="ctr">
                      <a:solidFill>
                        <a:srgbClr val="FFFFFF"/>
                      </a:solidFill>
                      <a:prstDash val="solid"/>
                    </a:lnB>
                    <a:solidFill>
                      <a:srgbClr val="FAC0C3"/>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1F2F44"/>
                      </a:solidFill>
                      <a:prstDash val="solid"/>
                      <a:round/>
                      <a:headEnd type="none" w="med" len="med"/>
                      <a:tailEnd type="none" w="med" len="med"/>
                    </a:lnT>
                    <a:lnB w="6350" cap="flat" cmpd="sng" algn="ctr">
                      <a:solidFill>
                        <a:srgbClr val="FFFFFF"/>
                      </a:solidFill>
                      <a:prstDash val="solid"/>
                    </a:lnB>
                    <a:solidFill>
                      <a:srgbClr val="C6D6EC"/>
                    </a:solidFill>
                  </a:tcPr>
                </a:tc>
                <a:tc>
                  <a:txBody>
                    <a:bodyPr/>
                    <a:lstStyle/>
                    <a:p>
                      <a:pPr algn="ctr"/>
                      <a:r>
                        <a:rPr sz="900" b="0">
                          <a:solidFill>
                            <a:srgbClr val="000000"/>
                          </a:solidFill>
                          <a:latin typeface="Roboto Light"/>
                        </a:rPr>
                        <a:t>0.33</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1F2F44"/>
                      </a:solidFill>
                      <a:prstDash val="solid"/>
                      <a:round/>
                      <a:headEnd type="none" w="med" len="med"/>
                      <a:tailEnd type="none" w="med" len="med"/>
                    </a:lnT>
                    <a:lnB w="6350" cap="flat" cmpd="sng" algn="ctr">
                      <a:solidFill>
                        <a:srgbClr val="FFFFFF"/>
                      </a:solidFill>
                      <a:prstDash val="solid"/>
                    </a:lnB>
                    <a:solidFill>
                      <a:srgbClr val="B1C7E4"/>
                    </a:solidFill>
                  </a:tcPr>
                </a:tc>
                <a:extLst>
                  <a:ext uri="{0D108BD9-81ED-4DB2-BD59-A6C34878D82A}">
                    <a16:rowId xmlns:a16="http://schemas.microsoft.com/office/drawing/2014/main" val="10001"/>
                  </a:ext>
                </a:extLst>
              </a:tr>
              <a:tr h="152969">
                <a:tc>
                  <a:txBody>
                    <a:bodyPr/>
                    <a:lstStyle/>
                    <a:p>
                      <a:pPr algn="l"/>
                      <a:r>
                        <a:rPr sz="900" b="0">
                          <a:solidFill>
                            <a:srgbClr val="000000"/>
                          </a:solidFill>
                          <a:latin typeface="Roboto Light"/>
                        </a:rPr>
                        <a:t>Banks</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1.27</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CFDCEF"/>
                    </a:solidFill>
                  </a:tcPr>
                </a:tc>
                <a:tc>
                  <a:txBody>
                    <a:bodyPr/>
                    <a:lstStyle/>
                    <a:p>
                      <a:pPr algn="ctr"/>
                      <a:r>
                        <a:rPr sz="900" b="0">
                          <a:solidFill>
                            <a:srgbClr val="000000"/>
                          </a:solidFill>
                          <a:latin typeface="Roboto Light"/>
                        </a:rPr>
                        <a:t>-0.06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DEE1"/>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9FAFE"/>
                    </a:solidFill>
                  </a:tcPr>
                </a:tc>
                <a:tc>
                  <a:txBody>
                    <a:bodyPr/>
                    <a:lstStyle/>
                    <a:p>
                      <a:pPr algn="ctr"/>
                      <a:r>
                        <a:rPr sz="900" b="0">
                          <a:solidFill>
                            <a:srgbClr val="000000"/>
                          </a:solidFill>
                          <a:latin typeface="Roboto Light"/>
                        </a:rPr>
                        <a:t>-0.02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FF3FB"/>
                    </a:solidFill>
                  </a:tcPr>
                </a:tc>
                <a:tc>
                  <a:txBody>
                    <a:bodyPr/>
                    <a:lstStyle/>
                    <a:p>
                      <a:pPr algn="ctr"/>
                      <a:r>
                        <a:rPr sz="900" b="0">
                          <a:solidFill>
                            <a:srgbClr val="000000"/>
                          </a:solidFill>
                          <a:latin typeface="Roboto Light"/>
                        </a:rPr>
                        <a:t>-0.13</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6EDF7"/>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AFD"/>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FAFE"/>
                    </a:solidFill>
                  </a:tcPr>
                </a:tc>
                <a:tc>
                  <a:txBody>
                    <a:bodyPr/>
                    <a:lstStyle/>
                    <a:p>
                      <a:pPr algn="ctr"/>
                      <a:r>
                        <a:rPr sz="900" b="0">
                          <a:solidFill>
                            <a:srgbClr val="000000"/>
                          </a:solidFill>
                          <a:latin typeface="Roboto Light"/>
                        </a:rPr>
                        <a:t>-0.16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9FC"/>
                    </a:solidFill>
                  </a:tcPr>
                </a:tc>
                <a:extLst>
                  <a:ext uri="{0D108BD9-81ED-4DB2-BD59-A6C34878D82A}">
                    <a16:rowId xmlns:a16="http://schemas.microsoft.com/office/drawing/2014/main" val="10002"/>
                  </a:ext>
                </a:extLst>
              </a:tr>
              <a:tr h="152969">
                <a:tc>
                  <a:txBody>
                    <a:bodyPr/>
                    <a:lstStyle/>
                    <a:p>
                      <a:pPr algn="l"/>
                      <a:r>
                        <a:rPr sz="900" b="0">
                          <a:solidFill>
                            <a:srgbClr val="000000"/>
                          </a:solidFill>
                          <a:latin typeface="Roboto Light"/>
                        </a:rPr>
                        <a:t>Capital Goods</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0.71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B7BA"/>
                    </a:solidFill>
                  </a:tcPr>
                </a:tc>
                <a:tc>
                  <a:txBody>
                    <a:bodyPr/>
                    <a:lstStyle/>
                    <a:p>
                      <a:pPr algn="ctr"/>
                      <a:r>
                        <a:rPr sz="900" b="0">
                          <a:solidFill>
                            <a:srgbClr val="000000"/>
                          </a:solidFill>
                          <a:latin typeface="Roboto Light"/>
                        </a:rPr>
                        <a:t>0.30</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A2BCDF"/>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FBFF"/>
                    </a:solidFill>
                  </a:tcPr>
                </a:tc>
                <a:tc>
                  <a:txBody>
                    <a:bodyPr/>
                    <a:lstStyle/>
                    <a:p>
                      <a:pPr algn="ctr"/>
                      <a:r>
                        <a:rPr sz="900" b="0">
                          <a:solidFill>
                            <a:srgbClr val="000000"/>
                          </a:solidFill>
                          <a:latin typeface="Roboto Light"/>
                        </a:rPr>
                        <a:t>0.06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391C9"/>
                    </a:solidFill>
                  </a:tcPr>
                </a:tc>
                <a:tc>
                  <a:txBody>
                    <a:bodyPr/>
                    <a:lstStyle/>
                    <a:p>
                      <a:pPr algn="ctr"/>
                      <a:r>
                        <a:rPr sz="900" b="0">
                          <a:solidFill>
                            <a:srgbClr val="000000"/>
                          </a:solidFill>
                          <a:latin typeface="Roboto Light"/>
                        </a:rPr>
                        <a:t>0.12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ACC3E3"/>
                    </a:solidFill>
                  </a:tcPr>
                </a:tc>
                <a:tc>
                  <a:txBody>
                    <a:bodyPr/>
                    <a:lstStyle/>
                    <a:p>
                      <a:pPr algn="ctr"/>
                      <a:r>
                        <a:rPr sz="900" b="0">
                          <a:solidFill>
                            <a:srgbClr val="000000"/>
                          </a:solidFill>
                          <a:latin typeface="Roboto Light"/>
                        </a:rPr>
                        <a:t>0.34</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92B1DA"/>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B8CCE7"/>
                    </a:solidFill>
                  </a:tcPr>
                </a:tc>
                <a:tc>
                  <a:txBody>
                    <a:bodyPr/>
                    <a:lstStyle/>
                    <a:p>
                      <a:pPr algn="ctr"/>
                      <a:r>
                        <a:rPr sz="900" b="0">
                          <a:solidFill>
                            <a:srgbClr val="000000"/>
                          </a:solidFill>
                          <a:latin typeface="Roboto Light"/>
                        </a:rPr>
                        <a:t>-0.16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6F9"/>
                    </a:solidFill>
                  </a:tcPr>
                </a:tc>
                <a:extLst>
                  <a:ext uri="{0D108BD9-81ED-4DB2-BD59-A6C34878D82A}">
                    <a16:rowId xmlns:a16="http://schemas.microsoft.com/office/drawing/2014/main" val="10003"/>
                  </a:ext>
                </a:extLst>
              </a:tr>
              <a:tr h="152969">
                <a:tc>
                  <a:txBody>
                    <a:bodyPr/>
                    <a:lstStyle/>
                    <a:p>
                      <a:pPr algn="l"/>
                      <a:r>
                        <a:rPr sz="900" b="0">
                          <a:solidFill>
                            <a:srgbClr val="000000"/>
                          </a:solidFill>
                          <a:latin typeface="Roboto Light"/>
                        </a:rPr>
                        <a:t>Education</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1.87</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5A8AC6"/>
                    </a:solidFill>
                  </a:tcPr>
                </a:tc>
                <a:tc>
                  <a:txBody>
                    <a:bodyPr/>
                    <a:lstStyle/>
                    <a:p>
                      <a:pPr algn="ctr"/>
                      <a:r>
                        <a:rPr sz="900" b="0">
                          <a:solidFill>
                            <a:srgbClr val="000000"/>
                          </a:solidFill>
                          <a:latin typeface="Roboto Light"/>
                        </a:rPr>
                        <a:t>0.16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3DFF1"/>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4F7"/>
                    </a:solidFill>
                  </a:tcPr>
                </a:tc>
                <a:tc>
                  <a:txBody>
                    <a:bodyPr/>
                    <a:lstStyle/>
                    <a:p>
                      <a:pPr algn="ctr"/>
                      <a:r>
                        <a:rPr sz="900" b="0">
                          <a:solidFill>
                            <a:srgbClr val="000000"/>
                          </a:solidFill>
                          <a:latin typeface="Roboto Light"/>
                        </a:rPr>
                        <a:t>-0.11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87173"/>
                    </a:solidFill>
                  </a:tcPr>
                </a:tc>
                <a:tc>
                  <a:txBody>
                    <a:bodyPr/>
                    <a:lstStyle/>
                    <a:p>
                      <a:pPr algn="ctr"/>
                      <a:r>
                        <a:rPr sz="900" b="0">
                          <a:solidFill>
                            <a:srgbClr val="000000"/>
                          </a:solidFill>
                          <a:latin typeface="Roboto Light"/>
                        </a:rPr>
                        <a:t>-0.77</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99FA1"/>
                    </a:solidFill>
                  </a:tcPr>
                </a:tc>
                <a:tc>
                  <a:txBody>
                    <a:bodyPr/>
                    <a:lstStyle/>
                    <a:p>
                      <a:pPr algn="ctr"/>
                      <a:r>
                        <a:rPr sz="900" b="0">
                          <a:solidFill>
                            <a:srgbClr val="000000"/>
                          </a:solidFill>
                          <a:latin typeface="Roboto Light"/>
                        </a:rPr>
                        <a:t>0.09</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5ECF7"/>
                    </a:solidFill>
                  </a:tcPr>
                </a:tc>
                <a:tc>
                  <a:txBody>
                    <a:bodyPr/>
                    <a:lstStyle/>
                    <a:p>
                      <a:pPr algn="ctr"/>
                      <a:r>
                        <a:rPr sz="900" b="0">
                          <a:solidFill>
                            <a:srgbClr val="000000"/>
                          </a:solidFill>
                          <a:latin typeface="Roboto Light"/>
                        </a:rPr>
                        <a:t>-0.07</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98587"/>
                    </a:solidFill>
                  </a:tcPr>
                </a:tc>
                <a:tc>
                  <a:txBody>
                    <a:bodyPr/>
                    <a:lstStyle/>
                    <a:p>
                      <a:pPr algn="ctr"/>
                      <a:r>
                        <a:rPr sz="900" b="0">
                          <a:solidFill>
                            <a:srgbClr val="000000"/>
                          </a:solidFill>
                          <a:latin typeface="Roboto Light"/>
                        </a:rPr>
                        <a:t>-0.14</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9FAFE"/>
                    </a:solidFill>
                  </a:tcPr>
                </a:tc>
                <a:extLst>
                  <a:ext uri="{0D108BD9-81ED-4DB2-BD59-A6C34878D82A}">
                    <a16:rowId xmlns:a16="http://schemas.microsoft.com/office/drawing/2014/main" val="10004"/>
                  </a:ext>
                </a:extLst>
              </a:tr>
              <a:tr h="152969">
                <a:tc>
                  <a:txBody>
                    <a:bodyPr/>
                    <a:lstStyle/>
                    <a:p>
                      <a:pPr algn="l"/>
                      <a:r>
                        <a:rPr sz="900" b="0">
                          <a:solidFill>
                            <a:srgbClr val="000000"/>
                          </a:solidFill>
                          <a:latin typeface="Roboto Light"/>
                        </a:rPr>
                        <a:t>Financials Non-Banks</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1.04</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CFF"/>
                    </a:solidFill>
                  </a:tcPr>
                </a:tc>
                <a:tc>
                  <a:txBody>
                    <a:bodyPr/>
                    <a:lstStyle/>
                    <a:p>
                      <a:pPr algn="ctr"/>
                      <a:r>
                        <a:rPr sz="900" b="0">
                          <a:solidFill>
                            <a:srgbClr val="000000"/>
                          </a:solidFill>
                          <a:latin typeface="Roboto Light"/>
                        </a:rPr>
                        <a:t>-0.04</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E3E6"/>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CFF"/>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3EBF6"/>
                    </a:solidFill>
                  </a:tcPr>
                </a:tc>
                <a:tc>
                  <a:txBody>
                    <a:bodyPr/>
                    <a:lstStyle/>
                    <a:p>
                      <a:pPr algn="ctr"/>
                      <a:r>
                        <a:rPr sz="900" b="0">
                          <a:solidFill>
                            <a:srgbClr val="000000"/>
                          </a:solidFill>
                          <a:latin typeface="Roboto Light"/>
                        </a:rPr>
                        <a:t>-0.24</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9FC"/>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5F8"/>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AF0F9"/>
                    </a:solidFill>
                  </a:tcPr>
                </a:tc>
                <a:tc>
                  <a:txBody>
                    <a:bodyPr/>
                    <a:lstStyle/>
                    <a:p>
                      <a:pPr algn="ctr"/>
                      <a:r>
                        <a:rPr sz="900" b="0">
                          <a:solidFill>
                            <a:srgbClr val="000000"/>
                          </a:solidFill>
                          <a:latin typeface="Roboto Light"/>
                        </a:rPr>
                        <a:t>-0.12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7F8FD"/>
                    </a:solidFill>
                  </a:tcPr>
                </a:tc>
                <a:extLst>
                  <a:ext uri="{0D108BD9-81ED-4DB2-BD59-A6C34878D82A}">
                    <a16:rowId xmlns:a16="http://schemas.microsoft.com/office/drawing/2014/main" val="10005"/>
                  </a:ext>
                </a:extLst>
              </a:tr>
              <a:tr h="152969">
                <a:tc>
                  <a:txBody>
                    <a:bodyPr/>
                    <a:lstStyle/>
                    <a:p>
                      <a:pPr algn="l"/>
                      <a:r>
                        <a:rPr sz="900" b="0">
                          <a:solidFill>
                            <a:srgbClr val="000000"/>
                          </a:solidFill>
                          <a:latin typeface="Roboto Light"/>
                        </a:rPr>
                        <a:t>Food &amp; Beverages</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0.67</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B0B3"/>
                    </a:solidFill>
                  </a:tcPr>
                </a:tc>
                <a:tc>
                  <a:txBody>
                    <a:bodyPr/>
                    <a:lstStyle/>
                    <a:p>
                      <a:pPr algn="ctr"/>
                      <a:r>
                        <a:rPr sz="900" b="0">
                          <a:solidFill>
                            <a:srgbClr val="000000"/>
                          </a:solidFill>
                          <a:latin typeface="Roboto Light"/>
                        </a:rPr>
                        <a:t>-0.22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ADB0"/>
                    </a:solidFill>
                  </a:tcPr>
                </a:tc>
                <a:tc>
                  <a:txBody>
                    <a:bodyPr/>
                    <a:lstStyle/>
                    <a:p>
                      <a:pPr algn="ctr"/>
                      <a:r>
                        <a:rPr sz="900" b="0">
                          <a:solidFill>
                            <a:srgbClr val="000000"/>
                          </a:solidFill>
                          <a:latin typeface="Roboto Light"/>
                        </a:rPr>
                        <a:t>-0.05</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99799"/>
                    </a:solidFill>
                  </a:tcPr>
                </a:tc>
                <a:tc>
                  <a:txBody>
                    <a:bodyPr/>
                    <a:lstStyle/>
                    <a:p>
                      <a:pPr algn="ctr"/>
                      <a:r>
                        <a:rPr sz="900" b="0">
                          <a:solidFill>
                            <a:srgbClr val="000000"/>
                          </a:solidFill>
                          <a:latin typeface="Roboto Light"/>
                        </a:rPr>
                        <a:t>0.03</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A1BCDF"/>
                    </a:solidFill>
                  </a:tcPr>
                </a:tc>
                <a:tc>
                  <a:txBody>
                    <a:bodyPr/>
                    <a:lstStyle/>
                    <a:p>
                      <a:pPr algn="ctr"/>
                      <a:r>
                        <a:rPr sz="900" b="0">
                          <a:solidFill>
                            <a:srgbClr val="000000"/>
                          </a:solidFill>
                          <a:latin typeface="Roboto Light"/>
                        </a:rPr>
                        <a:t>0.30</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7FA4D3"/>
                    </a:solidFill>
                  </a:tcPr>
                </a:tc>
                <a:tc>
                  <a:txBody>
                    <a:bodyPr/>
                    <a:lstStyle/>
                    <a:p>
                      <a:pPr algn="ctr"/>
                      <a:r>
                        <a:rPr sz="900" b="0">
                          <a:solidFill>
                            <a:srgbClr val="000000"/>
                          </a:solidFill>
                          <a:latin typeface="Roboto Light"/>
                        </a:rPr>
                        <a:t>0.02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FBFF"/>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C6D6EC"/>
                    </a:solidFill>
                  </a:tcPr>
                </a:tc>
                <a:tc>
                  <a:txBody>
                    <a:bodyPr/>
                    <a:lstStyle/>
                    <a:p>
                      <a:pPr algn="ctr"/>
                      <a:r>
                        <a:rPr sz="900" b="0">
                          <a:solidFill>
                            <a:srgbClr val="000000"/>
                          </a:solidFill>
                          <a:latin typeface="Roboto Light"/>
                        </a:rPr>
                        <a:t>-0.37</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8696B"/>
                    </a:solidFill>
                  </a:tcPr>
                </a:tc>
                <a:extLst>
                  <a:ext uri="{0D108BD9-81ED-4DB2-BD59-A6C34878D82A}">
                    <a16:rowId xmlns:a16="http://schemas.microsoft.com/office/drawing/2014/main" val="10006"/>
                  </a:ext>
                </a:extLst>
              </a:tr>
              <a:tr h="152969">
                <a:tc>
                  <a:txBody>
                    <a:bodyPr/>
                    <a:lstStyle/>
                    <a:p>
                      <a:pPr algn="l"/>
                      <a:r>
                        <a:rPr sz="900" b="0">
                          <a:solidFill>
                            <a:srgbClr val="000000"/>
                          </a:solidFill>
                          <a:latin typeface="Roboto Light"/>
                        </a:rPr>
                        <a:t>Health Care</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1.22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9E4F3"/>
                    </a:solidFill>
                  </a:tcPr>
                </a:tc>
                <a:tc>
                  <a:txBody>
                    <a:bodyPr/>
                    <a:lstStyle/>
                    <a:p>
                      <a:pPr algn="ctr"/>
                      <a:r>
                        <a:rPr sz="900" b="0">
                          <a:solidFill>
                            <a:srgbClr val="000000"/>
                          </a:solidFill>
                          <a:latin typeface="Roboto Light"/>
                        </a:rPr>
                        <a:t>0.06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7F8FD"/>
                    </a:solidFill>
                  </a:tcPr>
                </a:tc>
                <a:tc>
                  <a:txBody>
                    <a:bodyPr/>
                    <a:lstStyle/>
                    <a:p>
                      <a:pPr algn="ctr"/>
                      <a:r>
                        <a:rPr sz="900" b="0">
                          <a:solidFill>
                            <a:srgbClr val="000000"/>
                          </a:solidFill>
                          <a:latin typeface="Roboto Light"/>
                        </a:rPr>
                        <a:t>0.00</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BE5F3"/>
                    </a:solidFill>
                  </a:tcPr>
                </a:tc>
                <a:tc>
                  <a:txBody>
                    <a:bodyPr/>
                    <a:lstStyle/>
                    <a:p>
                      <a:pPr algn="ctr"/>
                      <a:r>
                        <a:rPr sz="900" b="0">
                          <a:solidFill>
                            <a:srgbClr val="000000"/>
                          </a:solidFill>
                          <a:latin typeface="Roboto Light"/>
                        </a:rPr>
                        <a:t>-0.05</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D5D8"/>
                    </a:solidFill>
                  </a:tcPr>
                </a:tc>
                <a:tc>
                  <a:txBody>
                    <a:bodyPr/>
                    <a:lstStyle/>
                    <a:p>
                      <a:pPr algn="ctr"/>
                      <a:r>
                        <a:rPr sz="900" b="0">
                          <a:solidFill>
                            <a:srgbClr val="000000"/>
                          </a:solidFill>
                          <a:latin typeface="Roboto Light"/>
                        </a:rPr>
                        <a:t>-0.29</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1F4"/>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BFE"/>
                    </a:solidFill>
                  </a:tcPr>
                </a:tc>
                <a:tc>
                  <a:txBody>
                    <a:bodyPr/>
                    <a:lstStyle/>
                    <a:p>
                      <a:pPr algn="ctr"/>
                      <a:r>
                        <a:rPr sz="900" b="0">
                          <a:solidFill>
                            <a:srgbClr val="000000"/>
                          </a:solidFill>
                          <a:latin typeface="Roboto Light"/>
                        </a:rPr>
                        <a:t>-0.04</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C9CB"/>
                    </a:solidFill>
                  </a:tcPr>
                </a:tc>
                <a:tc>
                  <a:txBody>
                    <a:bodyPr/>
                    <a:lstStyle/>
                    <a:p>
                      <a:pPr algn="ctr"/>
                      <a:r>
                        <a:rPr sz="900" b="0">
                          <a:solidFill>
                            <a:srgbClr val="000000"/>
                          </a:solidFill>
                          <a:latin typeface="Roboto Light"/>
                        </a:rPr>
                        <a:t>-0.15</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FCFF"/>
                    </a:solidFill>
                  </a:tcPr>
                </a:tc>
                <a:extLst>
                  <a:ext uri="{0D108BD9-81ED-4DB2-BD59-A6C34878D82A}">
                    <a16:rowId xmlns:a16="http://schemas.microsoft.com/office/drawing/2014/main" val="10007"/>
                  </a:ext>
                </a:extLst>
              </a:tr>
              <a:tr h="152969">
                <a:tc>
                  <a:txBody>
                    <a:bodyPr/>
                    <a:lstStyle/>
                    <a:p>
                      <a:pPr algn="l"/>
                      <a:r>
                        <a:rPr sz="900" b="0">
                          <a:solidFill>
                            <a:srgbClr val="000000"/>
                          </a:solidFill>
                          <a:latin typeface="Roboto Light"/>
                        </a:rPr>
                        <a:t>Homebuilders</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1.56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97B5DB"/>
                    </a:solidFill>
                  </a:tcPr>
                </a:tc>
                <a:tc>
                  <a:txBody>
                    <a:bodyPr/>
                    <a:lstStyle/>
                    <a:p>
                      <a:pPr algn="ctr"/>
                      <a:r>
                        <a:rPr sz="900" b="0">
                          <a:solidFill>
                            <a:srgbClr val="000000"/>
                          </a:solidFill>
                          <a:latin typeface="Roboto Light"/>
                        </a:rPr>
                        <a:t>0.07</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5F7FD"/>
                    </a:solidFill>
                  </a:tcPr>
                </a:tc>
                <a:tc>
                  <a:txBody>
                    <a:bodyPr/>
                    <a:lstStyle/>
                    <a:p>
                      <a:pPr algn="ctr"/>
                      <a:r>
                        <a:rPr sz="900" b="0">
                          <a:solidFill>
                            <a:srgbClr val="000000"/>
                          </a:solidFill>
                          <a:latin typeface="Roboto Light"/>
                        </a:rPr>
                        <a:t>-0.04</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B3B6"/>
                    </a:solidFill>
                  </a:tcPr>
                </a:tc>
                <a:tc>
                  <a:txBody>
                    <a:bodyPr/>
                    <a:lstStyle/>
                    <a:p>
                      <a:pPr algn="ctr"/>
                      <a:r>
                        <a:rPr sz="900" b="0">
                          <a:solidFill>
                            <a:srgbClr val="000000"/>
                          </a:solidFill>
                          <a:latin typeface="Roboto Light"/>
                        </a:rPr>
                        <a:t>-0.12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8696B"/>
                    </a:solidFill>
                  </a:tcPr>
                </a:tc>
                <a:tc>
                  <a:txBody>
                    <a:bodyPr/>
                    <a:lstStyle/>
                    <a:p>
                      <a:pPr algn="ctr"/>
                      <a:r>
                        <a:rPr sz="900" b="0">
                          <a:solidFill>
                            <a:srgbClr val="000000"/>
                          </a:solidFill>
                          <a:latin typeface="Roboto Light"/>
                        </a:rPr>
                        <a:t>-0.80</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99B9D"/>
                    </a:solidFill>
                  </a:tcPr>
                </a:tc>
                <a:tc>
                  <a:txBody>
                    <a:bodyPr/>
                    <a:lstStyle/>
                    <a:p>
                      <a:pPr algn="ctr"/>
                      <a:r>
                        <a:rPr sz="900" b="0">
                          <a:solidFill>
                            <a:srgbClr val="000000"/>
                          </a:solidFill>
                          <a:latin typeface="Roboto Light"/>
                        </a:rPr>
                        <a:t>0.16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CCDAEE"/>
                    </a:solidFill>
                  </a:tcPr>
                </a:tc>
                <a:tc>
                  <a:txBody>
                    <a:bodyPr/>
                    <a:lstStyle/>
                    <a:p>
                      <a:pPr algn="ctr"/>
                      <a:r>
                        <a:rPr sz="900" b="0">
                          <a:solidFill>
                            <a:srgbClr val="000000"/>
                          </a:solidFill>
                          <a:latin typeface="Roboto Light"/>
                        </a:rPr>
                        <a:t>-0.09</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8696B"/>
                    </a:solidFill>
                  </a:tcPr>
                </a:tc>
                <a:tc>
                  <a:txBody>
                    <a:bodyPr/>
                    <a:lstStyle/>
                    <a:p>
                      <a:pPr algn="ctr"/>
                      <a:r>
                        <a:rPr sz="900" b="0">
                          <a:solidFill>
                            <a:srgbClr val="000000"/>
                          </a:solidFill>
                          <a:latin typeface="Roboto Light"/>
                        </a:rPr>
                        <a:t>-0.31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98D8F"/>
                    </a:solidFill>
                  </a:tcPr>
                </a:tc>
                <a:extLst>
                  <a:ext uri="{0D108BD9-81ED-4DB2-BD59-A6C34878D82A}">
                    <a16:rowId xmlns:a16="http://schemas.microsoft.com/office/drawing/2014/main" val="10008"/>
                  </a:ext>
                </a:extLst>
              </a:tr>
              <a:tr h="152969">
                <a:tc>
                  <a:txBody>
                    <a:bodyPr/>
                    <a:lstStyle/>
                    <a:p>
                      <a:pPr algn="l"/>
                      <a:r>
                        <a:rPr sz="900" b="0">
                          <a:solidFill>
                            <a:srgbClr val="000000"/>
                          </a:solidFill>
                          <a:latin typeface="Roboto Light"/>
                        </a:rPr>
                        <a:t>Income Properties</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1.35</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C0D2EA"/>
                    </a:solidFill>
                  </a:tcPr>
                </a:tc>
                <a:tc>
                  <a:txBody>
                    <a:bodyPr/>
                    <a:lstStyle/>
                    <a:p>
                      <a:pPr algn="ctr"/>
                      <a:r>
                        <a:rPr sz="900" b="0">
                          <a:solidFill>
                            <a:srgbClr val="000000"/>
                          </a:solidFill>
                          <a:latin typeface="Roboto Light"/>
                        </a:rPr>
                        <a:t>0.12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3EAF6"/>
                    </a:solidFill>
                  </a:tcPr>
                </a:tc>
                <a:tc>
                  <a:txBody>
                    <a:bodyPr/>
                    <a:lstStyle/>
                    <a:p>
                      <a:pPr algn="ctr"/>
                      <a:r>
                        <a:rPr sz="900" b="0">
                          <a:solidFill>
                            <a:srgbClr val="000000"/>
                          </a:solidFill>
                          <a:latin typeface="Roboto Light"/>
                        </a:rPr>
                        <a:t>-0.03</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D3D6"/>
                    </a:solidFill>
                  </a:tcPr>
                </a:tc>
                <a:tc>
                  <a:txBody>
                    <a:bodyPr/>
                    <a:lstStyle/>
                    <a:p>
                      <a:pPr algn="ctr"/>
                      <a:r>
                        <a:rPr sz="900" b="0">
                          <a:solidFill>
                            <a:srgbClr val="000000"/>
                          </a:solidFill>
                          <a:latin typeface="Roboto Light"/>
                        </a:rPr>
                        <a:t>-0.06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BDC0"/>
                    </a:solidFill>
                  </a:tcPr>
                </a:tc>
                <a:tc>
                  <a:txBody>
                    <a:bodyPr/>
                    <a:lstStyle/>
                    <a:p>
                      <a:pPr algn="ctr"/>
                      <a:r>
                        <a:rPr sz="900" b="0">
                          <a:solidFill>
                            <a:srgbClr val="000000"/>
                          </a:solidFill>
                          <a:latin typeface="Roboto Light"/>
                        </a:rPr>
                        <a:t>-0.52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C9CC"/>
                    </a:solidFill>
                  </a:tcPr>
                </a:tc>
                <a:tc>
                  <a:txBody>
                    <a:bodyPr/>
                    <a:lstStyle/>
                    <a:p>
                      <a:pPr algn="ctr"/>
                      <a:r>
                        <a:rPr sz="900" b="0">
                          <a:solidFill>
                            <a:srgbClr val="000000"/>
                          </a:solidFill>
                          <a:latin typeface="Roboto Light"/>
                        </a:rPr>
                        <a:t>0.05</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0F4FB"/>
                    </a:solidFill>
                  </a:tcPr>
                </a:tc>
                <a:tc>
                  <a:txBody>
                    <a:bodyPr/>
                    <a:lstStyle/>
                    <a:p>
                      <a:pPr algn="ctr"/>
                      <a:r>
                        <a:rPr sz="900" b="0">
                          <a:solidFill>
                            <a:srgbClr val="000000"/>
                          </a:solidFill>
                          <a:latin typeface="Roboto Light"/>
                        </a:rPr>
                        <a:t>-0.06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A2A4"/>
                    </a:solidFill>
                  </a:tcPr>
                </a:tc>
                <a:tc>
                  <a:txBody>
                    <a:bodyPr/>
                    <a:lstStyle/>
                    <a:p>
                      <a:pPr algn="ctr"/>
                      <a:r>
                        <a:rPr sz="900" b="0">
                          <a:solidFill>
                            <a:srgbClr val="000000"/>
                          </a:solidFill>
                          <a:latin typeface="Roboto Light"/>
                        </a:rPr>
                        <a:t>-0.36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86D6F"/>
                    </a:solidFill>
                  </a:tcPr>
                </a:tc>
                <a:extLst>
                  <a:ext uri="{0D108BD9-81ED-4DB2-BD59-A6C34878D82A}">
                    <a16:rowId xmlns:a16="http://schemas.microsoft.com/office/drawing/2014/main" val="10009"/>
                  </a:ext>
                </a:extLst>
              </a:tr>
              <a:tr h="152969">
                <a:tc>
                  <a:txBody>
                    <a:bodyPr/>
                    <a:lstStyle/>
                    <a:p>
                      <a:pPr algn="l"/>
                      <a:r>
                        <a:rPr sz="900" b="0">
                          <a:solidFill>
                            <a:srgbClr val="000000"/>
                          </a:solidFill>
                          <a:latin typeface="Roboto Light"/>
                        </a:rPr>
                        <a:t>Metals &amp; Mining</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0.70</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B6B8"/>
                    </a:solidFill>
                  </a:tcPr>
                </a:tc>
                <a:tc>
                  <a:txBody>
                    <a:bodyPr/>
                    <a:lstStyle/>
                    <a:p>
                      <a:pPr algn="ctr"/>
                      <a:r>
                        <a:rPr sz="900" b="0">
                          <a:solidFill>
                            <a:srgbClr val="000000"/>
                          </a:solidFill>
                          <a:latin typeface="Roboto Light"/>
                        </a:rPr>
                        <a:t>0.50</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5A8AC6"/>
                    </a:solidFill>
                  </a:tcPr>
                </a:tc>
                <a:tc>
                  <a:txBody>
                    <a:bodyPr/>
                    <a:lstStyle/>
                    <a:p>
                      <a:pPr algn="ctr"/>
                      <a:r>
                        <a:rPr sz="900" b="0">
                          <a:solidFill>
                            <a:srgbClr val="000000"/>
                          </a:solidFill>
                          <a:latin typeface="Roboto Light"/>
                        </a:rPr>
                        <a:t>0.00</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CE5F4"/>
                    </a:solidFill>
                  </a:tcPr>
                </a:tc>
                <a:tc>
                  <a:txBody>
                    <a:bodyPr/>
                    <a:lstStyle/>
                    <a:p>
                      <a:pPr algn="ctr"/>
                      <a:r>
                        <a:rPr sz="900" b="0">
                          <a:solidFill>
                            <a:srgbClr val="000000"/>
                          </a:solidFill>
                          <a:latin typeface="Roboto Light"/>
                        </a:rPr>
                        <a:t>0.07</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5A8AC6"/>
                    </a:solidFill>
                  </a:tcPr>
                </a:tc>
                <a:tc>
                  <a:txBody>
                    <a:bodyPr/>
                    <a:lstStyle/>
                    <a:p>
                      <a:pPr algn="ctr"/>
                      <a:r>
                        <a:rPr sz="900" b="0">
                          <a:solidFill>
                            <a:srgbClr val="000000"/>
                          </a:solidFill>
                          <a:latin typeface="Roboto Light"/>
                        </a:rPr>
                        <a:t>0.46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5A8AC6"/>
                    </a:solidFill>
                  </a:tcPr>
                </a:tc>
                <a:tc>
                  <a:txBody>
                    <a:bodyPr/>
                    <a:lstStyle/>
                    <a:p>
                      <a:pPr algn="ctr"/>
                      <a:r>
                        <a:rPr sz="900" b="0" dirty="0">
                          <a:solidFill>
                            <a:srgbClr val="000000"/>
                          </a:solidFill>
                          <a:latin typeface="Roboto Light"/>
                        </a:rPr>
                        <a:t>0.51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5A8AC6"/>
                    </a:solidFill>
                  </a:tcPr>
                </a:tc>
                <a:tc>
                  <a:txBody>
                    <a:bodyPr/>
                    <a:lstStyle/>
                    <a:p>
                      <a:pPr algn="ctr"/>
                      <a:r>
                        <a:rPr sz="900" b="0">
                          <a:solidFill>
                            <a:srgbClr val="000000"/>
                          </a:solidFill>
                          <a:latin typeface="Roboto Light"/>
                        </a:rPr>
                        <a:t>0.02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AFC6E4"/>
                    </a:solidFill>
                  </a:tcPr>
                </a:tc>
                <a:tc>
                  <a:txBody>
                    <a:bodyPr/>
                    <a:lstStyle/>
                    <a:p>
                      <a:pPr algn="ctr"/>
                      <a:r>
                        <a:rPr sz="900" b="0">
                          <a:solidFill>
                            <a:srgbClr val="000000"/>
                          </a:solidFill>
                          <a:latin typeface="Roboto Light"/>
                        </a:rPr>
                        <a:t>-0.03</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9EEF8"/>
                    </a:solidFill>
                  </a:tcPr>
                </a:tc>
                <a:extLst>
                  <a:ext uri="{0D108BD9-81ED-4DB2-BD59-A6C34878D82A}">
                    <a16:rowId xmlns:a16="http://schemas.microsoft.com/office/drawing/2014/main" val="10010"/>
                  </a:ext>
                </a:extLst>
              </a:tr>
              <a:tr h="152969">
                <a:tc>
                  <a:txBody>
                    <a:bodyPr/>
                    <a:lstStyle/>
                    <a:p>
                      <a:pPr algn="l"/>
                      <a:r>
                        <a:rPr sz="900" b="0">
                          <a:solidFill>
                            <a:srgbClr val="000000"/>
                          </a:solidFill>
                          <a:latin typeface="Roboto Light"/>
                        </a:rPr>
                        <a:t>Oil &amp; Gas</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0.72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BBBD"/>
                    </a:solidFill>
                  </a:tcPr>
                </a:tc>
                <a:tc>
                  <a:txBody>
                    <a:bodyPr/>
                    <a:lstStyle/>
                    <a:p>
                      <a:pPr algn="ctr"/>
                      <a:r>
                        <a:rPr sz="900" b="0">
                          <a:solidFill>
                            <a:srgbClr val="000000"/>
                          </a:solidFill>
                          <a:latin typeface="Roboto Light"/>
                        </a:rPr>
                        <a:t>-0.46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8696B"/>
                    </a:solidFill>
                  </a:tcPr>
                </a:tc>
                <a:tc>
                  <a:txBody>
                    <a:bodyPr/>
                    <a:lstStyle/>
                    <a:p>
                      <a:pPr algn="ctr"/>
                      <a:r>
                        <a:rPr sz="900" b="0">
                          <a:solidFill>
                            <a:srgbClr val="000000"/>
                          </a:solidFill>
                          <a:latin typeface="Roboto Light"/>
                        </a:rPr>
                        <a:t>0.05</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D97CD"/>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B4CAE6"/>
                    </a:solidFill>
                  </a:tcPr>
                </a:tc>
                <a:tc>
                  <a:txBody>
                    <a:bodyPr/>
                    <a:lstStyle/>
                    <a:p>
                      <a:pPr algn="ctr"/>
                      <a:r>
                        <a:rPr sz="900" b="0">
                          <a:solidFill>
                            <a:srgbClr val="000000"/>
                          </a:solidFill>
                          <a:latin typeface="Roboto Light"/>
                        </a:rPr>
                        <a:t>0.43</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18FC8"/>
                    </a:solidFill>
                  </a:tcPr>
                </a:tc>
                <a:tc>
                  <a:txBody>
                    <a:bodyPr/>
                    <a:lstStyle/>
                    <a:p>
                      <a:pPr algn="ctr"/>
                      <a:r>
                        <a:rPr sz="900" b="0">
                          <a:solidFill>
                            <a:srgbClr val="000000"/>
                          </a:solidFill>
                          <a:latin typeface="Roboto Light"/>
                        </a:rPr>
                        <a:t>-0.52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8696B"/>
                    </a:solidFill>
                  </a:tcPr>
                </a:tc>
                <a:tc>
                  <a:txBody>
                    <a:bodyPr/>
                    <a:lstStyle/>
                    <a:p>
                      <a:pPr algn="ctr"/>
                      <a:r>
                        <a:rPr sz="900" b="0">
                          <a:solidFill>
                            <a:srgbClr val="000000"/>
                          </a:solidFill>
                          <a:latin typeface="Roboto Light"/>
                        </a:rPr>
                        <a:t>0.05</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5A8AC6"/>
                    </a:solidFill>
                  </a:tcPr>
                </a:tc>
                <a:tc>
                  <a:txBody>
                    <a:bodyPr/>
                    <a:lstStyle/>
                    <a:p>
                      <a:pPr algn="ctr"/>
                      <a:r>
                        <a:rPr sz="900" b="0">
                          <a:solidFill>
                            <a:srgbClr val="000000"/>
                          </a:solidFill>
                          <a:latin typeface="Roboto Light"/>
                        </a:rPr>
                        <a:t>0.89</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5A8AC6"/>
                    </a:solidFill>
                  </a:tcPr>
                </a:tc>
                <a:extLst>
                  <a:ext uri="{0D108BD9-81ED-4DB2-BD59-A6C34878D82A}">
                    <a16:rowId xmlns:a16="http://schemas.microsoft.com/office/drawing/2014/main" val="10011"/>
                  </a:ext>
                </a:extLst>
              </a:tr>
              <a:tr h="152969">
                <a:tc>
                  <a:txBody>
                    <a:bodyPr/>
                    <a:lstStyle/>
                    <a:p>
                      <a:pPr algn="l"/>
                      <a:r>
                        <a:rPr sz="900" b="0">
                          <a:solidFill>
                            <a:srgbClr val="000000"/>
                          </a:solidFill>
                          <a:latin typeface="Roboto Light"/>
                        </a:rPr>
                        <a:t>Pulp &amp; Paper</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0.32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8696B"/>
                    </a:solidFill>
                  </a:tcPr>
                </a:tc>
                <a:tc>
                  <a:txBody>
                    <a:bodyPr/>
                    <a:lstStyle/>
                    <a:p>
                      <a:pPr algn="ctr"/>
                      <a:r>
                        <a:rPr sz="900" b="0">
                          <a:solidFill>
                            <a:srgbClr val="000000"/>
                          </a:solidFill>
                          <a:latin typeface="Roboto Light"/>
                        </a:rPr>
                        <a:t>0.22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BCCFE9"/>
                    </a:solidFill>
                  </a:tcPr>
                </a:tc>
                <a:tc>
                  <a:txBody>
                    <a:bodyPr/>
                    <a:lstStyle/>
                    <a:p>
                      <a:pPr algn="ctr"/>
                      <a:r>
                        <a:rPr sz="900" b="0">
                          <a:solidFill>
                            <a:srgbClr val="000000"/>
                          </a:solidFill>
                          <a:latin typeface="Roboto Light"/>
                        </a:rPr>
                        <a:t>-0.02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DADD"/>
                    </a:solidFill>
                  </a:tcPr>
                </a:tc>
                <a:tc>
                  <a:txBody>
                    <a:bodyPr/>
                    <a:lstStyle/>
                    <a:p>
                      <a:pPr algn="ctr"/>
                      <a:r>
                        <a:rPr sz="900" b="0">
                          <a:solidFill>
                            <a:srgbClr val="000000"/>
                          </a:solidFill>
                          <a:latin typeface="Roboto Light"/>
                        </a:rPr>
                        <a:t>0.04</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85A8D5"/>
                    </a:solidFill>
                  </a:tcPr>
                </a:tc>
                <a:tc>
                  <a:txBody>
                    <a:bodyPr/>
                    <a:lstStyle/>
                    <a:p>
                      <a:pPr algn="ctr"/>
                      <a:r>
                        <a:rPr sz="900" b="0">
                          <a:solidFill>
                            <a:srgbClr val="000000"/>
                          </a:solidFill>
                          <a:latin typeface="Roboto Light"/>
                        </a:rPr>
                        <a:t>0.06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B9CDE7"/>
                    </a:solidFill>
                  </a:tcPr>
                </a:tc>
                <a:tc>
                  <a:txBody>
                    <a:bodyPr/>
                    <a:lstStyle/>
                    <a:p>
                      <a:pPr algn="ctr"/>
                      <a:r>
                        <a:rPr sz="900" b="0">
                          <a:solidFill>
                            <a:srgbClr val="000000"/>
                          </a:solidFill>
                          <a:latin typeface="Roboto Light"/>
                        </a:rPr>
                        <a:t>0.32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98B6DC"/>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B5CAE6"/>
                    </a:solidFill>
                  </a:tcPr>
                </a:tc>
                <a:tc>
                  <a:txBody>
                    <a:bodyPr/>
                    <a:lstStyle/>
                    <a:p>
                      <a:pPr algn="ctr"/>
                      <a:r>
                        <a:rPr sz="900" b="0">
                          <a:solidFill>
                            <a:srgbClr val="000000"/>
                          </a:solidFill>
                          <a:latin typeface="Roboto Light"/>
                        </a:rPr>
                        <a:t>-0.04</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AF0F9"/>
                    </a:solidFill>
                  </a:tcPr>
                </a:tc>
                <a:extLst>
                  <a:ext uri="{0D108BD9-81ED-4DB2-BD59-A6C34878D82A}">
                    <a16:rowId xmlns:a16="http://schemas.microsoft.com/office/drawing/2014/main" val="10012"/>
                  </a:ext>
                </a:extLst>
              </a:tr>
              <a:tr h="152969">
                <a:tc>
                  <a:txBody>
                    <a:bodyPr/>
                    <a:lstStyle/>
                    <a:p>
                      <a:pPr algn="l"/>
                      <a:r>
                        <a:rPr sz="900" b="0">
                          <a:solidFill>
                            <a:srgbClr val="000000"/>
                          </a:solidFill>
                          <a:latin typeface="Roboto Light"/>
                        </a:rPr>
                        <a:t>Retail</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1.38</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BACDE8"/>
                    </a:solidFill>
                  </a:tcPr>
                </a:tc>
                <a:tc>
                  <a:txBody>
                    <a:bodyPr/>
                    <a:lstStyle/>
                    <a:p>
                      <a:pPr algn="ctr"/>
                      <a:r>
                        <a:rPr sz="900" b="0">
                          <a:solidFill>
                            <a:srgbClr val="000000"/>
                          </a:solidFill>
                          <a:latin typeface="Roboto Light"/>
                        </a:rPr>
                        <a:t>0.12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3EBF6"/>
                    </a:solidFill>
                  </a:tcPr>
                </a:tc>
                <a:tc>
                  <a:txBody>
                    <a:bodyPr/>
                    <a:lstStyle/>
                    <a:p>
                      <a:pPr algn="ctr"/>
                      <a:r>
                        <a:rPr sz="900" b="0">
                          <a:solidFill>
                            <a:srgbClr val="000000"/>
                          </a:solidFill>
                          <a:latin typeface="Roboto Light"/>
                        </a:rPr>
                        <a:t>0.00</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FF3FA"/>
                    </a:solidFill>
                  </a:tcPr>
                </a:tc>
                <a:tc>
                  <a:txBody>
                    <a:bodyPr/>
                    <a:lstStyle/>
                    <a:p>
                      <a:pPr algn="ctr"/>
                      <a:r>
                        <a:rPr sz="900" b="0">
                          <a:solidFill>
                            <a:srgbClr val="000000"/>
                          </a:solidFill>
                          <a:latin typeface="Roboto Light"/>
                        </a:rPr>
                        <a:t>-0.06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BEC1"/>
                    </a:solidFill>
                  </a:tcPr>
                </a:tc>
                <a:tc>
                  <a:txBody>
                    <a:bodyPr/>
                    <a:lstStyle/>
                    <a:p>
                      <a:pPr algn="ctr"/>
                      <a:r>
                        <a:rPr sz="900" b="0">
                          <a:solidFill>
                            <a:srgbClr val="000000"/>
                          </a:solidFill>
                          <a:latin typeface="Roboto Light"/>
                        </a:rPr>
                        <a:t>-0.56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C4C6"/>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6F9"/>
                    </a:solidFill>
                  </a:tcPr>
                </a:tc>
                <a:tc>
                  <a:txBody>
                    <a:bodyPr/>
                    <a:lstStyle/>
                    <a:p>
                      <a:pPr algn="ctr"/>
                      <a:r>
                        <a:rPr sz="900" b="0">
                          <a:solidFill>
                            <a:srgbClr val="000000"/>
                          </a:solidFill>
                          <a:latin typeface="Roboto Light"/>
                        </a:rPr>
                        <a:t>-0.05</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BEC0"/>
                    </a:solidFill>
                  </a:tcPr>
                </a:tc>
                <a:tc>
                  <a:txBody>
                    <a:bodyPr/>
                    <a:lstStyle/>
                    <a:p>
                      <a:pPr algn="ctr"/>
                      <a:r>
                        <a:rPr sz="900" b="0">
                          <a:solidFill>
                            <a:srgbClr val="000000"/>
                          </a:solidFill>
                          <a:latin typeface="Roboto Light"/>
                        </a:rPr>
                        <a:t>-0.30</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99A9C"/>
                    </a:solidFill>
                  </a:tcPr>
                </a:tc>
                <a:extLst>
                  <a:ext uri="{0D108BD9-81ED-4DB2-BD59-A6C34878D82A}">
                    <a16:rowId xmlns:a16="http://schemas.microsoft.com/office/drawing/2014/main" val="10013"/>
                  </a:ext>
                </a:extLst>
              </a:tr>
              <a:tr h="152969">
                <a:tc>
                  <a:txBody>
                    <a:bodyPr/>
                    <a:lstStyle/>
                    <a:p>
                      <a:pPr algn="l"/>
                      <a:r>
                        <a:rPr sz="900" b="0">
                          <a:solidFill>
                            <a:srgbClr val="000000"/>
                          </a:solidFill>
                          <a:latin typeface="Roboto Light"/>
                        </a:rPr>
                        <a:t>Sanitation</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1.30</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CAD9ED"/>
                    </a:solidFill>
                  </a:tcPr>
                </a:tc>
                <a:tc>
                  <a:txBody>
                    <a:bodyPr/>
                    <a:lstStyle/>
                    <a:p>
                      <a:pPr algn="ctr"/>
                      <a:r>
                        <a:rPr sz="900" b="0">
                          <a:solidFill>
                            <a:srgbClr val="000000"/>
                          </a:solidFill>
                          <a:latin typeface="Roboto Light"/>
                        </a:rPr>
                        <a:t>-0.07</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DBDD"/>
                    </a:solidFill>
                  </a:tcPr>
                </a:tc>
                <a:tc>
                  <a:txBody>
                    <a:bodyPr/>
                    <a:lstStyle/>
                    <a:p>
                      <a:pPr algn="ctr"/>
                      <a:r>
                        <a:rPr sz="900" b="0">
                          <a:solidFill>
                            <a:srgbClr val="000000"/>
                          </a:solidFill>
                          <a:latin typeface="Roboto Light"/>
                        </a:rPr>
                        <a:t>-0.02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E1E3"/>
                    </a:solidFill>
                  </a:tcPr>
                </a:tc>
                <a:tc>
                  <a:txBody>
                    <a:bodyPr/>
                    <a:lstStyle/>
                    <a:p>
                      <a:pPr algn="ctr"/>
                      <a:r>
                        <a:rPr sz="900" b="0">
                          <a:solidFill>
                            <a:srgbClr val="000000"/>
                          </a:solidFill>
                          <a:latin typeface="Roboto Light"/>
                        </a:rPr>
                        <a:t>-0.03</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0F3"/>
                    </a:solidFill>
                  </a:tcPr>
                </a:tc>
                <a:tc>
                  <a:txBody>
                    <a:bodyPr/>
                    <a:lstStyle/>
                    <a:p>
                      <a:pPr algn="ctr"/>
                      <a:r>
                        <a:rPr sz="900" b="0">
                          <a:solidFill>
                            <a:srgbClr val="000000"/>
                          </a:solidFill>
                          <a:latin typeface="Roboto Light"/>
                        </a:rPr>
                        <a:t>-0.21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8F9FE"/>
                    </a:solidFill>
                  </a:tcPr>
                </a:tc>
                <a:tc>
                  <a:txBody>
                    <a:bodyPr/>
                    <a:lstStyle/>
                    <a:p>
                      <a:pPr algn="ctr"/>
                      <a:r>
                        <a:rPr sz="900" b="0">
                          <a:solidFill>
                            <a:srgbClr val="000000"/>
                          </a:solidFill>
                          <a:latin typeface="Roboto Light"/>
                        </a:rPr>
                        <a:t>-0.14</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D1D4"/>
                    </a:solidFill>
                  </a:tcPr>
                </a:tc>
                <a:tc>
                  <a:txBody>
                    <a:bodyPr/>
                    <a:lstStyle/>
                    <a:p>
                      <a:pPr algn="ctr"/>
                      <a:r>
                        <a:rPr sz="900" b="0">
                          <a:solidFill>
                            <a:srgbClr val="000000"/>
                          </a:solidFill>
                          <a:latin typeface="Roboto Light"/>
                        </a:rPr>
                        <a:t>-0.02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9FC"/>
                    </a:solidFill>
                  </a:tcPr>
                </a:tc>
                <a:tc>
                  <a:txBody>
                    <a:bodyPr/>
                    <a:lstStyle/>
                    <a:p>
                      <a:pPr algn="ctr"/>
                      <a:r>
                        <a:rPr sz="900" b="0">
                          <a:solidFill>
                            <a:srgbClr val="000000"/>
                          </a:solidFill>
                          <a:latin typeface="Roboto Light"/>
                        </a:rPr>
                        <a:t>-0.17</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EEF1"/>
                    </a:solidFill>
                  </a:tcPr>
                </a:tc>
                <a:extLst>
                  <a:ext uri="{0D108BD9-81ED-4DB2-BD59-A6C34878D82A}">
                    <a16:rowId xmlns:a16="http://schemas.microsoft.com/office/drawing/2014/main" val="10014"/>
                  </a:ext>
                </a:extLst>
              </a:tr>
              <a:tr h="152969">
                <a:tc>
                  <a:txBody>
                    <a:bodyPr/>
                    <a:lstStyle/>
                    <a:p>
                      <a:pPr algn="l"/>
                      <a:r>
                        <a:rPr sz="900" b="0">
                          <a:solidFill>
                            <a:srgbClr val="000000"/>
                          </a:solidFill>
                          <a:latin typeface="Roboto Light"/>
                        </a:rPr>
                        <a:t>TMT</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0.83</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D2D4"/>
                    </a:solidFill>
                  </a:tcPr>
                </a:tc>
                <a:tc>
                  <a:txBody>
                    <a:bodyPr/>
                    <a:lstStyle/>
                    <a:p>
                      <a:pPr algn="ctr"/>
                      <a:r>
                        <a:rPr sz="900" b="0">
                          <a:solidFill>
                            <a:srgbClr val="000000"/>
                          </a:solidFill>
                          <a:latin typeface="Roboto Light"/>
                        </a:rPr>
                        <a:t>-0.21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B1B4"/>
                    </a:solidFill>
                  </a:tcPr>
                </a:tc>
                <a:tc>
                  <a:txBody>
                    <a:bodyPr/>
                    <a:lstStyle/>
                    <a:p>
                      <a:pPr algn="ctr"/>
                      <a:r>
                        <a:rPr sz="900" b="0">
                          <a:solidFill>
                            <a:srgbClr val="000000"/>
                          </a:solidFill>
                          <a:latin typeface="Roboto Light"/>
                        </a:rPr>
                        <a:t>-0.07</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8696B"/>
                    </a:solidFill>
                  </a:tcPr>
                </a:tc>
                <a:tc>
                  <a:txBody>
                    <a:bodyPr/>
                    <a:lstStyle/>
                    <a:p>
                      <a:pPr algn="ctr"/>
                      <a:r>
                        <a:rPr sz="900" b="0">
                          <a:solidFill>
                            <a:srgbClr val="000000"/>
                          </a:solidFill>
                          <a:latin typeface="Roboto Light"/>
                        </a:rPr>
                        <a:t>-0.02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FF3FA"/>
                    </a:solidFill>
                  </a:tcPr>
                </a:tc>
                <a:tc>
                  <a:txBody>
                    <a:bodyPr/>
                    <a:lstStyle/>
                    <a:p>
                      <a:pPr algn="ctr"/>
                      <a:r>
                        <a:rPr sz="900" b="0">
                          <a:solidFill>
                            <a:srgbClr val="000000"/>
                          </a:solidFill>
                          <a:latin typeface="Roboto Light"/>
                        </a:rPr>
                        <a:t>-0.35</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E7EA"/>
                    </a:solidFill>
                  </a:tcPr>
                </a:tc>
                <a:tc>
                  <a:txBody>
                    <a:bodyPr/>
                    <a:lstStyle/>
                    <a:p>
                      <a:pPr algn="ctr"/>
                      <a:r>
                        <a:rPr sz="900" b="0">
                          <a:solidFill>
                            <a:srgbClr val="000000"/>
                          </a:solidFill>
                          <a:latin typeface="Roboto Light"/>
                        </a:rPr>
                        <a:t>-0.13</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D5D8"/>
                    </a:solidFill>
                  </a:tcPr>
                </a:tc>
                <a:tc>
                  <a:txBody>
                    <a:bodyPr/>
                    <a:lstStyle/>
                    <a:p>
                      <a:pPr algn="ctr"/>
                      <a:r>
                        <a:rPr sz="900" b="0">
                          <a:solidFill>
                            <a:srgbClr val="000000"/>
                          </a:solidFill>
                          <a:latin typeface="Roboto Light"/>
                        </a:rPr>
                        <a:t>-0.02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CFF"/>
                    </a:solidFill>
                  </a:tcPr>
                </a:tc>
                <a:tc>
                  <a:txBody>
                    <a:bodyPr/>
                    <a:lstStyle/>
                    <a:p>
                      <a:pPr algn="ctr"/>
                      <a:r>
                        <a:rPr sz="900" b="0" dirty="0">
                          <a:solidFill>
                            <a:srgbClr val="000000"/>
                          </a:solidFill>
                          <a:latin typeface="Roboto Light"/>
                        </a:rPr>
                        <a:t>-0.02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7EEF8"/>
                    </a:solidFill>
                  </a:tcPr>
                </a:tc>
                <a:extLst>
                  <a:ext uri="{0D108BD9-81ED-4DB2-BD59-A6C34878D82A}">
                    <a16:rowId xmlns:a16="http://schemas.microsoft.com/office/drawing/2014/main" val="10015"/>
                  </a:ext>
                </a:extLst>
              </a:tr>
              <a:tr h="152969">
                <a:tc>
                  <a:txBody>
                    <a:bodyPr/>
                    <a:lstStyle/>
                    <a:p>
                      <a:pPr algn="l"/>
                      <a:r>
                        <a:rPr sz="900" b="0">
                          <a:solidFill>
                            <a:srgbClr val="000000"/>
                          </a:solidFill>
                          <a:latin typeface="Roboto Light"/>
                        </a:rPr>
                        <a:t>Transportation</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1.61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8DAED8"/>
                    </a:solidFill>
                  </a:tcPr>
                </a:tc>
                <a:tc>
                  <a:txBody>
                    <a:bodyPr/>
                    <a:lstStyle/>
                    <a:p>
                      <a:pPr algn="ctr"/>
                      <a:r>
                        <a:rPr sz="900" b="0">
                          <a:solidFill>
                            <a:srgbClr val="000000"/>
                          </a:solidFill>
                          <a:latin typeface="Roboto Light"/>
                        </a:rPr>
                        <a:t>0.03</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8FB"/>
                    </a:solidFill>
                  </a:tcPr>
                </a:tc>
                <a:tc>
                  <a:txBody>
                    <a:bodyPr/>
                    <a:lstStyle/>
                    <a:p>
                      <a:pPr algn="ctr"/>
                      <a:r>
                        <a:rPr sz="900" b="0">
                          <a:solidFill>
                            <a:srgbClr val="000000"/>
                          </a:solidFill>
                          <a:latin typeface="Roboto Light"/>
                        </a:rPr>
                        <a:t>-0.01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CFF"/>
                    </a:solidFill>
                  </a:tcPr>
                </a:tc>
                <a:tc>
                  <a:txBody>
                    <a:bodyPr/>
                    <a:lstStyle/>
                    <a:p>
                      <a:pPr algn="ctr"/>
                      <a:r>
                        <a:rPr sz="900" b="0">
                          <a:solidFill>
                            <a:srgbClr val="000000"/>
                          </a:solidFill>
                          <a:latin typeface="Roboto Light"/>
                        </a:rPr>
                        <a:t>-0.07</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B1B3"/>
                    </a:solidFill>
                  </a:tcPr>
                </a:tc>
                <a:tc>
                  <a:txBody>
                    <a:bodyPr/>
                    <a:lstStyle/>
                    <a:p>
                      <a:pPr algn="ctr"/>
                      <a:r>
                        <a:rPr sz="900" b="0">
                          <a:solidFill>
                            <a:srgbClr val="000000"/>
                          </a:solidFill>
                          <a:latin typeface="Roboto Light"/>
                        </a:rPr>
                        <a:t>-0.76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A2A4"/>
                    </a:solidFill>
                  </a:tcPr>
                </a:tc>
                <a:tc>
                  <a:txBody>
                    <a:bodyPr/>
                    <a:lstStyle/>
                    <a:p>
                      <a:pPr algn="ctr"/>
                      <a:r>
                        <a:rPr sz="900" b="0">
                          <a:solidFill>
                            <a:srgbClr val="000000"/>
                          </a:solidFill>
                          <a:latin typeface="Roboto Light"/>
                        </a:rPr>
                        <a:t>-0.06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E8EB"/>
                    </a:solidFill>
                  </a:tcPr>
                </a:tc>
                <a:tc>
                  <a:txBody>
                    <a:bodyPr/>
                    <a:lstStyle/>
                    <a:p>
                      <a:pPr algn="ctr"/>
                      <a:r>
                        <a:rPr sz="900" b="0">
                          <a:solidFill>
                            <a:srgbClr val="000000"/>
                          </a:solidFill>
                          <a:latin typeface="Roboto Light"/>
                        </a:rPr>
                        <a:t>-0.07</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98A8C"/>
                    </a:solidFill>
                  </a:tcPr>
                </a:tc>
                <a:tc>
                  <a:txBody>
                    <a:bodyPr/>
                    <a:lstStyle/>
                    <a:p>
                      <a:pPr algn="ctr"/>
                      <a:r>
                        <a:rPr sz="900" b="0">
                          <a:solidFill>
                            <a:srgbClr val="000000"/>
                          </a:solidFill>
                          <a:latin typeface="Roboto Light"/>
                        </a:rPr>
                        <a:t>-0.20</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DCDF"/>
                    </a:solidFill>
                  </a:tcPr>
                </a:tc>
                <a:extLst>
                  <a:ext uri="{0D108BD9-81ED-4DB2-BD59-A6C34878D82A}">
                    <a16:rowId xmlns:a16="http://schemas.microsoft.com/office/drawing/2014/main" val="10016"/>
                  </a:ext>
                </a:extLst>
              </a:tr>
              <a:tr h="152969">
                <a:tc>
                  <a:txBody>
                    <a:bodyPr/>
                    <a:lstStyle/>
                    <a:p>
                      <a:pPr algn="l"/>
                      <a:r>
                        <a:rPr sz="900" b="0">
                          <a:solidFill>
                            <a:srgbClr val="000000"/>
                          </a:solidFill>
                          <a:latin typeface="Roboto Light"/>
                        </a:rPr>
                        <a:t>Utilities &amp; Energy</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a:lstStyle/>
                    <a:p>
                      <a:pPr algn="ctr"/>
                      <a:r>
                        <a:rPr sz="900" b="0">
                          <a:solidFill>
                            <a:srgbClr val="000000"/>
                          </a:solidFill>
                          <a:latin typeface="Roboto Light"/>
                        </a:rPr>
                        <a:t>1.04</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CFF"/>
                    </a:solidFill>
                  </a:tcPr>
                </a:tc>
                <a:tc>
                  <a:txBody>
                    <a:bodyPr/>
                    <a:lstStyle/>
                    <a:p>
                      <a:pPr algn="ctr"/>
                      <a:r>
                        <a:rPr sz="900" b="0">
                          <a:solidFill>
                            <a:srgbClr val="000000"/>
                          </a:solidFill>
                          <a:latin typeface="Roboto Light"/>
                        </a:rPr>
                        <a:t>-0.04</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E4E7"/>
                    </a:solidFill>
                  </a:tcPr>
                </a:tc>
                <a:tc>
                  <a:txBody>
                    <a:bodyPr/>
                    <a:lstStyle/>
                    <a:p>
                      <a:pPr algn="ctr"/>
                      <a:r>
                        <a:rPr sz="900" b="0">
                          <a:solidFill>
                            <a:srgbClr val="000000"/>
                          </a:solidFill>
                          <a:latin typeface="Roboto Light"/>
                        </a:rPr>
                        <a:t>-0.02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DEE1"/>
                    </a:solidFill>
                  </a:tcPr>
                </a:tc>
                <a:tc>
                  <a:txBody>
                    <a:bodyPr/>
                    <a:lstStyle/>
                    <a:p>
                      <a:pPr algn="ctr"/>
                      <a:r>
                        <a:rPr sz="900" b="0">
                          <a:solidFill>
                            <a:srgbClr val="000000"/>
                          </a:solidFill>
                          <a:latin typeface="Roboto Light"/>
                        </a:rPr>
                        <a:t>-0.02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BF0F9"/>
                    </a:solidFill>
                  </a:tcPr>
                </a:tc>
                <a:tc>
                  <a:txBody>
                    <a:bodyPr/>
                    <a:lstStyle/>
                    <a:p>
                      <a:pPr algn="ctr"/>
                      <a:r>
                        <a:rPr sz="900" b="0">
                          <a:solidFill>
                            <a:srgbClr val="000000"/>
                          </a:solidFill>
                          <a:latin typeface="Roboto Light"/>
                        </a:rPr>
                        <a:t>-0.15</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AEFF9"/>
                    </a:solidFill>
                  </a:tcPr>
                </a:tc>
                <a:tc>
                  <a:txBody>
                    <a:bodyPr/>
                    <a:lstStyle/>
                    <a:p>
                      <a:pPr algn="ctr"/>
                      <a:r>
                        <a:rPr sz="900" b="0">
                          <a:solidFill>
                            <a:srgbClr val="000000"/>
                          </a:solidFill>
                          <a:latin typeface="Roboto Light"/>
                        </a:rPr>
                        <a:t>0.04</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4F6FC"/>
                    </a:solidFill>
                  </a:tcPr>
                </a:tc>
                <a:tc>
                  <a:txBody>
                    <a:bodyPr/>
                    <a:lstStyle/>
                    <a:p>
                      <a:pPr algn="ctr"/>
                      <a:r>
                        <a:rPr sz="900" b="0">
                          <a:solidFill>
                            <a:srgbClr val="000000"/>
                          </a:solidFill>
                          <a:latin typeface="Roboto Light"/>
                        </a:rPr>
                        <a:t>-0.02</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CFCFF"/>
                    </a:solidFill>
                  </a:tcPr>
                </a:tc>
                <a:tc>
                  <a:txBody>
                    <a:bodyPr/>
                    <a:lstStyle/>
                    <a:p>
                      <a:pPr algn="ctr"/>
                      <a:r>
                        <a:rPr sz="900" b="0" dirty="0">
                          <a:solidFill>
                            <a:srgbClr val="000000"/>
                          </a:solidFill>
                          <a:latin typeface="Roboto Light"/>
                        </a:rPr>
                        <a:t>-0.27</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AEB0"/>
                    </a:solidFill>
                  </a:tcPr>
                </a:tc>
                <a:extLst>
                  <a:ext uri="{0D108BD9-81ED-4DB2-BD59-A6C34878D82A}">
                    <a16:rowId xmlns:a16="http://schemas.microsoft.com/office/drawing/2014/main" val="10017"/>
                  </a:ext>
                </a:extLst>
              </a:tr>
              <a:tr h="152969">
                <a:tc>
                  <a:txBody>
                    <a:bodyPr/>
                    <a:lstStyle/>
                    <a:p>
                      <a:pPr algn="l"/>
                      <a:r>
                        <a:rPr sz="900" b="0" dirty="0">
                          <a:solidFill>
                            <a:srgbClr val="000000"/>
                          </a:solidFill>
                          <a:latin typeface="Roboto Light"/>
                        </a:rPr>
                        <a:t>Ibovespa</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round/>
                      <a:headEnd type="none" w="med" len="med"/>
                      <a:tailEnd type="none" w="med" len="med"/>
                    </a:lnT>
                    <a:lnB w="9525" cap="flat" cmpd="sng" algn="ctr">
                      <a:solidFill>
                        <a:srgbClr val="000000"/>
                      </a:solidFill>
                      <a:prstDash val="solid"/>
                    </a:lnB>
                    <a:solidFill>
                      <a:srgbClr val="FFFFFF"/>
                    </a:solidFill>
                  </a:tcPr>
                </a:tc>
                <a:tc>
                  <a:txBody>
                    <a:bodyPr/>
                    <a:lstStyle/>
                    <a:p>
                      <a:pPr algn="ctr"/>
                      <a:r>
                        <a:rPr sz="900" b="0">
                          <a:solidFill>
                            <a:srgbClr val="000000"/>
                          </a:solidFill>
                          <a:latin typeface="Roboto Light"/>
                        </a:rPr>
                        <a:t>1.00</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round/>
                      <a:headEnd type="none" w="med" len="med"/>
                      <a:tailEnd type="none" w="med" len="med"/>
                    </a:lnT>
                    <a:lnB w="9525" cap="flat" cmpd="sng" algn="ctr">
                      <a:solidFill>
                        <a:srgbClr val="000000"/>
                      </a:solidFill>
                      <a:prstDash val="solid"/>
                    </a:lnB>
                    <a:solidFill>
                      <a:srgbClr val="FCF4F7"/>
                    </a:solidFill>
                  </a:tcPr>
                </a:tc>
                <a:tc>
                  <a:txBody>
                    <a:bodyPr/>
                    <a:lstStyle/>
                    <a:p>
                      <a:pPr algn="ctr"/>
                      <a:r>
                        <a:rPr sz="900" b="0">
                          <a:solidFill>
                            <a:srgbClr val="000000"/>
                          </a:solidFill>
                          <a:latin typeface="Roboto Light"/>
                        </a:rPr>
                        <a:t>0.28</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round/>
                      <a:headEnd type="none" w="med" len="med"/>
                      <a:tailEnd type="none" w="med" len="med"/>
                    </a:lnT>
                    <a:lnB w="9525" cap="flat" cmpd="sng" algn="ctr">
                      <a:solidFill>
                        <a:srgbClr val="000000"/>
                      </a:solidFill>
                      <a:prstDash val="solid"/>
                    </a:lnB>
                    <a:solidFill>
                      <a:srgbClr val="A9C1E2"/>
                    </a:solidFill>
                  </a:tcPr>
                </a:tc>
                <a:tc>
                  <a:txBody>
                    <a:bodyPr/>
                    <a:lstStyle/>
                    <a:p>
                      <a:pPr algn="ctr"/>
                      <a:r>
                        <a:rPr sz="900" b="0">
                          <a:solidFill>
                            <a:srgbClr val="000000"/>
                          </a:solidFill>
                          <a:latin typeface="Roboto Light"/>
                        </a:rPr>
                        <a:t>0.00</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round/>
                      <a:headEnd type="none" w="med" len="med"/>
                      <a:tailEnd type="none" w="med" len="med"/>
                    </a:lnT>
                    <a:lnB w="9525" cap="flat" cmpd="sng" algn="ctr">
                      <a:solidFill>
                        <a:srgbClr val="000000"/>
                      </a:solidFill>
                      <a:prstDash val="solid"/>
                    </a:lnB>
                    <a:solidFill>
                      <a:srgbClr val="EBF0F9"/>
                    </a:solidFill>
                  </a:tcPr>
                </a:tc>
                <a:tc>
                  <a:txBody>
                    <a:bodyPr/>
                    <a:lstStyle/>
                    <a:p>
                      <a:pPr algn="ctr"/>
                      <a:r>
                        <a:rPr sz="900" b="0">
                          <a:solidFill>
                            <a:srgbClr val="000000"/>
                          </a:solidFill>
                          <a:latin typeface="Roboto Light"/>
                        </a:rPr>
                        <a:t>-0.09</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round/>
                      <a:headEnd type="none" w="med" len="med"/>
                      <a:tailEnd type="none" w="med" len="med"/>
                    </a:lnT>
                    <a:lnB w="9525" cap="flat" cmpd="sng" algn="ctr">
                      <a:solidFill>
                        <a:srgbClr val="000000"/>
                      </a:solidFill>
                      <a:prstDash val="solid"/>
                    </a:lnB>
                    <a:solidFill>
                      <a:srgbClr val="F99395"/>
                    </a:solidFill>
                  </a:tcPr>
                </a:tc>
                <a:tc>
                  <a:txBody>
                    <a:bodyPr/>
                    <a:lstStyle/>
                    <a:p>
                      <a:pPr algn="ctr"/>
                      <a:r>
                        <a:rPr sz="900" b="0">
                          <a:solidFill>
                            <a:srgbClr val="000000"/>
                          </a:solidFill>
                          <a:latin typeface="Roboto Light"/>
                        </a:rPr>
                        <a:t>-1.09</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round/>
                      <a:headEnd type="none" w="med" len="med"/>
                      <a:tailEnd type="none" w="med" len="med"/>
                    </a:lnT>
                    <a:lnB w="9525" cap="flat" cmpd="sng" algn="ctr">
                      <a:solidFill>
                        <a:srgbClr val="000000"/>
                      </a:solidFill>
                      <a:prstDash val="solid"/>
                    </a:lnB>
                    <a:solidFill>
                      <a:srgbClr val="F8696B"/>
                    </a:solidFill>
                  </a:tcPr>
                </a:tc>
                <a:tc>
                  <a:txBody>
                    <a:bodyPr/>
                    <a:lstStyle/>
                    <a:p>
                      <a:pPr algn="ctr"/>
                      <a:r>
                        <a:rPr sz="900" b="0">
                          <a:solidFill>
                            <a:srgbClr val="000000"/>
                          </a:solidFill>
                          <a:latin typeface="Roboto Light"/>
                        </a:rPr>
                        <a:t>0.31</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round/>
                      <a:headEnd type="none" w="med" len="med"/>
                      <a:tailEnd type="none" w="med" len="med"/>
                    </a:lnT>
                    <a:lnB w="9525" cap="flat" cmpd="sng" algn="ctr">
                      <a:solidFill>
                        <a:srgbClr val="000000"/>
                      </a:solidFill>
                      <a:prstDash val="solid"/>
                    </a:lnB>
                    <a:solidFill>
                      <a:srgbClr val="9AB7DD"/>
                    </a:solidFill>
                  </a:tcPr>
                </a:tc>
                <a:tc>
                  <a:txBody>
                    <a:bodyPr/>
                    <a:lstStyle/>
                    <a:p>
                      <a:pPr algn="ctr"/>
                      <a:r>
                        <a:rPr sz="900" b="0">
                          <a:solidFill>
                            <a:srgbClr val="000000"/>
                          </a:solidFill>
                          <a:latin typeface="Roboto Light"/>
                        </a:rPr>
                        <a:t>-0.06</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round/>
                      <a:headEnd type="none" w="med" len="med"/>
                      <a:tailEnd type="none" w="med" len="med"/>
                    </a:lnT>
                    <a:lnB w="9525" cap="flat" cmpd="sng" algn="ctr">
                      <a:solidFill>
                        <a:srgbClr val="000000"/>
                      </a:solidFill>
                      <a:prstDash val="solid"/>
                    </a:lnB>
                    <a:solidFill>
                      <a:srgbClr val="FAA1A3"/>
                    </a:solidFill>
                  </a:tcPr>
                </a:tc>
                <a:tc>
                  <a:txBody>
                    <a:bodyPr/>
                    <a:lstStyle/>
                    <a:p>
                      <a:pPr algn="ctr"/>
                      <a:r>
                        <a:rPr sz="900" b="0" dirty="0">
                          <a:solidFill>
                            <a:srgbClr val="000000"/>
                          </a:solidFill>
                          <a:latin typeface="Roboto Light"/>
                        </a:rPr>
                        <a:t>0.05</a:t>
                      </a:r>
                    </a:p>
                  </a:txBody>
                  <a:tcPr marL="36576" marR="36576" marT="0" marB="0"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round/>
                      <a:headEnd type="none" w="med" len="med"/>
                      <a:tailEnd type="none" w="med" len="med"/>
                    </a:lnT>
                    <a:lnB w="9525" cap="flat" cmpd="sng" algn="ctr">
                      <a:solidFill>
                        <a:srgbClr val="000000"/>
                      </a:solidFill>
                      <a:prstDash val="solid"/>
                    </a:lnB>
                    <a:solidFill>
                      <a:srgbClr val="DDE6F4"/>
                    </a:solidFill>
                  </a:tcPr>
                </a:tc>
                <a:extLst>
                  <a:ext uri="{0D108BD9-81ED-4DB2-BD59-A6C34878D82A}">
                    <a16:rowId xmlns:a16="http://schemas.microsoft.com/office/drawing/2014/main" val="10018"/>
                  </a:ext>
                </a:extLst>
              </a:tr>
            </a:tbl>
          </a:graphicData>
        </a:graphic>
      </p:graphicFrame>
    </p:spTree>
    <p:extLst>
      <p:ext uri="{BB962C8B-B14F-4D97-AF65-F5344CB8AC3E}">
        <p14:creationId xmlns:p14="http://schemas.microsoft.com/office/powerpoint/2010/main" val="1607973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Quadrant 4">
            <a:extLst>
              <a:ext uri="{FF2B5EF4-FFF2-40B4-BE49-F238E27FC236}">
                <a16:creationId xmlns:a16="http://schemas.microsoft.com/office/drawing/2014/main" id="{631B5001-8DEC-544B-07F5-397497F5FB2A}"/>
              </a:ext>
            </a:extLst>
          </p:cNvPr>
          <p:cNvSpPr/>
          <p:nvPr/>
        </p:nvSpPr>
        <p:spPr>
          <a:xfrm>
            <a:off x="3396081" y="3050739"/>
            <a:ext cx="2871718" cy="940762"/>
          </a:xfrm>
          <a:prstGeom prst="rect">
            <a:avLst/>
          </a:prstGeom>
          <a:solidFill>
            <a:srgbClr val="D9D9D9">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1" name="Quadrant 3">
            <a:extLst>
              <a:ext uri="{FF2B5EF4-FFF2-40B4-BE49-F238E27FC236}">
                <a16:creationId xmlns:a16="http://schemas.microsoft.com/office/drawing/2014/main" id="{F6D6ADA7-646F-06C3-CDC3-45BEFB8EE61C}"/>
              </a:ext>
            </a:extLst>
          </p:cNvPr>
          <p:cNvSpPr/>
          <p:nvPr/>
        </p:nvSpPr>
        <p:spPr>
          <a:xfrm>
            <a:off x="1002983" y="3050739"/>
            <a:ext cx="2393098" cy="940762"/>
          </a:xfrm>
          <a:prstGeom prst="rect">
            <a:avLst/>
          </a:prstGeom>
          <a:solidFill>
            <a:srgbClr val="ABAFB1">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9" name="Quadrant 2">
            <a:extLst>
              <a:ext uri="{FF2B5EF4-FFF2-40B4-BE49-F238E27FC236}">
                <a16:creationId xmlns:a16="http://schemas.microsoft.com/office/drawing/2014/main" id="{E9F93A9B-13BF-28A4-829A-9CA7F86733C7}"/>
              </a:ext>
            </a:extLst>
          </p:cNvPr>
          <p:cNvSpPr/>
          <p:nvPr/>
        </p:nvSpPr>
        <p:spPr>
          <a:xfrm>
            <a:off x="3396081" y="2109978"/>
            <a:ext cx="2871718" cy="940762"/>
          </a:xfrm>
          <a:prstGeom prst="rect">
            <a:avLst/>
          </a:prstGeom>
          <a:solidFill>
            <a:srgbClr val="BBD1EC">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7" name="Quadrant 1">
            <a:extLst>
              <a:ext uri="{FF2B5EF4-FFF2-40B4-BE49-F238E27FC236}">
                <a16:creationId xmlns:a16="http://schemas.microsoft.com/office/drawing/2014/main" id="{39F9587F-5AD1-E0CE-FD39-DDDEFE1E1C32}"/>
              </a:ext>
            </a:extLst>
          </p:cNvPr>
          <p:cNvSpPr/>
          <p:nvPr/>
        </p:nvSpPr>
        <p:spPr>
          <a:xfrm>
            <a:off x="1002983" y="2109978"/>
            <a:ext cx="2393098" cy="940762"/>
          </a:xfrm>
          <a:prstGeom prst="rect">
            <a:avLst/>
          </a:prstGeom>
          <a:solidFill>
            <a:srgbClr val="FFE699">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3" name="Text Placeholder 12"/>
          <p:cNvSpPr>
            <a:spLocks noGrp="1"/>
          </p:cNvSpPr>
          <p:nvPr>
            <p:ph type="body" sz="quarter" idx="16"/>
          </p:nvPr>
        </p:nvSpPr>
        <p:spPr/>
        <p:txBody>
          <a:bodyPr/>
          <a:lstStyle/>
          <a:p>
            <a:r>
              <a:rPr lang="pt-BR" dirty="0" err="1"/>
              <a:t>How</a:t>
            </a:r>
            <a:r>
              <a:rPr lang="pt-BR" dirty="0"/>
              <a:t> </a:t>
            </a:r>
            <a:r>
              <a:rPr lang="pt-BR" dirty="0" err="1"/>
              <a:t>to</a:t>
            </a:r>
            <a:r>
              <a:rPr lang="pt-BR" dirty="0"/>
              <a:t> Position?</a:t>
            </a:r>
          </a:p>
        </p:txBody>
      </p:sp>
      <p:sp>
        <p:nvSpPr>
          <p:cNvPr id="14" name="Text Placeholder 13"/>
          <p:cNvSpPr>
            <a:spLocks noGrp="1"/>
          </p:cNvSpPr>
          <p:nvPr>
            <p:ph type="body" sz="quarter" idx="17"/>
          </p:nvPr>
        </p:nvSpPr>
        <p:spPr/>
        <p:txBody>
          <a:bodyPr/>
          <a:lstStyle/>
          <a:p>
            <a:r>
              <a:rPr dirty="0"/>
              <a:t>Mapping </a:t>
            </a:r>
            <a:r>
              <a:rPr dirty="0" err="1"/>
              <a:t>sensitivity</a:t>
            </a:r>
            <a:r>
              <a:rPr dirty="0"/>
              <a:t> </a:t>
            </a:r>
            <a:r>
              <a:rPr dirty="0" err="1"/>
              <a:t>to</a:t>
            </a:r>
            <a:r>
              <a:rPr dirty="0"/>
              <a:t> global </a:t>
            </a:r>
            <a:r>
              <a:rPr dirty="0" err="1"/>
              <a:t>and</a:t>
            </a:r>
            <a:r>
              <a:rPr dirty="0"/>
              <a:t> local drivers</a:t>
            </a:r>
          </a:p>
        </p:txBody>
      </p:sp>
      <p:sp>
        <p:nvSpPr>
          <p:cNvPr id="15" name="Text Placeholder 14"/>
          <p:cNvSpPr>
            <a:spLocks noGrp="1"/>
          </p:cNvSpPr>
          <p:nvPr>
            <p:ph type="body" sz="quarter" idx="31"/>
          </p:nvPr>
        </p:nvSpPr>
        <p:spPr/>
        <p:txBody>
          <a:bodyPr/>
          <a:lstStyle/>
          <a:p>
            <a:r>
              <a:rPr lang="en-US" dirty="0"/>
              <a:t>Source: </a:t>
            </a:r>
            <a:r>
              <a:rPr lang="en-US" dirty="0" err="1"/>
              <a:t>Economatica</a:t>
            </a:r>
            <a:r>
              <a:rPr lang="en-US" dirty="0"/>
              <a:t>, </a:t>
            </a:r>
            <a:r>
              <a:rPr lang="en-US" dirty="0" err="1"/>
              <a:t>Anbima</a:t>
            </a:r>
            <a:r>
              <a:rPr lang="en-US" dirty="0"/>
              <a:t>, XP Research. </a:t>
            </a:r>
            <a:endParaRPr dirty="0"/>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r>
              <a:t>October 30, 2026</a:t>
            </a:r>
            <a:endParaRPr lang="en-US"/>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nvSpPr>
        <p:spPr>
          <a:xfrm>
            <a:off x="384048" y="1498600"/>
            <a:ext cx="6099048"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1: Sector sensitivity to global and domestic drivers</a:t>
            </a:r>
          </a:p>
        </p:txBody>
      </p:sp>
      <p:sp>
        <p:nvSpPr>
          <p:cNvPr id="37" name="TextBox 36"/>
          <p:cNvSpPr txBox="1"/>
          <p:nvPr/>
        </p:nvSpPr>
        <p:spPr>
          <a:xfrm>
            <a:off x="384048" y="1772920"/>
            <a:ext cx="6099048" cy="123111"/>
          </a:xfrm>
          <a:prstGeom prst="rect">
            <a:avLst/>
          </a:prstGeom>
          <a:noFill/>
        </p:spPr>
        <p:txBody>
          <a:bodyPr wrap="square" lIns="0" tIns="0" rIns="0" bIns="0">
            <a:spAutoFit/>
          </a:bodyPr>
          <a:lstStyle/>
          <a:p>
            <a:r>
              <a:rPr sz="800" i="1" dirty="0">
                <a:solidFill>
                  <a:srgbClr val="595959"/>
                </a:solidFill>
                <a:latin typeface="Roboto Light"/>
              </a:rPr>
              <a:t>Average z-score of sector betas to global (x) and domestic (y) drivers</a:t>
            </a:r>
          </a:p>
        </p:txBody>
      </p:sp>
      <p:graphicFrame>
        <p:nvGraphicFramePr>
          <p:cNvPr id="76" name="Chart Chart 16">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3566419560"/>
              </p:ext>
            </p:extLst>
          </p:nvPr>
        </p:nvGraphicFramePr>
        <p:xfrm>
          <a:off x="384048" y="1974088"/>
          <a:ext cx="6099048" cy="2564783"/>
        </p:xfrm>
        <a:graphic>
          <a:graphicData uri="http://schemas.openxmlformats.org/drawingml/2006/chart">
            <c:chart xmlns:c="http://schemas.openxmlformats.org/drawingml/2006/chart" xmlns:r="http://schemas.openxmlformats.org/officeDocument/2006/relationships" r:id="rId2"/>
          </a:graphicData>
        </a:graphic>
      </p:graphicFrame>
      <p:sp>
        <p:nvSpPr>
          <p:cNvPr id="88" name="Quadrant label 1">
            <a:extLst>
              <a:ext uri="{FF2B5EF4-FFF2-40B4-BE49-F238E27FC236}">
                <a16:creationId xmlns:a16="http://schemas.microsoft.com/office/drawing/2014/main" id="{0251C255-CA32-6E7A-EF58-8328472739E7}"/>
              </a:ext>
            </a:extLst>
          </p:cNvPr>
          <p:cNvSpPr txBox="1"/>
          <p:nvPr/>
        </p:nvSpPr>
        <p:spPr>
          <a:xfrm>
            <a:off x="1041083" y="2135378"/>
            <a:ext cx="681277" cy="215444"/>
          </a:xfrm>
          <a:prstGeom prst="rect">
            <a:avLst/>
          </a:prstGeom>
          <a:noFill/>
        </p:spPr>
        <p:txBody>
          <a:bodyPr vert="horz" wrap="none" lIns="0" tIns="0" rIns="0" bIns="0" rtlCol="0">
            <a:spAutoFit/>
          </a:bodyPr>
          <a:lstStyle/>
          <a:p>
            <a:r>
              <a:rPr lang="pt-BR" sz="700">
                <a:solidFill>
                  <a:srgbClr val="C59100"/>
                </a:solidFill>
                <a:latin typeface="Roboto Light" panose="02000000000000000000" pitchFamily="2" charset="0"/>
                <a:ea typeface="Roboto" panose="02000000000000000000" pitchFamily="2" charset="0"/>
                <a:cs typeface="Roboto" panose="02000000000000000000" pitchFamily="2" charset="0"/>
              </a:rPr>
              <a:t>Domestic risk-on,</a:t>
            </a:r>
          </a:p>
          <a:p>
            <a:r>
              <a:rPr lang="pt-BR" sz="700">
                <a:solidFill>
                  <a:srgbClr val="C59100"/>
                </a:solidFill>
                <a:latin typeface="Roboto Light" panose="02000000000000000000" pitchFamily="2" charset="0"/>
                <a:ea typeface="Roboto" panose="02000000000000000000" pitchFamily="2" charset="0"/>
                <a:cs typeface="Roboto" panose="02000000000000000000" pitchFamily="2" charset="0"/>
              </a:rPr>
              <a:t>Global risk-off</a:t>
            </a:r>
            <a:endParaRPr lang="pt-BR" sz="700" dirty="0" err="1">
              <a:solidFill>
                <a:srgbClr val="C59100"/>
              </a:solidFill>
              <a:latin typeface="Roboto Light" panose="02000000000000000000" pitchFamily="2" charset="0"/>
              <a:ea typeface="Roboto" panose="02000000000000000000" pitchFamily="2" charset="0"/>
              <a:cs typeface="Roboto" panose="02000000000000000000" pitchFamily="2" charset="0"/>
            </a:endParaRPr>
          </a:p>
        </p:txBody>
      </p:sp>
      <p:sp>
        <p:nvSpPr>
          <p:cNvPr id="90" name="Quadrant label 2">
            <a:extLst>
              <a:ext uri="{FF2B5EF4-FFF2-40B4-BE49-F238E27FC236}">
                <a16:creationId xmlns:a16="http://schemas.microsoft.com/office/drawing/2014/main" id="{B68FA1FC-D252-5EFB-0A21-85E796D5D64F}"/>
              </a:ext>
            </a:extLst>
          </p:cNvPr>
          <p:cNvSpPr txBox="1"/>
          <p:nvPr/>
        </p:nvSpPr>
        <p:spPr>
          <a:xfrm>
            <a:off x="5548422" y="2135378"/>
            <a:ext cx="681277" cy="215444"/>
          </a:xfrm>
          <a:prstGeom prst="rect">
            <a:avLst/>
          </a:prstGeom>
          <a:noFill/>
        </p:spPr>
        <p:txBody>
          <a:bodyPr vert="horz" wrap="none" lIns="0" tIns="0" rIns="0" bIns="0" rtlCol="0">
            <a:spAutoFit/>
          </a:bodyPr>
          <a:lstStyle/>
          <a:p>
            <a:pPr algn="r"/>
            <a:r>
              <a:rPr lang="pt-BR" sz="700">
                <a:solidFill>
                  <a:srgbClr val="1F2F44"/>
                </a:solidFill>
                <a:latin typeface="Roboto Light" panose="02000000000000000000" pitchFamily="2" charset="0"/>
                <a:ea typeface="Roboto" panose="02000000000000000000" pitchFamily="2" charset="0"/>
                <a:cs typeface="Roboto" panose="02000000000000000000" pitchFamily="2" charset="0"/>
              </a:rPr>
              <a:t>Domestic risk-on,</a:t>
            </a:r>
          </a:p>
          <a:p>
            <a:pPr algn="r"/>
            <a:r>
              <a:rPr lang="pt-BR" sz="700">
                <a:solidFill>
                  <a:srgbClr val="1F2F44"/>
                </a:solidFill>
                <a:latin typeface="Roboto Light" panose="02000000000000000000" pitchFamily="2" charset="0"/>
                <a:ea typeface="Roboto" panose="02000000000000000000" pitchFamily="2" charset="0"/>
                <a:cs typeface="Roboto" panose="02000000000000000000" pitchFamily="2" charset="0"/>
              </a:rPr>
              <a:t>Global risk-on</a:t>
            </a:r>
            <a:endParaRPr lang="pt-BR" sz="700" dirty="0" err="1">
              <a:solidFill>
                <a:srgbClr val="1F2F44"/>
              </a:solidFill>
              <a:latin typeface="Roboto Light" panose="02000000000000000000" pitchFamily="2" charset="0"/>
              <a:ea typeface="Roboto" panose="02000000000000000000" pitchFamily="2" charset="0"/>
              <a:cs typeface="Roboto" panose="02000000000000000000" pitchFamily="2" charset="0"/>
            </a:endParaRPr>
          </a:p>
        </p:txBody>
      </p:sp>
      <p:sp>
        <p:nvSpPr>
          <p:cNvPr id="92" name="Quadrant label 3">
            <a:extLst>
              <a:ext uri="{FF2B5EF4-FFF2-40B4-BE49-F238E27FC236}">
                <a16:creationId xmlns:a16="http://schemas.microsoft.com/office/drawing/2014/main" id="{EF7D2DE5-3A20-5183-6C12-56B54C5EB07D}"/>
              </a:ext>
            </a:extLst>
          </p:cNvPr>
          <p:cNvSpPr txBox="1"/>
          <p:nvPr/>
        </p:nvSpPr>
        <p:spPr>
          <a:xfrm>
            <a:off x="1041083" y="3750657"/>
            <a:ext cx="692497" cy="215444"/>
          </a:xfrm>
          <a:prstGeom prst="rect">
            <a:avLst/>
          </a:prstGeom>
          <a:noFill/>
        </p:spPr>
        <p:txBody>
          <a:bodyPr vert="horz" wrap="none" lIns="0" tIns="0" rIns="0" bIns="0" rtlCol="0">
            <a:spAutoFit/>
          </a:bodyPr>
          <a:lstStyle/>
          <a:p>
            <a:r>
              <a:rPr lang="pt-BR" sz="700">
                <a:solidFill>
                  <a:srgbClr val="18191A"/>
                </a:solidFill>
                <a:latin typeface="Roboto Light" panose="02000000000000000000" pitchFamily="2" charset="0"/>
                <a:ea typeface="Roboto" panose="02000000000000000000" pitchFamily="2" charset="0"/>
                <a:cs typeface="Roboto" panose="02000000000000000000" pitchFamily="2" charset="0"/>
              </a:rPr>
              <a:t>Domestic risk-off,</a:t>
            </a:r>
          </a:p>
          <a:p>
            <a:r>
              <a:rPr lang="pt-BR" sz="700">
                <a:solidFill>
                  <a:srgbClr val="18191A"/>
                </a:solidFill>
                <a:latin typeface="Roboto Light" panose="02000000000000000000" pitchFamily="2" charset="0"/>
                <a:ea typeface="Roboto" panose="02000000000000000000" pitchFamily="2" charset="0"/>
                <a:cs typeface="Roboto" panose="02000000000000000000" pitchFamily="2" charset="0"/>
              </a:rPr>
              <a:t>Global risk-off</a:t>
            </a:r>
            <a:endParaRPr lang="pt-BR" sz="700" dirty="0" err="1">
              <a:solidFill>
                <a:srgbClr val="18191A"/>
              </a:solidFill>
              <a:latin typeface="Roboto Light" panose="02000000000000000000" pitchFamily="2" charset="0"/>
              <a:ea typeface="Roboto" panose="02000000000000000000" pitchFamily="2" charset="0"/>
              <a:cs typeface="Roboto" panose="02000000000000000000" pitchFamily="2" charset="0"/>
            </a:endParaRPr>
          </a:p>
        </p:txBody>
      </p:sp>
      <p:sp>
        <p:nvSpPr>
          <p:cNvPr id="94" name="Quadrant label 4">
            <a:extLst>
              <a:ext uri="{FF2B5EF4-FFF2-40B4-BE49-F238E27FC236}">
                <a16:creationId xmlns:a16="http://schemas.microsoft.com/office/drawing/2014/main" id="{915F9579-6405-F35D-CCF7-3E1B208242ED}"/>
              </a:ext>
            </a:extLst>
          </p:cNvPr>
          <p:cNvSpPr txBox="1"/>
          <p:nvPr/>
        </p:nvSpPr>
        <p:spPr>
          <a:xfrm>
            <a:off x="5537202" y="3750657"/>
            <a:ext cx="692497" cy="215444"/>
          </a:xfrm>
          <a:prstGeom prst="rect">
            <a:avLst/>
          </a:prstGeom>
          <a:noFill/>
        </p:spPr>
        <p:txBody>
          <a:bodyPr vert="horz" wrap="none" lIns="0" tIns="0" rIns="0" bIns="0" rtlCol="0">
            <a:spAutoFit/>
          </a:bodyPr>
          <a:lstStyle/>
          <a:p>
            <a:pPr algn="r"/>
            <a:r>
              <a:rPr lang="pt-BR" sz="700">
                <a:solidFill>
                  <a:srgbClr val="7F7F7F"/>
                </a:solidFill>
                <a:latin typeface="Roboto Light" panose="02000000000000000000" pitchFamily="2" charset="0"/>
                <a:ea typeface="Roboto" panose="02000000000000000000" pitchFamily="2" charset="0"/>
                <a:cs typeface="Roboto" panose="02000000000000000000" pitchFamily="2" charset="0"/>
              </a:rPr>
              <a:t>Domestic risk-off,</a:t>
            </a:r>
          </a:p>
          <a:p>
            <a:pPr algn="r"/>
            <a:r>
              <a:rPr lang="pt-BR" sz="700">
                <a:solidFill>
                  <a:srgbClr val="7F7F7F"/>
                </a:solidFill>
                <a:latin typeface="Roboto Light" panose="02000000000000000000" pitchFamily="2" charset="0"/>
                <a:ea typeface="Roboto" panose="02000000000000000000" pitchFamily="2" charset="0"/>
                <a:cs typeface="Roboto" panose="02000000000000000000" pitchFamily="2" charset="0"/>
              </a:rPr>
              <a:t>Global risk-on</a:t>
            </a:r>
            <a:endParaRPr lang="pt-BR" sz="700" dirty="0" err="1">
              <a:solidFill>
                <a:srgbClr val="7F7F7F"/>
              </a:solidFill>
              <a:latin typeface="Roboto Light" panose="02000000000000000000" pitchFamily="2" charset="0"/>
              <a:ea typeface="Roboto" panose="02000000000000000000" pitchFamily="2" charset="0"/>
              <a:cs typeface="Roboto" panose="02000000000000000000" pitchFamily="2" charset="0"/>
            </a:endParaRPr>
          </a:p>
        </p:txBody>
      </p:sp>
      <p:sp>
        <p:nvSpPr>
          <p:cNvPr id="4" name="Espaço Reservado para Conteúdo 14">
            <a:extLst>
              <a:ext uri="{FF2B5EF4-FFF2-40B4-BE49-F238E27FC236}">
                <a16:creationId xmlns:a16="http://schemas.microsoft.com/office/drawing/2014/main" id="{55B1AEBF-1FAB-D725-DA88-DA49B6E19A75}"/>
              </a:ext>
            </a:extLst>
          </p:cNvPr>
          <p:cNvSpPr>
            <a:spLocks noGrp="1"/>
          </p:cNvSpPr>
          <p:nvPr/>
        </p:nvSpPr>
        <p:spPr>
          <a:xfrm>
            <a:off x="384048" y="4716671"/>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2: Sector betas to the Ibovespa</a:t>
            </a:r>
          </a:p>
        </p:txBody>
      </p:sp>
      <p:sp>
        <p:nvSpPr>
          <p:cNvPr id="6" name="Espaço Reservado para Conteúdo 14">
            <a:extLst>
              <a:ext uri="{FF2B5EF4-FFF2-40B4-BE49-F238E27FC236}">
                <a16:creationId xmlns:a16="http://schemas.microsoft.com/office/drawing/2014/main" id="{FBC955A7-DAC6-40F2-8DC6-B479DC04C9DF}"/>
              </a:ext>
            </a:extLst>
          </p:cNvPr>
          <p:cNvSpPr>
            <a:spLocks noGrp="1"/>
          </p:cNvSpPr>
          <p:nvPr/>
        </p:nvSpPr>
        <p:spPr>
          <a:xfrm>
            <a:off x="3557016" y="4716671"/>
            <a:ext cx="2926080"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Chart 3: Sector betas to USD/BRL</a:t>
            </a:r>
          </a:p>
        </p:txBody>
      </p:sp>
      <p:graphicFrame>
        <p:nvGraphicFramePr>
          <p:cNvPr id="8" name="Chart Chart 17">
            <a:extLst>
              <a:ext uri="{FF2B5EF4-FFF2-40B4-BE49-F238E27FC236}">
                <a16:creationId xmlns:a16="http://schemas.microsoft.com/office/drawing/2014/main" id="{9D40D6BB-1806-5688-4F20-034B308258AD}"/>
              </a:ext>
            </a:extLst>
          </p:cNvPr>
          <p:cNvGraphicFramePr>
            <a:graphicFrameLocks/>
          </p:cNvGraphicFramePr>
          <p:nvPr>
            <p:extLst>
              <p:ext uri="{D42A27DB-BD31-4B8C-83A1-F6EECF244321}">
                <p14:modId xmlns:p14="http://schemas.microsoft.com/office/powerpoint/2010/main" val="1928467106"/>
              </p:ext>
            </p:extLst>
          </p:nvPr>
        </p:nvGraphicFramePr>
        <p:xfrm>
          <a:off x="384048" y="5187189"/>
          <a:ext cx="2926080" cy="423621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Chart 18">
            <a:extLst>
              <a:ext uri="{FF2B5EF4-FFF2-40B4-BE49-F238E27FC236}">
                <a16:creationId xmlns:a16="http://schemas.microsoft.com/office/drawing/2014/main" id="{5B1E7D50-4A90-DA43-7CE6-F75BA440045E}"/>
              </a:ext>
            </a:extLst>
          </p:cNvPr>
          <p:cNvGraphicFramePr>
            <a:graphicFrameLocks/>
          </p:cNvGraphicFramePr>
          <p:nvPr>
            <p:extLst>
              <p:ext uri="{D42A27DB-BD31-4B8C-83A1-F6EECF244321}">
                <p14:modId xmlns:p14="http://schemas.microsoft.com/office/powerpoint/2010/main" val="1567899803"/>
              </p:ext>
            </p:extLst>
          </p:nvPr>
        </p:nvGraphicFramePr>
        <p:xfrm>
          <a:off x="3557016" y="5187189"/>
          <a:ext cx="2926080" cy="423621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10581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a:xfrm>
            <a:off x="384048" y="1499616"/>
            <a:ext cx="6099048" cy="1394659"/>
          </a:xfrm>
          <a:noFill/>
        </p:spPr>
        <p:txBody>
          <a:bodyPr/>
          <a:lstStyle/>
          <a:p>
            <a:endParaRPr dirty="0"/>
          </a:p>
        </p:txBody>
      </p:sp>
      <p:sp>
        <p:nvSpPr>
          <p:cNvPr id="13" name="Text Placeholder 12"/>
          <p:cNvSpPr>
            <a:spLocks noGrp="1"/>
          </p:cNvSpPr>
          <p:nvPr>
            <p:ph type="body" sz="quarter" idx="16"/>
          </p:nvPr>
        </p:nvSpPr>
        <p:spPr/>
        <p:txBody>
          <a:bodyPr/>
          <a:lstStyle/>
          <a:p>
            <a:r>
              <a:rPr lang="pt-BR" dirty="0" err="1"/>
              <a:t>How</a:t>
            </a:r>
            <a:r>
              <a:rPr lang="pt-BR" dirty="0"/>
              <a:t> </a:t>
            </a:r>
            <a:r>
              <a:rPr lang="pt-BR" dirty="0" err="1"/>
              <a:t>to</a:t>
            </a:r>
            <a:r>
              <a:rPr lang="pt-BR" dirty="0"/>
              <a:t> Position?</a:t>
            </a:r>
          </a:p>
        </p:txBody>
      </p:sp>
      <p:sp>
        <p:nvSpPr>
          <p:cNvPr id="14" name="Text Placeholder 13"/>
          <p:cNvSpPr>
            <a:spLocks noGrp="1"/>
          </p:cNvSpPr>
          <p:nvPr>
            <p:ph type="body" sz="quarter" idx="17"/>
          </p:nvPr>
        </p:nvSpPr>
        <p:spPr/>
        <p:txBody>
          <a:bodyPr/>
          <a:lstStyle/>
          <a:p>
            <a:r>
              <a:rPr lang="en-US" dirty="0"/>
              <a:t>Quality still mattered within sectors</a:t>
            </a:r>
            <a:endParaRPr dirty="0"/>
          </a:p>
        </p:txBody>
      </p:sp>
      <p:sp>
        <p:nvSpPr>
          <p:cNvPr id="15" name="Text Placeholder 14"/>
          <p:cNvSpPr>
            <a:spLocks noGrp="1"/>
          </p:cNvSpPr>
          <p:nvPr>
            <p:ph type="body" sz="quarter" idx="31"/>
          </p:nvPr>
        </p:nvSpPr>
        <p:spPr/>
        <p:txBody>
          <a:bodyPr/>
          <a:lstStyle/>
          <a:p>
            <a:r>
              <a:rPr lang="en-US" dirty="0"/>
              <a:t>Source: </a:t>
            </a:r>
            <a:r>
              <a:rPr lang="en-US" dirty="0" err="1"/>
              <a:t>Economatica</a:t>
            </a:r>
            <a:r>
              <a:rPr lang="en-US" dirty="0"/>
              <a:t>, B3, XP Research. </a:t>
            </a:r>
            <a:endParaRPr dirty="0"/>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r>
              <a:t>October 30, 2026</a:t>
            </a:r>
            <a:endParaRPr lang="en-US"/>
          </a:p>
        </p:txBody>
      </p:sp>
      <p:sp>
        <p:nvSpPr>
          <p:cNvPr id="5" name="Espaço Reservado para Conteúdo 14">
            <a:extLst>
              <a:ext uri="{FF2B5EF4-FFF2-40B4-BE49-F238E27FC236}">
                <a16:creationId xmlns:a16="http://schemas.microsoft.com/office/drawing/2014/main" id="{F07071E5-D8C7-4EF1-ECF6-11F2DF52B51F}"/>
              </a:ext>
            </a:extLst>
          </p:cNvPr>
          <p:cNvSpPr>
            <a:spLocks noGrp="1"/>
          </p:cNvSpPr>
          <p:nvPr/>
        </p:nvSpPr>
        <p:spPr>
          <a:xfrm>
            <a:off x="384048" y="3076241"/>
            <a:ext cx="609904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en-US" dirty="0"/>
              <a:t>Chart 2: Return on Oct 26, higher- vs. lower-quality half within each sector</a:t>
            </a:r>
            <a:endParaRPr lang="pt-BR" dirty="0"/>
          </a:p>
        </p:txBody>
      </p:sp>
      <p:sp>
        <p:nvSpPr>
          <p:cNvPr id="6" name="Espaço Reservado para Conteúdo 14">
            <a:extLst>
              <a:ext uri="{FF2B5EF4-FFF2-40B4-BE49-F238E27FC236}">
                <a16:creationId xmlns:a16="http://schemas.microsoft.com/office/drawing/2014/main" id="{BC77A021-12EA-2BD9-94E7-EF826B6FA7DB}"/>
              </a:ext>
            </a:extLst>
          </p:cNvPr>
          <p:cNvSpPr>
            <a:spLocks noGrp="1"/>
          </p:cNvSpPr>
          <p:nvPr/>
        </p:nvSpPr>
        <p:spPr>
          <a:xfrm>
            <a:off x="384048" y="5445202"/>
            <a:ext cx="6099048" cy="2468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en-US" dirty="0"/>
              <a:t>Table 1:</a:t>
            </a:r>
            <a:endParaRPr lang="pt-BR" dirty="0"/>
          </a:p>
        </p:txBody>
      </p:sp>
      <p:graphicFrame>
        <p:nvGraphicFramePr>
          <p:cNvPr id="70" name="Chart Q2d">
            <a:extLst>
              <a:ext uri="{FF2B5EF4-FFF2-40B4-BE49-F238E27FC236}">
                <a16:creationId xmlns:a16="http://schemas.microsoft.com/office/drawing/2014/main" id="{00000000-0008-0000-0900-000002000000}"/>
              </a:ext>
            </a:extLst>
          </p:cNvPr>
          <p:cNvGraphicFramePr>
            <a:graphicFrameLocks/>
          </p:cNvGraphicFramePr>
          <p:nvPr>
            <p:extLst>
              <p:ext uri="{D42A27DB-BD31-4B8C-83A1-F6EECF244321}">
                <p14:modId xmlns:p14="http://schemas.microsoft.com/office/powerpoint/2010/main" val="3869962507"/>
              </p:ext>
            </p:extLst>
          </p:nvPr>
        </p:nvGraphicFramePr>
        <p:xfrm>
          <a:off x="384048" y="3377992"/>
          <a:ext cx="6099048" cy="20116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3" name="Table 1 Analysts names">
            <a:extLst>
              <a:ext uri="{FF2B5EF4-FFF2-40B4-BE49-F238E27FC236}">
                <a16:creationId xmlns:a16="http://schemas.microsoft.com/office/drawing/2014/main" id="{95BA109A-CF3E-F801-EE19-DE5B00995487}"/>
              </a:ext>
            </a:extLst>
          </p:cNvPr>
          <p:cNvGraphicFramePr>
            <a:graphicFrameLocks noGrp="1"/>
          </p:cNvGraphicFramePr>
          <p:nvPr>
            <p:extLst>
              <p:ext uri="{D42A27DB-BD31-4B8C-83A1-F6EECF244321}">
                <p14:modId xmlns:p14="http://schemas.microsoft.com/office/powerpoint/2010/main" val="2773128536"/>
              </p:ext>
            </p:extLst>
          </p:nvPr>
        </p:nvGraphicFramePr>
        <p:xfrm>
          <a:off x="380999" y="5755590"/>
          <a:ext cx="6099047" cy="3633800"/>
        </p:xfrm>
        <a:graphic>
          <a:graphicData uri="http://schemas.openxmlformats.org/drawingml/2006/table">
            <a:tbl>
              <a:tblPr>
                <a:tableStyleId>{2D5ABB26-0587-4C30-8999-92F81FD0307C}</a:tableStyleId>
              </a:tblPr>
              <a:tblGrid>
                <a:gridCol w="582321">
                  <a:extLst>
                    <a:ext uri="{9D8B030D-6E8A-4147-A177-3AD203B41FA5}">
                      <a16:colId xmlns:a16="http://schemas.microsoft.com/office/drawing/2014/main" val="20000"/>
                    </a:ext>
                  </a:extLst>
                </a:gridCol>
                <a:gridCol w="950103">
                  <a:extLst>
                    <a:ext uri="{9D8B030D-6E8A-4147-A177-3AD203B41FA5}">
                      <a16:colId xmlns:a16="http://schemas.microsoft.com/office/drawing/2014/main" val="20001"/>
                    </a:ext>
                  </a:extLst>
                </a:gridCol>
                <a:gridCol w="1072697">
                  <a:extLst>
                    <a:ext uri="{9D8B030D-6E8A-4147-A177-3AD203B41FA5}">
                      <a16:colId xmlns:a16="http://schemas.microsoft.com/office/drawing/2014/main" val="20002"/>
                    </a:ext>
                  </a:extLst>
                </a:gridCol>
                <a:gridCol w="674267">
                  <a:extLst>
                    <a:ext uri="{9D8B030D-6E8A-4147-A177-3AD203B41FA5}">
                      <a16:colId xmlns:a16="http://schemas.microsoft.com/office/drawing/2014/main" val="20003"/>
                    </a:ext>
                  </a:extLst>
                </a:gridCol>
                <a:gridCol w="582321">
                  <a:extLst>
                    <a:ext uri="{9D8B030D-6E8A-4147-A177-3AD203B41FA5}">
                      <a16:colId xmlns:a16="http://schemas.microsoft.com/office/drawing/2014/main" val="20004"/>
                    </a:ext>
                  </a:extLst>
                </a:gridCol>
                <a:gridCol w="919454">
                  <a:extLst>
                    <a:ext uri="{9D8B030D-6E8A-4147-A177-3AD203B41FA5}">
                      <a16:colId xmlns:a16="http://schemas.microsoft.com/office/drawing/2014/main" val="20006"/>
                    </a:ext>
                  </a:extLst>
                </a:gridCol>
                <a:gridCol w="582321">
                  <a:extLst>
                    <a:ext uri="{9D8B030D-6E8A-4147-A177-3AD203B41FA5}">
                      <a16:colId xmlns:a16="http://schemas.microsoft.com/office/drawing/2014/main" val="20007"/>
                    </a:ext>
                  </a:extLst>
                </a:gridCol>
                <a:gridCol w="735563">
                  <a:extLst>
                    <a:ext uri="{9D8B030D-6E8A-4147-A177-3AD203B41FA5}">
                      <a16:colId xmlns:a16="http://schemas.microsoft.com/office/drawing/2014/main" val="20008"/>
                    </a:ext>
                  </a:extLst>
                </a:gridCol>
              </a:tblGrid>
              <a:tr h="177800">
                <a:tc>
                  <a:txBody>
                    <a:bodyPr/>
                    <a:lstStyle/>
                    <a:p>
                      <a:pPr algn="l"/>
                      <a:r>
                        <a:rPr sz="800" b="1" dirty="0">
                          <a:solidFill>
                            <a:srgbClr val="FFFFFF"/>
                          </a:solidFill>
                          <a:latin typeface="Roboto"/>
                        </a:rPr>
                        <a:t>Ticker</a:t>
                      </a:r>
                    </a:p>
                  </a:txBody>
                  <a:tcPr marL="35560" marR="35560" marT="5080" marB="5080" anchor="ctr">
                    <a:solidFill>
                      <a:srgbClr val="1F2F44"/>
                    </a:solidFill>
                  </a:tcPr>
                </a:tc>
                <a:tc>
                  <a:txBody>
                    <a:bodyPr/>
                    <a:lstStyle/>
                    <a:p>
                      <a:pPr algn="l"/>
                      <a:r>
                        <a:rPr sz="800" b="1" dirty="0">
                          <a:solidFill>
                            <a:srgbClr val="FFFFFF"/>
                          </a:solidFill>
                          <a:latin typeface="Roboto"/>
                        </a:rPr>
                        <a:t>Company</a:t>
                      </a:r>
                    </a:p>
                  </a:txBody>
                  <a:tcPr marL="35560" marR="35560" marT="5080" marB="5080" anchor="ctr">
                    <a:solidFill>
                      <a:srgbClr val="1F2F44"/>
                    </a:solidFill>
                  </a:tcPr>
                </a:tc>
                <a:tc>
                  <a:txBody>
                    <a:bodyPr/>
                    <a:lstStyle/>
                    <a:p>
                      <a:pPr algn="l"/>
                      <a:r>
                        <a:rPr sz="800" b="1">
                          <a:solidFill>
                            <a:srgbClr val="FFFFFF"/>
                          </a:solidFill>
                          <a:latin typeface="Roboto"/>
                        </a:rPr>
                        <a:t>Sector</a:t>
                      </a:r>
                    </a:p>
                  </a:txBody>
                  <a:tcPr marL="35560" marR="35560" marT="5080" marB="5080" anchor="ctr">
                    <a:solidFill>
                      <a:srgbClr val="1F2F44"/>
                    </a:solidFill>
                  </a:tcPr>
                </a:tc>
                <a:tc>
                  <a:txBody>
                    <a:bodyPr/>
                    <a:lstStyle/>
                    <a:p>
                      <a:pPr algn="ctr"/>
                      <a:r>
                        <a:rPr sz="800" b="1">
                          <a:solidFill>
                            <a:srgbClr val="FFFFFF"/>
                          </a:solidFill>
                          <a:latin typeface="Roboto"/>
                        </a:rPr>
                        <a:t>WTD return</a:t>
                      </a:r>
                    </a:p>
                  </a:txBody>
                  <a:tcPr marL="35560" marR="35560" marT="5080" marB="5080" anchor="ctr">
                    <a:solidFill>
                      <a:srgbClr val="1F2F44"/>
                    </a:solidFill>
                  </a:tcPr>
                </a:tc>
                <a:tc>
                  <a:txBody>
                    <a:bodyPr/>
                    <a:lstStyle/>
                    <a:p>
                      <a:pPr algn="ctr"/>
                      <a:r>
                        <a:rPr sz="800" b="1">
                          <a:solidFill>
                            <a:srgbClr val="FFFFFF"/>
                          </a:solidFill>
                          <a:latin typeface="Roboto"/>
                        </a:rPr>
                        <a:t>Quality</a:t>
                      </a:r>
                    </a:p>
                  </a:txBody>
                  <a:tcPr marL="35560" marR="35560" marT="5080" marB="5080" anchor="ctr">
                    <a:solidFill>
                      <a:srgbClr val="1F2F44"/>
                    </a:solidFill>
                  </a:tcPr>
                </a:tc>
                <a:tc>
                  <a:txBody>
                    <a:bodyPr/>
                    <a:lstStyle/>
                    <a:p>
                      <a:pPr algn="ctr"/>
                      <a:r>
                        <a:rPr sz="800" b="1" dirty="0">
                          <a:solidFill>
                            <a:srgbClr val="FFFFFF"/>
                          </a:solidFill>
                          <a:latin typeface="Roboto"/>
                        </a:rPr>
                        <a:t>ND/EBITDA 27E</a:t>
                      </a:r>
                    </a:p>
                  </a:txBody>
                  <a:tcPr marL="35560" marR="35560" marT="5080" marB="5080" anchor="ctr">
                    <a:solidFill>
                      <a:srgbClr val="1F2F44"/>
                    </a:solidFill>
                  </a:tcPr>
                </a:tc>
                <a:tc>
                  <a:txBody>
                    <a:bodyPr/>
                    <a:lstStyle/>
                    <a:p>
                      <a:pPr algn="ctr"/>
                      <a:r>
                        <a:rPr sz="800" b="1">
                          <a:solidFill>
                            <a:srgbClr val="FFFFFF"/>
                          </a:solidFill>
                          <a:latin typeface="Roboto"/>
                        </a:rPr>
                        <a:t>P/E 27E</a:t>
                      </a:r>
                    </a:p>
                  </a:txBody>
                  <a:tcPr marL="35560" marR="35560" marT="5080" marB="5080" anchor="ctr">
                    <a:solidFill>
                      <a:srgbClr val="1F2F44"/>
                    </a:solidFill>
                  </a:tcPr>
                </a:tc>
                <a:tc>
                  <a:txBody>
                    <a:bodyPr/>
                    <a:lstStyle/>
                    <a:p>
                      <a:pPr algn="ctr"/>
                      <a:r>
                        <a:rPr sz="800" b="1">
                          <a:solidFill>
                            <a:srgbClr val="FFFFFF"/>
                          </a:solidFill>
                          <a:latin typeface="Roboto"/>
                        </a:rPr>
                        <a:t>EPS rev. 3M</a:t>
                      </a:r>
                    </a:p>
                  </a:txBody>
                  <a:tcPr marL="35560" marR="35560" marT="5080" marB="5080" anchor="ctr">
                    <a:solidFill>
                      <a:srgbClr val="1F2F44"/>
                    </a:solidFill>
                  </a:tcPr>
                </a:tc>
                <a:extLst>
                  <a:ext uri="{0D108BD9-81ED-4DB2-BD59-A6C34878D82A}">
                    <a16:rowId xmlns:a16="http://schemas.microsoft.com/office/drawing/2014/main" val="10000"/>
                  </a:ext>
                </a:extLst>
              </a:tr>
              <a:tr h="216000">
                <a:tc>
                  <a:txBody>
                    <a:bodyPr/>
                    <a:lstStyle/>
                    <a:p>
                      <a:pPr algn="l"/>
                      <a:r>
                        <a:rPr sz="800" b="0" dirty="0">
                          <a:solidFill>
                            <a:srgbClr val="000000"/>
                          </a:solidFill>
                          <a:latin typeface="Roboto Light"/>
                        </a:rPr>
                        <a:t>VTRU3</a:t>
                      </a:r>
                    </a:p>
                  </a:txBody>
                  <a:tcPr marL="35560" marR="35560" marT="5080" marB="5080" anchor="ctr">
                    <a:solidFill>
                      <a:srgbClr val="F2F2F2"/>
                    </a:solidFill>
                  </a:tcPr>
                </a:tc>
                <a:tc>
                  <a:txBody>
                    <a:bodyPr/>
                    <a:lstStyle/>
                    <a:p>
                      <a:pPr algn="l"/>
                      <a:r>
                        <a:rPr sz="800" b="0" dirty="0" err="1">
                          <a:solidFill>
                            <a:srgbClr val="000000"/>
                          </a:solidFill>
                          <a:latin typeface="Roboto Light"/>
                        </a:rPr>
                        <a:t>Vitru</a:t>
                      </a:r>
                      <a:endParaRPr sz="800" b="0" dirty="0">
                        <a:solidFill>
                          <a:srgbClr val="000000"/>
                        </a:solidFill>
                        <a:latin typeface="Roboto Light"/>
                      </a:endParaRPr>
                    </a:p>
                  </a:txBody>
                  <a:tcPr marL="35560" marR="35560" marT="5080" marB="5080" anchor="ctr">
                    <a:solidFill>
                      <a:srgbClr val="F2F2F2"/>
                    </a:solidFill>
                  </a:tcPr>
                </a:tc>
                <a:tc>
                  <a:txBody>
                    <a:bodyPr/>
                    <a:lstStyle/>
                    <a:p>
                      <a:pPr algn="l"/>
                      <a:r>
                        <a:rPr sz="800" b="0">
                          <a:solidFill>
                            <a:srgbClr val="000000"/>
                          </a:solidFill>
                          <a:latin typeface="Roboto Light"/>
                        </a:rPr>
                        <a:t>Education</a:t>
                      </a:r>
                    </a:p>
                  </a:txBody>
                  <a:tcPr marL="35560" marR="35560" marT="5080" marB="5080" anchor="ctr">
                    <a:solidFill>
                      <a:srgbClr val="F2F2F2"/>
                    </a:solidFill>
                  </a:tcPr>
                </a:tc>
                <a:tc>
                  <a:txBody>
                    <a:bodyPr/>
                    <a:lstStyle/>
                    <a:p>
                      <a:pPr algn="ctr"/>
                      <a:r>
                        <a:rPr sz="800" b="0">
                          <a:solidFill>
                            <a:srgbClr val="000000"/>
                          </a:solidFill>
                          <a:latin typeface="Roboto Light"/>
                        </a:rPr>
                        <a:t>-34.2%</a:t>
                      </a:r>
                    </a:p>
                  </a:txBody>
                  <a:tcPr marL="35560" marR="35560" marT="5080" marB="5080" anchor="ctr">
                    <a:solidFill>
                      <a:srgbClr val="F2F2F2"/>
                    </a:solidFill>
                  </a:tcPr>
                </a:tc>
                <a:tc>
                  <a:txBody>
                    <a:bodyPr/>
                    <a:lstStyle/>
                    <a:p>
                      <a:pPr algn="ctr"/>
                      <a:r>
                        <a:rPr sz="800" b="0">
                          <a:solidFill>
                            <a:srgbClr val="000000"/>
                          </a:solidFill>
                          <a:latin typeface="Roboto Light"/>
                        </a:rPr>
                        <a:t>81</a:t>
                      </a:r>
                    </a:p>
                  </a:txBody>
                  <a:tcPr marL="35560" marR="35560" marT="5080" marB="5080" anchor="ctr">
                    <a:solidFill>
                      <a:srgbClr val="F2F2F2"/>
                    </a:solidFill>
                  </a:tcPr>
                </a:tc>
                <a:tc>
                  <a:txBody>
                    <a:bodyPr/>
                    <a:lstStyle/>
                    <a:p>
                      <a:pPr algn="ctr"/>
                      <a:r>
                        <a:rPr lang="pt-BR" sz="800" b="0">
                          <a:solidFill>
                            <a:srgbClr val="000000"/>
                          </a:solidFill>
                          <a:latin typeface="Roboto Light"/>
                        </a:rPr>
                        <a:t>1.3x</a:t>
                      </a:r>
                      <a:endParaRPr sz="800" b="0">
                        <a:solidFill>
                          <a:srgbClr val="000000"/>
                        </a:solidFill>
                        <a:latin typeface="Roboto Light"/>
                      </a:endParaRPr>
                    </a:p>
                  </a:txBody>
                  <a:tcPr marL="35560" marR="35560" marT="5080" marB="5080" anchor="ctr">
                    <a:solidFill>
                      <a:srgbClr val="F2F2F2"/>
                    </a:solidFill>
                  </a:tcPr>
                </a:tc>
                <a:tc>
                  <a:txBody>
                    <a:bodyPr/>
                    <a:lstStyle/>
                    <a:p>
                      <a:pPr algn="ctr"/>
                      <a:r>
                        <a:rPr lang="pt-BR" sz="800" b="0">
                          <a:solidFill>
                            <a:srgbClr val="000000"/>
                          </a:solidFill>
                          <a:latin typeface="Roboto Light"/>
                        </a:rPr>
                        <a:t>3.5x</a:t>
                      </a:r>
                      <a:endParaRPr sz="800" b="0">
                        <a:solidFill>
                          <a:srgbClr val="000000"/>
                        </a:solidFill>
                        <a:latin typeface="Roboto Light"/>
                      </a:endParaRPr>
                    </a:p>
                  </a:txBody>
                  <a:tcPr marL="35560" marR="35560" marT="5080" marB="5080" anchor="ctr">
                    <a:solidFill>
                      <a:srgbClr val="F2F2F2"/>
                    </a:solidFill>
                  </a:tcPr>
                </a:tc>
                <a:tc>
                  <a:txBody>
                    <a:bodyPr/>
                    <a:lstStyle/>
                    <a:p>
                      <a:pPr algn="ctr"/>
                      <a:r>
                        <a:rPr lang="pt-BR" sz="800" b="0">
                          <a:solidFill>
                            <a:srgbClr val="000000"/>
                          </a:solidFill>
                          <a:latin typeface="Roboto Light"/>
                        </a:rPr>
                        <a:t>-1.3%</a:t>
                      </a:r>
                      <a:endParaRPr sz="800" b="0">
                        <a:solidFill>
                          <a:srgbClr val="000000"/>
                        </a:solidFill>
                        <a:latin typeface="Roboto Light"/>
                      </a:endParaRPr>
                    </a:p>
                  </a:txBody>
                  <a:tcPr marL="35560" marR="35560" marT="5080" marB="5080" anchor="ctr">
                    <a:solidFill>
                      <a:srgbClr val="F2F2F2"/>
                    </a:solidFill>
                  </a:tcPr>
                </a:tc>
                <a:extLst>
                  <a:ext uri="{0D108BD9-81ED-4DB2-BD59-A6C34878D82A}">
                    <a16:rowId xmlns:a16="http://schemas.microsoft.com/office/drawing/2014/main" val="10001"/>
                  </a:ext>
                </a:extLst>
              </a:tr>
              <a:tr h="216000">
                <a:tc>
                  <a:txBody>
                    <a:bodyPr/>
                    <a:lstStyle/>
                    <a:p>
                      <a:pPr algn="l"/>
                      <a:r>
                        <a:rPr sz="800" b="0" dirty="0">
                          <a:solidFill>
                            <a:srgbClr val="000000"/>
                          </a:solidFill>
                          <a:latin typeface="Roboto Light"/>
                        </a:rPr>
                        <a:t>SMFT3</a:t>
                      </a:r>
                    </a:p>
                  </a:txBody>
                  <a:tcPr marL="35560" marR="35560" marT="5080" marB="5080" anchor="ctr">
                    <a:noFill/>
                  </a:tcPr>
                </a:tc>
                <a:tc>
                  <a:txBody>
                    <a:bodyPr/>
                    <a:lstStyle/>
                    <a:p>
                      <a:pPr algn="l"/>
                      <a:r>
                        <a:rPr sz="800" b="0" dirty="0">
                          <a:solidFill>
                            <a:srgbClr val="000000"/>
                          </a:solidFill>
                          <a:latin typeface="Roboto Light"/>
                        </a:rPr>
                        <a:t>Smart Fit</a:t>
                      </a:r>
                    </a:p>
                  </a:txBody>
                  <a:tcPr marL="35560" marR="35560" marT="5080" marB="5080" anchor="ctr">
                    <a:noFill/>
                  </a:tcPr>
                </a:tc>
                <a:tc>
                  <a:txBody>
                    <a:bodyPr/>
                    <a:lstStyle/>
                    <a:p>
                      <a:pPr algn="l"/>
                      <a:r>
                        <a:rPr sz="800" b="0">
                          <a:solidFill>
                            <a:srgbClr val="000000"/>
                          </a:solidFill>
                          <a:latin typeface="Roboto Light"/>
                        </a:rPr>
                        <a:t>Retail</a:t>
                      </a:r>
                    </a:p>
                  </a:txBody>
                  <a:tcPr marL="35560" marR="35560" marT="5080" marB="5080" anchor="ctr">
                    <a:noFill/>
                  </a:tcPr>
                </a:tc>
                <a:tc>
                  <a:txBody>
                    <a:bodyPr/>
                    <a:lstStyle/>
                    <a:p>
                      <a:pPr algn="ctr"/>
                      <a:r>
                        <a:rPr sz="800" b="0">
                          <a:solidFill>
                            <a:srgbClr val="000000"/>
                          </a:solidFill>
                          <a:latin typeface="Roboto Light"/>
                        </a:rPr>
                        <a:t>-31.8%</a:t>
                      </a:r>
                    </a:p>
                  </a:txBody>
                  <a:tcPr marL="35560" marR="35560" marT="5080" marB="5080" anchor="ctr">
                    <a:noFill/>
                  </a:tcPr>
                </a:tc>
                <a:tc>
                  <a:txBody>
                    <a:bodyPr/>
                    <a:lstStyle/>
                    <a:p>
                      <a:pPr algn="ctr"/>
                      <a:r>
                        <a:rPr sz="800" b="0">
                          <a:solidFill>
                            <a:srgbClr val="000000"/>
                          </a:solidFill>
                          <a:latin typeface="Roboto Light"/>
                        </a:rPr>
                        <a:t>41</a:t>
                      </a:r>
                    </a:p>
                  </a:txBody>
                  <a:tcPr marL="35560" marR="35560" marT="5080" marB="5080" anchor="ctr">
                    <a:noFill/>
                  </a:tcPr>
                </a:tc>
                <a:tc>
                  <a:txBody>
                    <a:bodyPr/>
                    <a:lstStyle/>
                    <a:p>
                      <a:pPr algn="ctr"/>
                      <a:r>
                        <a:rPr sz="800" b="0">
                          <a:solidFill>
                            <a:srgbClr val="000000"/>
                          </a:solidFill>
                          <a:latin typeface="Roboto Light"/>
                        </a:rPr>
                        <a:t>1.2x</a:t>
                      </a:r>
                    </a:p>
                  </a:txBody>
                  <a:tcPr marL="35560" marR="35560" marT="5080" marB="5080" anchor="ctr">
                    <a:noFill/>
                  </a:tcPr>
                </a:tc>
                <a:tc>
                  <a:txBody>
                    <a:bodyPr/>
                    <a:lstStyle/>
                    <a:p>
                      <a:pPr algn="ctr"/>
                      <a:r>
                        <a:rPr sz="800" b="0">
                          <a:solidFill>
                            <a:srgbClr val="000000"/>
                          </a:solidFill>
                          <a:latin typeface="Roboto Light"/>
                        </a:rPr>
                        <a:t>7.0x</a:t>
                      </a:r>
                    </a:p>
                  </a:txBody>
                  <a:tcPr marL="35560" marR="35560" marT="5080" marB="5080" anchor="ctr">
                    <a:noFill/>
                  </a:tcPr>
                </a:tc>
                <a:tc>
                  <a:txBody>
                    <a:bodyPr/>
                    <a:lstStyle/>
                    <a:p>
                      <a:pPr algn="ctr"/>
                      <a:r>
                        <a:rPr sz="800" b="0">
                          <a:solidFill>
                            <a:srgbClr val="000000"/>
                          </a:solidFill>
                          <a:latin typeface="Roboto Light"/>
                        </a:rPr>
                        <a:t>4.1%</a:t>
                      </a:r>
                    </a:p>
                  </a:txBody>
                  <a:tcPr marL="35560" marR="35560" marT="5080" marB="5080" anchor="ctr">
                    <a:noFill/>
                  </a:tcPr>
                </a:tc>
                <a:extLst>
                  <a:ext uri="{0D108BD9-81ED-4DB2-BD59-A6C34878D82A}">
                    <a16:rowId xmlns:a16="http://schemas.microsoft.com/office/drawing/2014/main" val="10002"/>
                  </a:ext>
                </a:extLst>
              </a:tr>
              <a:tr h="216000">
                <a:tc>
                  <a:txBody>
                    <a:bodyPr/>
                    <a:lstStyle/>
                    <a:p>
                      <a:pPr algn="l"/>
                      <a:r>
                        <a:rPr sz="800" b="0">
                          <a:solidFill>
                            <a:srgbClr val="000000"/>
                          </a:solidFill>
                          <a:latin typeface="Roboto Light"/>
                        </a:rPr>
                        <a:t>MOTV3</a:t>
                      </a:r>
                    </a:p>
                  </a:txBody>
                  <a:tcPr marL="35560" marR="35560" marT="5080" marB="5080" anchor="ctr">
                    <a:solidFill>
                      <a:srgbClr val="F2F2F2"/>
                    </a:solidFill>
                  </a:tcPr>
                </a:tc>
                <a:tc>
                  <a:txBody>
                    <a:bodyPr/>
                    <a:lstStyle/>
                    <a:p>
                      <a:pPr algn="l"/>
                      <a:r>
                        <a:rPr sz="800" b="0" dirty="0">
                          <a:solidFill>
                            <a:srgbClr val="000000"/>
                          </a:solidFill>
                          <a:latin typeface="Roboto Light"/>
                        </a:rPr>
                        <a:t>Motiva</a:t>
                      </a:r>
                    </a:p>
                  </a:txBody>
                  <a:tcPr marL="35560" marR="35560" marT="5080" marB="5080" anchor="ctr">
                    <a:solidFill>
                      <a:srgbClr val="F2F2F2"/>
                    </a:solidFill>
                  </a:tcPr>
                </a:tc>
                <a:tc>
                  <a:txBody>
                    <a:bodyPr/>
                    <a:lstStyle/>
                    <a:p>
                      <a:pPr algn="l"/>
                      <a:r>
                        <a:rPr sz="800" b="0" dirty="0">
                          <a:solidFill>
                            <a:srgbClr val="000000"/>
                          </a:solidFill>
                          <a:latin typeface="Roboto Light"/>
                        </a:rPr>
                        <a:t>Transportation</a:t>
                      </a:r>
                    </a:p>
                  </a:txBody>
                  <a:tcPr marL="35560" marR="35560" marT="5080" marB="5080" anchor="ctr">
                    <a:solidFill>
                      <a:srgbClr val="F2F2F2"/>
                    </a:solidFill>
                  </a:tcPr>
                </a:tc>
                <a:tc>
                  <a:txBody>
                    <a:bodyPr/>
                    <a:lstStyle/>
                    <a:p>
                      <a:pPr algn="ctr"/>
                      <a:r>
                        <a:rPr sz="800" b="0">
                          <a:solidFill>
                            <a:srgbClr val="000000"/>
                          </a:solidFill>
                          <a:latin typeface="Roboto Light"/>
                        </a:rPr>
                        <a:t>-26.2%</a:t>
                      </a:r>
                    </a:p>
                  </a:txBody>
                  <a:tcPr marL="35560" marR="35560" marT="5080" marB="5080" anchor="ctr">
                    <a:solidFill>
                      <a:srgbClr val="F2F2F2"/>
                    </a:solidFill>
                  </a:tcPr>
                </a:tc>
                <a:tc>
                  <a:txBody>
                    <a:bodyPr/>
                    <a:lstStyle/>
                    <a:p>
                      <a:pPr algn="ctr"/>
                      <a:r>
                        <a:rPr sz="800" b="0">
                          <a:solidFill>
                            <a:srgbClr val="000000"/>
                          </a:solidFill>
                          <a:latin typeface="Roboto Light"/>
                        </a:rPr>
                        <a:t>51</a:t>
                      </a:r>
                    </a:p>
                  </a:txBody>
                  <a:tcPr marL="35560" marR="35560" marT="5080" marB="5080" anchor="ctr">
                    <a:solidFill>
                      <a:srgbClr val="F2F2F2"/>
                    </a:solidFill>
                  </a:tcPr>
                </a:tc>
                <a:tc>
                  <a:txBody>
                    <a:bodyPr/>
                    <a:lstStyle/>
                    <a:p>
                      <a:pPr algn="ctr"/>
                      <a:r>
                        <a:rPr sz="800" b="0">
                          <a:solidFill>
                            <a:srgbClr val="000000"/>
                          </a:solidFill>
                          <a:latin typeface="Roboto Light"/>
                        </a:rPr>
                        <a:t>3.4x</a:t>
                      </a:r>
                    </a:p>
                  </a:txBody>
                  <a:tcPr marL="35560" marR="35560" marT="5080" marB="5080" anchor="ctr">
                    <a:solidFill>
                      <a:srgbClr val="F2F2F2"/>
                    </a:solidFill>
                  </a:tcPr>
                </a:tc>
                <a:tc>
                  <a:txBody>
                    <a:bodyPr/>
                    <a:lstStyle/>
                    <a:p>
                      <a:pPr algn="ctr"/>
                      <a:r>
                        <a:rPr sz="800" b="0">
                          <a:solidFill>
                            <a:srgbClr val="000000"/>
                          </a:solidFill>
                          <a:latin typeface="Roboto Light"/>
                        </a:rPr>
                        <a:t>9.4x</a:t>
                      </a:r>
                    </a:p>
                  </a:txBody>
                  <a:tcPr marL="35560" marR="35560" marT="5080" marB="5080" anchor="ctr">
                    <a:solidFill>
                      <a:srgbClr val="F2F2F2"/>
                    </a:solidFill>
                  </a:tcPr>
                </a:tc>
                <a:tc>
                  <a:txBody>
                    <a:bodyPr/>
                    <a:lstStyle/>
                    <a:p>
                      <a:pPr algn="ctr"/>
                      <a:r>
                        <a:rPr lang="pt-BR" sz="800" b="0">
                          <a:solidFill>
                            <a:srgbClr val="000000"/>
                          </a:solidFill>
                          <a:latin typeface="Roboto Light"/>
                        </a:rPr>
                        <a:t>7.2%</a:t>
                      </a:r>
                      <a:endParaRPr sz="800" b="0">
                        <a:solidFill>
                          <a:srgbClr val="000000"/>
                        </a:solidFill>
                        <a:latin typeface="Roboto Light"/>
                      </a:endParaRPr>
                    </a:p>
                  </a:txBody>
                  <a:tcPr marL="35560" marR="35560" marT="5080" marB="5080" anchor="ctr">
                    <a:solidFill>
                      <a:srgbClr val="F2F2F2"/>
                    </a:solidFill>
                  </a:tcPr>
                </a:tc>
                <a:extLst>
                  <a:ext uri="{0D108BD9-81ED-4DB2-BD59-A6C34878D82A}">
                    <a16:rowId xmlns:a16="http://schemas.microsoft.com/office/drawing/2014/main" val="10003"/>
                  </a:ext>
                </a:extLst>
              </a:tr>
              <a:tr h="216000">
                <a:tc>
                  <a:txBody>
                    <a:bodyPr/>
                    <a:lstStyle/>
                    <a:p>
                      <a:pPr algn="l"/>
                      <a:r>
                        <a:rPr sz="800" b="0">
                          <a:solidFill>
                            <a:srgbClr val="000000"/>
                          </a:solidFill>
                          <a:latin typeface="Roboto Light"/>
                        </a:rPr>
                        <a:t>HYPE3</a:t>
                      </a:r>
                    </a:p>
                  </a:txBody>
                  <a:tcPr marL="35560" marR="35560" marT="5080" marB="5080" anchor="ctr">
                    <a:noFill/>
                  </a:tcPr>
                </a:tc>
                <a:tc>
                  <a:txBody>
                    <a:bodyPr/>
                    <a:lstStyle/>
                    <a:p>
                      <a:pPr algn="l"/>
                      <a:r>
                        <a:rPr sz="800" b="0">
                          <a:solidFill>
                            <a:srgbClr val="000000"/>
                          </a:solidFill>
                          <a:latin typeface="Roboto Light"/>
                        </a:rPr>
                        <a:t>Hypera</a:t>
                      </a:r>
                    </a:p>
                  </a:txBody>
                  <a:tcPr marL="35560" marR="35560" marT="5080" marB="5080" anchor="ctr">
                    <a:noFill/>
                  </a:tcPr>
                </a:tc>
                <a:tc>
                  <a:txBody>
                    <a:bodyPr/>
                    <a:lstStyle/>
                    <a:p>
                      <a:pPr algn="l"/>
                      <a:r>
                        <a:rPr sz="800" b="0" dirty="0">
                          <a:solidFill>
                            <a:srgbClr val="000000"/>
                          </a:solidFill>
                          <a:latin typeface="Roboto Light"/>
                        </a:rPr>
                        <a:t>Health Care</a:t>
                      </a:r>
                    </a:p>
                  </a:txBody>
                  <a:tcPr marL="35560" marR="35560" marT="5080" marB="5080" anchor="ctr">
                    <a:noFill/>
                  </a:tcPr>
                </a:tc>
                <a:tc>
                  <a:txBody>
                    <a:bodyPr/>
                    <a:lstStyle/>
                    <a:p>
                      <a:pPr algn="ctr"/>
                      <a:r>
                        <a:rPr sz="800" b="0">
                          <a:solidFill>
                            <a:srgbClr val="000000"/>
                          </a:solidFill>
                          <a:latin typeface="Roboto Light"/>
                        </a:rPr>
                        <a:t>-21.3%</a:t>
                      </a:r>
                    </a:p>
                  </a:txBody>
                  <a:tcPr marL="35560" marR="35560" marT="5080" marB="5080" anchor="ctr">
                    <a:noFill/>
                  </a:tcPr>
                </a:tc>
                <a:tc>
                  <a:txBody>
                    <a:bodyPr/>
                    <a:lstStyle/>
                    <a:p>
                      <a:pPr algn="ctr"/>
                      <a:r>
                        <a:rPr sz="800" b="0">
                          <a:solidFill>
                            <a:srgbClr val="000000"/>
                          </a:solidFill>
                          <a:latin typeface="Roboto Light"/>
                        </a:rPr>
                        <a:t>28</a:t>
                      </a:r>
                    </a:p>
                  </a:txBody>
                  <a:tcPr marL="35560" marR="35560" marT="5080" marB="5080" anchor="ctr">
                    <a:noFill/>
                  </a:tcPr>
                </a:tc>
                <a:tc>
                  <a:txBody>
                    <a:bodyPr/>
                    <a:lstStyle/>
                    <a:p>
                      <a:pPr algn="ctr"/>
                      <a:r>
                        <a:rPr sz="800" b="0">
                          <a:solidFill>
                            <a:srgbClr val="000000"/>
                          </a:solidFill>
                          <a:latin typeface="Roboto Light"/>
                        </a:rPr>
                        <a:t>1.6x</a:t>
                      </a:r>
                    </a:p>
                  </a:txBody>
                  <a:tcPr marL="35560" marR="35560" marT="5080" marB="5080" anchor="ctr">
                    <a:noFill/>
                  </a:tcPr>
                </a:tc>
                <a:tc>
                  <a:txBody>
                    <a:bodyPr/>
                    <a:lstStyle/>
                    <a:p>
                      <a:pPr algn="ctr"/>
                      <a:r>
                        <a:rPr sz="800" b="0">
                          <a:solidFill>
                            <a:srgbClr val="000000"/>
                          </a:solidFill>
                          <a:latin typeface="Roboto Light"/>
                        </a:rPr>
                        <a:t>6.8x</a:t>
                      </a:r>
                    </a:p>
                  </a:txBody>
                  <a:tcPr marL="35560" marR="35560" marT="5080" marB="5080" anchor="ctr">
                    <a:noFill/>
                  </a:tcPr>
                </a:tc>
                <a:tc>
                  <a:txBody>
                    <a:bodyPr/>
                    <a:lstStyle/>
                    <a:p>
                      <a:pPr algn="ctr"/>
                      <a:r>
                        <a:rPr sz="800" b="0">
                          <a:solidFill>
                            <a:srgbClr val="000000"/>
                          </a:solidFill>
                          <a:latin typeface="Roboto Light"/>
                        </a:rPr>
                        <a:t>5.1%</a:t>
                      </a:r>
                    </a:p>
                  </a:txBody>
                  <a:tcPr marL="35560" marR="35560" marT="5080" marB="5080" anchor="ctr">
                    <a:noFill/>
                  </a:tcPr>
                </a:tc>
                <a:extLst>
                  <a:ext uri="{0D108BD9-81ED-4DB2-BD59-A6C34878D82A}">
                    <a16:rowId xmlns:a16="http://schemas.microsoft.com/office/drawing/2014/main" val="10004"/>
                  </a:ext>
                </a:extLst>
              </a:tr>
              <a:tr h="216000">
                <a:tc>
                  <a:txBody>
                    <a:bodyPr/>
                    <a:lstStyle/>
                    <a:p>
                      <a:pPr algn="l"/>
                      <a:r>
                        <a:rPr sz="800" b="0">
                          <a:solidFill>
                            <a:srgbClr val="000000"/>
                          </a:solidFill>
                          <a:latin typeface="Roboto Light"/>
                        </a:rPr>
                        <a:t>RDOR3</a:t>
                      </a:r>
                    </a:p>
                  </a:txBody>
                  <a:tcPr marL="35560" marR="35560" marT="5080" marB="5080" anchor="ctr">
                    <a:solidFill>
                      <a:srgbClr val="F2F2F2"/>
                    </a:solidFill>
                  </a:tcPr>
                </a:tc>
                <a:tc>
                  <a:txBody>
                    <a:bodyPr/>
                    <a:lstStyle/>
                    <a:p>
                      <a:pPr algn="l"/>
                      <a:r>
                        <a:rPr sz="800" b="0">
                          <a:solidFill>
                            <a:srgbClr val="000000"/>
                          </a:solidFill>
                          <a:latin typeface="Roboto Light"/>
                        </a:rPr>
                        <a:t>Rede D'Or</a:t>
                      </a:r>
                    </a:p>
                  </a:txBody>
                  <a:tcPr marL="35560" marR="35560" marT="5080" marB="5080" anchor="ctr">
                    <a:solidFill>
                      <a:srgbClr val="F2F2F2"/>
                    </a:solidFill>
                  </a:tcPr>
                </a:tc>
                <a:tc>
                  <a:txBody>
                    <a:bodyPr/>
                    <a:lstStyle/>
                    <a:p>
                      <a:pPr algn="l"/>
                      <a:r>
                        <a:rPr sz="800" b="0" dirty="0">
                          <a:solidFill>
                            <a:srgbClr val="000000"/>
                          </a:solidFill>
                          <a:latin typeface="Roboto Light"/>
                        </a:rPr>
                        <a:t>Health Care</a:t>
                      </a:r>
                    </a:p>
                  </a:txBody>
                  <a:tcPr marL="35560" marR="35560" marT="5080" marB="5080" anchor="ctr">
                    <a:solidFill>
                      <a:srgbClr val="F2F2F2"/>
                    </a:solidFill>
                  </a:tcPr>
                </a:tc>
                <a:tc>
                  <a:txBody>
                    <a:bodyPr/>
                    <a:lstStyle/>
                    <a:p>
                      <a:pPr algn="ctr"/>
                      <a:r>
                        <a:rPr sz="800" b="0">
                          <a:solidFill>
                            <a:srgbClr val="000000"/>
                          </a:solidFill>
                          <a:latin typeface="Roboto Light"/>
                        </a:rPr>
                        <a:t>-20.6%</a:t>
                      </a:r>
                    </a:p>
                  </a:txBody>
                  <a:tcPr marL="35560" marR="35560" marT="5080" marB="5080" anchor="ctr">
                    <a:solidFill>
                      <a:srgbClr val="F2F2F2"/>
                    </a:solidFill>
                  </a:tcPr>
                </a:tc>
                <a:tc>
                  <a:txBody>
                    <a:bodyPr/>
                    <a:lstStyle/>
                    <a:p>
                      <a:pPr algn="ctr"/>
                      <a:r>
                        <a:rPr sz="800" b="0">
                          <a:solidFill>
                            <a:srgbClr val="000000"/>
                          </a:solidFill>
                          <a:latin typeface="Roboto Light"/>
                        </a:rPr>
                        <a:t>96</a:t>
                      </a:r>
                    </a:p>
                  </a:txBody>
                  <a:tcPr marL="35560" marR="35560" marT="5080" marB="5080" anchor="ctr">
                    <a:solidFill>
                      <a:srgbClr val="F2F2F2"/>
                    </a:solidFill>
                  </a:tcPr>
                </a:tc>
                <a:tc>
                  <a:txBody>
                    <a:bodyPr/>
                    <a:lstStyle/>
                    <a:p>
                      <a:pPr algn="ctr"/>
                      <a:r>
                        <a:rPr sz="800" b="0">
                          <a:solidFill>
                            <a:srgbClr val="000000"/>
                          </a:solidFill>
                          <a:latin typeface="Roboto Light"/>
                        </a:rPr>
                        <a:t>1.3x</a:t>
                      </a:r>
                    </a:p>
                  </a:txBody>
                  <a:tcPr marL="35560" marR="35560" marT="5080" marB="5080" anchor="ctr">
                    <a:solidFill>
                      <a:srgbClr val="F2F2F2"/>
                    </a:solidFill>
                  </a:tcPr>
                </a:tc>
                <a:tc>
                  <a:txBody>
                    <a:bodyPr/>
                    <a:lstStyle/>
                    <a:p>
                      <a:pPr algn="ctr"/>
                      <a:r>
                        <a:rPr sz="800" b="0">
                          <a:solidFill>
                            <a:srgbClr val="000000"/>
                          </a:solidFill>
                          <a:latin typeface="Roboto Light"/>
                        </a:rPr>
                        <a:t>12.1x</a:t>
                      </a:r>
                    </a:p>
                  </a:txBody>
                  <a:tcPr marL="35560" marR="35560" marT="5080" marB="5080" anchor="ctr">
                    <a:solidFill>
                      <a:srgbClr val="F2F2F2"/>
                    </a:solidFill>
                  </a:tcPr>
                </a:tc>
                <a:tc>
                  <a:txBody>
                    <a:bodyPr/>
                    <a:lstStyle/>
                    <a:p>
                      <a:pPr algn="ctr"/>
                      <a:r>
                        <a:rPr sz="800" b="0">
                          <a:solidFill>
                            <a:srgbClr val="000000"/>
                          </a:solidFill>
                          <a:latin typeface="Roboto Light"/>
                        </a:rPr>
                        <a:t>4.8%</a:t>
                      </a:r>
                    </a:p>
                  </a:txBody>
                  <a:tcPr marL="35560" marR="35560" marT="5080" marB="5080" anchor="ctr">
                    <a:solidFill>
                      <a:srgbClr val="F2F2F2"/>
                    </a:solidFill>
                  </a:tcPr>
                </a:tc>
                <a:extLst>
                  <a:ext uri="{0D108BD9-81ED-4DB2-BD59-A6C34878D82A}">
                    <a16:rowId xmlns:a16="http://schemas.microsoft.com/office/drawing/2014/main" val="10005"/>
                  </a:ext>
                </a:extLst>
              </a:tr>
              <a:tr h="216000">
                <a:tc>
                  <a:txBody>
                    <a:bodyPr/>
                    <a:lstStyle/>
                    <a:p>
                      <a:pPr algn="l"/>
                      <a:r>
                        <a:rPr sz="800" b="0">
                          <a:solidFill>
                            <a:srgbClr val="000000"/>
                          </a:solidFill>
                          <a:latin typeface="Roboto Light"/>
                        </a:rPr>
                        <a:t>RADL3</a:t>
                      </a:r>
                    </a:p>
                  </a:txBody>
                  <a:tcPr marL="35560" marR="35560" marT="5080" marB="5080" anchor="ctr">
                    <a:noFill/>
                  </a:tcPr>
                </a:tc>
                <a:tc>
                  <a:txBody>
                    <a:bodyPr/>
                    <a:lstStyle/>
                    <a:p>
                      <a:pPr algn="l"/>
                      <a:r>
                        <a:rPr sz="800" b="0">
                          <a:solidFill>
                            <a:srgbClr val="000000"/>
                          </a:solidFill>
                          <a:latin typeface="Roboto Light"/>
                        </a:rPr>
                        <a:t>Raia Drogasil</a:t>
                      </a:r>
                    </a:p>
                  </a:txBody>
                  <a:tcPr marL="35560" marR="35560" marT="5080" marB="5080" anchor="ctr">
                    <a:noFill/>
                  </a:tcPr>
                </a:tc>
                <a:tc>
                  <a:txBody>
                    <a:bodyPr/>
                    <a:lstStyle/>
                    <a:p>
                      <a:pPr algn="l"/>
                      <a:r>
                        <a:rPr sz="800" b="0" dirty="0">
                          <a:solidFill>
                            <a:srgbClr val="000000"/>
                          </a:solidFill>
                          <a:latin typeface="Roboto Light"/>
                        </a:rPr>
                        <a:t>Retail</a:t>
                      </a:r>
                    </a:p>
                  </a:txBody>
                  <a:tcPr marL="35560" marR="35560" marT="5080" marB="5080" anchor="ctr">
                    <a:noFill/>
                  </a:tcPr>
                </a:tc>
                <a:tc>
                  <a:txBody>
                    <a:bodyPr/>
                    <a:lstStyle/>
                    <a:p>
                      <a:pPr algn="ctr"/>
                      <a:r>
                        <a:rPr sz="800" b="0">
                          <a:solidFill>
                            <a:srgbClr val="000000"/>
                          </a:solidFill>
                          <a:latin typeface="Roboto Light"/>
                        </a:rPr>
                        <a:t>-20.4%</a:t>
                      </a:r>
                    </a:p>
                  </a:txBody>
                  <a:tcPr marL="35560" marR="35560" marT="5080" marB="5080" anchor="ctr">
                    <a:noFill/>
                  </a:tcPr>
                </a:tc>
                <a:tc>
                  <a:txBody>
                    <a:bodyPr/>
                    <a:lstStyle/>
                    <a:p>
                      <a:pPr algn="ctr"/>
                      <a:r>
                        <a:rPr sz="800" b="0">
                          <a:solidFill>
                            <a:srgbClr val="000000"/>
                          </a:solidFill>
                          <a:latin typeface="Roboto Light"/>
                        </a:rPr>
                        <a:t>49</a:t>
                      </a:r>
                    </a:p>
                  </a:txBody>
                  <a:tcPr marL="35560" marR="35560" marT="5080" marB="5080" anchor="ctr">
                    <a:noFill/>
                  </a:tcPr>
                </a:tc>
                <a:tc>
                  <a:txBody>
                    <a:bodyPr/>
                    <a:lstStyle/>
                    <a:p>
                      <a:pPr algn="ctr"/>
                      <a:r>
                        <a:rPr sz="800" b="0">
                          <a:solidFill>
                            <a:srgbClr val="000000"/>
                          </a:solidFill>
                          <a:latin typeface="Roboto Light"/>
                        </a:rPr>
                        <a:t>0.6x</a:t>
                      </a:r>
                    </a:p>
                  </a:txBody>
                  <a:tcPr marL="35560" marR="35560" marT="5080" marB="5080" anchor="ctr">
                    <a:noFill/>
                  </a:tcPr>
                </a:tc>
                <a:tc>
                  <a:txBody>
                    <a:bodyPr/>
                    <a:lstStyle/>
                    <a:p>
                      <a:pPr algn="ctr"/>
                      <a:r>
                        <a:rPr sz="800" b="0">
                          <a:solidFill>
                            <a:srgbClr val="000000"/>
                          </a:solidFill>
                          <a:latin typeface="Roboto Light"/>
                        </a:rPr>
                        <a:t>13.6x</a:t>
                      </a:r>
                    </a:p>
                  </a:txBody>
                  <a:tcPr marL="35560" marR="35560" marT="5080" marB="5080" anchor="ctr">
                    <a:noFill/>
                  </a:tcPr>
                </a:tc>
                <a:tc>
                  <a:txBody>
                    <a:bodyPr/>
                    <a:lstStyle/>
                    <a:p>
                      <a:pPr algn="ctr"/>
                      <a:r>
                        <a:rPr sz="800" b="0">
                          <a:solidFill>
                            <a:srgbClr val="000000"/>
                          </a:solidFill>
                          <a:latin typeface="Roboto Light"/>
                        </a:rPr>
                        <a:t>3.2%</a:t>
                      </a:r>
                    </a:p>
                  </a:txBody>
                  <a:tcPr marL="35560" marR="35560" marT="5080" marB="5080" anchor="ctr">
                    <a:noFill/>
                  </a:tcPr>
                </a:tc>
                <a:extLst>
                  <a:ext uri="{0D108BD9-81ED-4DB2-BD59-A6C34878D82A}">
                    <a16:rowId xmlns:a16="http://schemas.microsoft.com/office/drawing/2014/main" val="10006"/>
                  </a:ext>
                </a:extLst>
              </a:tr>
              <a:tr h="216000">
                <a:tc>
                  <a:txBody>
                    <a:bodyPr/>
                    <a:lstStyle/>
                    <a:p>
                      <a:pPr algn="l"/>
                      <a:r>
                        <a:rPr sz="800" b="0">
                          <a:solidFill>
                            <a:srgbClr val="000000"/>
                          </a:solidFill>
                          <a:latin typeface="Roboto Light"/>
                        </a:rPr>
                        <a:t>TOTS3</a:t>
                      </a:r>
                    </a:p>
                  </a:txBody>
                  <a:tcPr marL="35560" marR="35560" marT="5080" marB="5080" anchor="ctr">
                    <a:solidFill>
                      <a:srgbClr val="F2F2F2"/>
                    </a:solidFill>
                  </a:tcPr>
                </a:tc>
                <a:tc>
                  <a:txBody>
                    <a:bodyPr/>
                    <a:lstStyle/>
                    <a:p>
                      <a:pPr algn="l"/>
                      <a:r>
                        <a:rPr sz="800" b="0">
                          <a:solidFill>
                            <a:srgbClr val="000000"/>
                          </a:solidFill>
                          <a:latin typeface="Roboto Light"/>
                        </a:rPr>
                        <a:t>TOTVS</a:t>
                      </a:r>
                    </a:p>
                  </a:txBody>
                  <a:tcPr marL="35560" marR="35560" marT="5080" marB="5080" anchor="ctr">
                    <a:solidFill>
                      <a:srgbClr val="F2F2F2"/>
                    </a:solidFill>
                  </a:tcPr>
                </a:tc>
                <a:tc>
                  <a:txBody>
                    <a:bodyPr/>
                    <a:lstStyle/>
                    <a:p>
                      <a:pPr algn="l"/>
                      <a:r>
                        <a:rPr sz="800" b="0">
                          <a:solidFill>
                            <a:srgbClr val="000000"/>
                          </a:solidFill>
                          <a:latin typeface="Roboto Light"/>
                        </a:rPr>
                        <a:t>TMT</a:t>
                      </a:r>
                    </a:p>
                  </a:txBody>
                  <a:tcPr marL="35560" marR="35560" marT="5080" marB="5080" anchor="ctr">
                    <a:solidFill>
                      <a:srgbClr val="F2F2F2"/>
                    </a:solidFill>
                  </a:tcPr>
                </a:tc>
                <a:tc>
                  <a:txBody>
                    <a:bodyPr/>
                    <a:lstStyle/>
                    <a:p>
                      <a:pPr algn="ctr"/>
                      <a:r>
                        <a:rPr sz="800" b="0" dirty="0">
                          <a:solidFill>
                            <a:srgbClr val="000000"/>
                          </a:solidFill>
                          <a:latin typeface="Roboto Light"/>
                        </a:rPr>
                        <a:t>-20.3%</a:t>
                      </a:r>
                    </a:p>
                  </a:txBody>
                  <a:tcPr marL="35560" marR="35560" marT="5080" marB="5080" anchor="ctr">
                    <a:solidFill>
                      <a:srgbClr val="F2F2F2"/>
                    </a:solidFill>
                  </a:tcPr>
                </a:tc>
                <a:tc>
                  <a:txBody>
                    <a:bodyPr/>
                    <a:lstStyle/>
                    <a:p>
                      <a:pPr algn="ctr"/>
                      <a:r>
                        <a:rPr sz="800" b="0">
                          <a:solidFill>
                            <a:srgbClr val="000000"/>
                          </a:solidFill>
                          <a:latin typeface="Roboto Light"/>
                        </a:rPr>
                        <a:t>77</a:t>
                      </a:r>
                    </a:p>
                  </a:txBody>
                  <a:tcPr marL="35560" marR="35560" marT="5080" marB="5080" anchor="ctr">
                    <a:solidFill>
                      <a:srgbClr val="F2F2F2"/>
                    </a:solidFill>
                  </a:tcPr>
                </a:tc>
                <a:tc>
                  <a:txBody>
                    <a:bodyPr/>
                    <a:lstStyle/>
                    <a:p>
                      <a:pPr algn="ctr"/>
                      <a:r>
                        <a:rPr sz="800" b="0">
                          <a:solidFill>
                            <a:srgbClr val="000000"/>
                          </a:solidFill>
                          <a:latin typeface="Roboto Light"/>
                        </a:rPr>
                        <a:t>1.0x</a:t>
                      </a:r>
                    </a:p>
                  </a:txBody>
                  <a:tcPr marL="35560" marR="35560" marT="5080" marB="5080" anchor="ctr">
                    <a:solidFill>
                      <a:srgbClr val="F2F2F2"/>
                    </a:solidFill>
                  </a:tcPr>
                </a:tc>
                <a:tc>
                  <a:txBody>
                    <a:bodyPr/>
                    <a:lstStyle/>
                    <a:p>
                      <a:pPr algn="ctr"/>
                      <a:r>
                        <a:rPr sz="800" b="0">
                          <a:solidFill>
                            <a:srgbClr val="000000"/>
                          </a:solidFill>
                          <a:latin typeface="Roboto Light"/>
                        </a:rPr>
                        <a:t>17.1x</a:t>
                      </a:r>
                    </a:p>
                  </a:txBody>
                  <a:tcPr marL="35560" marR="35560" marT="5080" marB="5080" anchor="ctr">
                    <a:solidFill>
                      <a:srgbClr val="F2F2F2"/>
                    </a:solidFill>
                  </a:tcPr>
                </a:tc>
                <a:tc>
                  <a:txBody>
                    <a:bodyPr/>
                    <a:lstStyle/>
                    <a:p>
                      <a:pPr algn="ctr"/>
                      <a:r>
                        <a:rPr sz="800" b="0">
                          <a:solidFill>
                            <a:srgbClr val="000000"/>
                          </a:solidFill>
                          <a:latin typeface="Roboto Light"/>
                        </a:rPr>
                        <a:t>14.6%</a:t>
                      </a:r>
                    </a:p>
                  </a:txBody>
                  <a:tcPr marL="35560" marR="35560" marT="5080" marB="5080" anchor="ctr">
                    <a:solidFill>
                      <a:srgbClr val="F2F2F2"/>
                    </a:solidFill>
                  </a:tcPr>
                </a:tc>
                <a:extLst>
                  <a:ext uri="{0D108BD9-81ED-4DB2-BD59-A6C34878D82A}">
                    <a16:rowId xmlns:a16="http://schemas.microsoft.com/office/drawing/2014/main" val="10007"/>
                  </a:ext>
                </a:extLst>
              </a:tr>
              <a:tr h="216000">
                <a:tc>
                  <a:txBody>
                    <a:bodyPr/>
                    <a:lstStyle/>
                    <a:p>
                      <a:pPr algn="l"/>
                      <a:r>
                        <a:rPr sz="800" b="0">
                          <a:solidFill>
                            <a:srgbClr val="000000"/>
                          </a:solidFill>
                          <a:latin typeface="Roboto Light"/>
                        </a:rPr>
                        <a:t>SBSP3</a:t>
                      </a:r>
                    </a:p>
                  </a:txBody>
                  <a:tcPr marL="35560" marR="35560" marT="5080" marB="5080" anchor="ctr">
                    <a:noFill/>
                  </a:tcPr>
                </a:tc>
                <a:tc>
                  <a:txBody>
                    <a:bodyPr/>
                    <a:lstStyle/>
                    <a:p>
                      <a:pPr algn="l"/>
                      <a:r>
                        <a:rPr sz="800" b="0">
                          <a:solidFill>
                            <a:srgbClr val="000000"/>
                          </a:solidFill>
                          <a:latin typeface="Roboto Light"/>
                        </a:rPr>
                        <a:t>Sabesp</a:t>
                      </a:r>
                    </a:p>
                  </a:txBody>
                  <a:tcPr marL="35560" marR="35560" marT="5080" marB="5080" anchor="ctr">
                    <a:noFill/>
                  </a:tcPr>
                </a:tc>
                <a:tc>
                  <a:txBody>
                    <a:bodyPr/>
                    <a:lstStyle/>
                    <a:p>
                      <a:pPr algn="l"/>
                      <a:r>
                        <a:rPr sz="800" b="0">
                          <a:solidFill>
                            <a:srgbClr val="000000"/>
                          </a:solidFill>
                          <a:latin typeface="Roboto Light"/>
                        </a:rPr>
                        <a:t>Sanitation</a:t>
                      </a:r>
                    </a:p>
                  </a:txBody>
                  <a:tcPr marL="35560" marR="35560" marT="5080" marB="5080" anchor="ctr">
                    <a:noFill/>
                  </a:tcPr>
                </a:tc>
                <a:tc>
                  <a:txBody>
                    <a:bodyPr/>
                    <a:lstStyle/>
                    <a:p>
                      <a:pPr algn="ctr"/>
                      <a:r>
                        <a:rPr sz="800" b="0" dirty="0">
                          <a:solidFill>
                            <a:srgbClr val="000000"/>
                          </a:solidFill>
                          <a:latin typeface="Roboto Light"/>
                        </a:rPr>
                        <a:t>-20.2%</a:t>
                      </a:r>
                    </a:p>
                  </a:txBody>
                  <a:tcPr marL="35560" marR="35560" marT="5080" marB="5080" anchor="ctr">
                    <a:noFill/>
                  </a:tcPr>
                </a:tc>
                <a:tc>
                  <a:txBody>
                    <a:bodyPr/>
                    <a:lstStyle/>
                    <a:p>
                      <a:pPr algn="ctr"/>
                      <a:r>
                        <a:rPr sz="800" b="0" dirty="0">
                          <a:solidFill>
                            <a:srgbClr val="000000"/>
                          </a:solidFill>
                          <a:latin typeface="Roboto Light"/>
                        </a:rPr>
                        <a:t>83</a:t>
                      </a:r>
                    </a:p>
                  </a:txBody>
                  <a:tcPr marL="35560" marR="35560" marT="5080" marB="5080" anchor="ctr">
                    <a:noFill/>
                  </a:tcPr>
                </a:tc>
                <a:tc>
                  <a:txBody>
                    <a:bodyPr/>
                    <a:lstStyle/>
                    <a:p>
                      <a:pPr algn="ctr"/>
                      <a:r>
                        <a:rPr sz="800" b="0">
                          <a:solidFill>
                            <a:srgbClr val="000000"/>
                          </a:solidFill>
                          <a:latin typeface="Roboto Light"/>
                        </a:rPr>
                        <a:t>2.3x</a:t>
                      </a:r>
                    </a:p>
                  </a:txBody>
                  <a:tcPr marL="35560" marR="35560" marT="5080" marB="5080" anchor="ctr">
                    <a:noFill/>
                  </a:tcPr>
                </a:tc>
                <a:tc>
                  <a:txBody>
                    <a:bodyPr/>
                    <a:lstStyle/>
                    <a:p>
                      <a:pPr algn="ctr"/>
                      <a:r>
                        <a:rPr sz="800" b="0">
                          <a:solidFill>
                            <a:srgbClr val="000000"/>
                          </a:solidFill>
                          <a:latin typeface="Roboto Light"/>
                        </a:rPr>
                        <a:t>10.3x</a:t>
                      </a:r>
                    </a:p>
                  </a:txBody>
                  <a:tcPr marL="35560" marR="35560" marT="5080" marB="5080" anchor="ctr">
                    <a:noFill/>
                  </a:tcPr>
                </a:tc>
                <a:tc>
                  <a:txBody>
                    <a:bodyPr/>
                    <a:lstStyle/>
                    <a:p>
                      <a:pPr algn="ctr"/>
                      <a:r>
                        <a:rPr sz="800" b="0">
                          <a:solidFill>
                            <a:srgbClr val="000000"/>
                          </a:solidFill>
                          <a:latin typeface="Roboto Light"/>
                        </a:rPr>
                        <a:t>-7.7%</a:t>
                      </a:r>
                    </a:p>
                  </a:txBody>
                  <a:tcPr marL="35560" marR="35560" marT="5080" marB="5080" anchor="ctr">
                    <a:noFill/>
                  </a:tcPr>
                </a:tc>
                <a:extLst>
                  <a:ext uri="{0D108BD9-81ED-4DB2-BD59-A6C34878D82A}">
                    <a16:rowId xmlns:a16="http://schemas.microsoft.com/office/drawing/2014/main" val="10008"/>
                  </a:ext>
                </a:extLst>
              </a:tr>
              <a:tr h="216000">
                <a:tc>
                  <a:txBody>
                    <a:bodyPr/>
                    <a:lstStyle/>
                    <a:p>
                      <a:pPr algn="l"/>
                      <a:r>
                        <a:rPr sz="800" b="0">
                          <a:solidFill>
                            <a:srgbClr val="000000"/>
                          </a:solidFill>
                          <a:latin typeface="Roboto Light"/>
                        </a:rPr>
                        <a:t>ITUB4</a:t>
                      </a:r>
                    </a:p>
                  </a:txBody>
                  <a:tcPr marL="35560" marR="35560" marT="5080" marB="5080" anchor="ctr">
                    <a:solidFill>
                      <a:srgbClr val="F2F2F2"/>
                    </a:solidFill>
                  </a:tcPr>
                </a:tc>
                <a:tc>
                  <a:txBody>
                    <a:bodyPr/>
                    <a:lstStyle/>
                    <a:p>
                      <a:pPr algn="l"/>
                      <a:r>
                        <a:rPr sz="800" b="0">
                          <a:solidFill>
                            <a:srgbClr val="000000"/>
                          </a:solidFill>
                          <a:latin typeface="Roboto Light"/>
                        </a:rPr>
                        <a:t>Itaú Unibanco</a:t>
                      </a:r>
                    </a:p>
                  </a:txBody>
                  <a:tcPr marL="35560" marR="35560" marT="5080" marB="5080" anchor="ctr">
                    <a:solidFill>
                      <a:srgbClr val="F2F2F2"/>
                    </a:solidFill>
                  </a:tcPr>
                </a:tc>
                <a:tc>
                  <a:txBody>
                    <a:bodyPr/>
                    <a:lstStyle/>
                    <a:p>
                      <a:pPr algn="l"/>
                      <a:r>
                        <a:rPr sz="800" b="0">
                          <a:solidFill>
                            <a:srgbClr val="000000"/>
                          </a:solidFill>
                          <a:latin typeface="Roboto Light"/>
                        </a:rPr>
                        <a:t>Banks</a:t>
                      </a:r>
                    </a:p>
                  </a:txBody>
                  <a:tcPr marL="35560" marR="35560" marT="5080" marB="5080" anchor="ctr">
                    <a:solidFill>
                      <a:srgbClr val="F2F2F2"/>
                    </a:solidFill>
                  </a:tcPr>
                </a:tc>
                <a:tc>
                  <a:txBody>
                    <a:bodyPr/>
                    <a:lstStyle/>
                    <a:p>
                      <a:pPr algn="ctr"/>
                      <a:r>
                        <a:rPr sz="800" b="0">
                          <a:solidFill>
                            <a:srgbClr val="000000"/>
                          </a:solidFill>
                          <a:latin typeface="Roboto Light"/>
                        </a:rPr>
                        <a:t>-14.7%</a:t>
                      </a:r>
                    </a:p>
                  </a:txBody>
                  <a:tcPr marL="35560" marR="35560" marT="5080" marB="5080" anchor="ctr">
                    <a:solidFill>
                      <a:srgbClr val="F2F2F2"/>
                    </a:solidFill>
                  </a:tcPr>
                </a:tc>
                <a:tc>
                  <a:txBody>
                    <a:bodyPr/>
                    <a:lstStyle/>
                    <a:p>
                      <a:pPr algn="ctr"/>
                      <a:r>
                        <a:rPr sz="800" b="0">
                          <a:solidFill>
                            <a:srgbClr val="000000"/>
                          </a:solidFill>
                          <a:latin typeface="Roboto Light"/>
                        </a:rPr>
                        <a:t>67</a:t>
                      </a:r>
                    </a:p>
                  </a:txBody>
                  <a:tcPr marL="35560" marR="35560" marT="5080" marB="5080" anchor="ctr">
                    <a:solidFill>
                      <a:srgbClr val="F2F2F2"/>
                    </a:solidFill>
                  </a:tcPr>
                </a:tc>
                <a:tc>
                  <a:txBody>
                    <a:bodyPr/>
                    <a:lstStyle/>
                    <a:p>
                      <a:pPr algn="ctr"/>
                      <a:r>
                        <a:rPr sz="800" b="0">
                          <a:solidFill>
                            <a:srgbClr val="000000"/>
                          </a:solidFill>
                          <a:latin typeface="Roboto Light"/>
                        </a:rPr>
                        <a:t>–</a:t>
                      </a:r>
                    </a:p>
                  </a:txBody>
                  <a:tcPr marL="35560" marR="35560" marT="5080" marB="5080" anchor="ctr">
                    <a:solidFill>
                      <a:srgbClr val="F2F2F2"/>
                    </a:solidFill>
                  </a:tcPr>
                </a:tc>
                <a:tc>
                  <a:txBody>
                    <a:bodyPr/>
                    <a:lstStyle/>
                    <a:p>
                      <a:pPr algn="ctr"/>
                      <a:r>
                        <a:rPr sz="800" b="0">
                          <a:solidFill>
                            <a:srgbClr val="000000"/>
                          </a:solidFill>
                          <a:latin typeface="Roboto Light"/>
                        </a:rPr>
                        <a:t>8.2x</a:t>
                      </a:r>
                    </a:p>
                  </a:txBody>
                  <a:tcPr marL="35560" marR="35560" marT="5080" marB="5080" anchor="ctr">
                    <a:solidFill>
                      <a:srgbClr val="F2F2F2"/>
                    </a:solidFill>
                  </a:tcPr>
                </a:tc>
                <a:tc>
                  <a:txBody>
                    <a:bodyPr/>
                    <a:lstStyle/>
                    <a:p>
                      <a:pPr algn="ctr"/>
                      <a:r>
                        <a:rPr sz="800" b="0">
                          <a:solidFill>
                            <a:srgbClr val="000000"/>
                          </a:solidFill>
                          <a:latin typeface="Roboto Light"/>
                        </a:rPr>
                        <a:t>3.7%</a:t>
                      </a:r>
                    </a:p>
                  </a:txBody>
                  <a:tcPr marL="35560" marR="35560" marT="5080" marB="5080" anchor="ctr">
                    <a:solidFill>
                      <a:srgbClr val="F2F2F2"/>
                    </a:solidFill>
                  </a:tcPr>
                </a:tc>
                <a:extLst>
                  <a:ext uri="{0D108BD9-81ED-4DB2-BD59-A6C34878D82A}">
                    <a16:rowId xmlns:a16="http://schemas.microsoft.com/office/drawing/2014/main" val="10009"/>
                  </a:ext>
                </a:extLst>
              </a:tr>
              <a:tr h="216000">
                <a:tc>
                  <a:txBody>
                    <a:bodyPr/>
                    <a:lstStyle/>
                    <a:p>
                      <a:pPr algn="l"/>
                      <a:r>
                        <a:rPr sz="800" b="0">
                          <a:solidFill>
                            <a:srgbClr val="000000"/>
                          </a:solidFill>
                          <a:latin typeface="Roboto Light"/>
                        </a:rPr>
                        <a:t>ENEV3</a:t>
                      </a:r>
                    </a:p>
                  </a:txBody>
                  <a:tcPr marL="35560" marR="35560" marT="5080" marB="5080" anchor="ctr">
                    <a:noFill/>
                  </a:tcPr>
                </a:tc>
                <a:tc>
                  <a:txBody>
                    <a:bodyPr/>
                    <a:lstStyle/>
                    <a:p>
                      <a:pPr algn="l"/>
                      <a:r>
                        <a:rPr sz="800" b="0">
                          <a:solidFill>
                            <a:srgbClr val="000000"/>
                          </a:solidFill>
                          <a:latin typeface="Roboto Light"/>
                        </a:rPr>
                        <a:t>Eneva</a:t>
                      </a:r>
                    </a:p>
                  </a:txBody>
                  <a:tcPr marL="35560" marR="35560" marT="5080" marB="5080" anchor="ctr">
                    <a:noFill/>
                  </a:tcPr>
                </a:tc>
                <a:tc>
                  <a:txBody>
                    <a:bodyPr/>
                    <a:lstStyle/>
                    <a:p>
                      <a:pPr algn="l"/>
                      <a:r>
                        <a:rPr sz="800" b="0">
                          <a:solidFill>
                            <a:srgbClr val="000000"/>
                          </a:solidFill>
                          <a:latin typeface="Roboto Light"/>
                        </a:rPr>
                        <a:t>Utilities</a:t>
                      </a:r>
                    </a:p>
                  </a:txBody>
                  <a:tcPr marL="35560" marR="35560" marT="5080" marB="5080" anchor="ctr">
                    <a:noFill/>
                  </a:tcPr>
                </a:tc>
                <a:tc>
                  <a:txBody>
                    <a:bodyPr/>
                    <a:lstStyle/>
                    <a:p>
                      <a:pPr algn="ctr"/>
                      <a:r>
                        <a:rPr sz="800" b="0" dirty="0">
                          <a:solidFill>
                            <a:srgbClr val="000000"/>
                          </a:solidFill>
                          <a:latin typeface="Roboto Light"/>
                        </a:rPr>
                        <a:t>-14.5%</a:t>
                      </a:r>
                    </a:p>
                  </a:txBody>
                  <a:tcPr marL="35560" marR="35560" marT="5080" marB="5080" anchor="ctr">
                    <a:noFill/>
                  </a:tcPr>
                </a:tc>
                <a:tc>
                  <a:txBody>
                    <a:bodyPr/>
                    <a:lstStyle/>
                    <a:p>
                      <a:pPr algn="ctr"/>
                      <a:r>
                        <a:rPr sz="800" b="0">
                          <a:solidFill>
                            <a:srgbClr val="000000"/>
                          </a:solidFill>
                          <a:latin typeface="Roboto Light"/>
                        </a:rPr>
                        <a:t>17</a:t>
                      </a:r>
                    </a:p>
                  </a:txBody>
                  <a:tcPr marL="35560" marR="35560" marT="5080" marB="5080" anchor="ctr">
                    <a:noFill/>
                  </a:tcPr>
                </a:tc>
                <a:tc>
                  <a:txBody>
                    <a:bodyPr/>
                    <a:lstStyle/>
                    <a:p>
                      <a:pPr algn="ctr"/>
                      <a:r>
                        <a:rPr sz="800" b="0">
                          <a:solidFill>
                            <a:srgbClr val="000000"/>
                          </a:solidFill>
                          <a:latin typeface="Roboto Light"/>
                        </a:rPr>
                        <a:t>2.7x</a:t>
                      </a:r>
                    </a:p>
                  </a:txBody>
                  <a:tcPr marL="35560" marR="35560" marT="5080" marB="5080" anchor="ctr">
                    <a:noFill/>
                  </a:tcPr>
                </a:tc>
                <a:tc>
                  <a:txBody>
                    <a:bodyPr/>
                    <a:lstStyle/>
                    <a:p>
                      <a:pPr algn="ctr"/>
                      <a:r>
                        <a:rPr sz="800" b="0">
                          <a:solidFill>
                            <a:srgbClr val="000000"/>
                          </a:solidFill>
                          <a:latin typeface="Roboto Light"/>
                        </a:rPr>
                        <a:t>24.5x</a:t>
                      </a:r>
                    </a:p>
                  </a:txBody>
                  <a:tcPr marL="35560" marR="35560" marT="5080" marB="5080" anchor="ctr">
                    <a:noFill/>
                  </a:tcPr>
                </a:tc>
                <a:tc>
                  <a:txBody>
                    <a:bodyPr/>
                    <a:lstStyle/>
                    <a:p>
                      <a:pPr algn="ctr"/>
                      <a:r>
                        <a:rPr sz="800" b="0">
                          <a:solidFill>
                            <a:srgbClr val="000000"/>
                          </a:solidFill>
                          <a:latin typeface="Roboto Light"/>
                        </a:rPr>
                        <a:t>26.7%</a:t>
                      </a:r>
                    </a:p>
                  </a:txBody>
                  <a:tcPr marL="35560" marR="35560" marT="5080" marB="5080" anchor="ctr">
                    <a:noFill/>
                  </a:tcPr>
                </a:tc>
                <a:extLst>
                  <a:ext uri="{0D108BD9-81ED-4DB2-BD59-A6C34878D82A}">
                    <a16:rowId xmlns:a16="http://schemas.microsoft.com/office/drawing/2014/main" val="10010"/>
                  </a:ext>
                </a:extLst>
              </a:tr>
              <a:tr h="216000">
                <a:tc>
                  <a:txBody>
                    <a:bodyPr/>
                    <a:lstStyle/>
                    <a:p>
                      <a:pPr algn="l"/>
                      <a:r>
                        <a:rPr sz="800" b="0">
                          <a:solidFill>
                            <a:srgbClr val="000000"/>
                          </a:solidFill>
                          <a:latin typeface="Roboto Light"/>
                        </a:rPr>
                        <a:t>CURY3</a:t>
                      </a:r>
                    </a:p>
                  </a:txBody>
                  <a:tcPr marL="35560" marR="35560" marT="5080" marB="5080" anchor="ctr">
                    <a:solidFill>
                      <a:srgbClr val="F2F2F2"/>
                    </a:solidFill>
                  </a:tcPr>
                </a:tc>
                <a:tc>
                  <a:txBody>
                    <a:bodyPr/>
                    <a:lstStyle/>
                    <a:p>
                      <a:pPr algn="l"/>
                      <a:r>
                        <a:rPr sz="800" b="0">
                          <a:solidFill>
                            <a:srgbClr val="000000"/>
                          </a:solidFill>
                          <a:latin typeface="Roboto Light"/>
                        </a:rPr>
                        <a:t>Cury</a:t>
                      </a:r>
                    </a:p>
                  </a:txBody>
                  <a:tcPr marL="35560" marR="35560" marT="5080" marB="5080" anchor="ctr">
                    <a:solidFill>
                      <a:srgbClr val="F2F2F2"/>
                    </a:solidFill>
                  </a:tcPr>
                </a:tc>
                <a:tc>
                  <a:txBody>
                    <a:bodyPr/>
                    <a:lstStyle/>
                    <a:p>
                      <a:pPr algn="l"/>
                      <a:r>
                        <a:rPr sz="800" b="0">
                          <a:solidFill>
                            <a:srgbClr val="000000"/>
                          </a:solidFill>
                          <a:latin typeface="Roboto Light"/>
                        </a:rPr>
                        <a:t>Homebuilders</a:t>
                      </a:r>
                    </a:p>
                  </a:txBody>
                  <a:tcPr marL="35560" marR="35560" marT="5080" marB="5080" anchor="ctr">
                    <a:solidFill>
                      <a:srgbClr val="F2F2F2"/>
                    </a:solidFill>
                  </a:tcPr>
                </a:tc>
                <a:tc>
                  <a:txBody>
                    <a:bodyPr/>
                    <a:lstStyle/>
                    <a:p>
                      <a:pPr algn="ctr"/>
                      <a:r>
                        <a:rPr sz="800" b="0">
                          <a:solidFill>
                            <a:srgbClr val="000000"/>
                          </a:solidFill>
                          <a:latin typeface="Roboto Light"/>
                        </a:rPr>
                        <a:t>-13.7%</a:t>
                      </a:r>
                    </a:p>
                  </a:txBody>
                  <a:tcPr marL="35560" marR="35560" marT="5080" marB="5080" anchor="ctr">
                    <a:solidFill>
                      <a:srgbClr val="F2F2F2"/>
                    </a:solidFill>
                  </a:tcPr>
                </a:tc>
                <a:tc>
                  <a:txBody>
                    <a:bodyPr/>
                    <a:lstStyle/>
                    <a:p>
                      <a:pPr algn="ctr"/>
                      <a:r>
                        <a:rPr sz="800" b="0">
                          <a:solidFill>
                            <a:srgbClr val="000000"/>
                          </a:solidFill>
                          <a:latin typeface="Roboto Light"/>
                        </a:rPr>
                        <a:t>100</a:t>
                      </a:r>
                    </a:p>
                  </a:txBody>
                  <a:tcPr marL="35560" marR="35560" marT="5080" marB="5080" anchor="ctr">
                    <a:solidFill>
                      <a:srgbClr val="F2F2F2"/>
                    </a:solidFill>
                  </a:tcPr>
                </a:tc>
                <a:tc>
                  <a:txBody>
                    <a:bodyPr/>
                    <a:lstStyle/>
                    <a:p>
                      <a:pPr algn="ctr"/>
                      <a:r>
                        <a:rPr sz="800" b="0">
                          <a:solidFill>
                            <a:srgbClr val="000000"/>
                          </a:solidFill>
                          <a:latin typeface="Roboto Light"/>
                        </a:rPr>
                        <a:t>0.0x</a:t>
                      </a:r>
                    </a:p>
                  </a:txBody>
                  <a:tcPr marL="35560" marR="35560" marT="5080" marB="5080" anchor="ctr">
                    <a:solidFill>
                      <a:srgbClr val="F2F2F2"/>
                    </a:solidFill>
                  </a:tcPr>
                </a:tc>
                <a:tc>
                  <a:txBody>
                    <a:bodyPr/>
                    <a:lstStyle/>
                    <a:p>
                      <a:pPr algn="ctr"/>
                      <a:r>
                        <a:rPr sz="800" b="0">
                          <a:solidFill>
                            <a:srgbClr val="000000"/>
                          </a:solidFill>
                          <a:latin typeface="Roboto Light"/>
                        </a:rPr>
                        <a:t>6.0x</a:t>
                      </a:r>
                    </a:p>
                  </a:txBody>
                  <a:tcPr marL="35560" marR="35560" marT="5080" marB="5080" anchor="ctr">
                    <a:solidFill>
                      <a:srgbClr val="F2F2F2"/>
                    </a:solidFill>
                  </a:tcPr>
                </a:tc>
                <a:tc>
                  <a:txBody>
                    <a:bodyPr/>
                    <a:lstStyle/>
                    <a:p>
                      <a:pPr algn="ctr"/>
                      <a:r>
                        <a:rPr sz="800" b="0">
                          <a:solidFill>
                            <a:srgbClr val="000000"/>
                          </a:solidFill>
                          <a:latin typeface="Roboto Light"/>
                        </a:rPr>
                        <a:t>2.7%</a:t>
                      </a:r>
                    </a:p>
                  </a:txBody>
                  <a:tcPr marL="35560" marR="35560" marT="5080" marB="5080" anchor="ctr">
                    <a:solidFill>
                      <a:srgbClr val="F2F2F2"/>
                    </a:solidFill>
                  </a:tcPr>
                </a:tc>
                <a:extLst>
                  <a:ext uri="{0D108BD9-81ED-4DB2-BD59-A6C34878D82A}">
                    <a16:rowId xmlns:a16="http://schemas.microsoft.com/office/drawing/2014/main" val="10011"/>
                  </a:ext>
                </a:extLst>
              </a:tr>
              <a:tr h="216000">
                <a:tc>
                  <a:txBody>
                    <a:bodyPr/>
                    <a:lstStyle/>
                    <a:p>
                      <a:pPr algn="l"/>
                      <a:r>
                        <a:rPr sz="800" b="0">
                          <a:solidFill>
                            <a:srgbClr val="000000"/>
                          </a:solidFill>
                          <a:latin typeface="Roboto Light"/>
                        </a:rPr>
                        <a:t>PETR4</a:t>
                      </a:r>
                    </a:p>
                  </a:txBody>
                  <a:tcPr marL="35560" marR="35560" marT="5080" marB="5080" anchor="ctr">
                    <a:noFill/>
                  </a:tcPr>
                </a:tc>
                <a:tc>
                  <a:txBody>
                    <a:bodyPr/>
                    <a:lstStyle/>
                    <a:p>
                      <a:pPr algn="l"/>
                      <a:r>
                        <a:rPr sz="800" b="0">
                          <a:solidFill>
                            <a:srgbClr val="000000"/>
                          </a:solidFill>
                          <a:latin typeface="Roboto Light"/>
                        </a:rPr>
                        <a:t>Petrobras</a:t>
                      </a:r>
                    </a:p>
                  </a:txBody>
                  <a:tcPr marL="35560" marR="35560" marT="5080" marB="5080" anchor="ctr">
                    <a:noFill/>
                  </a:tcPr>
                </a:tc>
                <a:tc>
                  <a:txBody>
                    <a:bodyPr/>
                    <a:lstStyle/>
                    <a:p>
                      <a:pPr algn="l"/>
                      <a:r>
                        <a:rPr sz="800" b="0">
                          <a:solidFill>
                            <a:srgbClr val="000000"/>
                          </a:solidFill>
                          <a:latin typeface="Roboto Light"/>
                        </a:rPr>
                        <a:t>Oil &amp; Gas</a:t>
                      </a:r>
                    </a:p>
                  </a:txBody>
                  <a:tcPr marL="35560" marR="35560" marT="5080" marB="5080" anchor="ctr">
                    <a:noFill/>
                  </a:tcPr>
                </a:tc>
                <a:tc>
                  <a:txBody>
                    <a:bodyPr/>
                    <a:lstStyle/>
                    <a:p>
                      <a:pPr algn="ctr"/>
                      <a:r>
                        <a:rPr sz="800" b="0">
                          <a:solidFill>
                            <a:srgbClr val="000000"/>
                          </a:solidFill>
                          <a:latin typeface="Roboto Light"/>
                        </a:rPr>
                        <a:t>-10.0%</a:t>
                      </a:r>
                    </a:p>
                  </a:txBody>
                  <a:tcPr marL="35560" marR="35560" marT="5080" marB="5080" anchor="ctr">
                    <a:noFill/>
                  </a:tcPr>
                </a:tc>
                <a:tc>
                  <a:txBody>
                    <a:bodyPr/>
                    <a:lstStyle/>
                    <a:p>
                      <a:pPr algn="ctr"/>
                      <a:r>
                        <a:rPr sz="800" b="0" dirty="0">
                          <a:solidFill>
                            <a:srgbClr val="000000"/>
                          </a:solidFill>
                          <a:latin typeface="Roboto Light"/>
                        </a:rPr>
                        <a:t>66</a:t>
                      </a:r>
                    </a:p>
                  </a:txBody>
                  <a:tcPr marL="35560" marR="35560" marT="5080" marB="5080" anchor="ctr">
                    <a:noFill/>
                  </a:tcPr>
                </a:tc>
                <a:tc>
                  <a:txBody>
                    <a:bodyPr/>
                    <a:lstStyle/>
                    <a:p>
                      <a:pPr algn="ctr"/>
                      <a:r>
                        <a:rPr sz="800" b="0" dirty="0">
                          <a:solidFill>
                            <a:srgbClr val="000000"/>
                          </a:solidFill>
                          <a:latin typeface="Roboto Light"/>
                        </a:rPr>
                        <a:t>1.1x</a:t>
                      </a:r>
                    </a:p>
                  </a:txBody>
                  <a:tcPr marL="35560" marR="35560" marT="5080" marB="5080" anchor="ctr">
                    <a:noFill/>
                  </a:tcPr>
                </a:tc>
                <a:tc>
                  <a:txBody>
                    <a:bodyPr/>
                    <a:lstStyle/>
                    <a:p>
                      <a:pPr algn="ctr"/>
                      <a:r>
                        <a:rPr sz="800" b="0">
                          <a:solidFill>
                            <a:srgbClr val="000000"/>
                          </a:solidFill>
                          <a:latin typeface="Roboto Light"/>
                        </a:rPr>
                        <a:t>7.1x</a:t>
                      </a:r>
                    </a:p>
                  </a:txBody>
                  <a:tcPr marL="35560" marR="35560" marT="5080" marB="5080" anchor="ctr">
                    <a:noFill/>
                  </a:tcPr>
                </a:tc>
                <a:tc>
                  <a:txBody>
                    <a:bodyPr/>
                    <a:lstStyle/>
                    <a:p>
                      <a:pPr algn="ctr"/>
                      <a:r>
                        <a:rPr sz="800" b="0">
                          <a:solidFill>
                            <a:srgbClr val="000000"/>
                          </a:solidFill>
                          <a:latin typeface="Roboto Light"/>
                        </a:rPr>
                        <a:t>16.6%</a:t>
                      </a:r>
                    </a:p>
                  </a:txBody>
                  <a:tcPr marL="35560" marR="35560" marT="5080" marB="5080" anchor="ctr">
                    <a:noFill/>
                  </a:tcPr>
                </a:tc>
                <a:extLst>
                  <a:ext uri="{0D108BD9-81ED-4DB2-BD59-A6C34878D82A}">
                    <a16:rowId xmlns:a16="http://schemas.microsoft.com/office/drawing/2014/main" val="10012"/>
                  </a:ext>
                </a:extLst>
              </a:tr>
              <a:tr h="216000">
                <a:tc>
                  <a:txBody>
                    <a:bodyPr/>
                    <a:lstStyle/>
                    <a:p>
                      <a:pPr algn="l"/>
                      <a:r>
                        <a:rPr sz="800" b="0">
                          <a:solidFill>
                            <a:srgbClr val="000000"/>
                          </a:solidFill>
                          <a:latin typeface="Roboto Light"/>
                        </a:rPr>
                        <a:t>JBS</a:t>
                      </a:r>
                    </a:p>
                  </a:txBody>
                  <a:tcPr marL="35560" marR="35560" marT="5080" marB="5080" anchor="ctr">
                    <a:solidFill>
                      <a:srgbClr val="F2F2F2"/>
                    </a:solidFill>
                  </a:tcPr>
                </a:tc>
                <a:tc>
                  <a:txBody>
                    <a:bodyPr/>
                    <a:lstStyle/>
                    <a:p>
                      <a:pPr algn="l"/>
                      <a:r>
                        <a:rPr sz="800" b="0">
                          <a:solidFill>
                            <a:srgbClr val="000000"/>
                          </a:solidFill>
                          <a:latin typeface="Roboto Light"/>
                        </a:rPr>
                        <a:t>JBS</a:t>
                      </a:r>
                    </a:p>
                  </a:txBody>
                  <a:tcPr marL="35560" marR="35560" marT="5080" marB="5080" anchor="ctr">
                    <a:solidFill>
                      <a:srgbClr val="F2F2F2"/>
                    </a:solidFill>
                  </a:tcPr>
                </a:tc>
                <a:tc>
                  <a:txBody>
                    <a:bodyPr/>
                    <a:lstStyle/>
                    <a:p>
                      <a:pPr algn="l"/>
                      <a:r>
                        <a:rPr sz="800" b="0">
                          <a:solidFill>
                            <a:srgbClr val="000000"/>
                          </a:solidFill>
                          <a:latin typeface="Roboto Light"/>
                        </a:rPr>
                        <a:t>Food &amp; Beverages</a:t>
                      </a:r>
                    </a:p>
                  </a:txBody>
                  <a:tcPr marL="35560" marR="35560" marT="5080" marB="5080" anchor="ctr">
                    <a:solidFill>
                      <a:srgbClr val="F2F2F2"/>
                    </a:solidFill>
                  </a:tcPr>
                </a:tc>
                <a:tc>
                  <a:txBody>
                    <a:bodyPr/>
                    <a:lstStyle/>
                    <a:p>
                      <a:pPr algn="ctr"/>
                      <a:r>
                        <a:rPr sz="800" b="0">
                          <a:solidFill>
                            <a:srgbClr val="000000"/>
                          </a:solidFill>
                          <a:latin typeface="Roboto Light"/>
                        </a:rPr>
                        <a:t>5.5%</a:t>
                      </a:r>
                    </a:p>
                  </a:txBody>
                  <a:tcPr marL="35560" marR="35560" marT="5080" marB="5080" anchor="ctr">
                    <a:solidFill>
                      <a:srgbClr val="F2F2F2"/>
                    </a:solidFill>
                  </a:tcPr>
                </a:tc>
                <a:tc>
                  <a:txBody>
                    <a:bodyPr/>
                    <a:lstStyle/>
                    <a:p>
                      <a:pPr algn="ctr"/>
                      <a:r>
                        <a:rPr sz="800" b="0">
                          <a:solidFill>
                            <a:srgbClr val="000000"/>
                          </a:solidFill>
                          <a:latin typeface="Roboto Light"/>
                        </a:rPr>
                        <a:t>–</a:t>
                      </a:r>
                    </a:p>
                  </a:txBody>
                  <a:tcPr marL="35560" marR="35560" marT="5080" marB="5080" anchor="ctr">
                    <a:solidFill>
                      <a:srgbClr val="F2F2F2"/>
                    </a:solidFill>
                  </a:tcPr>
                </a:tc>
                <a:tc>
                  <a:txBody>
                    <a:bodyPr/>
                    <a:lstStyle/>
                    <a:p>
                      <a:pPr algn="ctr"/>
                      <a:r>
                        <a:rPr lang="pt-BR" sz="800" b="0" dirty="0">
                          <a:solidFill>
                            <a:srgbClr val="000000"/>
                          </a:solidFill>
                          <a:latin typeface="Roboto Light"/>
                        </a:rPr>
                        <a:t>3.1x</a:t>
                      </a:r>
                      <a:endParaRPr sz="800" b="0" dirty="0">
                        <a:solidFill>
                          <a:srgbClr val="000000"/>
                        </a:solidFill>
                        <a:latin typeface="Roboto Light"/>
                      </a:endParaRPr>
                    </a:p>
                  </a:txBody>
                  <a:tcPr marL="35560" marR="35560" marT="5080" marB="5080" anchor="ctr">
                    <a:solidFill>
                      <a:srgbClr val="F2F2F2"/>
                    </a:solidFill>
                  </a:tcPr>
                </a:tc>
                <a:tc>
                  <a:txBody>
                    <a:bodyPr/>
                    <a:lstStyle/>
                    <a:p>
                      <a:pPr algn="ctr"/>
                      <a:r>
                        <a:rPr lang="pt-BR" sz="800" b="0">
                          <a:solidFill>
                            <a:srgbClr val="000000"/>
                          </a:solidFill>
                          <a:latin typeface="Roboto Light"/>
                        </a:rPr>
                        <a:t>8.9x</a:t>
                      </a:r>
                      <a:endParaRPr sz="800" b="0">
                        <a:solidFill>
                          <a:srgbClr val="000000"/>
                        </a:solidFill>
                        <a:latin typeface="Roboto Light"/>
                      </a:endParaRPr>
                    </a:p>
                  </a:txBody>
                  <a:tcPr marL="35560" marR="35560" marT="5080" marB="5080" anchor="ctr">
                    <a:solidFill>
                      <a:srgbClr val="F2F2F2"/>
                    </a:solidFill>
                  </a:tcPr>
                </a:tc>
                <a:tc>
                  <a:txBody>
                    <a:bodyPr/>
                    <a:lstStyle/>
                    <a:p>
                      <a:pPr algn="ctr"/>
                      <a:r>
                        <a:rPr lang="pt-BR" sz="800" b="0">
                          <a:solidFill>
                            <a:srgbClr val="000000"/>
                          </a:solidFill>
                          <a:latin typeface="Roboto Light"/>
                        </a:rPr>
                        <a:t>-7.3%</a:t>
                      </a:r>
                      <a:endParaRPr sz="800" b="0">
                        <a:solidFill>
                          <a:srgbClr val="000000"/>
                        </a:solidFill>
                        <a:latin typeface="Roboto Light"/>
                      </a:endParaRPr>
                    </a:p>
                  </a:txBody>
                  <a:tcPr marL="35560" marR="35560" marT="5080" marB="5080" anchor="ctr">
                    <a:solidFill>
                      <a:srgbClr val="F2F2F2"/>
                    </a:solidFill>
                  </a:tcPr>
                </a:tc>
                <a:extLst>
                  <a:ext uri="{0D108BD9-81ED-4DB2-BD59-A6C34878D82A}">
                    <a16:rowId xmlns:a16="http://schemas.microsoft.com/office/drawing/2014/main" val="10013"/>
                  </a:ext>
                </a:extLst>
              </a:tr>
              <a:tr h="216000">
                <a:tc>
                  <a:txBody>
                    <a:bodyPr/>
                    <a:lstStyle/>
                    <a:p>
                      <a:pPr algn="l"/>
                      <a:r>
                        <a:rPr sz="800" b="0">
                          <a:solidFill>
                            <a:srgbClr val="000000"/>
                          </a:solidFill>
                          <a:latin typeface="Roboto Light"/>
                        </a:rPr>
                        <a:t>WEGE3</a:t>
                      </a:r>
                    </a:p>
                  </a:txBody>
                  <a:tcPr marL="35560" marR="35560" marT="5080" marB="5080" anchor="ctr">
                    <a:noFill/>
                  </a:tcPr>
                </a:tc>
                <a:tc>
                  <a:txBody>
                    <a:bodyPr/>
                    <a:lstStyle/>
                    <a:p>
                      <a:pPr algn="l"/>
                      <a:r>
                        <a:rPr sz="800" b="0">
                          <a:solidFill>
                            <a:srgbClr val="000000"/>
                          </a:solidFill>
                          <a:latin typeface="Roboto Light"/>
                        </a:rPr>
                        <a:t>Weg</a:t>
                      </a:r>
                    </a:p>
                  </a:txBody>
                  <a:tcPr marL="35560" marR="35560" marT="5080" marB="5080" anchor="ctr">
                    <a:noFill/>
                  </a:tcPr>
                </a:tc>
                <a:tc>
                  <a:txBody>
                    <a:bodyPr/>
                    <a:lstStyle/>
                    <a:p>
                      <a:pPr algn="l"/>
                      <a:r>
                        <a:rPr sz="800" b="0">
                          <a:solidFill>
                            <a:srgbClr val="000000"/>
                          </a:solidFill>
                          <a:latin typeface="Roboto Light"/>
                        </a:rPr>
                        <a:t>Capital Goods</a:t>
                      </a:r>
                    </a:p>
                  </a:txBody>
                  <a:tcPr marL="35560" marR="35560" marT="5080" marB="5080" anchor="ctr">
                    <a:noFill/>
                  </a:tcPr>
                </a:tc>
                <a:tc>
                  <a:txBody>
                    <a:bodyPr/>
                    <a:lstStyle/>
                    <a:p>
                      <a:pPr algn="ctr"/>
                      <a:r>
                        <a:rPr sz="800" b="0">
                          <a:solidFill>
                            <a:srgbClr val="000000"/>
                          </a:solidFill>
                          <a:latin typeface="Roboto Light"/>
                        </a:rPr>
                        <a:t>8.0%</a:t>
                      </a:r>
                    </a:p>
                  </a:txBody>
                  <a:tcPr marL="35560" marR="35560" marT="5080" marB="5080" anchor="ctr">
                    <a:noFill/>
                  </a:tcPr>
                </a:tc>
                <a:tc>
                  <a:txBody>
                    <a:bodyPr/>
                    <a:lstStyle/>
                    <a:p>
                      <a:pPr algn="ctr"/>
                      <a:r>
                        <a:rPr sz="800" b="0">
                          <a:solidFill>
                            <a:srgbClr val="000000"/>
                          </a:solidFill>
                          <a:latin typeface="Roboto Light"/>
                        </a:rPr>
                        <a:t>75</a:t>
                      </a:r>
                    </a:p>
                  </a:txBody>
                  <a:tcPr marL="35560" marR="35560" marT="5080" marB="5080" anchor="ctr">
                    <a:noFill/>
                  </a:tcPr>
                </a:tc>
                <a:tc>
                  <a:txBody>
                    <a:bodyPr/>
                    <a:lstStyle/>
                    <a:p>
                      <a:pPr algn="ctr"/>
                      <a:r>
                        <a:rPr sz="800" b="0" dirty="0">
                          <a:solidFill>
                            <a:srgbClr val="000000"/>
                          </a:solidFill>
                          <a:latin typeface="Roboto Light"/>
                        </a:rPr>
                        <a:t>-0.3x</a:t>
                      </a:r>
                    </a:p>
                  </a:txBody>
                  <a:tcPr marL="35560" marR="35560" marT="5080" marB="5080" anchor="ctr">
                    <a:noFill/>
                  </a:tcPr>
                </a:tc>
                <a:tc>
                  <a:txBody>
                    <a:bodyPr/>
                    <a:lstStyle/>
                    <a:p>
                      <a:pPr algn="ctr"/>
                      <a:r>
                        <a:rPr sz="800" b="0">
                          <a:solidFill>
                            <a:srgbClr val="000000"/>
                          </a:solidFill>
                          <a:latin typeface="Roboto Light"/>
                        </a:rPr>
                        <a:t>27.0x</a:t>
                      </a:r>
                    </a:p>
                  </a:txBody>
                  <a:tcPr marL="35560" marR="35560" marT="5080" marB="5080" anchor="ctr">
                    <a:noFill/>
                  </a:tcPr>
                </a:tc>
                <a:tc>
                  <a:txBody>
                    <a:bodyPr/>
                    <a:lstStyle/>
                    <a:p>
                      <a:pPr algn="ctr"/>
                      <a:r>
                        <a:rPr lang="pt-BR" sz="800" b="0">
                          <a:solidFill>
                            <a:srgbClr val="000000"/>
                          </a:solidFill>
                          <a:latin typeface="Roboto Light"/>
                        </a:rPr>
                        <a:t>5.9%</a:t>
                      </a:r>
                      <a:endParaRPr sz="800" b="0">
                        <a:solidFill>
                          <a:srgbClr val="000000"/>
                        </a:solidFill>
                        <a:latin typeface="Roboto Light"/>
                      </a:endParaRPr>
                    </a:p>
                  </a:txBody>
                  <a:tcPr marL="35560" marR="35560" marT="5080" marB="5080" anchor="ctr">
                    <a:noFill/>
                  </a:tcPr>
                </a:tc>
                <a:extLst>
                  <a:ext uri="{0D108BD9-81ED-4DB2-BD59-A6C34878D82A}">
                    <a16:rowId xmlns:a16="http://schemas.microsoft.com/office/drawing/2014/main" val="10014"/>
                  </a:ext>
                </a:extLst>
              </a:tr>
              <a:tr h="216000">
                <a:tc>
                  <a:txBody>
                    <a:bodyPr/>
                    <a:lstStyle/>
                    <a:p>
                      <a:pPr algn="l"/>
                      <a:r>
                        <a:rPr sz="800" b="0">
                          <a:solidFill>
                            <a:srgbClr val="000000"/>
                          </a:solidFill>
                          <a:latin typeface="Roboto Light"/>
                        </a:rPr>
                        <a:t>EMBJ3</a:t>
                      </a:r>
                    </a:p>
                  </a:txBody>
                  <a:tcPr marL="35560" marR="35560" marT="5080" marB="5080" anchor="ctr">
                    <a:solidFill>
                      <a:srgbClr val="F2F2F2"/>
                    </a:solidFill>
                  </a:tcPr>
                </a:tc>
                <a:tc>
                  <a:txBody>
                    <a:bodyPr/>
                    <a:lstStyle/>
                    <a:p>
                      <a:pPr algn="l"/>
                      <a:r>
                        <a:rPr sz="800" b="0" dirty="0">
                          <a:solidFill>
                            <a:srgbClr val="000000"/>
                          </a:solidFill>
                          <a:latin typeface="Roboto Light"/>
                        </a:rPr>
                        <a:t>Embraer</a:t>
                      </a:r>
                    </a:p>
                  </a:txBody>
                  <a:tcPr marL="35560" marR="35560" marT="5080" marB="5080" anchor="ctr">
                    <a:solidFill>
                      <a:srgbClr val="F2F2F2"/>
                    </a:solidFill>
                  </a:tcPr>
                </a:tc>
                <a:tc>
                  <a:txBody>
                    <a:bodyPr/>
                    <a:lstStyle/>
                    <a:p>
                      <a:pPr algn="l"/>
                      <a:r>
                        <a:rPr sz="800" b="0">
                          <a:solidFill>
                            <a:srgbClr val="000000"/>
                          </a:solidFill>
                          <a:latin typeface="Roboto Light"/>
                        </a:rPr>
                        <a:t>Capital Goods</a:t>
                      </a:r>
                    </a:p>
                  </a:txBody>
                  <a:tcPr marL="35560" marR="35560" marT="5080" marB="5080" anchor="ctr">
                    <a:solidFill>
                      <a:srgbClr val="F2F2F2"/>
                    </a:solidFill>
                  </a:tcPr>
                </a:tc>
                <a:tc>
                  <a:txBody>
                    <a:bodyPr/>
                    <a:lstStyle/>
                    <a:p>
                      <a:pPr algn="ctr"/>
                      <a:r>
                        <a:rPr sz="800" b="0">
                          <a:solidFill>
                            <a:srgbClr val="000000"/>
                          </a:solidFill>
                          <a:latin typeface="Roboto Light"/>
                        </a:rPr>
                        <a:t>10.2%</a:t>
                      </a:r>
                    </a:p>
                  </a:txBody>
                  <a:tcPr marL="35560" marR="35560" marT="5080" marB="5080" anchor="ctr">
                    <a:solidFill>
                      <a:srgbClr val="F2F2F2"/>
                    </a:solidFill>
                  </a:tcPr>
                </a:tc>
                <a:tc>
                  <a:txBody>
                    <a:bodyPr/>
                    <a:lstStyle/>
                    <a:p>
                      <a:pPr algn="ctr"/>
                      <a:r>
                        <a:rPr sz="800" b="0">
                          <a:solidFill>
                            <a:srgbClr val="000000"/>
                          </a:solidFill>
                          <a:latin typeface="Roboto Light"/>
                        </a:rPr>
                        <a:t>88</a:t>
                      </a:r>
                    </a:p>
                  </a:txBody>
                  <a:tcPr marL="35560" marR="35560" marT="5080" marB="5080" anchor="ctr">
                    <a:solidFill>
                      <a:srgbClr val="F2F2F2"/>
                    </a:solidFill>
                  </a:tcPr>
                </a:tc>
                <a:tc>
                  <a:txBody>
                    <a:bodyPr/>
                    <a:lstStyle/>
                    <a:p>
                      <a:pPr algn="ctr"/>
                      <a:r>
                        <a:rPr sz="800" b="0">
                          <a:solidFill>
                            <a:srgbClr val="000000"/>
                          </a:solidFill>
                          <a:latin typeface="Roboto Light"/>
                        </a:rPr>
                        <a:t>-0.3x</a:t>
                      </a:r>
                    </a:p>
                  </a:txBody>
                  <a:tcPr marL="35560" marR="35560" marT="5080" marB="5080" anchor="ctr">
                    <a:solidFill>
                      <a:srgbClr val="F2F2F2"/>
                    </a:solidFill>
                  </a:tcPr>
                </a:tc>
                <a:tc>
                  <a:txBody>
                    <a:bodyPr/>
                    <a:lstStyle/>
                    <a:p>
                      <a:pPr algn="ctr"/>
                      <a:r>
                        <a:rPr sz="800" b="0">
                          <a:solidFill>
                            <a:srgbClr val="000000"/>
                          </a:solidFill>
                          <a:latin typeface="Roboto Light"/>
                        </a:rPr>
                        <a:t>19.3x</a:t>
                      </a:r>
                    </a:p>
                  </a:txBody>
                  <a:tcPr marL="35560" marR="35560" marT="5080" marB="5080" anchor="ctr">
                    <a:solidFill>
                      <a:srgbClr val="F2F2F2"/>
                    </a:solidFill>
                  </a:tcPr>
                </a:tc>
                <a:tc>
                  <a:txBody>
                    <a:bodyPr/>
                    <a:lstStyle/>
                    <a:p>
                      <a:pPr algn="ctr"/>
                      <a:r>
                        <a:rPr sz="800" b="0">
                          <a:solidFill>
                            <a:srgbClr val="000000"/>
                          </a:solidFill>
                          <a:latin typeface="Roboto Light"/>
                        </a:rPr>
                        <a:t>0.4%</a:t>
                      </a:r>
                    </a:p>
                  </a:txBody>
                  <a:tcPr marL="35560" marR="35560" marT="5080" marB="5080" anchor="ctr">
                    <a:solidFill>
                      <a:srgbClr val="F2F2F2"/>
                    </a:solidFill>
                  </a:tcPr>
                </a:tc>
                <a:extLst>
                  <a:ext uri="{0D108BD9-81ED-4DB2-BD59-A6C34878D82A}">
                    <a16:rowId xmlns:a16="http://schemas.microsoft.com/office/drawing/2014/main" val="10015"/>
                  </a:ext>
                </a:extLst>
              </a:tr>
              <a:tr h="216000">
                <a:tc>
                  <a:txBody>
                    <a:bodyPr/>
                    <a:lstStyle/>
                    <a:p>
                      <a:pPr algn="l"/>
                      <a:r>
                        <a:rPr sz="800" b="0" dirty="0">
                          <a:solidFill>
                            <a:srgbClr val="000000"/>
                          </a:solidFill>
                          <a:latin typeface="Roboto Light"/>
                        </a:rPr>
                        <a:t>SUZB3</a:t>
                      </a:r>
                    </a:p>
                  </a:txBody>
                  <a:tcPr marL="35560" marR="35560" marT="5080" marB="5080" anchor="ctr">
                    <a:noFill/>
                  </a:tcPr>
                </a:tc>
                <a:tc>
                  <a:txBody>
                    <a:bodyPr/>
                    <a:lstStyle/>
                    <a:p>
                      <a:pPr algn="l"/>
                      <a:r>
                        <a:rPr sz="800" b="0" dirty="0">
                          <a:solidFill>
                            <a:srgbClr val="000000"/>
                          </a:solidFill>
                          <a:latin typeface="Roboto Light"/>
                        </a:rPr>
                        <a:t>Suzano</a:t>
                      </a:r>
                    </a:p>
                  </a:txBody>
                  <a:tcPr marL="35560" marR="35560" marT="5080" marB="5080" anchor="ctr">
                    <a:noFill/>
                  </a:tcPr>
                </a:tc>
                <a:tc>
                  <a:txBody>
                    <a:bodyPr/>
                    <a:lstStyle/>
                    <a:p>
                      <a:pPr algn="l"/>
                      <a:r>
                        <a:rPr sz="800" b="0" dirty="0">
                          <a:solidFill>
                            <a:srgbClr val="000000"/>
                          </a:solidFill>
                          <a:latin typeface="Roboto Light"/>
                        </a:rPr>
                        <a:t>Pulp &amp; Paper</a:t>
                      </a:r>
                    </a:p>
                  </a:txBody>
                  <a:tcPr marL="35560" marR="35560" marT="5080" marB="5080" anchor="ctr">
                    <a:noFill/>
                  </a:tcPr>
                </a:tc>
                <a:tc>
                  <a:txBody>
                    <a:bodyPr/>
                    <a:lstStyle/>
                    <a:p>
                      <a:pPr algn="ctr"/>
                      <a:r>
                        <a:rPr sz="800" b="0" dirty="0">
                          <a:solidFill>
                            <a:srgbClr val="000000"/>
                          </a:solidFill>
                          <a:latin typeface="Roboto Light"/>
                        </a:rPr>
                        <a:t>10.4%</a:t>
                      </a:r>
                    </a:p>
                  </a:txBody>
                  <a:tcPr marL="35560" marR="35560" marT="5080" marB="5080" anchor="ctr">
                    <a:noFill/>
                  </a:tcPr>
                </a:tc>
                <a:tc>
                  <a:txBody>
                    <a:bodyPr/>
                    <a:lstStyle/>
                    <a:p>
                      <a:pPr algn="ctr"/>
                      <a:r>
                        <a:rPr sz="800" b="0" dirty="0">
                          <a:solidFill>
                            <a:srgbClr val="000000"/>
                          </a:solidFill>
                          <a:latin typeface="Roboto Light"/>
                        </a:rPr>
                        <a:t>19</a:t>
                      </a:r>
                    </a:p>
                  </a:txBody>
                  <a:tcPr marL="35560" marR="35560" marT="5080" marB="5080" anchor="ctr">
                    <a:noFill/>
                  </a:tcPr>
                </a:tc>
                <a:tc>
                  <a:txBody>
                    <a:bodyPr/>
                    <a:lstStyle/>
                    <a:p>
                      <a:pPr algn="ctr"/>
                      <a:r>
                        <a:rPr sz="800" b="0" dirty="0">
                          <a:solidFill>
                            <a:srgbClr val="000000"/>
                          </a:solidFill>
                          <a:latin typeface="Roboto Light"/>
                        </a:rPr>
                        <a:t>3.1x</a:t>
                      </a:r>
                    </a:p>
                  </a:txBody>
                  <a:tcPr marL="35560" marR="35560" marT="5080" marB="5080" anchor="ctr">
                    <a:noFill/>
                  </a:tcPr>
                </a:tc>
                <a:tc>
                  <a:txBody>
                    <a:bodyPr/>
                    <a:lstStyle/>
                    <a:p>
                      <a:pPr algn="ctr"/>
                      <a:r>
                        <a:rPr sz="800" b="0" dirty="0">
                          <a:solidFill>
                            <a:srgbClr val="000000"/>
                          </a:solidFill>
                          <a:latin typeface="Roboto Light"/>
                        </a:rPr>
                        <a:t>73.0x</a:t>
                      </a:r>
                    </a:p>
                  </a:txBody>
                  <a:tcPr marL="35560" marR="35560" marT="5080" marB="5080" anchor="ctr">
                    <a:noFill/>
                  </a:tcPr>
                </a:tc>
                <a:tc>
                  <a:txBody>
                    <a:bodyPr/>
                    <a:lstStyle/>
                    <a:p>
                      <a:pPr algn="ctr"/>
                      <a:r>
                        <a:rPr sz="800" b="0" dirty="0">
                          <a:solidFill>
                            <a:srgbClr val="000000"/>
                          </a:solidFill>
                          <a:latin typeface="Roboto Light"/>
                        </a:rPr>
                        <a:t>-17.2%</a:t>
                      </a:r>
                    </a:p>
                  </a:txBody>
                  <a:tcPr marL="35560" marR="35560" marT="5080" marB="5080" anchor="ctr">
                    <a:no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11750717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a:xfrm>
            <a:off x="381600" y="1497600"/>
            <a:ext cx="6105600" cy="1908000"/>
          </a:xfrm>
          <a:noFill/>
        </p:spPr>
        <p:txBody>
          <a:bodyPr/>
          <a:lstStyle/>
          <a:p>
            <a:endParaRPr dirty="0"/>
          </a:p>
        </p:txBody>
      </p:sp>
      <p:sp>
        <p:nvSpPr>
          <p:cNvPr id="9" name="Content Placeholder 8"/>
          <p:cNvSpPr>
            <a:spLocks noGrp="1"/>
          </p:cNvSpPr>
          <p:nvPr>
            <p:ph sz="quarter" idx="27"/>
          </p:nvPr>
        </p:nvSpPr>
        <p:spPr>
          <a:xfrm>
            <a:off x="381600" y="5076000"/>
            <a:ext cx="6105600" cy="244800"/>
          </a:xfrm>
        </p:spPr>
        <p:txBody>
          <a:bodyPr/>
          <a:lstStyle/>
          <a:p>
            <a:r>
              <a:t>Table 1: Upside by segment: premises and result by method and scenario</a:t>
            </a:r>
          </a:p>
        </p:txBody>
      </p:sp>
      <p:sp>
        <p:nvSpPr>
          <p:cNvPr id="12" name="Content Placeholder 11"/>
          <p:cNvSpPr>
            <a:spLocks noGrp="1"/>
          </p:cNvSpPr>
          <p:nvPr>
            <p:ph sz="quarter" idx="30"/>
          </p:nvPr>
        </p:nvSpPr>
        <p:spPr>
          <a:xfrm>
            <a:off x="381600" y="3487968"/>
            <a:ext cx="6105600" cy="230832"/>
          </a:xfrm>
        </p:spPr>
        <p:txBody>
          <a:bodyPr/>
          <a:lstStyle/>
          <a:p>
            <a:r>
              <a:rPr lang="en-US"/>
              <a:t>Chart 1: Upside to end-2027 fair value by segment and scenario (average of the methods)</a:t>
            </a:r>
            <a:endParaRPr/>
          </a:p>
        </p:txBody>
      </p:sp>
      <p:sp>
        <p:nvSpPr>
          <p:cNvPr id="13" name="Text Placeholder 12"/>
          <p:cNvSpPr>
            <a:spLocks noGrp="1"/>
          </p:cNvSpPr>
          <p:nvPr>
            <p:ph type="body" sz="quarter" idx="16"/>
          </p:nvPr>
        </p:nvSpPr>
        <p:spPr/>
        <p:txBody>
          <a:bodyPr/>
          <a:lstStyle/>
          <a:p>
            <a:r>
              <a:t>Positioning</a:t>
            </a:r>
          </a:p>
        </p:txBody>
      </p:sp>
      <p:sp>
        <p:nvSpPr>
          <p:cNvPr id="14" name="Text Placeholder 13"/>
          <p:cNvSpPr>
            <a:spLocks noGrp="1"/>
          </p:cNvSpPr>
          <p:nvPr>
            <p:ph type="body" sz="quarter" idx="17"/>
          </p:nvPr>
        </p:nvSpPr>
        <p:spPr/>
        <p:txBody>
          <a:bodyPr/>
          <a:lstStyle/>
          <a:p>
            <a:r>
              <a:t>Cyclicals hold up even in our bear case</a:t>
            </a:r>
          </a:p>
        </p:txBody>
      </p:sp>
      <p:sp>
        <p:nvSpPr>
          <p:cNvPr id="15" name="Text Placeholder 14"/>
          <p:cNvSpPr>
            <a:spLocks noGrp="1"/>
          </p:cNvSpPr>
          <p:nvPr>
            <p:ph type="body" sz="quarter" idx="31"/>
          </p:nvPr>
        </p:nvSpPr>
        <p:spPr/>
        <p:txBody>
          <a:bodyPr/>
          <a:lstStyle/>
          <a:p>
            <a:r>
              <a:rPr lang="pt-BR"/>
              <a:t>Source: Bloomberg, B3, ANBIMA, XP Research. Segment premises calibrated to our end-2027 Ibovespa target: P/E and EV/EBITDA split by each segment's 10-year average multiple relative to the Ibovespa, on 2027 consensus; </a:t>
            </a:r>
            <a:r>
              <a:rPr lang="en-US"/>
              <a:t>segment DCFs at the same real rate, scaled to our Ibovespa DCF</a:t>
            </a:r>
            <a:r>
              <a:rPr lang="pt-BR"/>
              <a:t>; bottom-up on XP target prices. Upside vs. the Oct-27-2026 close. EV/EBITDA n.a. for Financials.</a:t>
            </a:r>
            <a:endParaRP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r>
              <a:t>October 30, 2026</a:t>
            </a:r>
          </a:p>
        </p:txBody>
      </p:sp>
      <p:graphicFrame>
        <p:nvGraphicFramePr>
          <p:cNvPr id="25" name="Table 24"/>
          <p:cNvGraphicFramePr>
            <a:graphicFrameLocks noGrp="1"/>
          </p:cNvGraphicFramePr>
          <p:nvPr>
            <p:extLst>
              <p:ext uri="{D42A27DB-BD31-4B8C-83A1-F6EECF244321}">
                <p14:modId xmlns:p14="http://schemas.microsoft.com/office/powerpoint/2010/main" val="100642642"/>
              </p:ext>
            </p:extLst>
          </p:nvPr>
        </p:nvGraphicFramePr>
        <p:xfrm>
          <a:off x="381600" y="5364000"/>
          <a:ext cx="6105597" cy="3751080"/>
        </p:xfrm>
        <a:graphic>
          <a:graphicData uri="http://schemas.openxmlformats.org/drawingml/2006/table">
            <a:tbl>
              <a:tblPr>
                <a:tableStyleId>{2D5ABB26-0587-4C30-8999-92F81FD0307C}</a:tableStyleId>
              </a:tblPr>
              <a:tblGrid>
                <a:gridCol w="1404828">
                  <a:extLst>
                    <a:ext uri="{9D8B030D-6E8A-4147-A177-3AD203B41FA5}">
                      <a16:colId xmlns:a16="http://schemas.microsoft.com/office/drawing/2014/main" val="20000"/>
                    </a:ext>
                  </a:extLst>
                </a:gridCol>
                <a:gridCol w="630371">
                  <a:extLst>
                    <a:ext uri="{9D8B030D-6E8A-4147-A177-3AD203B41FA5}">
                      <a16:colId xmlns:a16="http://schemas.microsoft.com/office/drawing/2014/main" val="20001"/>
                    </a:ext>
                  </a:extLst>
                </a:gridCol>
                <a:gridCol w="1404828">
                  <a:extLst>
                    <a:ext uri="{9D8B030D-6E8A-4147-A177-3AD203B41FA5}">
                      <a16:colId xmlns:a16="http://schemas.microsoft.com/office/drawing/2014/main" val="20002"/>
                    </a:ext>
                  </a:extLst>
                </a:gridCol>
                <a:gridCol w="630371">
                  <a:extLst>
                    <a:ext uri="{9D8B030D-6E8A-4147-A177-3AD203B41FA5}">
                      <a16:colId xmlns:a16="http://schemas.microsoft.com/office/drawing/2014/main" val="20003"/>
                    </a:ext>
                  </a:extLst>
                </a:gridCol>
                <a:gridCol w="1404828">
                  <a:extLst>
                    <a:ext uri="{9D8B030D-6E8A-4147-A177-3AD203B41FA5}">
                      <a16:colId xmlns:a16="http://schemas.microsoft.com/office/drawing/2014/main" val="20004"/>
                    </a:ext>
                  </a:extLst>
                </a:gridCol>
                <a:gridCol w="630371">
                  <a:extLst>
                    <a:ext uri="{9D8B030D-6E8A-4147-A177-3AD203B41FA5}">
                      <a16:colId xmlns:a16="http://schemas.microsoft.com/office/drawing/2014/main" val="20005"/>
                    </a:ext>
                  </a:extLst>
                </a:gridCol>
              </a:tblGrid>
              <a:tr h="198000">
                <a:tc gridSpan="2">
                  <a:txBody>
                    <a:bodyPr/>
                    <a:lstStyle/>
                    <a:p>
                      <a:pPr algn="l"/>
                      <a:r>
                        <a:rPr sz="850" b="1">
                          <a:solidFill>
                            <a:srgbClr val="FFFFFF"/>
                          </a:solidFill>
                          <a:latin typeface="Roboto"/>
                        </a:rPr>
                        <a:t>Bear case</a:t>
                      </a:r>
                    </a:p>
                    <a:p>
                      <a:pPr algn="ctr"/>
                      <a:r>
                        <a:rPr sz="850" b="1">
                          <a:solidFill>
                            <a:srgbClr val="FFFFFF"/>
                          </a:solidFill>
                          <a:latin typeface="Roboto"/>
                        </a:rPr>
                        <a:t> </a:t>
                      </a:r>
                    </a:p>
                  </a:txBody>
                  <a:tcPr marL="36000" marR="36000" marT="7200" marB="7200" anchor="ctr">
                    <a:solidFill>
                      <a:srgbClr val="1F2F44"/>
                    </a:solidFill>
                  </a:tcPr>
                </a:tc>
                <a:tc hMerge="1">
                  <a:txBody>
                    <a:bodyPr/>
                    <a:lstStyle/>
                    <a:p>
                      <a:endParaRPr/>
                    </a:p>
                  </a:txBody>
                  <a:tcPr marL="36000" marR="36000" marT="7200" marB="7200" anchor="ctr">
                    <a:solidFill>
                      <a:srgbClr val="1F2F44"/>
                    </a:solidFill>
                  </a:tcPr>
                </a:tc>
                <a:tc gridSpan="2">
                  <a:txBody>
                    <a:bodyPr/>
                    <a:lstStyle/>
                    <a:p>
                      <a:pPr algn="l"/>
                      <a:r>
                        <a:rPr sz="850" b="1">
                          <a:solidFill>
                            <a:srgbClr val="FFFFFF"/>
                          </a:solidFill>
                          <a:latin typeface="Roboto"/>
                        </a:rPr>
                        <a:t>Base case</a:t>
                      </a:r>
                    </a:p>
                    <a:p>
                      <a:pPr algn="ctr"/>
                      <a:r>
                        <a:rPr sz="850" b="1">
                          <a:solidFill>
                            <a:srgbClr val="FFFFFF"/>
                          </a:solidFill>
                          <a:latin typeface="Roboto"/>
                        </a:rPr>
                        <a:t>  </a:t>
                      </a:r>
                    </a:p>
                  </a:txBody>
                  <a:tcPr marL="36000" marR="36000" marT="7200" marB="7200" anchor="ctr">
                    <a:solidFill>
                      <a:srgbClr val="1F2F44"/>
                    </a:solidFill>
                  </a:tcPr>
                </a:tc>
                <a:tc hMerge="1">
                  <a:txBody>
                    <a:bodyPr/>
                    <a:lstStyle/>
                    <a:p>
                      <a:endParaRPr/>
                    </a:p>
                  </a:txBody>
                  <a:tcPr marL="36000" marR="36000" marT="7200" marB="7200" anchor="ctr">
                    <a:solidFill>
                      <a:srgbClr val="1F2F44"/>
                    </a:solidFill>
                  </a:tcPr>
                </a:tc>
                <a:tc gridSpan="2">
                  <a:txBody>
                    <a:bodyPr/>
                    <a:lstStyle/>
                    <a:p>
                      <a:pPr algn="l"/>
                      <a:r>
                        <a:rPr sz="850" b="1">
                          <a:solidFill>
                            <a:srgbClr val="FFFFFF"/>
                          </a:solidFill>
                          <a:latin typeface="Roboto"/>
                        </a:rPr>
                        <a:t>Bull case</a:t>
                      </a:r>
                    </a:p>
                    <a:p>
                      <a:pPr algn="ctr"/>
                      <a:r>
                        <a:rPr sz="850" b="1">
                          <a:solidFill>
                            <a:srgbClr val="FFFFFF"/>
                          </a:solidFill>
                          <a:latin typeface="Roboto"/>
                        </a:rPr>
                        <a:t>   </a:t>
                      </a:r>
                    </a:p>
                  </a:txBody>
                  <a:tcPr marL="36000" marR="36000" marT="7200" marB="7200" anchor="ctr">
                    <a:solidFill>
                      <a:srgbClr val="1F2F44"/>
                    </a:solidFill>
                  </a:tcPr>
                </a:tc>
                <a:tc hMerge="1">
                  <a:txBody>
                    <a:bodyPr/>
                    <a:lstStyle/>
                    <a:p>
                      <a:endParaRPr/>
                    </a:p>
                  </a:txBody>
                  <a:tcPr marL="36000" marR="36000" marT="7200" marB="7200" anchor="ctr">
                    <a:solidFill>
                      <a:srgbClr val="1F2F44"/>
                    </a:solidFill>
                  </a:tcPr>
                </a:tc>
                <a:extLst>
                  <a:ext uri="{0D108BD9-81ED-4DB2-BD59-A6C34878D82A}">
                    <a16:rowId xmlns:a16="http://schemas.microsoft.com/office/drawing/2014/main" val="10000"/>
                  </a:ext>
                </a:extLst>
              </a:tr>
              <a:tr h="151200">
                <a:tc gridSpan="6">
                  <a:txBody>
                    <a:bodyPr/>
                    <a:lstStyle/>
                    <a:p>
                      <a:pPr algn="l"/>
                      <a:r>
                        <a:rPr sz="850" b="1">
                          <a:solidFill>
                            <a:srgbClr val="000000"/>
                          </a:solidFill>
                          <a:latin typeface="Roboto"/>
                        </a:rPr>
                        <a:t>Financials</a:t>
                      </a:r>
                    </a:p>
                  </a:txBody>
                  <a:tcPr marL="36000" marR="36000" marT="7200" marB="7200" anchor="ctr">
                    <a:lnB w="9525" cap="flat" cmpd="sng" algn="ctr">
                      <a:solidFill>
                        <a:srgbClr val="BFBFBF"/>
                      </a:solidFill>
                      <a:prstDash val="dash"/>
                    </a:lnB>
                    <a:solidFill>
                      <a:srgbClr val="DCE6F2"/>
                    </a:solidFill>
                  </a:tcPr>
                </a:tc>
                <a:tc hMerge="1">
                  <a:txBody>
                    <a:bodyPr/>
                    <a:lstStyle/>
                    <a:p>
                      <a:pPr algn="r"/>
                      <a:endParaRPr/>
                    </a:p>
                  </a:txBody>
                  <a:tcPr marL="36000" marR="36000" marT="7200" marB="7200" anchor="ctr">
                    <a:lnB w="9525" cap="flat" cmpd="sng" algn="ctr">
                      <a:solidFill>
                        <a:srgbClr val="BFBFBF"/>
                      </a:solidFill>
                      <a:prstDash val="dash"/>
                    </a:lnB>
                    <a:solidFill>
                      <a:srgbClr val="F2F2F2"/>
                    </a:solidFill>
                  </a:tcPr>
                </a:tc>
                <a:tc hMerge="1">
                  <a:txBody>
                    <a:bodyPr/>
                    <a:lstStyle/>
                    <a:p>
                      <a:pPr algn="l"/>
                      <a:endParaRPr/>
                    </a:p>
                  </a:txBody>
                  <a:tcPr marL="36000" marR="36000" marT="7200" marB="7200" anchor="ctr">
                    <a:lnB w="9525" cap="flat" cmpd="sng" algn="ctr">
                      <a:solidFill>
                        <a:srgbClr val="BFBFBF"/>
                      </a:solidFill>
                      <a:prstDash val="dash"/>
                    </a:lnB>
                    <a:solidFill>
                      <a:srgbClr val="F2F2F2"/>
                    </a:solidFill>
                  </a:tcPr>
                </a:tc>
                <a:tc hMerge="1">
                  <a:txBody>
                    <a:bodyPr/>
                    <a:lstStyle/>
                    <a:p>
                      <a:pPr algn="r"/>
                      <a:endParaRPr/>
                    </a:p>
                  </a:txBody>
                  <a:tcPr marL="36000" marR="36000" marT="7200" marB="7200" anchor="ctr">
                    <a:lnB w="9525" cap="flat" cmpd="sng" algn="ctr">
                      <a:solidFill>
                        <a:srgbClr val="BFBFBF"/>
                      </a:solidFill>
                      <a:prstDash val="dash"/>
                    </a:lnB>
                    <a:solidFill>
                      <a:srgbClr val="F2F2F2"/>
                    </a:solidFill>
                  </a:tcPr>
                </a:tc>
                <a:tc hMerge="1">
                  <a:txBody>
                    <a:bodyPr/>
                    <a:lstStyle/>
                    <a:p>
                      <a:pPr algn="l"/>
                      <a:endParaRPr/>
                    </a:p>
                  </a:txBody>
                  <a:tcPr marL="36000" marR="36000" marT="7200" marB="7200" anchor="ctr">
                    <a:lnB w="9525" cap="flat" cmpd="sng" algn="ctr">
                      <a:solidFill>
                        <a:srgbClr val="BFBFBF"/>
                      </a:solidFill>
                      <a:prstDash val="dash"/>
                    </a:lnB>
                    <a:solidFill>
                      <a:srgbClr val="F2F2F2"/>
                    </a:solidFill>
                  </a:tcPr>
                </a:tc>
                <a:tc hMerge="1">
                  <a:txBody>
                    <a:bodyPr/>
                    <a:lstStyle/>
                    <a:p>
                      <a:pPr algn="r"/>
                      <a:endParaRPr/>
                    </a:p>
                  </a:txBody>
                  <a:tcPr marL="36000" marR="36000" marT="7200" marB="7200" anchor="ctr">
                    <a:lnB w="9525" cap="flat" cmpd="sng" algn="ctr">
                      <a:solidFill>
                        <a:srgbClr val="BFBFBF"/>
                      </a:solidFill>
                      <a:prstDash val="dash"/>
                    </a:lnB>
                    <a:solidFill>
                      <a:srgbClr val="F2F2F2"/>
                    </a:solidFill>
                  </a:tcPr>
                </a:tc>
                <a:extLst>
                  <a:ext uri="{0D108BD9-81ED-4DB2-BD59-A6C34878D82A}">
                    <a16:rowId xmlns:a16="http://schemas.microsoft.com/office/drawing/2014/main" val="10001"/>
                  </a:ext>
                </a:extLst>
              </a:tr>
              <a:tr h="151200">
                <a:tc>
                  <a:txBody>
                    <a:bodyPr/>
                    <a:lstStyle/>
                    <a:p>
                      <a:pPr algn="l"/>
                      <a:r>
                        <a:rPr lang="pt-BR" sz="850" b="0">
                          <a:solidFill>
                            <a:srgbClr val="000000"/>
                          </a:solidFill>
                          <a:latin typeface="Roboto"/>
                        </a:rPr>
                        <a:t>DCF: real rate 8.5%</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+8%</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tc>
                  <a:txBody>
                    <a:bodyPr/>
                    <a:lstStyle/>
                    <a:p>
                      <a:pPr algn="l"/>
                      <a:r>
                        <a:rPr lang="pt-BR" sz="850" b="0">
                          <a:solidFill>
                            <a:srgbClr val="000000"/>
                          </a:solidFill>
                          <a:latin typeface="Roboto"/>
                        </a:rPr>
                        <a:t>DCF: real rate 7.57%</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tc>
                  <a:txBody>
                    <a:bodyPr/>
                    <a:lstStyle/>
                    <a:p>
                      <a:pPr algn="r"/>
                      <a:r>
                        <a:rPr lang="pt-BR" sz="850" b="0">
                          <a:solidFill>
                            <a:srgbClr val="000000"/>
                          </a:solidFill>
                          <a:latin typeface="Roboto"/>
                        </a:rPr>
                        <a:t>+20%</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tc>
                  <a:txBody>
                    <a:bodyPr/>
                    <a:lstStyle/>
                    <a:p>
                      <a:pPr algn="l"/>
                      <a:r>
                        <a:rPr lang="pt-BR" sz="850" b="0">
                          <a:solidFill>
                            <a:srgbClr val="000000"/>
                          </a:solidFill>
                          <a:latin typeface="Roboto"/>
                        </a:rPr>
                        <a:t>DCF: real rate 6.0%</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tc>
                  <a:txBody>
                    <a:bodyPr/>
                    <a:lstStyle/>
                    <a:p>
                      <a:pPr algn="r"/>
                      <a:r>
                        <a:rPr lang="pt-BR" sz="850" b="0">
                          <a:solidFill>
                            <a:srgbClr val="000000"/>
                          </a:solidFill>
                          <a:latin typeface="Roboto"/>
                        </a:rPr>
                        <a:t>+49%</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extLst>
                  <a:ext uri="{0D108BD9-81ED-4DB2-BD59-A6C34878D82A}">
                    <a16:rowId xmlns:a16="http://schemas.microsoft.com/office/drawing/2014/main" val="10002"/>
                  </a:ext>
                </a:extLst>
              </a:tr>
              <a:tr h="151200">
                <a:tc>
                  <a:txBody>
                    <a:bodyPr/>
                    <a:lstStyle/>
                    <a:p>
                      <a:pPr algn="l"/>
                      <a:r>
                        <a:rPr lang="pt-BR" sz="850" b="0">
                          <a:solidFill>
                            <a:srgbClr val="000000"/>
                          </a:solidFill>
                          <a:latin typeface="Roboto"/>
                        </a:rPr>
                        <a:t>P/E: 6.4x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−12%</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P/E: 8.6x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+17%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P/E: 10.3x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+40%</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03"/>
                  </a:ext>
                </a:extLst>
              </a:tr>
              <a:tr h="151200">
                <a:tc>
                  <a:txBody>
                    <a:bodyPr/>
                    <a:lstStyle/>
                    <a:p>
                      <a:pPr algn="l"/>
                      <a:r>
                        <a:rPr lang="pt-BR" sz="850" b="0">
                          <a:solidFill>
                            <a:srgbClr val="000000"/>
                          </a:solidFill>
                          <a:latin typeface="Roboto"/>
                        </a:rPr>
                        <a:t>Bottom-up: targets −20%</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−4%</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Bottom-up: XP targets</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+20%</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Bottom-up: targets +20%</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+45%</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04"/>
                  </a:ext>
                </a:extLst>
              </a:tr>
              <a:tr h="151200">
                <a:tc>
                  <a:txBody>
                    <a:bodyPr/>
                    <a:lstStyle/>
                    <a:p>
                      <a:pPr algn="l"/>
                      <a:r>
                        <a:rPr sz="850" b="1">
                          <a:solidFill>
                            <a:srgbClr val="000000"/>
                          </a:solidFill>
                          <a:latin typeface="Roboto"/>
                        </a:rPr>
                        <a:t>Average</a:t>
                      </a:r>
                    </a:p>
                  </a:txBody>
                  <a:tcPr marL="36000" marR="36000" marT="7200" marB="7200" anchor="ctr">
                    <a:lnL w="12700" cap="flat" cmpd="sng" algn="ctr">
                      <a:solidFill>
                        <a:srgbClr val="1F2F44"/>
                      </a:solidFill>
                      <a:prstDash val="dash"/>
                    </a:lnL>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r"/>
                      <a:r>
                        <a:rPr lang="pt-BR" sz="850" b="1">
                          <a:solidFill>
                            <a:srgbClr val="000000"/>
                          </a:solidFill>
                          <a:latin typeface="Roboto"/>
                        </a:rPr>
                        <a:t>−3%</a:t>
                      </a:r>
                      <a:endParaRPr sz="850" b="1">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l"/>
                      <a:r>
                        <a:rPr sz="850" b="1">
                          <a:solidFill>
                            <a:srgbClr val="000000"/>
                          </a:solidFill>
                          <a:latin typeface="Roboto"/>
                        </a:rPr>
                        <a:t>Average</a:t>
                      </a: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r"/>
                      <a:r>
                        <a:rPr lang="pt-BR" sz="850" b="1">
                          <a:solidFill>
                            <a:srgbClr val="000000"/>
                          </a:solidFill>
                          <a:latin typeface="Roboto"/>
                        </a:rPr>
                        <a:t>+19%</a:t>
                      </a:r>
                      <a:endParaRPr sz="850" b="1">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l"/>
                      <a:r>
                        <a:rPr sz="850" b="1">
                          <a:solidFill>
                            <a:srgbClr val="000000"/>
                          </a:solidFill>
                          <a:latin typeface="Roboto"/>
                        </a:rPr>
                        <a:t>Average</a:t>
                      </a: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r"/>
                      <a:r>
                        <a:rPr lang="pt-BR" sz="850" b="1">
                          <a:solidFill>
                            <a:srgbClr val="000000"/>
                          </a:solidFill>
                          <a:latin typeface="Roboto"/>
                        </a:rPr>
                        <a:t>+45%</a:t>
                      </a:r>
                      <a:endParaRPr sz="850" b="1">
                        <a:solidFill>
                          <a:srgbClr val="000000"/>
                        </a:solidFill>
                        <a:latin typeface="Roboto"/>
                      </a:endParaRPr>
                    </a:p>
                  </a:txBody>
                  <a:tcPr marL="36000" marR="36000" marT="7200" marB="7200" anchor="ctr">
                    <a:lnR w="12700" cap="flat" cmpd="sng" algn="ctr">
                      <a:solidFill>
                        <a:srgbClr val="1F2F44"/>
                      </a:solidFill>
                      <a:prstDash val="dash"/>
                    </a:ln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extLst>
                  <a:ext uri="{0D108BD9-81ED-4DB2-BD59-A6C34878D82A}">
                    <a16:rowId xmlns:a16="http://schemas.microsoft.com/office/drawing/2014/main" val="10005"/>
                  </a:ext>
                </a:extLst>
              </a:tr>
              <a:tr h="151200">
                <a:tc gridSpan="6">
                  <a:txBody>
                    <a:bodyPr/>
                    <a:lstStyle/>
                    <a:p>
                      <a:pPr algn="l"/>
                      <a:r>
                        <a:rPr sz="850" b="1">
                          <a:solidFill>
                            <a:srgbClr val="000000"/>
                          </a:solidFill>
                          <a:latin typeface="Roboto"/>
                        </a:rPr>
                        <a:t>Defensives</a:t>
                      </a:r>
                    </a:p>
                  </a:txBody>
                  <a:tcPr marL="36000" marR="36000" marT="7200" marB="7200" anchor="ctr">
                    <a:lnT w="12700" cap="flat" cmpd="sng" algn="ctr">
                      <a:solidFill>
                        <a:srgbClr val="1F2F44"/>
                      </a:solidFill>
                      <a:prstDash val="dash"/>
                      <a:round/>
                      <a:headEnd type="none" w="med" len="med"/>
                      <a:tailEnd type="none" w="med" len="med"/>
                    </a:lnT>
                    <a:lnB w="9525" cap="flat" cmpd="sng" algn="ctr">
                      <a:solidFill>
                        <a:srgbClr val="BFBFBF"/>
                      </a:solidFill>
                      <a:prstDash val="dash"/>
                    </a:lnB>
                    <a:solidFill>
                      <a:srgbClr val="DCE6F2"/>
                    </a:solidFill>
                  </a:tcPr>
                </a:tc>
                <a:tc hMerge="1">
                  <a:txBody>
                    <a:bodyPr/>
                    <a:lstStyle/>
                    <a:p>
                      <a:pPr algn="r"/>
                      <a:endParaRPr/>
                    </a:p>
                  </a:txBody>
                  <a:tcPr marL="36000" marR="36000" marT="7200" marB="7200" anchor="ctr">
                    <a:lnB w="9525" cap="flat" cmpd="sng" algn="ctr">
                      <a:solidFill>
                        <a:srgbClr val="BFBFBF"/>
                      </a:solidFill>
                      <a:prstDash val="dash"/>
                    </a:lnB>
                    <a:solidFill>
                      <a:srgbClr val="F2F2F2"/>
                    </a:solidFill>
                  </a:tcPr>
                </a:tc>
                <a:tc hMerge="1">
                  <a:txBody>
                    <a:bodyPr/>
                    <a:lstStyle/>
                    <a:p>
                      <a:pPr algn="l"/>
                      <a:endParaRPr/>
                    </a:p>
                  </a:txBody>
                  <a:tcPr marL="36000" marR="36000" marT="7200" marB="7200" anchor="ctr">
                    <a:lnB w="9525" cap="flat" cmpd="sng" algn="ctr">
                      <a:solidFill>
                        <a:srgbClr val="BFBFBF"/>
                      </a:solidFill>
                      <a:prstDash val="dash"/>
                    </a:lnB>
                    <a:solidFill>
                      <a:srgbClr val="F2F2F2"/>
                    </a:solidFill>
                  </a:tcPr>
                </a:tc>
                <a:tc hMerge="1">
                  <a:txBody>
                    <a:bodyPr/>
                    <a:lstStyle/>
                    <a:p>
                      <a:pPr algn="r"/>
                      <a:endParaRPr/>
                    </a:p>
                  </a:txBody>
                  <a:tcPr marL="36000" marR="36000" marT="7200" marB="7200" anchor="ctr">
                    <a:lnB w="9525" cap="flat" cmpd="sng" algn="ctr">
                      <a:solidFill>
                        <a:srgbClr val="BFBFBF"/>
                      </a:solidFill>
                      <a:prstDash val="dash"/>
                    </a:lnB>
                    <a:solidFill>
                      <a:srgbClr val="F2F2F2"/>
                    </a:solidFill>
                  </a:tcPr>
                </a:tc>
                <a:tc hMerge="1">
                  <a:txBody>
                    <a:bodyPr/>
                    <a:lstStyle/>
                    <a:p>
                      <a:pPr algn="l"/>
                      <a:endParaRPr/>
                    </a:p>
                  </a:txBody>
                  <a:tcPr marL="36000" marR="36000" marT="7200" marB="7200" anchor="ctr">
                    <a:lnB w="9525" cap="flat" cmpd="sng" algn="ctr">
                      <a:solidFill>
                        <a:srgbClr val="BFBFBF"/>
                      </a:solidFill>
                      <a:prstDash val="dash"/>
                    </a:lnB>
                    <a:solidFill>
                      <a:srgbClr val="F2F2F2"/>
                    </a:solidFill>
                  </a:tcPr>
                </a:tc>
                <a:tc hMerge="1">
                  <a:txBody>
                    <a:bodyPr/>
                    <a:lstStyle/>
                    <a:p>
                      <a:pPr algn="r"/>
                      <a:endParaRPr/>
                    </a:p>
                  </a:txBody>
                  <a:tcPr marL="36000" marR="36000" marT="7200" marB="7200" anchor="ctr">
                    <a:lnB w="9525" cap="flat" cmpd="sng" algn="ctr">
                      <a:solidFill>
                        <a:srgbClr val="BFBFBF"/>
                      </a:solidFill>
                      <a:prstDash val="dash"/>
                    </a:lnB>
                    <a:solidFill>
                      <a:srgbClr val="F2F2F2"/>
                    </a:solidFill>
                  </a:tcPr>
                </a:tc>
                <a:extLst>
                  <a:ext uri="{0D108BD9-81ED-4DB2-BD59-A6C34878D82A}">
                    <a16:rowId xmlns:a16="http://schemas.microsoft.com/office/drawing/2014/main" val="10006"/>
                  </a:ext>
                </a:extLst>
              </a:tr>
              <a:tr h="151200">
                <a:tc>
                  <a:txBody>
                    <a:bodyPr/>
                    <a:lstStyle/>
                    <a:p>
                      <a:pPr algn="l"/>
                      <a:r>
                        <a:rPr lang="pt-BR" sz="850" b="0">
                          <a:solidFill>
                            <a:srgbClr val="000000"/>
                          </a:solidFill>
                          <a:latin typeface="Roboto"/>
                        </a:rPr>
                        <a:t>DCF: real rate 8.5%</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+15%</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tc>
                  <a:txBody>
                    <a:bodyPr/>
                    <a:lstStyle/>
                    <a:p>
                      <a:pPr algn="l"/>
                      <a:r>
                        <a:rPr lang="pt-BR" sz="850" b="0">
                          <a:solidFill>
                            <a:srgbClr val="000000"/>
                          </a:solidFill>
                          <a:latin typeface="Roboto"/>
                        </a:rPr>
                        <a:t>DCF: real rate 7.57%</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tc>
                  <a:txBody>
                    <a:bodyPr/>
                    <a:lstStyle/>
                    <a:p>
                      <a:pPr algn="r"/>
                      <a:r>
                        <a:rPr lang="pt-BR" sz="850" b="0">
                          <a:solidFill>
                            <a:srgbClr val="000000"/>
                          </a:solidFill>
                          <a:latin typeface="Roboto"/>
                        </a:rPr>
                        <a:t>+29%</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tc>
                  <a:txBody>
                    <a:bodyPr/>
                    <a:lstStyle/>
                    <a:p>
                      <a:pPr algn="l"/>
                      <a:r>
                        <a:rPr lang="pt-BR" sz="850" b="0">
                          <a:solidFill>
                            <a:srgbClr val="000000"/>
                          </a:solidFill>
                          <a:latin typeface="Roboto"/>
                        </a:rPr>
                        <a:t>DCF: real rate 6.0%</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tc>
                  <a:txBody>
                    <a:bodyPr/>
                    <a:lstStyle/>
                    <a:p>
                      <a:pPr algn="r"/>
                      <a:r>
                        <a:rPr lang="pt-BR" sz="850" b="0">
                          <a:solidFill>
                            <a:srgbClr val="000000"/>
                          </a:solidFill>
                          <a:latin typeface="Roboto"/>
                        </a:rPr>
                        <a:t>+62%</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extLst>
                  <a:ext uri="{0D108BD9-81ED-4DB2-BD59-A6C34878D82A}">
                    <a16:rowId xmlns:a16="http://schemas.microsoft.com/office/drawing/2014/main" val="10007"/>
                  </a:ext>
                </a:extLst>
              </a:tr>
              <a:tr h="151200">
                <a:tc>
                  <a:txBody>
                    <a:bodyPr/>
                    <a:lstStyle/>
                    <a:p>
                      <a:pPr algn="l"/>
                      <a:r>
                        <a:rPr lang="pt-BR" sz="850" b="0">
                          <a:solidFill>
                            <a:srgbClr val="000000"/>
                          </a:solidFill>
                          <a:latin typeface="Roboto"/>
                        </a:rPr>
                        <a:t>P/E: 9.6x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−16%</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P/E: 12.8x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+12%</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P/E: 15.4x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+34%</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08"/>
                  </a:ext>
                </a:extLst>
              </a:tr>
              <a:tr h="151200">
                <a:tc>
                  <a:txBody>
                    <a:bodyPr/>
                    <a:lstStyle/>
                    <a:p>
                      <a:pPr algn="l"/>
                      <a:r>
                        <a:rPr lang="pt-BR" sz="850" b="0">
                          <a:solidFill>
                            <a:srgbClr val="000000"/>
                          </a:solidFill>
                          <a:latin typeface="Roboto"/>
                        </a:rPr>
                        <a:t>EV/EBITDA: 5.5x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−25%</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EV/EBITDA: 6.6x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+1%</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EV/EBITDA: 7.0x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+10%</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09"/>
                  </a:ext>
                </a:extLst>
              </a:tr>
              <a:tr h="151200">
                <a:tc>
                  <a:txBody>
                    <a:bodyPr/>
                    <a:lstStyle/>
                    <a:p>
                      <a:pPr algn="l"/>
                      <a:r>
                        <a:rPr lang="pt-BR" sz="850" b="0">
                          <a:solidFill>
                            <a:srgbClr val="000000"/>
                          </a:solidFill>
                          <a:latin typeface="Roboto"/>
                        </a:rPr>
                        <a:t>Bottom-up: targets −20%</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Bottom-up: XP targets</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+33%</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Bottom-up: targets +20%</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+60%</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10"/>
                  </a:ext>
                </a:extLst>
              </a:tr>
              <a:tr h="151200">
                <a:tc>
                  <a:txBody>
                    <a:bodyPr/>
                    <a:lstStyle/>
                    <a:p>
                      <a:pPr algn="l"/>
                      <a:r>
                        <a:rPr sz="850" b="1">
                          <a:solidFill>
                            <a:srgbClr val="000000"/>
                          </a:solidFill>
                          <a:latin typeface="Roboto"/>
                        </a:rPr>
                        <a:t>Average</a:t>
                      </a:r>
                    </a:p>
                  </a:txBody>
                  <a:tcPr marL="36000" marR="36000" marT="7200" marB="7200" anchor="ctr">
                    <a:lnL w="12700" cap="flat" cmpd="sng" algn="ctr">
                      <a:solidFill>
                        <a:srgbClr val="1F2F44"/>
                      </a:solidFill>
                      <a:prstDash val="dash"/>
                    </a:lnL>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r"/>
                      <a:r>
                        <a:rPr lang="pt-BR" sz="850" b="1">
                          <a:solidFill>
                            <a:srgbClr val="000000"/>
                          </a:solidFill>
                          <a:latin typeface="Roboto"/>
                        </a:rPr>
                        <a:t>−5%</a:t>
                      </a:r>
                      <a:endParaRPr sz="850" b="1">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l"/>
                      <a:r>
                        <a:rPr sz="850" b="1">
                          <a:solidFill>
                            <a:srgbClr val="000000"/>
                          </a:solidFill>
                          <a:latin typeface="Roboto"/>
                        </a:rPr>
                        <a:t>Average</a:t>
                      </a: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r"/>
                      <a:r>
                        <a:rPr lang="pt-BR" sz="850" b="1">
                          <a:solidFill>
                            <a:srgbClr val="000000"/>
                          </a:solidFill>
                          <a:latin typeface="Roboto"/>
                        </a:rPr>
                        <a:t>+19%</a:t>
                      </a:r>
                      <a:endParaRPr sz="850" b="1">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l"/>
                      <a:r>
                        <a:rPr sz="850" b="1">
                          <a:solidFill>
                            <a:srgbClr val="000000"/>
                          </a:solidFill>
                          <a:latin typeface="Roboto"/>
                        </a:rPr>
                        <a:t>Average</a:t>
                      </a: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r"/>
                      <a:r>
                        <a:rPr lang="pt-BR" sz="850" b="1">
                          <a:solidFill>
                            <a:srgbClr val="000000"/>
                          </a:solidFill>
                          <a:latin typeface="Roboto"/>
                        </a:rPr>
                        <a:t>+41%</a:t>
                      </a:r>
                      <a:endParaRPr sz="850" b="1">
                        <a:solidFill>
                          <a:srgbClr val="000000"/>
                        </a:solidFill>
                        <a:latin typeface="Roboto"/>
                      </a:endParaRPr>
                    </a:p>
                  </a:txBody>
                  <a:tcPr marL="36000" marR="36000" marT="7200" marB="7200" anchor="ctr">
                    <a:lnR w="12700" cap="flat" cmpd="sng" algn="ctr">
                      <a:solidFill>
                        <a:srgbClr val="1F2F44"/>
                      </a:solidFill>
                      <a:prstDash val="dash"/>
                    </a:ln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extLst>
                  <a:ext uri="{0D108BD9-81ED-4DB2-BD59-A6C34878D82A}">
                    <a16:rowId xmlns:a16="http://schemas.microsoft.com/office/drawing/2014/main" val="10011"/>
                  </a:ext>
                </a:extLst>
              </a:tr>
              <a:tr h="151200">
                <a:tc gridSpan="6">
                  <a:txBody>
                    <a:bodyPr/>
                    <a:lstStyle/>
                    <a:p>
                      <a:pPr algn="l"/>
                      <a:r>
                        <a:rPr sz="850" b="1">
                          <a:solidFill>
                            <a:srgbClr val="000000"/>
                          </a:solidFill>
                          <a:latin typeface="Roboto"/>
                        </a:rPr>
                        <a:t>Cyclicals</a:t>
                      </a:r>
                    </a:p>
                  </a:txBody>
                  <a:tcPr marL="36000" marR="36000" marT="7200" marB="7200" anchor="ctr">
                    <a:lnT w="12700" cap="flat" cmpd="sng" algn="ctr">
                      <a:solidFill>
                        <a:srgbClr val="1F2F44"/>
                      </a:solidFill>
                      <a:prstDash val="dash"/>
                      <a:round/>
                      <a:headEnd type="none" w="med" len="med"/>
                      <a:tailEnd type="none" w="med" len="med"/>
                    </a:lnT>
                    <a:lnB w="9525" cap="flat" cmpd="sng" algn="ctr">
                      <a:solidFill>
                        <a:srgbClr val="BFBFBF"/>
                      </a:solidFill>
                      <a:prstDash val="dash"/>
                    </a:lnB>
                    <a:solidFill>
                      <a:srgbClr val="DCE6F2"/>
                    </a:solidFill>
                  </a:tcPr>
                </a:tc>
                <a:tc hMerge="1">
                  <a:txBody>
                    <a:bodyPr/>
                    <a:lstStyle/>
                    <a:p>
                      <a:pPr algn="r"/>
                      <a:endParaRPr/>
                    </a:p>
                  </a:txBody>
                  <a:tcPr marL="36000" marR="36000" marT="7200" marB="7200" anchor="ctr">
                    <a:lnB w="9525" cap="flat" cmpd="sng" algn="ctr">
                      <a:solidFill>
                        <a:srgbClr val="BFBFBF"/>
                      </a:solidFill>
                      <a:prstDash val="dash"/>
                    </a:lnB>
                    <a:solidFill>
                      <a:srgbClr val="F2F2F2"/>
                    </a:solidFill>
                  </a:tcPr>
                </a:tc>
                <a:tc hMerge="1">
                  <a:txBody>
                    <a:bodyPr/>
                    <a:lstStyle/>
                    <a:p>
                      <a:pPr algn="l"/>
                      <a:endParaRPr/>
                    </a:p>
                  </a:txBody>
                  <a:tcPr marL="36000" marR="36000" marT="7200" marB="7200" anchor="ctr">
                    <a:lnB w="9525" cap="flat" cmpd="sng" algn="ctr">
                      <a:solidFill>
                        <a:srgbClr val="BFBFBF"/>
                      </a:solidFill>
                      <a:prstDash val="dash"/>
                    </a:lnB>
                    <a:solidFill>
                      <a:srgbClr val="F2F2F2"/>
                    </a:solidFill>
                  </a:tcPr>
                </a:tc>
                <a:tc hMerge="1">
                  <a:txBody>
                    <a:bodyPr/>
                    <a:lstStyle/>
                    <a:p>
                      <a:pPr algn="r"/>
                      <a:endParaRPr/>
                    </a:p>
                  </a:txBody>
                  <a:tcPr marL="36000" marR="36000" marT="7200" marB="7200" anchor="ctr">
                    <a:lnB w="9525" cap="flat" cmpd="sng" algn="ctr">
                      <a:solidFill>
                        <a:srgbClr val="BFBFBF"/>
                      </a:solidFill>
                      <a:prstDash val="dash"/>
                    </a:lnB>
                    <a:solidFill>
                      <a:srgbClr val="F2F2F2"/>
                    </a:solidFill>
                  </a:tcPr>
                </a:tc>
                <a:tc hMerge="1">
                  <a:txBody>
                    <a:bodyPr/>
                    <a:lstStyle/>
                    <a:p>
                      <a:pPr algn="l"/>
                      <a:endParaRPr/>
                    </a:p>
                  </a:txBody>
                  <a:tcPr marL="36000" marR="36000" marT="7200" marB="7200" anchor="ctr">
                    <a:lnB w="9525" cap="flat" cmpd="sng" algn="ctr">
                      <a:solidFill>
                        <a:srgbClr val="BFBFBF"/>
                      </a:solidFill>
                      <a:prstDash val="dash"/>
                    </a:lnB>
                    <a:solidFill>
                      <a:srgbClr val="F2F2F2"/>
                    </a:solidFill>
                  </a:tcPr>
                </a:tc>
                <a:tc hMerge="1">
                  <a:txBody>
                    <a:bodyPr/>
                    <a:lstStyle/>
                    <a:p>
                      <a:pPr algn="r"/>
                      <a:endParaRPr/>
                    </a:p>
                  </a:txBody>
                  <a:tcPr marL="36000" marR="36000" marT="7200" marB="7200" anchor="ctr">
                    <a:lnB w="9525" cap="flat" cmpd="sng" algn="ctr">
                      <a:solidFill>
                        <a:srgbClr val="BFBFBF"/>
                      </a:solidFill>
                      <a:prstDash val="dash"/>
                    </a:lnB>
                    <a:solidFill>
                      <a:srgbClr val="F2F2F2"/>
                    </a:solidFill>
                  </a:tcPr>
                </a:tc>
                <a:extLst>
                  <a:ext uri="{0D108BD9-81ED-4DB2-BD59-A6C34878D82A}">
                    <a16:rowId xmlns:a16="http://schemas.microsoft.com/office/drawing/2014/main" val="10012"/>
                  </a:ext>
                </a:extLst>
              </a:tr>
              <a:tr h="151200">
                <a:tc>
                  <a:txBody>
                    <a:bodyPr/>
                    <a:lstStyle/>
                    <a:p>
                      <a:pPr algn="l"/>
                      <a:r>
                        <a:rPr lang="pt-BR" sz="850" b="0">
                          <a:solidFill>
                            <a:srgbClr val="000000"/>
                          </a:solidFill>
                          <a:latin typeface="Roboto"/>
                        </a:rPr>
                        <a:t>DCF: real rate 8.5%</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+25%</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tc>
                  <a:txBody>
                    <a:bodyPr/>
                    <a:lstStyle/>
                    <a:p>
                      <a:pPr algn="l"/>
                      <a:r>
                        <a:rPr lang="pt-BR" sz="850" b="0">
                          <a:solidFill>
                            <a:srgbClr val="000000"/>
                          </a:solidFill>
                          <a:latin typeface="Roboto"/>
                        </a:rPr>
                        <a:t>DCF: real rate 7.57%</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tc>
                  <a:txBody>
                    <a:bodyPr/>
                    <a:lstStyle/>
                    <a:p>
                      <a:pPr algn="r"/>
                      <a:r>
                        <a:rPr lang="pt-BR" sz="850" b="0">
                          <a:solidFill>
                            <a:srgbClr val="000000"/>
                          </a:solidFill>
                          <a:latin typeface="Roboto"/>
                        </a:rPr>
                        <a:t>+38%</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tc>
                  <a:txBody>
                    <a:bodyPr/>
                    <a:lstStyle/>
                    <a:p>
                      <a:pPr algn="l"/>
                      <a:r>
                        <a:rPr lang="pt-BR" sz="850" b="0">
                          <a:solidFill>
                            <a:srgbClr val="000000"/>
                          </a:solidFill>
                          <a:latin typeface="Roboto"/>
                        </a:rPr>
                        <a:t>DCF: real rate 6.0%</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tc>
                  <a:txBody>
                    <a:bodyPr/>
                    <a:lstStyle/>
                    <a:p>
                      <a:pPr algn="r"/>
                      <a:r>
                        <a:rPr lang="pt-BR" sz="850" b="0">
                          <a:solidFill>
                            <a:srgbClr val="000000"/>
                          </a:solidFill>
                          <a:latin typeface="Roboto"/>
                        </a:rPr>
                        <a:t>+66%</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extLst>
                  <a:ext uri="{0D108BD9-81ED-4DB2-BD59-A6C34878D82A}">
                    <a16:rowId xmlns:a16="http://schemas.microsoft.com/office/drawing/2014/main" val="10013"/>
                  </a:ext>
                </a:extLst>
              </a:tr>
              <a:tr h="151200">
                <a:tc>
                  <a:txBody>
                    <a:bodyPr/>
                    <a:lstStyle/>
                    <a:p>
                      <a:pPr algn="l"/>
                      <a:r>
                        <a:rPr lang="pt-BR" sz="850" b="0">
                          <a:solidFill>
                            <a:srgbClr val="000000"/>
                          </a:solidFill>
                          <a:latin typeface="Roboto"/>
                        </a:rPr>
                        <a:t>P/E: 11.1x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+11%</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P/E: 14.8x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+48%</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P/E: 17.8x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+77%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14"/>
                  </a:ext>
                </a:extLst>
              </a:tr>
              <a:tr h="151200">
                <a:tc>
                  <a:txBody>
                    <a:bodyPr/>
                    <a:lstStyle/>
                    <a:p>
                      <a:pPr algn="l"/>
                      <a:r>
                        <a:rPr lang="pt-BR" sz="850" b="0">
                          <a:solidFill>
                            <a:srgbClr val="000000"/>
                          </a:solidFill>
                          <a:latin typeface="Roboto"/>
                        </a:rPr>
                        <a:t>EV/EBITDA: 7.4x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+22%</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EV/EBITDA: 9.0x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+55%</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EV/EBITDA: 9.5x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+67%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15"/>
                  </a:ext>
                </a:extLst>
              </a:tr>
              <a:tr h="151200">
                <a:tc>
                  <a:txBody>
                    <a:bodyPr/>
                    <a:lstStyle/>
                    <a:p>
                      <a:pPr algn="l"/>
                      <a:r>
                        <a:rPr lang="pt-BR" sz="850" b="0">
                          <a:solidFill>
                            <a:srgbClr val="000000"/>
                          </a:solidFill>
                          <a:latin typeface="Roboto"/>
                        </a:rPr>
                        <a:t>Bottom-up: targets −20%</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+17%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Bottom-up: XP targets</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+46%</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Bottom-up: targets +20%</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+75%</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16"/>
                  </a:ext>
                </a:extLst>
              </a:tr>
              <a:tr h="151200">
                <a:tc>
                  <a:txBody>
                    <a:bodyPr/>
                    <a:lstStyle/>
                    <a:p>
                      <a:pPr algn="l"/>
                      <a:r>
                        <a:rPr sz="850" b="1">
                          <a:solidFill>
                            <a:srgbClr val="000000"/>
                          </a:solidFill>
                          <a:latin typeface="Roboto"/>
                        </a:rPr>
                        <a:t>Average</a:t>
                      </a:r>
                    </a:p>
                  </a:txBody>
                  <a:tcPr marL="36000" marR="36000" marT="7200" marB="7200" anchor="ctr">
                    <a:lnL w="12700" cap="flat" cmpd="sng" algn="ctr">
                      <a:solidFill>
                        <a:srgbClr val="1F2F44"/>
                      </a:solidFill>
                      <a:prstDash val="dash"/>
                    </a:lnL>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r"/>
                      <a:r>
                        <a:rPr lang="pt-BR" sz="850" b="1">
                          <a:solidFill>
                            <a:srgbClr val="000000"/>
                          </a:solidFill>
                          <a:latin typeface="Roboto"/>
                        </a:rPr>
                        <a:t>+19%</a:t>
                      </a:r>
                      <a:endParaRPr sz="850" b="1">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l"/>
                      <a:r>
                        <a:rPr sz="850" b="1">
                          <a:solidFill>
                            <a:srgbClr val="000000"/>
                          </a:solidFill>
                          <a:latin typeface="Roboto"/>
                        </a:rPr>
                        <a:t>Average</a:t>
                      </a: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r"/>
                      <a:r>
                        <a:rPr lang="pt-BR" sz="850" b="1">
                          <a:solidFill>
                            <a:srgbClr val="000000"/>
                          </a:solidFill>
                          <a:latin typeface="Roboto"/>
                        </a:rPr>
                        <a:t>+47%</a:t>
                      </a:r>
                      <a:endParaRPr sz="850" b="1">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l"/>
                      <a:r>
                        <a:rPr sz="850" b="1">
                          <a:solidFill>
                            <a:srgbClr val="000000"/>
                          </a:solidFill>
                          <a:latin typeface="Roboto"/>
                        </a:rPr>
                        <a:t>Average</a:t>
                      </a: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r"/>
                      <a:r>
                        <a:rPr lang="pt-BR" sz="850" b="1">
                          <a:solidFill>
                            <a:srgbClr val="000000"/>
                          </a:solidFill>
                          <a:latin typeface="Roboto"/>
                        </a:rPr>
                        <a:t>+71%</a:t>
                      </a:r>
                      <a:endParaRPr sz="850" b="1">
                        <a:solidFill>
                          <a:srgbClr val="000000"/>
                        </a:solidFill>
                        <a:latin typeface="Roboto"/>
                      </a:endParaRPr>
                    </a:p>
                  </a:txBody>
                  <a:tcPr marL="36000" marR="36000" marT="7200" marB="7200" anchor="ctr">
                    <a:lnR w="12700" cap="flat" cmpd="sng" algn="ctr">
                      <a:solidFill>
                        <a:srgbClr val="1F2F44"/>
                      </a:solidFill>
                      <a:prstDash val="dash"/>
                    </a:ln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extLst>
                  <a:ext uri="{0D108BD9-81ED-4DB2-BD59-A6C34878D82A}">
                    <a16:rowId xmlns:a16="http://schemas.microsoft.com/office/drawing/2014/main" val="10017"/>
                  </a:ext>
                </a:extLst>
              </a:tr>
              <a:tr h="151200">
                <a:tc gridSpan="6">
                  <a:txBody>
                    <a:bodyPr/>
                    <a:lstStyle/>
                    <a:p>
                      <a:pPr algn="l"/>
                      <a:r>
                        <a:rPr sz="850" b="1">
                          <a:solidFill>
                            <a:srgbClr val="000000"/>
                          </a:solidFill>
                          <a:latin typeface="Roboto"/>
                        </a:rPr>
                        <a:t>Commodities</a:t>
                      </a:r>
                    </a:p>
                  </a:txBody>
                  <a:tcPr marL="36000" marR="36000" marT="7200" marB="7200" anchor="ctr">
                    <a:lnT w="12700" cap="flat" cmpd="sng" algn="ctr">
                      <a:solidFill>
                        <a:srgbClr val="1F2F44"/>
                      </a:solidFill>
                      <a:prstDash val="dash"/>
                      <a:round/>
                      <a:headEnd type="none" w="med" len="med"/>
                      <a:tailEnd type="none" w="med" len="med"/>
                    </a:lnT>
                    <a:lnB w="9525" cap="flat" cmpd="sng" algn="ctr">
                      <a:solidFill>
                        <a:srgbClr val="BFBFBF"/>
                      </a:solidFill>
                      <a:prstDash val="dash"/>
                    </a:lnB>
                    <a:solidFill>
                      <a:srgbClr val="DCE6F2"/>
                    </a:solidFill>
                  </a:tcPr>
                </a:tc>
                <a:tc hMerge="1">
                  <a:txBody>
                    <a:bodyPr/>
                    <a:lstStyle/>
                    <a:p>
                      <a:pPr algn="r"/>
                      <a:endParaRPr/>
                    </a:p>
                  </a:txBody>
                  <a:tcPr marL="36000" marR="36000" marT="7200" marB="7200" anchor="ctr">
                    <a:lnB w="9525" cap="flat" cmpd="sng" algn="ctr">
                      <a:solidFill>
                        <a:srgbClr val="BFBFBF"/>
                      </a:solidFill>
                      <a:prstDash val="dash"/>
                    </a:lnB>
                    <a:solidFill>
                      <a:srgbClr val="F2F2F2"/>
                    </a:solidFill>
                  </a:tcPr>
                </a:tc>
                <a:tc hMerge="1">
                  <a:txBody>
                    <a:bodyPr/>
                    <a:lstStyle/>
                    <a:p>
                      <a:pPr algn="l"/>
                      <a:endParaRPr/>
                    </a:p>
                  </a:txBody>
                  <a:tcPr marL="36000" marR="36000" marT="7200" marB="7200" anchor="ctr">
                    <a:lnB w="9525" cap="flat" cmpd="sng" algn="ctr">
                      <a:solidFill>
                        <a:srgbClr val="BFBFBF"/>
                      </a:solidFill>
                      <a:prstDash val="dash"/>
                    </a:lnB>
                    <a:solidFill>
                      <a:srgbClr val="F2F2F2"/>
                    </a:solidFill>
                  </a:tcPr>
                </a:tc>
                <a:tc hMerge="1">
                  <a:txBody>
                    <a:bodyPr/>
                    <a:lstStyle/>
                    <a:p>
                      <a:pPr algn="r"/>
                      <a:endParaRPr/>
                    </a:p>
                  </a:txBody>
                  <a:tcPr marL="36000" marR="36000" marT="7200" marB="7200" anchor="ctr">
                    <a:lnB w="9525" cap="flat" cmpd="sng" algn="ctr">
                      <a:solidFill>
                        <a:srgbClr val="BFBFBF"/>
                      </a:solidFill>
                      <a:prstDash val="dash"/>
                    </a:lnB>
                    <a:solidFill>
                      <a:srgbClr val="F2F2F2"/>
                    </a:solidFill>
                  </a:tcPr>
                </a:tc>
                <a:tc hMerge="1">
                  <a:txBody>
                    <a:bodyPr/>
                    <a:lstStyle/>
                    <a:p>
                      <a:pPr algn="l"/>
                      <a:endParaRPr/>
                    </a:p>
                  </a:txBody>
                  <a:tcPr marL="36000" marR="36000" marT="7200" marB="7200" anchor="ctr">
                    <a:lnB w="9525" cap="flat" cmpd="sng" algn="ctr">
                      <a:solidFill>
                        <a:srgbClr val="BFBFBF"/>
                      </a:solidFill>
                      <a:prstDash val="dash"/>
                    </a:lnB>
                    <a:solidFill>
                      <a:srgbClr val="F2F2F2"/>
                    </a:solidFill>
                  </a:tcPr>
                </a:tc>
                <a:tc hMerge="1">
                  <a:txBody>
                    <a:bodyPr/>
                    <a:lstStyle/>
                    <a:p>
                      <a:pPr algn="r"/>
                      <a:endParaRPr/>
                    </a:p>
                  </a:txBody>
                  <a:tcPr marL="36000" marR="36000" marT="7200" marB="7200" anchor="ctr">
                    <a:lnB w="9525" cap="flat" cmpd="sng" algn="ctr">
                      <a:solidFill>
                        <a:srgbClr val="BFBFBF"/>
                      </a:solidFill>
                      <a:prstDash val="dash"/>
                    </a:lnB>
                    <a:solidFill>
                      <a:srgbClr val="F2F2F2"/>
                    </a:solidFill>
                  </a:tcPr>
                </a:tc>
                <a:extLst>
                  <a:ext uri="{0D108BD9-81ED-4DB2-BD59-A6C34878D82A}">
                    <a16:rowId xmlns:a16="http://schemas.microsoft.com/office/drawing/2014/main" val="10018"/>
                  </a:ext>
                </a:extLst>
              </a:tr>
              <a:tr h="151200">
                <a:tc>
                  <a:txBody>
                    <a:bodyPr/>
                    <a:lstStyle/>
                    <a:p>
                      <a:pPr algn="l"/>
                      <a:r>
                        <a:rPr lang="pt-BR" sz="850" b="0">
                          <a:solidFill>
                            <a:srgbClr val="000000"/>
                          </a:solidFill>
                          <a:latin typeface="Roboto"/>
                        </a:rPr>
                        <a:t>DCF: real rate 8.5%</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+7%</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tc>
                  <a:txBody>
                    <a:bodyPr/>
                    <a:lstStyle/>
                    <a:p>
                      <a:pPr algn="l"/>
                      <a:r>
                        <a:rPr lang="pt-BR" sz="850" b="0">
                          <a:solidFill>
                            <a:srgbClr val="000000"/>
                          </a:solidFill>
                          <a:latin typeface="Roboto"/>
                        </a:rPr>
                        <a:t>DCF: real rate 7.57%</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tc>
                  <a:txBody>
                    <a:bodyPr/>
                    <a:lstStyle/>
                    <a:p>
                      <a:pPr algn="r"/>
                      <a:r>
                        <a:rPr lang="pt-BR" sz="850" b="0">
                          <a:solidFill>
                            <a:srgbClr val="000000"/>
                          </a:solidFill>
                          <a:latin typeface="Roboto"/>
                        </a:rPr>
                        <a:t>+18%</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tc>
                  <a:txBody>
                    <a:bodyPr/>
                    <a:lstStyle/>
                    <a:p>
                      <a:pPr algn="l"/>
                      <a:r>
                        <a:rPr lang="pt-BR" sz="850" b="0">
                          <a:solidFill>
                            <a:srgbClr val="000000"/>
                          </a:solidFill>
                          <a:latin typeface="Roboto"/>
                        </a:rPr>
                        <a:t>DCF: real rate 6.0%</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tc>
                  <a:txBody>
                    <a:bodyPr/>
                    <a:lstStyle/>
                    <a:p>
                      <a:pPr algn="r"/>
                      <a:r>
                        <a:rPr lang="pt-BR" sz="850" b="0">
                          <a:solidFill>
                            <a:srgbClr val="000000"/>
                          </a:solidFill>
                          <a:latin typeface="Roboto"/>
                        </a:rPr>
                        <a:t>+43%</a:t>
                      </a:r>
                      <a:endParaRPr sz="850" b="0">
                        <a:solidFill>
                          <a:srgbClr val="000000"/>
                        </a:solidFill>
                        <a:latin typeface="Roboto"/>
                      </a:endParaRPr>
                    </a:p>
                  </a:txBody>
                  <a:tcPr marL="36000" marR="36000" marT="7200" marB="7200" anchor="ctr">
                    <a:lnB w="9525" cap="flat" cmpd="sng" algn="ctr">
                      <a:solidFill>
                        <a:srgbClr val="BFBFBF"/>
                      </a:solidFill>
                      <a:prstDash val="dash"/>
                    </a:lnB>
                    <a:noFill/>
                  </a:tcPr>
                </a:tc>
                <a:extLst>
                  <a:ext uri="{0D108BD9-81ED-4DB2-BD59-A6C34878D82A}">
                    <a16:rowId xmlns:a16="http://schemas.microsoft.com/office/drawing/2014/main" val="10019"/>
                  </a:ext>
                </a:extLst>
              </a:tr>
              <a:tr h="151200">
                <a:tc>
                  <a:txBody>
                    <a:bodyPr/>
                    <a:lstStyle/>
                    <a:p>
                      <a:pPr algn="l"/>
                      <a:r>
                        <a:rPr lang="pt-BR" sz="850" b="0">
                          <a:solidFill>
                            <a:srgbClr val="000000"/>
                          </a:solidFill>
                          <a:latin typeface="Roboto"/>
                        </a:rPr>
                        <a:t>P/E: 6.0x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−2%</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P/E: 8.0x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+30%</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P/E: 9.6x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+56%</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20"/>
                  </a:ext>
                </a:extLst>
              </a:tr>
              <a:tr h="151200">
                <a:tc>
                  <a:txBody>
                    <a:bodyPr/>
                    <a:lstStyle/>
                    <a:p>
                      <a:pPr algn="l"/>
                      <a:r>
                        <a:rPr lang="pt-BR" sz="850" b="0">
                          <a:solidFill>
                            <a:srgbClr val="000000"/>
                          </a:solidFill>
                          <a:latin typeface="Roboto"/>
                        </a:rPr>
                        <a:t>EV/EBITDA: 4.0x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+14%</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EV/EBITDA: 4.8x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+48%</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EV/EBITDA: 5.1x 2027</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+60%</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21"/>
                  </a:ext>
                </a:extLst>
              </a:tr>
              <a:tr h="151200">
                <a:tc>
                  <a:txBody>
                    <a:bodyPr/>
                    <a:lstStyle/>
                    <a:p>
                      <a:pPr algn="l"/>
                      <a:r>
                        <a:rPr lang="pt-BR" sz="850" b="0">
                          <a:solidFill>
                            <a:srgbClr val="000000"/>
                          </a:solidFill>
                          <a:latin typeface="Roboto"/>
                        </a:rPr>
                        <a:t>Bottom-up: targets −20%</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−1%</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Bottom-up: XP targets</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+24%</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l"/>
                      <a:r>
                        <a:rPr lang="pt-BR" sz="850" b="0">
                          <a:solidFill>
                            <a:srgbClr val="000000"/>
                          </a:solidFill>
                          <a:latin typeface="Roboto"/>
                        </a:rPr>
                        <a:t>Bottom-up: targets +20%</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tc>
                  <a:txBody>
                    <a:bodyPr/>
                    <a:lstStyle/>
                    <a:p>
                      <a:pPr algn="r"/>
                      <a:r>
                        <a:rPr lang="pt-BR" sz="850" b="0">
                          <a:solidFill>
                            <a:srgbClr val="000000"/>
                          </a:solidFill>
                          <a:latin typeface="Roboto"/>
                        </a:rPr>
                        <a:t>+49%</a:t>
                      </a:r>
                      <a:endParaRPr sz="850" b="0">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9525" cap="flat" cmpd="sng" algn="ctr">
                      <a:solidFill>
                        <a:srgbClr val="BFBFBF"/>
                      </a:solidFill>
                      <a:prstDash val="dash"/>
                    </a:lnB>
                    <a:noFill/>
                  </a:tcPr>
                </a:tc>
                <a:extLst>
                  <a:ext uri="{0D108BD9-81ED-4DB2-BD59-A6C34878D82A}">
                    <a16:rowId xmlns:a16="http://schemas.microsoft.com/office/drawing/2014/main" val="10022"/>
                  </a:ext>
                </a:extLst>
              </a:tr>
              <a:tr h="151200">
                <a:tc>
                  <a:txBody>
                    <a:bodyPr/>
                    <a:lstStyle/>
                    <a:p>
                      <a:pPr algn="l"/>
                      <a:r>
                        <a:rPr sz="850" b="1">
                          <a:solidFill>
                            <a:srgbClr val="000000"/>
                          </a:solidFill>
                          <a:latin typeface="Roboto"/>
                        </a:rPr>
                        <a:t>Average</a:t>
                      </a:r>
                    </a:p>
                  </a:txBody>
                  <a:tcPr marL="36000" marR="36000" marT="7200" marB="7200" anchor="ctr">
                    <a:lnL w="12700" cap="flat" cmpd="sng" algn="ctr">
                      <a:solidFill>
                        <a:srgbClr val="1F2F44"/>
                      </a:solidFill>
                      <a:prstDash val="dash"/>
                    </a:lnL>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r"/>
                      <a:r>
                        <a:rPr lang="pt-BR" sz="850" b="1">
                          <a:solidFill>
                            <a:srgbClr val="000000"/>
                          </a:solidFill>
                          <a:latin typeface="Roboto"/>
                        </a:rPr>
                        <a:t>+4%</a:t>
                      </a:r>
                      <a:endParaRPr sz="850" b="1">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l"/>
                      <a:r>
                        <a:rPr sz="850" b="1">
                          <a:solidFill>
                            <a:srgbClr val="000000"/>
                          </a:solidFill>
                          <a:latin typeface="Roboto"/>
                        </a:rPr>
                        <a:t>Average</a:t>
                      </a: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r"/>
                      <a:r>
                        <a:rPr lang="pt-BR" sz="850" b="1">
                          <a:solidFill>
                            <a:srgbClr val="000000"/>
                          </a:solidFill>
                          <a:latin typeface="Roboto"/>
                        </a:rPr>
                        <a:t>+30%</a:t>
                      </a:r>
                      <a:endParaRPr sz="850" b="1">
                        <a:solidFill>
                          <a:srgbClr val="000000"/>
                        </a:solidFill>
                        <a:latin typeface="Roboto"/>
                      </a:endParaRP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l"/>
                      <a:r>
                        <a:rPr sz="850" b="1">
                          <a:solidFill>
                            <a:srgbClr val="000000"/>
                          </a:solidFill>
                          <a:latin typeface="Roboto"/>
                        </a:rPr>
                        <a:t>Average</a:t>
                      </a:r>
                    </a:p>
                  </a:txBody>
                  <a:tcPr marL="36000" marR="36000" marT="7200" marB="7200" anchor="ct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tc>
                  <a:txBody>
                    <a:bodyPr/>
                    <a:lstStyle/>
                    <a:p>
                      <a:pPr algn="r"/>
                      <a:r>
                        <a:rPr lang="pt-BR" sz="850" b="1">
                          <a:solidFill>
                            <a:srgbClr val="000000"/>
                          </a:solidFill>
                          <a:latin typeface="Roboto"/>
                        </a:rPr>
                        <a:t>+52%</a:t>
                      </a:r>
                      <a:endParaRPr sz="850" b="1">
                        <a:solidFill>
                          <a:srgbClr val="000000"/>
                        </a:solidFill>
                        <a:latin typeface="Roboto"/>
                      </a:endParaRPr>
                    </a:p>
                  </a:txBody>
                  <a:tcPr marL="36000" marR="36000" marT="7200" marB="7200" anchor="ctr">
                    <a:lnR w="12700" cap="flat" cmpd="sng" algn="ctr">
                      <a:solidFill>
                        <a:srgbClr val="1F2F44"/>
                      </a:solidFill>
                      <a:prstDash val="dash"/>
                    </a:lnR>
                    <a:lnT w="9525" cap="flat" cmpd="sng" algn="ctr">
                      <a:solidFill>
                        <a:srgbClr val="BFBFBF"/>
                      </a:solidFill>
                      <a:prstDash val="dash"/>
                      <a:round/>
                      <a:headEnd type="none" w="med" len="med"/>
                      <a:tailEnd type="none" w="med" len="med"/>
                    </a:lnT>
                    <a:lnB w="12700" cap="flat" cmpd="sng" algn="ctr">
                      <a:solidFill>
                        <a:srgbClr val="1F2F44"/>
                      </a:solidFill>
                      <a:prstDash val="dash"/>
                    </a:lnB>
                    <a:solidFill>
                      <a:srgbClr val="F2F2F2"/>
                    </a:solidFill>
                  </a:tcPr>
                </a:tc>
                <a:extLst>
                  <a:ext uri="{0D108BD9-81ED-4DB2-BD59-A6C34878D82A}">
                    <a16:rowId xmlns:a16="http://schemas.microsoft.com/office/drawing/2014/main" val="10023"/>
                  </a:ext>
                </a:extLst>
              </a:tr>
            </a:tbl>
          </a:graphicData>
        </a:graphic>
      </p:graphicFrame>
      <p:graphicFrame>
        <p:nvGraphicFramePr>
          <p:cNvPr id="3" name="Chart S1">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230600559"/>
              </p:ext>
            </p:extLst>
          </p:nvPr>
        </p:nvGraphicFramePr>
        <p:xfrm>
          <a:off x="381599" y="3761998"/>
          <a:ext cx="6105600" cy="1224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04818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F37F223C-FA98-AF51-4F49-5EE1BEED39C2}"/>
              </a:ext>
            </a:extLst>
          </p:cNvPr>
          <p:cNvSpPr>
            <a:spLocks noGrp="1"/>
          </p:cNvSpPr>
          <p:nvPr>
            <p:ph type="body" sz="quarter" idx="20"/>
          </p:nvPr>
        </p:nvSpPr>
        <p:spPr>
          <a:xfrm>
            <a:off x="360975" y="1423779"/>
            <a:ext cx="6106871" cy="2776526"/>
          </a:xfrm>
        </p:spPr>
        <p:txBody>
          <a:bodyPr/>
          <a:lstStyle/>
          <a:p>
            <a:r>
              <a:rPr lang="en-US" b="1" dirty="0">
                <a:solidFill>
                  <a:srgbClr val="18191A"/>
                </a:solidFill>
                <a:latin typeface="+mn-lt"/>
              </a:rPr>
              <a:t>We are introducing our base case YE2027 Ibovespa fair value at 204k points </a:t>
            </a:r>
          </a:p>
          <a:p>
            <a:r>
              <a:rPr lang="en-US" dirty="0">
                <a:ea typeface="Roboto Light"/>
                <a:cs typeface="Roboto Light"/>
              </a:rPr>
              <a:t>Our base case fair value for the Ibovespa is calculated as an average of four methodologies: 1) a DCF model, which currently assumes a WACC of 13.6%. 2) a target P/E model, which assumes a P/E multiple of 9.0x, below the historical average of 11x. 3) a target EV/EBITDA of 5.0x, below the historical average of 6.5x, and 4) a bottom-up approach, using the target price of XP analysts for each constituent of the index, with a 10% haircut, as most targets were set before the election runoff.</a:t>
            </a:r>
          </a:p>
          <a:p>
            <a:r>
              <a:rPr lang="en-US" b="1" dirty="0">
                <a:ea typeface="Roboto Light"/>
                <a:cs typeface="Roboto Light"/>
              </a:rPr>
              <a:t>On a Bull case scenario</a:t>
            </a:r>
            <a:r>
              <a:rPr lang="en-US" dirty="0">
                <a:ea typeface="Roboto Light"/>
                <a:cs typeface="Roboto Light"/>
              </a:rPr>
              <a:t>, we assume real yields to recede back to 6.0%, and multiples to re-rate to 11x fwd. P/E and 5.5x EV/EBITDA, as well as a 20% higher bottom-up target. In this case, we see a fair value of 244k points (+39% upside).</a:t>
            </a:r>
          </a:p>
          <a:p>
            <a:r>
              <a:rPr lang="en-US" b="1" dirty="0"/>
              <a:t>On a Bear Case scenario</a:t>
            </a:r>
            <a:r>
              <a:rPr lang="en-US" dirty="0"/>
              <a:t>, we assume EBITDA 10% lower in our DCF, real yields to increase to 8.5%, and multiples to de-rate back to late-2024 levels, at 7.0x fwd. P/E and 4.0x EV/EBITDA, as well as a 20% lower bottom-up target. In that case, we see a fair value of 155k points (12% downside).</a:t>
            </a:r>
          </a:p>
        </p:txBody>
      </p:sp>
      <p:sp>
        <p:nvSpPr>
          <p:cNvPr id="11" name="Text Placeholder 10">
            <a:extLst>
              <a:ext uri="{FF2B5EF4-FFF2-40B4-BE49-F238E27FC236}">
                <a16:creationId xmlns:a16="http://schemas.microsoft.com/office/drawing/2014/main" id="{116736DC-214E-1A16-72E2-7FE54F1D1F00}"/>
              </a:ext>
            </a:extLst>
          </p:cNvPr>
          <p:cNvSpPr>
            <a:spLocks noGrp="1"/>
          </p:cNvSpPr>
          <p:nvPr>
            <p:ph type="body" sz="quarter" idx="16"/>
          </p:nvPr>
        </p:nvSpPr>
        <p:spPr/>
        <p:txBody>
          <a:bodyPr/>
          <a:lstStyle/>
          <a:p>
            <a:r>
              <a:rPr lang="en-US"/>
              <a:t>Valuation</a:t>
            </a:r>
          </a:p>
        </p:txBody>
      </p:sp>
      <p:sp>
        <p:nvSpPr>
          <p:cNvPr id="16" name="Text Placeholder 15">
            <a:extLst>
              <a:ext uri="{FF2B5EF4-FFF2-40B4-BE49-F238E27FC236}">
                <a16:creationId xmlns:a16="http://schemas.microsoft.com/office/drawing/2014/main" id="{5264115A-D9D1-0883-23C1-2ADD05EA4DD5}"/>
              </a:ext>
            </a:extLst>
          </p:cNvPr>
          <p:cNvSpPr>
            <a:spLocks noGrp="1"/>
          </p:cNvSpPr>
          <p:nvPr>
            <p:ph type="body" sz="quarter" idx="26"/>
          </p:nvPr>
        </p:nvSpPr>
        <p:spPr/>
        <p:txBody>
          <a:bodyPr/>
          <a:lstStyle/>
          <a:p>
            <a:r>
              <a:rPr lang="en-US"/>
              <a:t>Source: Bloomberg, XP Research. Data as of 10/27/2026.</a:t>
            </a:r>
          </a:p>
        </p:txBody>
      </p:sp>
      <p:sp>
        <p:nvSpPr>
          <p:cNvPr id="14" name="Date Placeholder 13">
            <a:extLst>
              <a:ext uri="{FF2B5EF4-FFF2-40B4-BE49-F238E27FC236}">
                <a16:creationId xmlns:a16="http://schemas.microsoft.com/office/drawing/2014/main" id="{FC7FE387-343E-CEC7-6ECC-567E17A242FA}"/>
              </a:ext>
            </a:extLst>
          </p:cNvPr>
          <p:cNvSpPr>
            <a:spLocks noGrp="1"/>
          </p:cNvSpPr>
          <p:nvPr>
            <p:ph type="dt" sz="half" idx="2"/>
          </p:nvPr>
        </p:nvSpPr>
        <p:spPr/>
        <p:txBody>
          <a:bodyPr/>
          <a:lstStyle/>
          <a:p>
            <a:r>
              <a:rPr lang="en-US"/>
              <a:t>October 30, 2026</a:t>
            </a:r>
          </a:p>
        </p:txBody>
      </p:sp>
      <p:sp>
        <p:nvSpPr>
          <p:cNvPr id="10" name="Content Placeholder 8">
            <a:extLst>
              <a:ext uri="{FF2B5EF4-FFF2-40B4-BE49-F238E27FC236}">
                <a16:creationId xmlns:a16="http://schemas.microsoft.com/office/drawing/2014/main" id="{66BA2541-1B2E-5EC8-56B0-BE6117CB1125}"/>
              </a:ext>
            </a:extLst>
          </p:cNvPr>
          <p:cNvSpPr txBox="1">
            <a:spLocks/>
          </p:cNvSpPr>
          <p:nvPr/>
        </p:nvSpPr>
        <p:spPr>
          <a:xfrm>
            <a:off x="383846" y="4389459"/>
            <a:ext cx="6084000"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a:t>Table 3: Ibovespa 2027 fair value</a:t>
            </a:r>
            <a:endParaRPr lang="en-US">
              <a:highlight>
                <a:srgbClr val="FFFF00"/>
              </a:highlight>
            </a:endParaRPr>
          </a:p>
        </p:txBody>
      </p:sp>
      <p:sp>
        <p:nvSpPr>
          <p:cNvPr id="3" name="Text Placeholder 7">
            <a:extLst>
              <a:ext uri="{FF2B5EF4-FFF2-40B4-BE49-F238E27FC236}">
                <a16:creationId xmlns:a16="http://schemas.microsoft.com/office/drawing/2014/main" id="{D7FF019F-CF36-0895-6166-0DB1423473A3}"/>
              </a:ext>
            </a:extLst>
          </p:cNvPr>
          <p:cNvSpPr txBox="1">
            <a:spLocks/>
          </p:cNvSpPr>
          <p:nvPr/>
        </p:nvSpPr>
        <p:spPr>
          <a:xfrm>
            <a:off x="390153" y="1119209"/>
            <a:ext cx="6384457" cy="30457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sz="1500" dirty="0"/>
              <a:t>Introducing our YE2027 IBOV fair value at 204k points</a:t>
            </a:r>
          </a:p>
        </p:txBody>
      </p:sp>
      <p:graphicFrame>
        <p:nvGraphicFramePr>
          <p:cNvPr id="15" name="Table 14">
            <a:extLst>
              <a:ext uri="{FF2B5EF4-FFF2-40B4-BE49-F238E27FC236}">
                <a16:creationId xmlns:a16="http://schemas.microsoft.com/office/drawing/2014/main" id="{80B7D2D6-16AA-629C-3296-9BDAF6CCFC2B}"/>
              </a:ext>
            </a:extLst>
          </p:cNvPr>
          <p:cNvGraphicFramePr>
            <a:graphicFrameLocks noGrp="1"/>
          </p:cNvGraphicFramePr>
          <p:nvPr>
            <p:extLst>
              <p:ext uri="{D42A27DB-BD31-4B8C-83A1-F6EECF244321}">
                <p14:modId xmlns:p14="http://schemas.microsoft.com/office/powerpoint/2010/main" val="1605509614"/>
              </p:ext>
            </p:extLst>
          </p:nvPr>
        </p:nvGraphicFramePr>
        <p:xfrm>
          <a:off x="382869" y="4680633"/>
          <a:ext cx="6055268" cy="1438656"/>
        </p:xfrm>
        <a:graphic>
          <a:graphicData uri="http://schemas.openxmlformats.org/drawingml/2006/table">
            <a:tbl>
              <a:tblPr/>
              <a:tblGrid>
                <a:gridCol w="1019097">
                  <a:extLst>
                    <a:ext uri="{9D8B030D-6E8A-4147-A177-3AD203B41FA5}">
                      <a16:colId xmlns:a16="http://schemas.microsoft.com/office/drawing/2014/main" val="2640114357"/>
                    </a:ext>
                  </a:extLst>
                </a:gridCol>
                <a:gridCol w="931289">
                  <a:extLst>
                    <a:ext uri="{9D8B030D-6E8A-4147-A177-3AD203B41FA5}">
                      <a16:colId xmlns:a16="http://schemas.microsoft.com/office/drawing/2014/main" val="1499204672"/>
                    </a:ext>
                  </a:extLst>
                </a:gridCol>
                <a:gridCol w="102055">
                  <a:extLst>
                    <a:ext uri="{9D8B030D-6E8A-4147-A177-3AD203B41FA5}">
                      <a16:colId xmlns:a16="http://schemas.microsoft.com/office/drawing/2014/main" val="633019528"/>
                    </a:ext>
                  </a:extLst>
                </a:gridCol>
                <a:gridCol w="1087764">
                  <a:extLst>
                    <a:ext uri="{9D8B030D-6E8A-4147-A177-3AD203B41FA5}">
                      <a16:colId xmlns:a16="http://schemas.microsoft.com/office/drawing/2014/main" val="39283005"/>
                    </a:ext>
                  </a:extLst>
                </a:gridCol>
                <a:gridCol w="862622">
                  <a:extLst>
                    <a:ext uri="{9D8B030D-6E8A-4147-A177-3AD203B41FA5}">
                      <a16:colId xmlns:a16="http://schemas.microsoft.com/office/drawing/2014/main" val="2261437606"/>
                    </a:ext>
                  </a:extLst>
                </a:gridCol>
                <a:gridCol w="102055">
                  <a:extLst>
                    <a:ext uri="{9D8B030D-6E8A-4147-A177-3AD203B41FA5}">
                      <a16:colId xmlns:a16="http://schemas.microsoft.com/office/drawing/2014/main" val="1556293371"/>
                    </a:ext>
                  </a:extLst>
                </a:gridCol>
                <a:gridCol w="1058995">
                  <a:extLst>
                    <a:ext uri="{9D8B030D-6E8A-4147-A177-3AD203B41FA5}">
                      <a16:colId xmlns:a16="http://schemas.microsoft.com/office/drawing/2014/main" val="2162437458"/>
                    </a:ext>
                  </a:extLst>
                </a:gridCol>
                <a:gridCol w="891391">
                  <a:extLst>
                    <a:ext uri="{9D8B030D-6E8A-4147-A177-3AD203B41FA5}">
                      <a16:colId xmlns:a16="http://schemas.microsoft.com/office/drawing/2014/main" val="725187993"/>
                    </a:ext>
                  </a:extLst>
                </a:gridCol>
              </a:tblGrid>
              <a:tr h="239776">
                <a:tc>
                  <a:txBody>
                    <a:bodyPr/>
                    <a:lstStyle/>
                    <a:p>
                      <a:pPr algn="l" fontAlgn="b"/>
                      <a:r>
                        <a:rPr lang="en-US" sz="1000" b="1" i="0" u="none" strike="noStrike">
                          <a:solidFill>
                            <a:schemeClr val="tx1"/>
                          </a:solidFill>
                          <a:effectLst/>
                          <a:latin typeface="Roboto Light" panose="02000000000000000000" pitchFamily="2" charset="0"/>
                        </a:rPr>
                        <a:t>Bear Case</a:t>
                      </a:r>
                    </a:p>
                  </a:txBody>
                  <a:tcPr marL="6350" marR="6350" marT="6350" marB="0" anchor="ctr">
                    <a:lnL>
                      <a:noFill/>
                    </a:lnL>
                    <a:lnR>
                      <a:noFill/>
                    </a:lnR>
                    <a:lnT>
                      <a:noFill/>
                    </a:lnT>
                    <a:lnB>
                      <a:noFill/>
                    </a:lnB>
                    <a:solidFill>
                      <a:schemeClr val="accent3"/>
                    </a:solidFill>
                  </a:tcPr>
                </a:tc>
                <a:tc>
                  <a:txBody>
                    <a:bodyPr/>
                    <a:lstStyle/>
                    <a:p>
                      <a:pPr algn="l" fontAlgn="b"/>
                      <a:r>
                        <a:rPr lang="en-US" sz="1000" b="0" i="0" u="none" strike="noStrike">
                          <a:solidFill>
                            <a:schemeClr val="tx1"/>
                          </a:solidFill>
                          <a:effectLst/>
                          <a:latin typeface="Roboto Light" panose="02000000000000000000" pitchFamily="2" charset="0"/>
                        </a:rPr>
                        <a:t> </a:t>
                      </a:r>
                    </a:p>
                  </a:txBody>
                  <a:tcPr marL="6350" marR="6350" marT="6350" marB="0" anchor="ctr">
                    <a:lnL>
                      <a:noFill/>
                    </a:lnL>
                    <a:lnR>
                      <a:noFill/>
                    </a:lnR>
                    <a:lnT>
                      <a:noFill/>
                    </a:lnT>
                    <a:lnB>
                      <a:noFill/>
                    </a:lnB>
                    <a:solidFill>
                      <a:schemeClr val="accent3"/>
                    </a:solidFill>
                  </a:tcPr>
                </a:tc>
                <a:tc>
                  <a:txBody>
                    <a:bodyPr/>
                    <a:lstStyle/>
                    <a:p>
                      <a:pPr algn="l" fontAlgn="b"/>
                      <a:endParaRPr lang="en-US" sz="1100" b="0" i="0" u="none" strike="noStrike">
                        <a:solidFill>
                          <a:schemeClr val="tx1"/>
                        </a:solidFill>
                        <a:effectLst/>
                        <a:latin typeface="Calibri" panose="020F0502020204030204" pitchFamily="34" charset="0"/>
                      </a:endParaRPr>
                    </a:p>
                  </a:txBody>
                  <a:tcPr marL="6350" marR="6350" marT="6350" marB="0" anchor="ctr">
                    <a:lnL>
                      <a:noFill/>
                    </a:lnL>
                    <a:lnR>
                      <a:noFill/>
                    </a:lnR>
                    <a:lnT>
                      <a:noFill/>
                    </a:lnT>
                    <a:lnB>
                      <a:noFill/>
                    </a:lnB>
                    <a:solidFill>
                      <a:schemeClr val="accent3"/>
                    </a:solidFill>
                  </a:tcPr>
                </a:tc>
                <a:tc>
                  <a:txBody>
                    <a:bodyPr/>
                    <a:lstStyle/>
                    <a:p>
                      <a:pPr algn="l" fontAlgn="b"/>
                      <a:r>
                        <a:rPr lang="en-US" sz="1000" b="1" i="0" u="none" strike="noStrike">
                          <a:solidFill>
                            <a:schemeClr val="tx1"/>
                          </a:solidFill>
                          <a:effectLst/>
                          <a:latin typeface="Roboto Light" panose="02000000000000000000" pitchFamily="2" charset="0"/>
                        </a:rPr>
                        <a:t>Base Case</a:t>
                      </a:r>
                    </a:p>
                  </a:txBody>
                  <a:tcPr marL="6350" marR="6350" marT="6350" marB="0" anchor="ctr">
                    <a:lnL>
                      <a:noFill/>
                    </a:lnL>
                    <a:lnR>
                      <a:noFill/>
                    </a:lnR>
                    <a:lnT>
                      <a:noFill/>
                    </a:lnT>
                    <a:lnB>
                      <a:noFill/>
                    </a:lnB>
                    <a:solidFill>
                      <a:schemeClr val="accent3"/>
                    </a:solidFill>
                  </a:tcPr>
                </a:tc>
                <a:tc>
                  <a:txBody>
                    <a:bodyPr/>
                    <a:lstStyle/>
                    <a:p>
                      <a:pPr algn="l" fontAlgn="b"/>
                      <a:r>
                        <a:rPr lang="en-US" sz="1000" b="0" i="0" u="none" strike="noStrike">
                          <a:solidFill>
                            <a:schemeClr val="tx1"/>
                          </a:solidFill>
                          <a:effectLst/>
                          <a:latin typeface="Roboto Light" panose="02000000000000000000" pitchFamily="2" charset="0"/>
                        </a:rPr>
                        <a:t> </a:t>
                      </a:r>
                    </a:p>
                  </a:txBody>
                  <a:tcPr marL="6350" marR="6350" marT="6350" marB="0" anchor="ctr">
                    <a:lnL>
                      <a:noFill/>
                    </a:lnL>
                    <a:lnR>
                      <a:noFill/>
                    </a:lnR>
                    <a:lnT>
                      <a:noFill/>
                    </a:lnT>
                    <a:lnB>
                      <a:noFill/>
                    </a:lnB>
                    <a:solidFill>
                      <a:schemeClr val="accent3"/>
                    </a:solidFill>
                  </a:tcPr>
                </a:tc>
                <a:tc>
                  <a:txBody>
                    <a:bodyPr/>
                    <a:lstStyle/>
                    <a:p>
                      <a:pPr algn="l" fontAlgn="b"/>
                      <a:endParaRPr lang="en-US" sz="1100" b="0" i="0" u="none" strike="noStrike">
                        <a:solidFill>
                          <a:schemeClr val="tx1"/>
                        </a:solidFill>
                        <a:effectLst/>
                        <a:latin typeface="Calibri" panose="020F0502020204030204" pitchFamily="34" charset="0"/>
                      </a:endParaRPr>
                    </a:p>
                  </a:txBody>
                  <a:tcPr marL="6350" marR="6350" marT="6350" marB="0" anchor="ctr">
                    <a:lnL>
                      <a:noFill/>
                    </a:lnL>
                    <a:lnR>
                      <a:noFill/>
                    </a:lnR>
                    <a:lnT>
                      <a:noFill/>
                    </a:lnT>
                    <a:lnB>
                      <a:noFill/>
                    </a:lnB>
                    <a:solidFill>
                      <a:schemeClr val="accent3"/>
                    </a:solidFill>
                  </a:tcPr>
                </a:tc>
                <a:tc>
                  <a:txBody>
                    <a:bodyPr/>
                    <a:lstStyle/>
                    <a:p>
                      <a:pPr algn="l" fontAlgn="b"/>
                      <a:r>
                        <a:rPr lang="en-US" sz="1000" b="1" i="0" u="none" strike="noStrike">
                          <a:solidFill>
                            <a:schemeClr val="tx1"/>
                          </a:solidFill>
                          <a:effectLst/>
                          <a:latin typeface="Roboto Light" panose="02000000000000000000" pitchFamily="2" charset="0"/>
                        </a:rPr>
                        <a:t>Bull Case</a:t>
                      </a:r>
                    </a:p>
                  </a:txBody>
                  <a:tcPr marL="6350" marR="6350" marT="6350" marB="0" anchor="ctr">
                    <a:lnL>
                      <a:noFill/>
                    </a:lnL>
                    <a:lnR>
                      <a:noFill/>
                    </a:lnR>
                    <a:lnT>
                      <a:noFill/>
                    </a:lnT>
                    <a:lnB>
                      <a:noFill/>
                    </a:lnB>
                    <a:solidFill>
                      <a:schemeClr val="accent3"/>
                    </a:solidFill>
                  </a:tcPr>
                </a:tc>
                <a:tc>
                  <a:txBody>
                    <a:bodyPr/>
                    <a:lstStyle/>
                    <a:p>
                      <a:pPr algn="l" fontAlgn="b"/>
                      <a:r>
                        <a:rPr lang="en-US" sz="1000" b="0" i="0" u="none" strike="noStrike">
                          <a:solidFill>
                            <a:schemeClr val="tx1"/>
                          </a:solidFill>
                          <a:effectLst/>
                          <a:latin typeface="Roboto Light" panose="02000000000000000000" pitchFamily="2" charset="0"/>
                        </a:rPr>
                        <a:t> </a:t>
                      </a:r>
                    </a:p>
                  </a:txBody>
                  <a:tcPr marL="6350" marR="6350" marT="6350" marB="0" anchor="ctr">
                    <a:lnL>
                      <a:noFill/>
                    </a:lnL>
                    <a:lnR>
                      <a:noFill/>
                    </a:lnR>
                    <a:lnT>
                      <a:noFill/>
                    </a:lnT>
                    <a:lnB>
                      <a:noFill/>
                    </a:lnB>
                    <a:solidFill>
                      <a:schemeClr val="accent3"/>
                    </a:solidFill>
                  </a:tcPr>
                </a:tc>
                <a:extLst>
                  <a:ext uri="{0D108BD9-81ED-4DB2-BD59-A6C34878D82A}">
                    <a16:rowId xmlns:a16="http://schemas.microsoft.com/office/drawing/2014/main" val="1617107610"/>
                  </a:ext>
                </a:extLst>
              </a:tr>
              <a:tr h="239776">
                <a:tc>
                  <a:txBody>
                    <a:bodyPr/>
                    <a:lstStyle/>
                    <a:p>
                      <a:pPr algn="l" fontAlgn="b"/>
                      <a:r>
                        <a:rPr lang="en-US" sz="1000" b="0" i="0" u="none" strike="noStrike">
                          <a:solidFill>
                            <a:srgbClr val="000000"/>
                          </a:solidFill>
                          <a:effectLst/>
                          <a:latin typeface="Roboto Light" panose="02000000000000000000" pitchFamily="2" charset="0"/>
                        </a:rPr>
                        <a:t>Real Yield @ 8.5%</a:t>
                      </a:r>
                    </a:p>
                  </a:txBody>
                  <a:tcPr marL="6350" marR="6350" marT="6350" marB="0" anchor="ctr">
                    <a:lnL>
                      <a:noFill/>
                    </a:lnL>
                    <a:lnR>
                      <a:noFill/>
                    </a:lnR>
                    <a:lnT>
                      <a:noFill/>
                    </a:lnT>
                    <a:lnB>
                      <a:noFill/>
                    </a:lnB>
                    <a:noFill/>
                  </a:tcPr>
                </a:tc>
                <a:tc>
                  <a:txBody>
                    <a:bodyPr/>
                    <a:lstStyle/>
                    <a:p>
                      <a:pPr algn="r" fontAlgn="b">
                        <a:buNone/>
                      </a:pPr>
                      <a:r>
                        <a:rPr lang="pt-BR" sz="1000" b="0" i="0" u="none" strike="noStrike">
                          <a:solidFill>
                            <a:srgbClr val="000000"/>
                          </a:solidFill>
                          <a:effectLst/>
                          <a:latin typeface="Roboto Light" panose="02000000000000000000" pitchFamily="2" charset="0"/>
                        </a:rPr>
                        <a:t>153,907</a:t>
                      </a:r>
                    </a:p>
                  </a:txBody>
                  <a:tcPr marL="7620" marR="7620" marT="7620" marB="0" anchor="ctr">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noFill/>
                  </a:tcPr>
                </a:tc>
                <a:tc>
                  <a:txBody>
                    <a:bodyPr/>
                    <a:lstStyle/>
                    <a:p>
                      <a:pPr algn="l" fontAlgn="b"/>
                      <a:r>
                        <a:rPr lang="en-US" sz="1000" b="0" i="0" u="none" strike="noStrike">
                          <a:solidFill>
                            <a:srgbClr val="000000"/>
                          </a:solidFill>
                          <a:effectLst/>
                          <a:latin typeface="Roboto Light" panose="02000000000000000000" pitchFamily="2" charset="0"/>
                        </a:rPr>
                        <a:t>Real Yield @ 7.6%</a:t>
                      </a:r>
                    </a:p>
                  </a:txBody>
                  <a:tcPr marL="6350" marR="6350" marT="6350" marB="0" anchor="ctr">
                    <a:lnL>
                      <a:noFill/>
                    </a:lnL>
                    <a:lnR>
                      <a:noFill/>
                    </a:lnR>
                    <a:lnT>
                      <a:noFill/>
                    </a:lnT>
                    <a:lnB>
                      <a:noFill/>
                    </a:lnB>
                    <a:noFill/>
                  </a:tcPr>
                </a:tc>
                <a:tc>
                  <a:txBody>
                    <a:bodyPr/>
                    <a:lstStyle/>
                    <a:p>
                      <a:pPr algn="r" fontAlgn="b">
                        <a:buNone/>
                      </a:pPr>
                      <a:r>
                        <a:rPr lang="pt-BR" sz="1000" b="0" i="0" u="none" strike="noStrike">
                          <a:solidFill>
                            <a:srgbClr val="000000"/>
                          </a:solidFill>
                          <a:effectLst/>
                          <a:latin typeface="Roboto Light" panose="02000000000000000000" pitchFamily="2" charset="0"/>
                        </a:rPr>
                        <a:t>217,826</a:t>
                      </a:r>
                    </a:p>
                  </a:txBody>
                  <a:tcPr marL="7620" marR="7620" marT="7620" marB="0" anchor="ctr">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noFill/>
                  </a:tcPr>
                </a:tc>
                <a:tc>
                  <a:txBody>
                    <a:bodyPr/>
                    <a:lstStyle/>
                    <a:p>
                      <a:pPr algn="l" fontAlgn="b"/>
                      <a:r>
                        <a:rPr lang="en-US" sz="1000" b="0" i="0" u="none" strike="noStrike">
                          <a:solidFill>
                            <a:srgbClr val="000000"/>
                          </a:solidFill>
                          <a:effectLst/>
                          <a:latin typeface="Roboto Light" panose="02000000000000000000" pitchFamily="2" charset="0"/>
                        </a:rPr>
                        <a:t>Real Yield @ 6.0%</a:t>
                      </a:r>
                    </a:p>
                  </a:txBody>
                  <a:tcPr marL="6350" marR="6350" marT="6350" marB="0" anchor="ctr">
                    <a:lnL>
                      <a:noFill/>
                    </a:lnL>
                    <a:lnR>
                      <a:noFill/>
                    </a:lnR>
                    <a:lnT>
                      <a:noFill/>
                    </a:lnT>
                    <a:lnB>
                      <a:noFill/>
                    </a:lnB>
                    <a:noFill/>
                  </a:tcPr>
                </a:tc>
                <a:tc>
                  <a:txBody>
                    <a:bodyPr/>
                    <a:lstStyle/>
                    <a:p>
                      <a:pPr algn="r" fontAlgn="b">
                        <a:buNone/>
                      </a:pPr>
                      <a:r>
                        <a:rPr lang="pt-BR" sz="1000" b="0" i="0" u="none" strike="noStrike">
                          <a:solidFill>
                            <a:srgbClr val="000000"/>
                          </a:solidFill>
                          <a:effectLst/>
                          <a:latin typeface="Roboto Light" panose="02000000000000000000" pitchFamily="2" charset="0"/>
                        </a:rPr>
                        <a:t>267,521</a:t>
                      </a:r>
                    </a:p>
                  </a:txBody>
                  <a:tcPr marL="7620" marR="7620" marT="7620" marB="0" anchor="ctr">
                    <a:lnL>
                      <a:noFill/>
                    </a:lnL>
                    <a:lnR>
                      <a:noFill/>
                    </a:lnR>
                    <a:lnT>
                      <a:noFill/>
                    </a:lnT>
                    <a:lnB>
                      <a:noFill/>
                    </a:lnB>
                    <a:noFill/>
                  </a:tcPr>
                </a:tc>
                <a:extLst>
                  <a:ext uri="{0D108BD9-81ED-4DB2-BD59-A6C34878D82A}">
                    <a16:rowId xmlns:a16="http://schemas.microsoft.com/office/drawing/2014/main" val="1612802943"/>
                  </a:ext>
                </a:extLst>
              </a:tr>
              <a:tr h="239776">
                <a:tc>
                  <a:txBody>
                    <a:bodyPr/>
                    <a:lstStyle/>
                    <a:p>
                      <a:pPr algn="l" fontAlgn="b"/>
                      <a:r>
                        <a:rPr lang="en-US" sz="1000" b="0" i="0" u="none" strike="noStrike">
                          <a:solidFill>
                            <a:srgbClr val="000000"/>
                          </a:solidFill>
                          <a:effectLst/>
                          <a:latin typeface="Roboto Light" panose="02000000000000000000" pitchFamily="2" charset="0"/>
                        </a:rPr>
                        <a:t>P/E 7.0x</a:t>
                      </a:r>
                    </a:p>
                  </a:txBody>
                  <a:tcPr marL="6350" marR="6350" marT="6350" marB="0" anchor="ctr">
                    <a:lnL>
                      <a:noFill/>
                    </a:lnL>
                    <a:lnR>
                      <a:noFill/>
                    </a:lnR>
                    <a:lnT>
                      <a:noFill/>
                    </a:lnT>
                    <a:lnB>
                      <a:noFill/>
                    </a:lnB>
                    <a:noFill/>
                  </a:tcPr>
                </a:tc>
                <a:tc>
                  <a:txBody>
                    <a:bodyPr/>
                    <a:lstStyle/>
                    <a:p>
                      <a:pPr algn="r" fontAlgn="b">
                        <a:buNone/>
                      </a:pPr>
                      <a:r>
                        <a:rPr lang="pt-BR" sz="1000" b="0" i="0" u="none" strike="noStrike">
                          <a:solidFill>
                            <a:srgbClr val="000000"/>
                          </a:solidFill>
                          <a:effectLst/>
                          <a:latin typeface="Roboto Light" panose="02000000000000000000" pitchFamily="2" charset="0"/>
                        </a:rPr>
                        <a:t>152,384</a:t>
                      </a:r>
                    </a:p>
                  </a:txBody>
                  <a:tcPr marL="7620" marR="7620" marT="7620" marB="0" anchor="ctr">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noFill/>
                  </a:tcPr>
                </a:tc>
                <a:tc>
                  <a:txBody>
                    <a:bodyPr/>
                    <a:lstStyle/>
                    <a:p>
                      <a:pPr algn="l" fontAlgn="b"/>
                      <a:r>
                        <a:rPr lang="en-US" sz="1000" b="0" i="0" u="none" strike="noStrike">
                          <a:solidFill>
                            <a:srgbClr val="000000"/>
                          </a:solidFill>
                          <a:effectLst/>
                          <a:latin typeface="Roboto Light" panose="02000000000000000000" pitchFamily="2" charset="0"/>
                        </a:rPr>
                        <a:t>P/E 9.0x</a:t>
                      </a:r>
                    </a:p>
                  </a:txBody>
                  <a:tcPr marL="6350" marR="6350" marT="6350" marB="0" anchor="ctr">
                    <a:lnL>
                      <a:noFill/>
                    </a:lnL>
                    <a:lnR>
                      <a:noFill/>
                    </a:lnR>
                    <a:lnT>
                      <a:noFill/>
                    </a:lnT>
                    <a:lnB>
                      <a:noFill/>
                    </a:lnB>
                    <a:noFill/>
                  </a:tcPr>
                </a:tc>
                <a:tc>
                  <a:txBody>
                    <a:bodyPr/>
                    <a:lstStyle/>
                    <a:p>
                      <a:pPr algn="r" fontAlgn="b">
                        <a:buNone/>
                      </a:pPr>
                      <a:r>
                        <a:rPr lang="pt-BR" sz="1000" b="0" i="0" u="none" strike="noStrike">
                          <a:solidFill>
                            <a:srgbClr val="000000"/>
                          </a:solidFill>
                          <a:effectLst/>
                          <a:latin typeface="Roboto Light" panose="02000000000000000000" pitchFamily="2" charset="0"/>
                        </a:rPr>
                        <a:t>195,922</a:t>
                      </a:r>
                    </a:p>
                  </a:txBody>
                  <a:tcPr marL="7620" marR="7620" marT="7620" marB="0" anchor="ctr">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noFill/>
                  </a:tcPr>
                </a:tc>
                <a:tc>
                  <a:txBody>
                    <a:bodyPr/>
                    <a:lstStyle/>
                    <a:p>
                      <a:pPr algn="l" fontAlgn="b"/>
                      <a:r>
                        <a:rPr lang="en-US" sz="1000" b="0" i="0" u="none" strike="noStrike">
                          <a:solidFill>
                            <a:srgbClr val="000000"/>
                          </a:solidFill>
                          <a:effectLst/>
                          <a:latin typeface="Roboto Light" panose="02000000000000000000" pitchFamily="2" charset="0"/>
                        </a:rPr>
                        <a:t>P/E 11.0x</a:t>
                      </a:r>
                    </a:p>
                  </a:txBody>
                  <a:tcPr marL="6350" marR="6350" marT="6350" marB="0" anchor="ctr">
                    <a:lnL>
                      <a:noFill/>
                    </a:lnL>
                    <a:lnR>
                      <a:noFill/>
                    </a:lnR>
                    <a:lnT>
                      <a:noFill/>
                    </a:lnT>
                    <a:lnB>
                      <a:noFill/>
                    </a:lnB>
                    <a:noFill/>
                  </a:tcPr>
                </a:tc>
                <a:tc>
                  <a:txBody>
                    <a:bodyPr/>
                    <a:lstStyle/>
                    <a:p>
                      <a:pPr algn="r" fontAlgn="b">
                        <a:buNone/>
                      </a:pPr>
                      <a:r>
                        <a:rPr lang="pt-BR" sz="1000" b="0" i="0" u="none" strike="noStrike">
                          <a:solidFill>
                            <a:srgbClr val="000000"/>
                          </a:solidFill>
                          <a:effectLst/>
                          <a:latin typeface="Roboto Light" panose="02000000000000000000" pitchFamily="2" charset="0"/>
                        </a:rPr>
                        <a:t>239,460</a:t>
                      </a:r>
                    </a:p>
                  </a:txBody>
                  <a:tcPr marL="7620" marR="7620" marT="7620" marB="0" anchor="ctr">
                    <a:lnL>
                      <a:noFill/>
                    </a:lnL>
                    <a:lnR>
                      <a:noFill/>
                    </a:lnR>
                    <a:lnT>
                      <a:noFill/>
                    </a:lnT>
                    <a:lnB>
                      <a:noFill/>
                    </a:lnB>
                    <a:noFill/>
                  </a:tcPr>
                </a:tc>
                <a:extLst>
                  <a:ext uri="{0D108BD9-81ED-4DB2-BD59-A6C34878D82A}">
                    <a16:rowId xmlns:a16="http://schemas.microsoft.com/office/drawing/2014/main" val="1602659399"/>
                  </a:ext>
                </a:extLst>
              </a:tr>
              <a:tr h="239776">
                <a:tc>
                  <a:txBody>
                    <a:bodyPr/>
                    <a:lstStyle/>
                    <a:p>
                      <a:pPr algn="l" fontAlgn="b"/>
                      <a:r>
                        <a:rPr lang="en-US" sz="1000" b="0" i="0" u="none" strike="noStrike">
                          <a:solidFill>
                            <a:srgbClr val="000000"/>
                          </a:solidFill>
                          <a:effectLst/>
                          <a:latin typeface="Roboto Light" panose="02000000000000000000" pitchFamily="2" charset="0"/>
                        </a:rPr>
                        <a:t>EV/EBITDA 4.0x</a:t>
                      </a:r>
                    </a:p>
                  </a:txBody>
                  <a:tcPr marL="6350" marR="6350" marT="6350" marB="0" anchor="ctr">
                    <a:lnL>
                      <a:noFill/>
                    </a:lnL>
                    <a:lnR>
                      <a:noFill/>
                    </a:lnR>
                    <a:lnT>
                      <a:noFill/>
                    </a:lnT>
                    <a:lnB>
                      <a:noFill/>
                    </a:lnB>
                    <a:noFill/>
                  </a:tcPr>
                </a:tc>
                <a:tc>
                  <a:txBody>
                    <a:bodyPr/>
                    <a:lstStyle/>
                    <a:p>
                      <a:pPr algn="r" fontAlgn="b">
                        <a:buNone/>
                      </a:pPr>
                      <a:r>
                        <a:rPr lang="pt-BR" sz="1000" b="0" i="0" u="none" strike="noStrike">
                          <a:solidFill>
                            <a:srgbClr val="000000"/>
                          </a:solidFill>
                          <a:effectLst/>
                          <a:latin typeface="Roboto Light" panose="02000000000000000000" pitchFamily="2" charset="0"/>
                        </a:rPr>
                        <a:t>150,076</a:t>
                      </a:r>
                    </a:p>
                  </a:txBody>
                  <a:tcPr marL="7620" marR="7620" marT="7620" marB="0" anchor="ctr">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noFill/>
                  </a:tcPr>
                </a:tc>
                <a:tc>
                  <a:txBody>
                    <a:bodyPr/>
                    <a:lstStyle/>
                    <a:p>
                      <a:pPr algn="l" fontAlgn="b"/>
                      <a:r>
                        <a:rPr lang="en-US" sz="1000" b="0" i="0" u="none" strike="noStrike">
                          <a:solidFill>
                            <a:srgbClr val="000000"/>
                          </a:solidFill>
                          <a:effectLst/>
                          <a:latin typeface="Roboto Light" panose="02000000000000000000" pitchFamily="2" charset="0"/>
                        </a:rPr>
                        <a:t>EV/EBITDA 5.0x</a:t>
                      </a:r>
                    </a:p>
                  </a:txBody>
                  <a:tcPr marL="6350" marR="6350" marT="6350" marB="0" anchor="ctr">
                    <a:lnL>
                      <a:noFill/>
                    </a:lnL>
                    <a:lnR>
                      <a:noFill/>
                    </a:lnR>
                    <a:lnT>
                      <a:noFill/>
                    </a:lnT>
                    <a:lnB>
                      <a:noFill/>
                    </a:lnB>
                    <a:noFill/>
                  </a:tcPr>
                </a:tc>
                <a:tc>
                  <a:txBody>
                    <a:bodyPr/>
                    <a:lstStyle/>
                    <a:p>
                      <a:pPr algn="r" fontAlgn="b">
                        <a:buNone/>
                      </a:pPr>
                      <a:r>
                        <a:rPr lang="pt-BR" sz="1000" b="0" i="0" u="none" strike="noStrike">
                          <a:solidFill>
                            <a:srgbClr val="000000"/>
                          </a:solidFill>
                          <a:effectLst/>
                          <a:latin typeface="Roboto Light" panose="02000000000000000000" pitchFamily="2" charset="0"/>
                        </a:rPr>
                        <a:t>201,116</a:t>
                      </a:r>
                    </a:p>
                  </a:txBody>
                  <a:tcPr marL="7620" marR="7620" marT="7620" marB="0" anchor="ctr">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noFill/>
                  </a:tcPr>
                </a:tc>
                <a:tc>
                  <a:txBody>
                    <a:bodyPr/>
                    <a:lstStyle/>
                    <a:p>
                      <a:pPr algn="l" fontAlgn="b"/>
                      <a:r>
                        <a:rPr lang="en-US" sz="1000" b="0" i="0" u="none" strike="noStrike">
                          <a:solidFill>
                            <a:srgbClr val="000000"/>
                          </a:solidFill>
                          <a:effectLst/>
                          <a:latin typeface="Roboto Light" panose="02000000000000000000" pitchFamily="2" charset="0"/>
                        </a:rPr>
                        <a:t>EV/EBITDA 5.5x</a:t>
                      </a:r>
                    </a:p>
                  </a:txBody>
                  <a:tcPr marL="6350" marR="6350" marT="6350" marB="0" anchor="ctr">
                    <a:lnL>
                      <a:noFill/>
                    </a:lnL>
                    <a:lnR>
                      <a:noFill/>
                    </a:lnR>
                    <a:lnT>
                      <a:noFill/>
                    </a:lnT>
                    <a:lnB>
                      <a:noFill/>
                    </a:lnB>
                    <a:noFill/>
                  </a:tcPr>
                </a:tc>
                <a:tc>
                  <a:txBody>
                    <a:bodyPr/>
                    <a:lstStyle/>
                    <a:p>
                      <a:pPr algn="r" fontAlgn="b">
                        <a:buNone/>
                      </a:pPr>
                      <a:r>
                        <a:rPr lang="pt-BR" sz="1000" b="0" i="0" u="none" strike="noStrike">
                          <a:solidFill>
                            <a:srgbClr val="000000"/>
                          </a:solidFill>
                          <a:effectLst/>
                          <a:latin typeface="Roboto Light" panose="02000000000000000000" pitchFamily="2" charset="0"/>
                        </a:rPr>
                        <a:t>226,636</a:t>
                      </a:r>
                    </a:p>
                  </a:txBody>
                  <a:tcPr marL="7620" marR="7620" marT="7620" marB="0" anchor="ctr">
                    <a:lnL>
                      <a:noFill/>
                    </a:lnL>
                    <a:lnR>
                      <a:noFill/>
                    </a:lnR>
                    <a:lnT>
                      <a:noFill/>
                    </a:lnT>
                    <a:lnB>
                      <a:noFill/>
                    </a:lnB>
                    <a:noFill/>
                  </a:tcPr>
                </a:tc>
                <a:extLst>
                  <a:ext uri="{0D108BD9-81ED-4DB2-BD59-A6C34878D82A}">
                    <a16:rowId xmlns:a16="http://schemas.microsoft.com/office/drawing/2014/main" val="2770638151"/>
                  </a:ext>
                </a:extLst>
              </a:tr>
              <a:tr h="239776">
                <a:tc>
                  <a:txBody>
                    <a:bodyPr/>
                    <a:lstStyle/>
                    <a:p>
                      <a:pPr algn="l" fontAlgn="b"/>
                      <a:r>
                        <a:rPr lang="en-US" sz="1000" b="0" i="0" u="none" strike="noStrike">
                          <a:solidFill>
                            <a:srgbClr val="000000"/>
                          </a:solidFill>
                          <a:effectLst/>
                          <a:latin typeface="Roboto Light" panose="02000000000000000000" pitchFamily="2" charset="0"/>
                        </a:rPr>
                        <a:t>Bottom up -20%</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pt-BR" sz="1000" b="0" i="0" u="none" strike="noStrike">
                          <a:solidFill>
                            <a:srgbClr val="000000"/>
                          </a:solidFill>
                          <a:effectLst/>
                          <a:latin typeface="Roboto Light" panose="02000000000000000000" pitchFamily="2" charset="0"/>
                        </a:rPr>
                        <a:t>162,079</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noFill/>
                  </a:tcPr>
                </a:tc>
                <a:tc>
                  <a:txBody>
                    <a:bodyPr/>
                    <a:lstStyle/>
                    <a:p>
                      <a:pPr algn="l" fontAlgn="b"/>
                      <a:r>
                        <a:rPr lang="en-US" sz="1000" b="0" i="0" u="none" strike="noStrike">
                          <a:solidFill>
                            <a:srgbClr val="000000"/>
                          </a:solidFill>
                          <a:effectLst/>
                          <a:latin typeface="Roboto Light" panose="02000000000000000000" pitchFamily="2" charset="0"/>
                        </a:rPr>
                        <a:t>Bottom up -10%</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pt-BR" sz="1000" b="0" i="0" u="none" strike="noStrike">
                          <a:solidFill>
                            <a:srgbClr val="000000"/>
                          </a:solidFill>
                          <a:effectLst/>
                          <a:latin typeface="Roboto Light" panose="02000000000000000000" pitchFamily="2" charset="0"/>
                        </a:rPr>
                        <a:t>202,598</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noFill/>
                  </a:tcPr>
                </a:tc>
                <a:tc>
                  <a:txBody>
                    <a:bodyPr/>
                    <a:lstStyle/>
                    <a:p>
                      <a:pPr algn="l" fontAlgn="b"/>
                      <a:r>
                        <a:rPr lang="en-US" sz="1000" b="0" i="0" u="none" strike="noStrike">
                          <a:solidFill>
                            <a:srgbClr val="000000"/>
                          </a:solidFill>
                          <a:effectLst/>
                          <a:latin typeface="Roboto Light" panose="02000000000000000000" pitchFamily="2" charset="0"/>
                        </a:rPr>
                        <a:t>Bottom up +20%</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pt-BR" sz="1000" b="0" i="0" u="none" strike="noStrike">
                          <a:solidFill>
                            <a:srgbClr val="000000"/>
                          </a:solidFill>
                          <a:effectLst/>
                          <a:latin typeface="Roboto Light" panose="02000000000000000000" pitchFamily="2" charset="0"/>
                        </a:rPr>
                        <a:t>243,118</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32209195"/>
                  </a:ext>
                </a:extLst>
              </a:tr>
              <a:tr h="239776">
                <a:tc>
                  <a:txBody>
                    <a:bodyPr/>
                    <a:lstStyle/>
                    <a:p>
                      <a:pPr algn="l" fontAlgn="b"/>
                      <a:r>
                        <a:rPr lang="en-US" sz="1000" b="1" i="0" u="none" strike="noStrike">
                          <a:solidFill>
                            <a:srgbClr val="000000"/>
                          </a:solidFill>
                          <a:effectLst/>
                          <a:latin typeface="Roboto Light" panose="02000000000000000000" pitchFamily="2" charset="0"/>
                        </a:rPr>
                        <a:t>Average</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pt-BR" sz="1000" b="1" i="0" u="none" strike="noStrike">
                          <a:solidFill>
                            <a:srgbClr val="000000"/>
                          </a:solidFill>
                          <a:effectLst/>
                          <a:latin typeface="Roboto Light" panose="02000000000000000000" pitchFamily="2" charset="0"/>
                        </a:rPr>
                        <a:t>154,611</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noFill/>
                  </a:tcPr>
                </a:tc>
                <a:tc>
                  <a:txBody>
                    <a:bodyPr/>
                    <a:lstStyle/>
                    <a:p>
                      <a:pPr algn="l" fontAlgn="b"/>
                      <a:r>
                        <a:rPr lang="en-US" sz="1000" b="1" i="0" u="none" strike="noStrike">
                          <a:solidFill>
                            <a:srgbClr val="000000"/>
                          </a:solidFill>
                          <a:effectLst/>
                          <a:latin typeface="Roboto Light" panose="02000000000000000000" pitchFamily="2" charset="0"/>
                        </a:rPr>
                        <a:t>Average</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pt-BR" sz="1000" b="1" i="0" u="none" strike="noStrike">
                          <a:solidFill>
                            <a:srgbClr val="000000"/>
                          </a:solidFill>
                          <a:effectLst/>
                          <a:latin typeface="Roboto Light" panose="02000000000000000000" pitchFamily="2" charset="0"/>
                        </a:rPr>
                        <a:t>204,365</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noFill/>
                  </a:tcPr>
                </a:tc>
                <a:tc>
                  <a:txBody>
                    <a:bodyPr/>
                    <a:lstStyle/>
                    <a:p>
                      <a:pPr algn="l" fontAlgn="b"/>
                      <a:r>
                        <a:rPr lang="en-US" sz="1000" b="1" i="0" u="none" strike="noStrike">
                          <a:solidFill>
                            <a:srgbClr val="000000"/>
                          </a:solidFill>
                          <a:effectLst/>
                          <a:latin typeface="Roboto Light" panose="02000000000000000000" pitchFamily="2" charset="0"/>
                        </a:rPr>
                        <a:t>Average</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pt-BR" sz="1000" b="1" i="0" u="none" strike="noStrike">
                          <a:solidFill>
                            <a:srgbClr val="000000"/>
                          </a:solidFill>
                          <a:effectLst/>
                          <a:latin typeface="Roboto Light" panose="02000000000000000000" pitchFamily="2" charset="0"/>
                        </a:rPr>
                        <a:t>244,184</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13381092"/>
                  </a:ext>
                </a:extLst>
              </a:tr>
            </a:tbl>
          </a:graphicData>
        </a:graphic>
      </p:graphicFrame>
      <p:sp>
        <p:nvSpPr>
          <p:cNvPr id="2" name="TextBox 1">
            <a:extLst>
              <a:ext uri="{FF2B5EF4-FFF2-40B4-BE49-F238E27FC236}">
                <a16:creationId xmlns:a16="http://schemas.microsoft.com/office/drawing/2014/main" id="{8738AEC0-D90D-8C98-68CC-ABE455AD7CCC}"/>
              </a:ext>
            </a:extLst>
          </p:cNvPr>
          <p:cNvSpPr txBox="1"/>
          <p:nvPr/>
        </p:nvSpPr>
        <p:spPr>
          <a:xfrm>
            <a:off x="-3105150" y="4847362"/>
            <a:ext cx="2571750" cy="900246"/>
          </a:xfrm>
          <a:prstGeom prst="rect">
            <a:avLst/>
          </a:prstGeom>
          <a:solidFill>
            <a:schemeClr val="bg1">
              <a:lumMod val="95000"/>
            </a:schemeClr>
          </a:solidFill>
        </p:spPr>
        <p:txBody>
          <a:bodyPr wrap="square" rtlCol="0">
            <a:spAutoFit/>
          </a:bodyPr>
          <a:lstStyle/>
          <a:p>
            <a:r>
              <a:rPr lang="pt-BR" sz="1050">
                <a:latin typeface="Roboto" panose="02000000000000000000" pitchFamily="2" charset="0"/>
                <a:ea typeface="Roboto" panose="02000000000000000000" pitchFamily="2" charset="0"/>
                <a:cs typeface="Roboto" panose="02000000000000000000" pitchFamily="2" charset="0"/>
              </a:rPr>
              <a:t>Planilha: "C:\Users\Caio\Documents\Documentos\XP\Raio-XP\valuation_nov26\05_alvo_fim2027\DCF Ibov 2027_Nov.xlsx"</a:t>
            </a:r>
          </a:p>
        </p:txBody>
      </p:sp>
    </p:spTree>
    <p:extLst>
      <p:ext uri="{BB962C8B-B14F-4D97-AF65-F5344CB8AC3E}">
        <p14:creationId xmlns:p14="http://schemas.microsoft.com/office/powerpoint/2010/main" val="24335810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ags/tag26.xml><?xml version="1.0" encoding="utf-8"?>
<p:tagLst xmlns:a="http://schemas.openxmlformats.org/drawingml/2006/main" xmlns:r="http://schemas.openxmlformats.org/officeDocument/2006/relationships" xmlns:p="http://schemas.openxmlformats.org/presentationml/2006/main">
  <p:tag name="MM_SLIDE_TYPE" val="6"/>
</p:tagLst>
</file>

<file path=ppt/tags/tag27.xml><?xml version="1.0" encoding="utf-8"?>
<p:tagLst xmlns:a="http://schemas.openxmlformats.org/drawingml/2006/main" xmlns:r="http://schemas.openxmlformats.org/officeDocument/2006/relationships" xmlns:p="http://schemas.openxmlformats.org/presentationml/2006/main">
  <p:tag name="MM_SLIDE_TYPE" val="6"/>
</p:tagLst>
</file>

<file path=ppt/tags/tag28.xml><?xml version="1.0" encoding="utf-8"?>
<p:tagLst xmlns:a="http://schemas.openxmlformats.org/drawingml/2006/main" xmlns:r="http://schemas.openxmlformats.org/officeDocument/2006/relationships" xmlns:p="http://schemas.openxmlformats.org/presentationml/2006/main">
  <p:tag name="MM_SLIDE_TYPE" val="6"/>
</p:tagLst>
</file>

<file path=ppt/tags/tag29.xml><?xml version="1.0" encoding="utf-8"?>
<p:tagLst xmlns:a="http://schemas.openxmlformats.org/drawingml/2006/main" xmlns:r="http://schemas.openxmlformats.org/officeDocument/2006/relationships" xmlns:p="http://schemas.openxmlformats.org/presentationml/2006/main">
  <p:tag name="MM_SLIDE_TYPE" val="6"/>
</p:tagLst>
</file>

<file path=ppt/tags/tag30.xml><?xml version="1.0" encoding="utf-8"?>
<p:tagLst xmlns:a="http://schemas.openxmlformats.org/drawingml/2006/main" xmlns:r="http://schemas.openxmlformats.org/officeDocument/2006/relationships" xmlns:p="http://schemas.openxmlformats.org/presentationml/2006/main">
  <p:tag name="MM_SLIDE_TYPE" val="6"/>
</p:tagLst>
</file>

<file path=ppt/tags/tag31.xml><?xml version="1.0" encoding="utf-8"?>
<p:tagLst xmlns:a="http://schemas.openxmlformats.org/drawingml/2006/main" xmlns:r="http://schemas.openxmlformats.org/officeDocument/2006/relationships" xmlns:p="http://schemas.openxmlformats.org/presentationml/2006/main">
  <p:tag name="MM_SLIDE_TYPE" val="6"/>
</p:tagLst>
</file>

<file path=ppt/tags/tag32.xml><?xml version="1.0" encoding="utf-8"?>
<p:tagLst xmlns:a="http://schemas.openxmlformats.org/drawingml/2006/main" xmlns:r="http://schemas.openxmlformats.org/officeDocument/2006/relationships" xmlns:p="http://schemas.openxmlformats.org/presentationml/2006/main">
  <p:tag name="MM_SLIDE_TYPE" val="6"/>
</p:tagLst>
</file>

<file path=ppt/tags/tag33.xml><?xml version="1.0" encoding="utf-8"?>
<p:tagLst xmlns:a="http://schemas.openxmlformats.org/drawingml/2006/main" xmlns:r="http://schemas.openxmlformats.org/officeDocument/2006/relationships" xmlns:p="http://schemas.openxmlformats.org/presentationml/2006/main">
  <p:tag name="MM_SLIDE_TYPE" val="6"/>
</p:tagLst>
</file>

<file path=ppt/tags/tag34.xml><?xml version="1.0" encoding="utf-8"?>
<p:tagLst xmlns:a="http://schemas.openxmlformats.org/drawingml/2006/main" xmlns:r="http://schemas.openxmlformats.org/officeDocument/2006/relationships" xmlns:p="http://schemas.openxmlformats.org/presentationml/2006/main">
  <p:tag name="MM_SLIDE_TYPE" val="6"/>
</p:tagLst>
</file>

<file path=ppt/tags/tag35.xml><?xml version="1.0" encoding="utf-8"?>
<p:tagLst xmlns:a="http://schemas.openxmlformats.org/drawingml/2006/main" xmlns:r="http://schemas.openxmlformats.org/officeDocument/2006/relationships" xmlns:p="http://schemas.openxmlformats.org/presentationml/2006/main">
  <p:tag name="MM_SLIDE_TYPE" val="6"/>
</p:tagLst>
</file>

<file path=ppt/tags/tag36.xml><?xml version="1.0" encoding="utf-8"?>
<p:tagLst xmlns:a="http://schemas.openxmlformats.org/drawingml/2006/main" xmlns:r="http://schemas.openxmlformats.org/officeDocument/2006/relationships" xmlns:p="http://schemas.openxmlformats.org/presentationml/2006/main">
  <p:tag name="MM_SLIDE_TYPE" val="6"/>
</p:tagLst>
</file>

<file path=ppt/tags/tag37.xml><?xml version="1.0" encoding="utf-8"?>
<p:tagLst xmlns:a="http://schemas.openxmlformats.org/drawingml/2006/main" xmlns:r="http://schemas.openxmlformats.org/officeDocument/2006/relationships" xmlns:p="http://schemas.openxmlformats.org/presentationml/2006/main">
  <p:tag name="MM_SLIDE_TYPE" val="6"/>
</p:tagLst>
</file>

<file path=ppt/tags/tag38.xml><?xml version="1.0" encoding="utf-8"?>
<p:tagLst xmlns:a="http://schemas.openxmlformats.org/drawingml/2006/main" xmlns:r="http://schemas.openxmlformats.org/officeDocument/2006/relationships" xmlns:p="http://schemas.openxmlformats.org/presentationml/2006/main">
  <p:tag name="MM_SLIDE_TYPE" val="6"/>
</p:tagLst>
</file>

<file path=ppt/tags/tag39.xml><?xml version="1.0" encoding="utf-8"?>
<p:tagLst xmlns:a="http://schemas.openxmlformats.org/drawingml/2006/main" xmlns:r="http://schemas.openxmlformats.org/officeDocument/2006/relationships" xmlns:p="http://schemas.openxmlformats.org/presentationml/2006/main">
  <p:tag name="MM_SLIDE_TYPE" val="6"/>
</p:tagLst>
</file>

<file path=ppt/tags/tag40.xml><?xml version="1.0" encoding="utf-8"?>
<p:tagLst xmlns:a="http://schemas.openxmlformats.org/drawingml/2006/main" xmlns:r="http://schemas.openxmlformats.org/officeDocument/2006/relationships" xmlns:p="http://schemas.openxmlformats.org/presentationml/2006/main">
  <p:tag name="MM_SLIDE_TYPE" val="6"/>
</p:tagLst>
</file>

<file path=ppt/tags/tag41.xml><?xml version="1.0" encoding="utf-8"?>
<p:tagLst xmlns:a="http://schemas.openxmlformats.org/drawingml/2006/main" xmlns:r="http://schemas.openxmlformats.org/officeDocument/2006/relationships" xmlns:p="http://schemas.openxmlformats.org/presentationml/2006/main">
  <p:tag name="MM_SLIDE_TYPE" val="6"/>
</p:tagLst>
</file>

<file path=ppt/tags/tag42.xml><?xml version="1.0" encoding="utf-8"?>
<p:tagLst xmlns:a="http://schemas.openxmlformats.org/drawingml/2006/main" xmlns:r="http://schemas.openxmlformats.org/officeDocument/2006/relationships" xmlns:p="http://schemas.openxmlformats.org/presentationml/2006/main">
  <p:tag name="MM_SLIDE_TYPE" val="6"/>
</p:tagLst>
</file>

<file path=ppt/tags/tag43.xml><?xml version="1.0" encoding="utf-8"?>
<p:tagLst xmlns:a="http://schemas.openxmlformats.org/drawingml/2006/main" xmlns:r="http://schemas.openxmlformats.org/officeDocument/2006/relationships" xmlns:p="http://schemas.openxmlformats.org/presentationml/2006/main">
  <p:tag name="MM_SLIDE_TYPE" val="6"/>
</p:tagLst>
</file>

<file path=ppt/tags/tag44.xml><?xml version="1.0" encoding="utf-8"?>
<p:tagLst xmlns:a="http://schemas.openxmlformats.org/drawingml/2006/main" xmlns:r="http://schemas.openxmlformats.org/officeDocument/2006/relationships" xmlns:p="http://schemas.openxmlformats.org/presentationml/2006/main">
  <p:tag name="MM_SLIDE_TYPE" val="6"/>
</p:tagLst>
</file>

<file path=ppt/tags/tag45.xml><?xml version="1.0" encoding="utf-8"?>
<p:tagLst xmlns:a="http://schemas.openxmlformats.org/drawingml/2006/main" xmlns:r="http://schemas.openxmlformats.org/officeDocument/2006/relationships" xmlns:p="http://schemas.openxmlformats.org/presentationml/2006/main">
  <p:tag name="MM_SLIDE_TYPE" val="6"/>
</p:tagLst>
</file>

<file path=ppt/tags/tag46.xml><?xml version="1.0" encoding="utf-8"?>
<p:tagLst xmlns:a="http://schemas.openxmlformats.org/drawingml/2006/main" xmlns:r="http://schemas.openxmlformats.org/officeDocument/2006/relationships" xmlns:p="http://schemas.openxmlformats.org/presentationml/2006/main">
  <p:tag name="MM_SLIDE_TYPE" val="6"/>
</p:tagLst>
</file>

<file path=ppt/tags/tag47.xml><?xml version="1.0" encoding="utf-8"?>
<p:tagLst xmlns:a="http://schemas.openxmlformats.org/drawingml/2006/main" xmlns:r="http://schemas.openxmlformats.org/officeDocument/2006/relationships" xmlns:p="http://schemas.openxmlformats.org/presentationml/2006/main">
  <p:tag name="MM_SLIDE_TYPE" val="6"/>
</p:tagLst>
</file>

<file path=ppt/tags/tag48.xml><?xml version="1.0" encoding="utf-8"?>
<p:tagLst xmlns:a="http://schemas.openxmlformats.org/drawingml/2006/main" xmlns:r="http://schemas.openxmlformats.org/officeDocument/2006/relationships" xmlns:p="http://schemas.openxmlformats.org/presentationml/2006/main">
  <p:tag name="MM_SLIDE_TYPE" val="6"/>
</p:tagLst>
</file>

<file path=ppt/tags/tag49.xml><?xml version="1.0" encoding="utf-8"?>
<p:tagLst xmlns:a="http://schemas.openxmlformats.org/drawingml/2006/main" xmlns:r="http://schemas.openxmlformats.org/officeDocument/2006/relationships" xmlns:p="http://schemas.openxmlformats.org/presentationml/2006/main">
  <p:tag name="MM_SLIDE_TYPE" val="6"/>
</p:tagLst>
</file>

<file path=ppt/tags/tag50.xml><?xml version="1.0" encoding="utf-8"?>
<p:tagLst xmlns:a="http://schemas.openxmlformats.org/drawingml/2006/main" xmlns:r="http://schemas.openxmlformats.org/officeDocument/2006/relationships" xmlns:p="http://schemas.openxmlformats.org/presentationml/2006/main">
  <p:tag name="MM_SLIDE_TYPE" val="6"/>
</p:tagLst>
</file>

<file path=ppt/tags/tag51.xml><?xml version="1.0" encoding="utf-8"?>
<p:tagLst xmlns:a="http://schemas.openxmlformats.org/drawingml/2006/main" xmlns:r="http://schemas.openxmlformats.org/officeDocument/2006/relationships" xmlns:p="http://schemas.openxmlformats.org/presentationml/2006/main">
  <p:tag name="MM_SLIDE_TYPE" val="6"/>
</p:tagLst>
</file>

<file path=ppt/tags/tag52.xml><?xml version="1.0" encoding="utf-8"?>
<p:tagLst xmlns:a="http://schemas.openxmlformats.org/drawingml/2006/main" xmlns:r="http://schemas.openxmlformats.org/officeDocument/2006/relationships" xmlns:p="http://schemas.openxmlformats.org/presentationml/2006/main">
  <p:tag name="MM_SLIDE_TYPE" val="6"/>
</p:tagLst>
</file>

<file path=ppt/tags/tag53.xml><?xml version="1.0" encoding="utf-8"?>
<p:tagLst xmlns:a="http://schemas.openxmlformats.org/drawingml/2006/main" xmlns:r="http://schemas.openxmlformats.org/officeDocument/2006/relationships" xmlns:p="http://schemas.openxmlformats.org/presentationml/2006/main">
  <p:tag name="MM_SLIDE_TYPE" val="6"/>
</p:tagLst>
</file>

<file path=ppt/tags/tag54.xml><?xml version="1.0" encoding="utf-8"?>
<p:tagLst xmlns:a="http://schemas.openxmlformats.org/drawingml/2006/main" xmlns:r="http://schemas.openxmlformats.org/officeDocument/2006/relationships" xmlns:p="http://schemas.openxmlformats.org/presentationml/2006/main">
  <p:tag name="MM_SLIDE_TYPE" val="6"/>
</p:tagLst>
</file>

<file path=ppt/tags/tag55.xml><?xml version="1.0" encoding="utf-8"?>
<p:tagLst xmlns:a="http://schemas.openxmlformats.org/drawingml/2006/main" xmlns:r="http://schemas.openxmlformats.org/officeDocument/2006/relationships" xmlns:p="http://schemas.openxmlformats.org/presentationml/2006/main">
  <p:tag name="MM_SLIDE_TYPE" val="6"/>
</p:tagLst>
</file>

<file path=ppt/tags/tag56.xml><?xml version="1.0" encoding="utf-8"?>
<p:tagLst xmlns:a="http://schemas.openxmlformats.org/drawingml/2006/main" xmlns:r="http://schemas.openxmlformats.org/officeDocument/2006/relationships" xmlns:p="http://schemas.openxmlformats.org/presentationml/2006/main">
  <p:tag name="MM_SLIDE_TYPE" val="6"/>
</p:tagLst>
</file>

<file path=ppt/tags/tag57.xml><?xml version="1.0" encoding="utf-8"?>
<p:tagLst xmlns:a="http://schemas.openxmlformats.org/drawingml/2006/main" xmlns:r="http://schemas.openxmlformats.org/officeDocument/2006/relationships" xmlns:p="http://schemas.openxmlformats.org/presentationml/2006/main">
  <p:tag name="MM_SLIDE_TYPE" val="6"/>
</p:tagLst>
</file>

<file path=ppt/tags/tag58.xml><?xml version="1.0" encoding="utf-8"?>
<p:tagLst xmlns:a="http://schemas.openxmlformats.org/drawingml/2006/main" xmlns:r="http://schemas.openxmlformats.org/officeDocument/2006/relationships" xmlns:p="http://schemas.openxmlformats.org/presentationml/2006/main">
  <p:tag name="MM_SLIDE_TYPE" val="6"/>
</p:tagLst>
</file>

<file path=ppt/tags/tag59.xml><?xml version="1.0" encoding="utf-8"?>
<p:tagLst xmlns:a="http://schemas.openxmlformats.org/drawingml/2006/main" xmlns:r="http://schemas.openxmlformats.org/officeDocument/2006/relationships" xmlns:p="http://schemas.openxmlformats.org/presentationml/2006/main">
  <p:tag name="MM_SLIDE_TYPE" val="6"/>
</p:tagLst>
</file>

<file path=ppt/tags/tag60.xml><?xml version="1.0" encoding="utf-8"?>
<p:tagLst xmlns:a="http://schemas.openxmlformats.org/drawingml/2006/main" xmlns:r="http://schemas.openxmlformats.org/officeDocument/2006/relationships" xmlns:p="http://schemas.openxmlformats.org/presentationml/2006/main">
  <p:tag name="MM_SLIDE_TYPE" val="6"/>
</p:tagLst>
</file>

<file path=ppt/tags/tag61.xml><?xml version="1.0" encoding="utf-8"?>
<p:tagLst xmlns:a="http://schemas.openxmlformats.org/drawingml/2006/main" xmlns:r="http://schemas.openxmlformats.org/officeDocument/2006/relationships" xmlns:p="http://schemas.openxmlformats.org/presentationml/2006/main">
  <p:tag name="MM_SLIDE_TYPE" val="6"/>
</p:tagLst>
</file>

<file path=ppt/tags/tag62.xml><?xml version="1.0" encoding="utf-8"?>
<p:tagLst xmlns:a="http://schemas.openxmlformats.org/drawingml/2006/main" xmlns:r="http://schemas.openxmlformats.org/officeDocument/2006/relationships" xmlns:p="http://schemas.openxmlformats.org/presentationml/2006/main">
  <p:tag name="MM_SLIDE_TYPE" val="6"/>
</p:tagLst>
</file>

<file path=ppt/tags/tag63.xml><?xml version="1.0" encoding="utf-8"?>
<p:tagLst xmlns:a="http://schemas.openxmlformats.org/drawingml/2006/main" xmlns:r="http://schemas.openxmlformats.org/officeDocument/2006/relationships" xmlns:p="http://schemas.openxmlformats.org/presentationml/2006/main">
  <p:tag name="MM_SLIDE_TYPE" val="6"/>
</p:tagLst>
</file>

<file path=ppt/tags/tag64.xml><?xml version="1.0" encoding="utf-8"?>
<p:tagLst xmlns:a="http://schemas.openxmlformats.org/drawingml/2006/main" xmlns:r="http://schemas.openxmlformats.org/officeDocument/2006/relationships" xmlns:p="http://schemas.openxmlformats.org/presentationml/2006/main">
  <p:tag name="MM_SLIDE_TYPE" val="6"/>
</p:tagLst>
</file>

<file path=ppt/tags/tag65.xml><?xml version="1.0" encoding="utf-8"?>
<p:tagLst xmlns:a="http://schemas.openxmlformats.org/drawingml/2006/main" xmlns:r="http://schemas.openxmlformats.org/officeDocument/2006/relationships" xmlns:p="http://schemas.openxmlformats.org/presentationml/2006/main">
  <p:tag name="MM_SLIDE_TYPE" val="6"/>
</p:tagLst>
</file>

<file path=ppt/tags/tag66.xml><?xml version="1.0" encoding="utf-8"?>
<p:tagLst xmlns:a="http://schemas.openxmlformats.org/drawingml/2006/main" xmlns:r="http://schemas.openxmlformats.org/officeDocument/2006/relationships" xmlns:p="http://schemas.openxmlformats.org/presentationml/2006/main">
  <p:tag name="MM_SLIDE_TYPE" val="6"/>
</p:tagLst>
</file>

<file path=ppt/tags/tag67.xml><?xml version="1.0" encoding="utf-8"?>
<p:tagLst xmlns:a="http://schemas.openxmlformats.org/drawingml/2006/main" xmlns:r="http://schemas.openxmlformats.org/officeDocument/2006/relationships" xmlns:p="http://schemas.openxmlformats.org/presentationml/2006/main">
  <p:tag name="MM_SLIDE_TYPE" val="6"/>
</p:tagLst>
</file>

<file path=ppt/tags/tag68.xml><?xml version="1.0" encoding="utf-8"?>
<p:tagLst xmlns:a="http://schemas.openxmlformats.org/drawingml/2006/main" xmlns:r="http://schemas.openxmlformats.org/officeDocument/2006/relationships" xmlns:p="http://schemas.openxmlformats.org/presentationml/2006/main">
  <p:tag name="MM_SLIDE_TYPE" val="6"/>
</p:tagLst>
</file>

<file path=ppt/tags/tag69.xml><?xml version="1.0" encoding="utf-8"?>
<p:tagLst xmlns:a="http://schemas.openxmlformats.org/drawingml/2006/main" xmlns:r="http://schemas.openxmlformats.org/officeDocument/2006/relationships" xmlns:p="http://schemas.openxmlformats.org/presentationml/2006/main">
  <p:tag name="MM_SLIDE_TYPE" val="6"/>
</p:tagLst>
</file>

<file path=ppt/tags/tag70.xml><?xml version="1.0" encoding="utf-8"?>
<p:tagLst xmlns:a="http://schemas.openxmlformats.org/drawingml/2006/main" xmlns:r="http://schemas.openxmlformats.org/officeDocument/2006/relationships" xmlns:p="http://schemas.openxmlformats.org/presentationml/2006/main">
  <p:tag name="MM_SLIDE_TYPE" val="6"/>
</p:tagLst>
</file>

<file path=ppt/tags/tag71.xml><?xml version="1.0" encoding="utf-8"?>
<p:tagLst xmlns:a="http://schemas.openxmlformats.org/drawingml/2006/main" xmlns:r="http://schemas.openxmlformats.org/officeDocument/2006/relationships" xmlns:p="http://schemas.openxmlformats.org/presentationml/2006/main">
  <p:tag name="MM_SLIDE_TYPE" val="6"/>
</p:tagLst>
</file>

<file path=ppt/tags/tag72.xml><?xml version="1.0" encoding="utf-8"?>
<p:tagLst xmlns:a="http://schemas.openxmlformats.org/drawingml/2006/main" xmlns:r="http://schemas.openxmlformats.org/officeDocument/2006/relationships" xmlns:p="http://schemas.openxmlformats.org/presentationml/2006/main">
  <p:tag name="MM_SLIDE_TYPE" val="6"/>
</p:tagLst>
</file>

<file path=ppt/tags/tag73.xml><?xml version="1.0" encoding="utf-8"?>
<p:tagLst xmlns:a="http://schemas.openxmlformats.org/drawingml/2006/main" xmlns:r="http://schemas.openxmlformats.org/officeDocument/2006/relationships" xmlns:p="http://schemas.openxmlformats.org/presentationml/2006/main">
  <p:tag name="MM_SLIDE_TYPE" val="6"/>
</p:tagLst>
</file>

<file path=ppt/tags/tag74.xml><?xml version="1.0" encoding="utf-8"?>
<p:tagLst xmlns:a="http://schemas.openxmlformats.org/drawingml/2006/main" xmlns:r="http://schemas.openxmlformats.org/officeDocument/2006/relationships" xmlns:p="http://schemas.openxmlformats.org/presentationml/2006/main">
  <p:tag name="MM_SLIDE_TYPE" val="6"/>
</p:tagLst>
</file>

<file path=ppt/tags/tag75.xml><?xml version="1.0" encoding="utf-8"?>
<p:tagLst xmlns:a="http://schemas.openxmlformats.org/drawingml/2006/main" xmlns:r="http://schemas.openxmlformats.org/officeDocument/2006/relationships" xmlns:p="http://schemas.openxmlformats.org/presentationml/2006/main">
  <p:tag name="MM_SLIDE_TYPE" val="6"/>
</p:tagLst>
</file>

<file path=ppt/tags/tag76.xml><?xml version="1.0" encoding="utf-8"?>
<p:tagLst xmlns:a="http://schemas.openxmlformats.org/drawingml/2006/main" xmlns:r="http://schemas.openxmlformats.org/officeDocument/2006/relationships" xmlns:p="http://schemas.openxmlformats.org/presentationml/2006/main">
  <p:tag name="MM_SLIDE_TYPE" val="6"/>
</p:tagLst>
</file>

<file path=ppt/tags/tag77.xml><?xml version="1.0" encoding="utf-8"?>
<p:tagLst xmlns:a="http://schemas.openxmlformats.org/drawingml/2006/main" xmlns:r="http://schemas.openxmlformats.org/officeDocument/2006/relationships" xmlns:p="http://schemas.openxmlformats.org/presentationml/2006/main">
  <p:tag name="MM_SLIDE_TYPE" val="6"/>
</p:tagLst>
</file>

<file path=ppt/tags/tag78.xml><?xml version="1.0" encoding="utf-8"?>
<p:tagLst xmlns:a="http://schemas.openxmlformats.org/drawingml/2006/main" xmlns:r="http://schemas.openxmlformats.org/officeDocument/2006/relationships" xmlns:p="http://schemas.openxmlformats.org/presentationml/2006/main">
  <p:tag name="MM_SLIDE_TYPE" val="6"/>
</p:tagLst>
</file>

<file path=ppt/tags/tag79.xml><?xml version="1.0" encoding="utf-8"?>
<p:tagLst xmlns:a="http://schemas.openxmlformats.org/drawingml/2006/main" xmlns:r="http://schemas.openxmlformats.org/officeDocument/2006/relationships" xmlns:p="http://schemas.openxmlformats.org/presentationml/2006/main">
  <p:tag name="MM_SLIDE_TYPE" val="6"/>
</p:tagLst>
</file>

<file path=ppt/tags/tag80.xml><?xml version="1.0" encoding="utf-8"?>
<p:tagLst xmlns:a="http://schemas.openxmlformats.org/drawingml/2006/main" xmlns:r="http://schemas.openxmlformats.org/officeDocument/2006/relationships" xmlns:p="http://schemas.openxmlformats.org/presentationml/2006/main">
  <p:tag name="MM_SLIDE_TYPE" val="6"/>
</p:tagLst>
</file>

<file path=ppt/tags/tag81.xml><?xml version="1.0" encoding="utf-8"?>
<p:tagLst xmlns:a="http://schemas.openxmlformats.org/drawingml/2006/main" xmlns:r="http://schemas.openxmlformats.org/officeDocument/2006/relationships" xmlns:p="http://schemas.openxmlformats.org/presentationml/2006/main">
  <p:tag name="MM_SLIDE_TYPE" val="6"/>
</p:tagLst>
</file>

<file path=ppt/tags/tag82.xml><?xml version="1.0" encoding="utf-8"?>
<p:tagLst xmlns:a="http://schemas.openxmlformats.org/drawingml/2006/main" xmlns:r="http://schemas.openxmlformats.org/officeDocument/2006/relationships" xmlns:p="http://schemas.openxmlformats.org/presentationml/2006/main">
  <p:tag name="MM_SLIDE_TYPE" val="6"/>
</p:tagLst>
</file>

<file path=ppt/tags/tag83.xml><?xml version="1.0" encoding="utf-8"?>
<p:tagLst xmlns:a="http://schemas.openxmlformats.org/drawingml/2006/main" xmlns:r="http://schemas.openxmlformats.org/officeDocument/2006/relationships" xmlns:p="http://schemas.openxmlformats.org/presentationml/2006/main">
  <p:tag name="MM_SLIDE_TYPE" val="6"/>
</p:tagLst>
</file>

<file path=ppt/tags/tag84.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Tema IB 2021">
  <a:themeElements>
    <a:clrScheme name="XP">
      <a:dk1>
        <a:sysClr val="windowText" lastClr="000000"/>
      </a:dk1>
      <a:lt1>
        <a:sysClr val="window" lastClr="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2.xml><?xml version="1.0" encoding="utf-8"?>
<a:theme xmlns:a="http://schemas.openxmlformats.org/drawingml/2006/main" name="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3.xml><?xml version="1.0" encoding="utf-8"?>
<a:theme xmlns:a="http://schemas.openxmlformats.org/drawingml/2006/main" name="1_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4.xml><?xml version="1.0" encoding="utf-8"?>
<a:theme xmlns:a="http://schemas.openxmlformats.org/drawingml/2006/main" name="3_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BBSettings xmlns="http://schemas.bloomberg.com/settings/1.0">
  <Item name="DocumentId_Charts">{53AAC287-3DAD-4653-A654-2C603DE5EA8B}</Item>
  <Item xmlns="" name="ShapesMap_Charts">{"{53AAC287-3DAD-4653-A654-2C603DE5EA8B}":{"262":{},"271":{},"272":{},"342":{},"350":{},"357":{},"388":{},"389":{},"390":{},"395":{},"396":{},"397":{},"403":{},"416":{},"433":{},"435":{},"436":{},"445":{},"463":{},"464":{},"465":{},"466":{},"477":{},"495":{},"496":{},"497":{},"498":{},"499":{},"500":{}}}</Item>
</BBSettings>
</file>

<file path=customXml/item2.xml><?xml version="1.0" encoding="utf-8"?>
<ct:contentTypeSchema xmlns:ct="http://schemas.microsoft.com/office/2006/metadata/contentType" xmlns:ma="http://schemas.microsoft.com/office/2006/metadata/properties/metaAttributes" ct:_="" ma:_="" ma:contentTypeName="Documento" ma:contentTypeID="0x010100F0CCA2EC1436644A975F615102E791D4" ma:contentTypeVersion="10" ma:contentTypeDescription="Crie um novo documento." ma:contentTypeScope="" ma:versionID="28ff45d858194a1d5627daa0c11ca3cd">
  <xsd:schema xmlns:xsd="http://www.w3.org/2001/XMLSchema" xmlns:xs="http://www.w3.org/2001/XMLSchema" xmlns:p="http://schemas.microsoft.com/office/2006/metadata/properties" xmlns:ns3="0ed9a755-f5db-423c-8ac8-5ace67466bf3" targetNamespace="http://schemas.microsoft.com/office/2006/metadata/properties" ma:root="true" ma:fieldsID="dca19f87df448f25f604aab1024e2da3" ns3:_="">
    <xsd:import namespace="0ed9a755-f5db-423c-8ac8-5ace67466bf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_activity"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d9a755-f5db-423c-8ac8-5ace67466bf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_activity xmlns="0ed9a755-f5db-423c-8ac8-5ace67466bf3" xsi:nil="true"/>
  </documentManagement>
</p:properties>
</file>

<file path=customXml/itemProps1.xml><?xml version="1.0" encoding="utf-8"?>
<ds:datastoreItem xmlns:ds="http://schemas.openxmlformats.org/officeDocument/2006/customXml" ds:itemID="{DFE9787F-8150-4279-AD03-0A46449924CA}">
  <ds:schemaRefs>
    <ds:schemaRef ds:uri=""/>
    <ds:schemaRef ds:uri="http://schemas.bloomberg.com/settings/1.0"/>
  </ds:schemaRefs>
</ds:datastoreItem>
</file>

<file path=customXml/itemProps2.xml><?xml version="1.0" encoding="utf-8"?>
<ds:datastoreItem xmlns:ds="http://schemas.openxmlformats.org/officeDocument/2006/customXml" ds:itemID="{2D7FBAE6-8635-4238-B76E-B2F11A9868B3}">
  <ds:schemaRefs>
    <ds:schemaRef ds:uri="0ed9a755-f5db-423c-8ac8-5ace67466bf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04EEA39-9397-43FA-9B08-67E7390235EF}">
  <ds:schemaRefs>
    <ds:schemaRef ds:uri="http://schemas.microsoft.com/sharepoint/v3/contenttype/forms"/>
  </ds:schemaRefs>
</ds:datastoreItem>
</file>

<file path=customXml/itemProps4.xml><?xml version="1.0" encoding="utf-8"?>
<ds:datastoreItem xmlns:ds="http://schemas.openxmlformats.org/officeDocument/2006/customXml" ds:itemID="{BA6E4D21-16FA-4F36-8F97-E465D89C6970}">
  <ds:schemaRefs>
    <ds:schemaRef ds:uri="http://www.w3.org/XML/1998/namespace"/>
    <ds:schemaRef ds:uri="0ed9a755-f5db-423c-8ac8-5ace67466bf3"/>
    <ds:schemaRef ds:uri="http://purl.org/dc/terms/"/>
    <ds:schemaRef ds:uri="http://schemas.microsoft.com/office/infopath/2007/PartnerControls"/>
    <ds:schemaRef ds:uri="http://purl.org/dc/elements/1.1/"/>
    <ds:schemaRef ds:uri="http://schemas.microsoft.com/office/2006/documentManagement/types"/>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6180</TotalTime>
  <Words>5740</Words>
  <Application>Microsoft Office PowerPoint</Application>
  <PresentationFormat>A4 Paper (210x297 mm)</PresentationFormat>
  <Paragraphs>1135</Paragraphs>
  <Slides>19</Slides>
  <Notes>4</Notes>
  <HiddenSlides>1</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19</vt:i4>
      </vt:variant>
    </vt:vector>
  </HeadingPairs>
  <TitlesOfParts>
    <vt:vector size="29" baseType="lpstr">
      <vt:lpstr>Arial</vt:lpstr>
      <vt:lpstr>Calibri</vt:lpstr>
      <vt:lpstr>Roboto</vt:lpstr>
      <vt:lpstr>Roboto Light</vt:lpstr>
      <vt:lpstr>XP</vt:lpstr>
      <vt:lpstr>XP Light Lighthouse</vt:lpstr>
      <vt:lpstr>Tema IB 2021</vt:lpstr>
      <vt:lpstr>Tema IB 2021</vt:lpstr>
      <vt:lpstr>1_Tema IB 2021</vt:lpstr>
      <vt:lpstr>3_Tema IB 2021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XP-Ray</dc:title>
  <dc:creator>Amanda Augusti</dc:creator>
  <cp:lastModifiedBy>Caio Lopes de Souza</cp:lastModifiedBy>
  <cp:revision>235</cp:revision>
  <dcterms:created xsi:type="dcterms:W3CDTF">2022-03-20T14:16:37Z</dcterms:created>
  <dcterms:modified xsi:type="dcterms:W3CDTF">2026-10-29T16:30:45Z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0x010100F0CCA2EC1436644A975F615102E791D4</vt:lpwstr>
  </property>
  <property fmtid="{D5CDD505-2E9C-101B-9397-08002B2CF9AE}" pid="3" name="MSIP_Label_e6a9157b-bcf3-4eac-b03e-7cf007ba9fdf_Enabled">
    <vt:lpwstr>true</vt:lpwstr>
  </property>
  <property fmtid="{D5CDD505-2E9C-101B-9397-08002B2CF9AE}" pid="4" name="MSIP_Label_e6a9157b-bcf3-4eac-b03e-7cf007ba9fdf_SetDate">
    <vt:lpwstr>2024-04-26T18:36:09Z</vt:lpwstr>
  </property>
  <property fmtid="{D5CDD505-2E9C-101B-9397-08002B2CF9AE}" pid="5" name="MSIP_Label_e6a9157b-bcf3-4eac-b03e-7cf007ba9fdf_Method">
    <vt:lpwstr>Standard</vt:lpwstr>
  </property>
  <property fmtid="{D5CDD505-2E9C-101B-9397-08002B2CF9AE}" pid="6" name="MSIP_Label_e6a9157b-bcf3-4eac-b03e-7cf007ba9fdf_Name">
    <vt:lpwstr>Publica</vt:lpwstr>
  </property>
  <property fmtid="{D5CDD505-2E9C-101B-9397-08002B2CF9AE}" pid="7" name="MSIP_Label_e6a9157b-bcf3-4eac-b03e-7cf007ba9fdf_SiteId">
    <vt:lpwstr>cf56e405-d2b0-4266-b210-aa04636b6161</vt:lpwstr>
  </property>
  <property fmtid="{D5CDD505-2E9C-101B-9397-08002B2CF9AE}" pid="8" name="MSIP_Label_e6a9157b-bcf3-4eac-b03e-7cf007ba9fdf_ActionId">
    <vt:lpwstr>52ce295d-ee08-46a1-a00e-8956d7068427</vt:lpwstr>
  </property>
  <property fmtid="{D5CDD505-2E9C-101B-9397-08002B2CF9AE}" pid="9" name="MSIP_Label_e6a9157b-bcf3-4eac-b03e-7cf007ba9fdf_ContentBits">
    <vt:lpwstr>2</vt:lpwstr>
  </property>
  <property fmtid="{D5CDD505-2E9C-101B-9397-08002B2CF9AE}" pid="10" name="ClassificationContentMarkingFooterLocations">
    <vt:lpwstr>Tema IB 2021:5\Tema IB 2021:5</vt:lpwstr>
  </property>
  <property fmtid="{D5CDD505-2E9C-101B-9397-08002B2CF9AE}" pid="11" name="ClassificationContentMarkingFooterText">
    <vt:lpwstr>[ CLASSIFICAÇÃO: PÚBLICA ]</vt:lpwstr>
  </property>
</Properties>
</file>